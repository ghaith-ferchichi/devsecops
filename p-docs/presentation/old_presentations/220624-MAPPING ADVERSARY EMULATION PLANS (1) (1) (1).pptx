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 id="2147483744" r:id="rId2"/>
    <p:sldMasterId id="2147483837" r:id="rId3"/>
    <p:sldMasterId id="2147483850" r:id="rId4"/>
  </p:sldMasterIdLst>
  <p:notesMasterIdLst>
    <p:notesMasterId r:id="rId33"/>
  </p:notesMasterIdLst>
  <p:handoutMasterIdLst>
    <p:handoutMasterId r:id="rId34"/>
  </p:handoutMasterIdLst>
  <p:sldIdLst>
    <p:sldId id="257" r:id="rId5"/>
    <p:sldId id="2133" r:id="rId6"/>
    <p:sldId id="2131" r:id="rId7"/>
    <p:sldId id="2132" r:id="rId8"/>
    <p:sldId id="2137" r:id="rId9"/>
    <p:sldId id="2148" r:id="rId10"/>
    <p:sldId id="2138" r:id="rId11"/>
    <p:sldId id="2172" r:id="rId12"/>
    <p:sldId id="2146" r:id="rId13"/>
    <p:sldId id="2173" r:id="rId14"/>
    <p:sldId id="2140" r:id="rId15"/>
    <p:sldId id="2153" r:id="rId16"/>
    <p:sldId id="2149" r:id="rId17"/>
    <p:sldId id="2147" r:id="rId18"/>
    <p:sldId id="2150" r:id="rId19"/>
    <p:sldId id="2141" r:id="rId20"/>
    <p:sldId id="2161" r:id="rId21"/>
    <p:sldId id="2163" r:id="rId22"/>
    <p:sldId id="2162" r:id="rId23"/>
    <p:sldId id="2177" r:id="rId24"/>
    <p:sldId id="2164" r:id="rId25"/>
    <p:sldId id="2151" r:id="rId26"/>
    <p:sldId id="2174" r:id="rId27"/>
    <p:sldId id="2165" r:id="rId28"/>
    <p:sldId id="2166" r:id="rId29"/>
    <p:sldId id="256" r:id="rId30"/>
    <p:sldId id="2176" r:id="rId31"/>
    <p:sldId id="21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A713"/>
    <a:srgbClr val="CC9900"/>
    <a:srgbClr val="BCBC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606853-7671-496A-8E4F-DF71F8EC918B}" styleName="Style foncé 1 - Accentuation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21" autoAdjust="0"/>
    <p:restoredTop sz="94291" autoAdjust="0"/>
  </p:normalViewPr>
  <p:slideViewPr>
    <p:cSldViewPr snapToGrid="0">
      <p:cViewPr varScale="1">
        <p:scale>
          <a:sx n="68" d="100"/>
          <a:sy n="68" d="100"/>
        </p:scale>
        <p:origin x="10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C0000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C0000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C0000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C0000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C0000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C0000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C0000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C0000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C0000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C0000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C0000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C0000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C0000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00206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C0000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cs typeface="Lao UI" panose="020B0502040204020203" pitchFamily="34" charset="0"/>
              <a:sym typeface="Arial"/>
            </a:rPr>
            <a:t>State of the art</a:t>
          </a:r>
          <a:endParaRPr lang="fr-FR" dirty="0"/>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solidFill>
          <a:srgbClr val="002060"/>
        </a:solidFill>
      </dgm:spPr>
      <dgm:t>
        <a:bodyPr/>
        <a:lstStyle/>
        <a:p>
          <a:pPr>
            <a:buClr>
              <a:schemeClr val="dk1"/>
            </a:buClr>
            <a:buSzPts val="350"/>
          </a:pPr>
          <a:r>
            <a:rPr lang="en-US"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dirty="0"/>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solidFill>
          <a:srgbClr val="002060"/>
        </a:solidFill>
      </dgm:spPr>
      <dgm:t>
        <a:bodyPr/>
        <a:lstStyle/>
        <a:p>
          <a:r>
            <a:rPr lang="en-US" dirty="0">
              <a:solidFill>
                <a:schemeClr val="bg1"/>
              </a:solidFill>
              <a:latin typeface="Lao UI" panose="020B0502040204020203" pitchFamily="34" charset="0"/>
              <a:cs typeface="Lao UI" panose="020B0502040204020203" pitchFamily="34" charset="0"/>
            </a:rPr>
            <a:t>Realization and Implementation</a:t>
          </a:r>
          <a:endParaRPr lang="fr-FR" dirty="0"/>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solidFill>
          <a:srgbClr val="C00000"/>
        </a:solidFill>
      </dgm:spPr>
      <dgm:t>
        <a:bodyPr/>
        <a:lstStyle/>
        <a:p>
          <a:r>
            <a:rPr lang="fr-FR" spc="-5" dirty="0">
              <a:solidFill>
                <a:schemeClr val="bg1"/>
              </a:solidFill>
              <a:latin typeface="Lao UI" panose="020B0502040204020203" pitchFamily="34" charset="0"/>
              <a:cs typeface="Lao UI" panose="020B0502040204020203" pitchFamily="34" charset="0"/>
            </a:rPr>
            <a:t>Solution Experimentation</a:t>
          </a:r>
          <a:endParaRPr lang="fr-FR" dirty="0"/>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solidFill>
          <a:srgbClr val="002060"/>
        </a:solidFill>
      </dgm:spPr>
      <dgm:t>
        <a:bodyPr/>
        <a:lstStyle/>
        <a:p>
          <a:r>
            <a:rPr lang="fr-FR" dirty="0"/>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xfrm>
          <a:off x="2276"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gm:spPr>
      <dgm:t>
        <a:bodyPr/>
        <a:lstStyle/>
        <a:p>
          <a:pPr>
            <a:buClr>
              <a:sysClr val="windowText" lastClr="000000"/>
            </a:buClr>
            <a:buSzPts val="350"/>
            <a:buNone/>
          </a:pPr>
          <a:r>
            <a:rPr lang="en-US" dirty="0">
              <a:solidFill>
                <a:sysClr val="window" lastClr="FFFFFF"/>
              </a:solidFill>
              <a:latin typeface="Lao UI" panose="020B0502040204020203" pitchFamily="34" charset="0"/>
              <a:ea typeface="+mn-ea"/>
              <a:cs typeface="Lao UI" panose="020B0502040204020203" pitchFamily="34" charset="0"/>
              <a:sym typeface="Arial"/>
            </a:rPr>
            <a:t>State of the art</a:t>
          </a:r>
          <a:endParaRPr lang="fr-FR" dirty="0">
            <a:solidFill>
              <a:sysClr val="window" lastClr="FFFFFF"/>
            </a:solidFill>
            <a:latin typeface="Calibri" panose="020F0502020204030204"/>
            <a:ea typeface="+mn-ea"/>
            <a:cs typeface="+mn-cs"/>
          </a:endParaRPr>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xfrm>
          <a:off x="1047198"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gm:spPr>
      <dgm:t>
        <a:bodyPr/>
        <a:lstStyle/>
        <a:p>
          <a:pPr>
            <a:buClr>
              <a:sysClr val="windowText" lastClr="000000"/>
            </a:buClr>
            <a:buSzPts val="350"/>
            <a:buNone/>
          </a:pPr>
          <a:r>
            <a:rPr lang="en-US" dirty="0">
              <a:solidFill>
                <a:sysClr val="window" lastClr="FFFFFF"/>
              </a:solidFill>
              <a:latin typeface="Lao UI" panose="020B0502040204020203" pitchFamily="34" charset="0"/>
              <a:ea typeface="+mn-ea"/>
              <a:cs typeface="Lao UI" panose="020B0502040204020203" pitchFamily="34" charset="0"/>
              <a:sym typeface="Arial"/>
            </a:rPr>
            <a:t>Architecture of The Target Solution</a:t>
          </a:r>
          <a:endParaRPr lang="fr-FR" dirty="0">
            <a:solidFill>
              <a:sysClr val="window" lastClr="FFFFFF"/>
            </a:solidFill>
            <a:latin typeface="Calibri" panose="020F0502020204030204"/>
            <a:ea typeface="+mn-ea"/>
            <a:cs typeface="+mn-cs"/>
          </a:endParaRPr>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xfrm>
          <a:off x="2092121"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dirty="0">
              <a:solidFill>
                <a:sysClr val="window" lastClr="FFFFFF"/>
              </a:solidFill>
              <a:latin typeface="Lao UI" panose="020B0502040204020203" pitchFamily="34" charset="0"/>
              <a:ea typeface="+mn-ea"/>
              <a:cs typeface="Lao UI" panose="020B0502040204020203" pitchFamily="34" charset="0"/>
            </a:rPr>
            <a:t>Realization and Implementation</a:t>
          </a:r>
          <a:endParaRPr lang="fr-FR" dirty="0">
            <a:solidFill>
              <a:sysClr val="window" lastClr="FFFFFF"/>
            </a:solidFill>
            <a:latin typeface="Calibri" panose="020F0502020204030204"/>
            <a:ea typeface="+mn-ea"/>
            <a:cs typeface="+mn-cs"/>
          </a:endParaRPr>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xfrm>
          <a:off x="3137044"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gm:spPr>
      <dgm:t>
        <a:bodyPr/>
        <a:lstStyle/>
        <a:p>
          <a:pPr>
            <a:buNone/>
          </a:pPr>
          <a:r>
            <a:rPr lang="fr-FR" spc="-5" dirty="0">
              <a:solidFill>
                <a:sysClr val="window" lastClr="FFFFFF"/>
              </a:solidFill>
              <a:latin typeface="Lao UI" panose="020B0502040204020203" pitchFamily="34" charset="0"/>
              <a:ea typeface="+mn-ea"/>
              <a:cs typeface="Lao UI" panose="020B0502040204020203" pitchFamily="34" charset="0"/>
            </a:rPr>
            <a:t>Solution Experimentation</a:t>
          </a:r>
          <a:endParaRPr lang="fr-FR" dirty="0">
            <a:solidFill>
              <a:sysClr val="window" lastClr="FFFFFF"/>
            </a:solidFill>
            <a:latin typeface="Calibri" panose="020F0502020204030204"/>
            <a:ea typeface="+mn-ea"/>
            <a:cs typeface="+mn-cs"/>
          </a:endParaRPr>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xfrm>
          <a:off x="4181967" y="444684"/>
          <a:ext cx="995164" cy="592912"/>
        </a:xfrm>
        <a:prstGeom prst="roundRect">
          <a:avLst/>
        </a:prstGeom>
        <a:solidFill>
          <a:srgbClr val="C000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fr-FR" dirty="0">
              <a:solidFill>
                <a:sysClr val="window" lastClr="FFFFFF"/>
              </a:solidFill>
              <a:latin typeface="Calibri" panose="020F0502020204030204"/>
              <a:ea typeface="+mn-ea"/>
              <a:cs typeface="+mn-cs"/>
            </a:rPr>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a:xfrm>
          <a:off x="27737" y="0"/>
          <a:ext cx="5123933" cy="1482282"/>
        </a:xfrm>
        <a:prstGeom prst="rightArrow">
          <a:avLst/>
        </a:prstGeom>
        <a:solidFill>
          <a:srgbClr val="4472C4">
            <a:tint val="40000"/>
            <a:hueOff val="0"/>
            <a:satOff val="0"/>
            <a:lumOff val="0"/>
            <a:alphaOff val="0"/>
          </a:srgbClr>
        </a:solidFill>
        <a:ln>
          <a:noFill/>
        </a:ln>
        <a:effectLst/>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78C41FB-8D91-467D-8F21-3012842B85E7}" type="doc">
      <dgm:prSet loTypeId="urn:microsoft.com/office/officeart/2005/8/layout/hProcess9" loCatId="process" qsTypeId="urn:microsoft.com/office/officeart/2005/8/quickstyle/simple1" qsCatId="simple" csTypeId="urn:microsoft.com/office/officeart/2005/8/colors/accent1_2" csCatId="accent1" phldr="1"/>
      <dgm:spPr/>
    </dgm:pt>
    <dgm:pt modelId="{D05193AD-6944-4755-A772-B8863F7D210F}">
      <dgm:prSet phldrT="[Texte]"/>
      <dgm:spPr>
        <a:xfrm>
          <a:off x="2276"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gm:spPr>
      <dgm:t>
        <a:bodyPr/>
        <a:lstStyle/>
        <a:p>
          <a:pPr>
            <a:buClr>
              <a:sysClr val="windowText" lastClr="000000"/>
            </a:buClr>
            <a:buSzPts val="350"/>
            <a:buNone/>
          </a:pPr>
          <a:r>
            <a:rPr lang="en-US" dirty="0">
              <a:solidFill>
                <a:sysClr val="window" lastClr="FFFFFF"/>
              </a:solidFill>
              <a:latin typeface="Lao UI" panose="020B0502040204020203" pitchFamily="34" charset="0"/>
              <a:ea typeface="+mn-ea"/>
              <a:cs typeface="Lao UI" panose="020B0502040204020203" pitchFamily="34" charset="0"/>
              <a:sym typeface="Arial"/>
            </a:rPr>
            <a:t>State of the art</a:t>
          </a:r>
          <a:endParaRPr lang="fr-FR" dirty="0">
            <a:solidFill>
              <a:sysClr val="window" lastClr="FFFFFF"/>
            </a:solidFill>
            <a:latin typeface="Calibri" panose="020F0502020204030204"/>
            <a:ea typeface="+mn-ea"/>
            <a:cs typeface="+mn-cs"/>
          </a:endParaRPr>
        </a:p>
      </dgm:t>
    </dgm:pt>
    <dgm:pt modelId="{EE43A5E7-D7E5-4E35-91E7-3B1B3A838382}" type="parTrans" cxnId="{A2A15D8B-B6ED-486E-8CF8-D876450636BE}">
      <dgm:prSet/>
      <dgm:spPr/>
      <dgm:t>
        <a:bodyPr/>
        <a:lstStyle/>
        <a:p>
          <a:endParaRPr lang="fr-FR"/>
        </a:p>
      </dgm:t>
    </dgm:pt>
    <dgm:pt modelId="{06E83394-5DA8-4581-B00B-51B38D93C3DF}" type="sibTrans" cxnId="{A2A15D8B-B6ED-486E-8CF8-D876450636BE}">
      <dgm:prSet/>
      <dgm:spPr/>
      <dgm:t>
        <a:bodyPr/>
        <a:lstStyle/>
        <a:p>
          <a:endParaRPr lang="fr-FR"/>
        </a:p>
      </dgm:t>
    </dgm:pt>
    <dgm:pt modelId="{222190FC-183D-4EAE-A1FF-2786DB11C056}">
      <dgm:prSet phldrT="[Texte]"/>
      <dgm:spPr>
        <a:xfrm>
          <a:off x="1047198"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gm:spPr>
      <dgm:t>
        <a:bodyPr/>
        <a:lstStyle/>
        <a:p>
          <a:pPr>
            <a:buClr>
              <a:sysClr val="windowText" lastClr="000000"/>
            </a:buClr>
            <a:buSzPts val="350"/>
            <a:buNone/>
          </a:pPr>
          <a:r>
            <a:rPr lang="en-US" dirty="0">
              <a:solidFill>
                <a:sysClr val="window" lastClr="FFFFFF"/>
              </a:solidFill>
              <a:latin typeface="Lao UI" panose="020B0502040204020203" pitchFamily="34" charset="0"/>
              <a:ea typeface="+mn-ea"/>
              <a:cs typeface="Lao UI" panose="020B0502040204020203" pitchFamily="34" charset="0"/>
              <a:sym typeface="Arial"/>
            </a:rPr>
            <a:t>Architecture of The Target Solution</a:t>
          </a:r>
          <a:endParaRPr lang="fr-FR" dirty="0">
            <a:solidFill>
              <a:sysClr val="window" lastClr="FFFFFF"/>
            </a:solidFill>
            <a:latin typeface="Calibri" panose="020F0502020204030204"/>
            <a:ea typeface="+mn-ea"/>
            <a:cs typeface="+mn-cs"/>
          </a:endParaRPr>
        </a:p>
      </dgm:t>
    </dgm:pt>
    <dgm:pt modelId="{77977828-F3AB-4DDD-B273-E5DE4ACD7E59}" type="parTrans" cxnId="{68B5F547-4B6D-4693-BBF7-6C91619E1DF8}">
      <dgm:prSet/>
      <dgm:spPr/>
      <dgm:t>
        <a:bodyPr/>
        <a:lstStyle/>
        <a:p>
          <a:endParaRPr lang="fr-FR"/>
        </a:p>
      </dgm:t>
    </dgm:pt>
    <dgm:pt modelId="{E39074AE-5C1C-415D-A04F-52998EF326BA}" type="sibTrans" cxnId="{68B5F547-4B6D-4693-BBF7-6C91619E1DF8}">
      <dgm:prSet/>
      <dgm:spPr/>
      <dgm:t>
        <a:bodyPr/>
        <a:lstStyle/>
        <a:p>
          <a:endParaRPr lang="fr-FR"/>
        </a:p>
      </dgm:t>
    </dgm:pt>
    <dgm:pt modelId="{8678E566-B036-44E1-BA8B-F45151CE81EB}">
      <dgm:prSet phldrT="[Texte]"/>
      <dgm:spPr>
        <a:xfrm>
          <a:off x="2092121"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dirty="0">
              <a:solidFill>
                <a:sysClr val="window" lastClr="FFFFFF"/>
              </a:solidFill>
              <a:latin typeface="Lao UI" panose="020B0502040204020203" pitchFamily="34" charset="0"/>
              <a:ea typeface="+mn-ea"/>
              <a:cs typeface="Lao UI" panose="020B0502040204020203" pitchFamily="34" charset="0"/>
            </a:rPr>
            <a:t>Realization and Implementation</a:t>
          </a:r>
          <a:endParaRPr lang="fr-FR" dirty="0">
            <a:solidFill>
              <a:sysClr val="window" lastClr="FFFFFF"/>
            </a:solidFill>
            <a:latin typeface="Calibri" panose="020F0502020204030204"/>
            <a:ea typeface="+mn-ea"/>
            <a:cs typeface="+mn-cs"/>
          </a:endParaRPr>
        </a:p>
      </dgm:t>
    </dgm:pt>
    <dgm:pt modelId="{A4E2C9F1-1150-42DB-8F30-DA1A006D8F9F}" type="parTrans" cxnId="{35DE34A7-57B6-427E-BB94-E7238F60E75E}">
      <dgm:prSet/>
      <dgm:spPr/>
      <dgm:t>
        <a:bodyPr/>
        <a:lstStyle/>
        <a:p>
          <a:endParaRPr lang="fr-FR"/>
        </a:p>
      </dgm:t>
    </dgm:pt>
    <dgm:pt modelId="{29390759-D38E-47DD-A8DB-F60CFE99CB17}" type="sibTrans" cxnId="{35DE34A7-57B6-427E-BB94-E7238F60E75E}">
      <dgm:prSet/>
      <dgm:spPr/>
      <dgm:t>
        <a:bodyPr/>
        <a:lstStyle/>
        <a:p>
          <a:endParaRPr lang="fr-FR"/>
        </a:p>
      </dgm:t>
    </dgm:pt>
    <dgm:pt modelId="{39F96A7C-A8DC-4774-AC08-EB03B461D946}">
      <dgm:prSet phldrT="[Texte]"/>
      <dgm:spPr>
        <a:xfrm>
          <a:off x="3137044"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gm:spPr>
      <dgm:t>
        <a:bodyPr/>
        <a:lstStyle/>
        <a:p>
          <a:pPr>
            <a:buNone/>
          </a:pPr>
          <a:r>
            <a:rPr lang="fr-FR" spc="-5" dirty="0">
              <a:solidFill>
                <a:sysClr val="window" lastClr="FFFFFF"/>
              </a:solidFill>
              <a:latin typeface="Lao UI" panose="020B0502040204020203" pitchFamily="34" charset="0"/>
              <a:ea typeface="+mn-ea"/>
              <a:cs typeface="Lao UI" panose="020B0502040204020203" pitchFamily="34" charset="0"/>
            </a:rPr>
            <a:t>Solution Experimentation</a:t>
          </a:r>
          <a:endParaRPr lang="fr-FR" dirty="0">
            <a:solidFill>
              <a:sysClr val="window" lastClr="FFFFFF"/>
            </a:solidFill>
            <a:latin typeface="Calibri" panose="020F0502020204030204"/>
            <a:ea typeface="+mn-ea"/>
            <a:cs typeface="+mn-cs"/>
          </a:endParaRPr>
        </a:p>
      </dgm:t>
    </dgm:pt>
    <dgm:pt modelId="{516EE5AA-69EA-4B13-8000-351B771E53FC}" type="parTrans" cxnId="{4D2C3CDB-C376-4DE6-BF4C-8FD37AE07782}">
      <dgm:prSet/>
      <dgm:spPr/>
      <dgm:t>
        <a:bodyPr/>
        <a:lstStyle/>
        <a:p>
          <a:endParaRPr lang="fr-FR"/>
        </a:p>
      </dgm:t>
    </dgm:pt>
    <dgm:pt modelId="{B4FEAEBA-6A59-4E45-96D7-2F68FC12A72C}" type="sibTrans" cxnId="{4D2C3CDB-C376-4DE6-BF4C-8FD37AE07782}">
      <dgm:prSet/>
      <dgm:spPr/>
      <dgm:t>
        <a:bodyPr/>
        <a:lstStyle/>
        <a:p>
          <a:endParaRPr lang="fr-FR"/>
        </a:p>
      </dgm:t>
    </dgm:pt>
    <dgm:pt modelId="{7B53593A-A819-4BD4-A134-EB1EDCB47958}">
      <dgm:prSet phldrT="[Texte]"/>
      <dgm:spPr>
        <a:xfrm>
          <a:off x="4181967" y="444684"/>
          <a:ext cx="995164" cy="592912"/>
        </a:xfrm>
        <a:prstGeom prst="roundRect">
          <a:avLst/>
        </a:prstGeom>
        <a:solidFill>
          <a:srgbClr val="C000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fr-FR" dirty="0">
              <a:solidFill>
                <a:sysClr val="window" lastClr="FFFFFF"/>
              </a:solidFill>
              <a:latin typeface="Calibri" panose="020F0502020204030204"/>
              <a:ea typeface="+mn-ea"/>
              <a:cs typeface="+mn-cs"/>
            </a:rPr>
            <a:t>Conclusion and Perspectives</a:t>
          </a:r>
        </a:p>
      </dgm:t>
    </dgm:pt>
    <dgm:pt modelId="{0395E7A2-CC66-45C1-81B1-BA17091D0ABA}" type="parTrans" cxnId="{1511DD41-4186-431F-A172-78933016978E}">
      <dgm:prSet/>
      <dgm:spPr/>
      <dgm:t>
        <a:bodyPr/>
        <a:lstStyle/>
        <a:p>
          <a:endParaRPr lang="en-US"/>
        </a:p>
      </dgm:t>
    </dgm:pt>
    <dgm:pt modelId="{56C2BA7A-F285-4D4A-8AB0-0BAE311277E2}" type="sibTrans" cxnId="{1511DD41-4186-431F-A172-78933016978E}">
      <dgm:prSet/>
      <dgm:spPr/>
      <dgm:t>
        <a:bodyPr/>
        <a:lstStyle/>
        <a:p>
          <a:endParaRPr lang="en-US"/>
        </a:p>
      </dgm:t>
    </dgm:pt>
    <dgm:pt modelId="{4A6F684D-EF73-45B0-977E-874BD846A05B}" type="pres">
      <dgm:prSet presAssocID="{578C41FB-8D91-467D-8F21-3012842B85E7}" presName="CompostProcess" presStyleCnt="0">
        <dgm:presLayoutVars>
          <dgm:dir/>
          <dgm:resizeHandles val="exact"/>
        </dgm:presLayoutVars>
      </dgm:prSet>
      <dgm:spPr/>
    </dgm:pt>
    <dgm:pt modelId="{7617FFBE-7C8A-4848-A92E-FB4107D47DC4}" type="pres">
      <dgm:prSet presAssocID="{578C41FB-8D91-467D-8F21-3012842B85E7}" presName="arrow" presStyleLbl="bgShp" presStyleIdx="0" presStyleCnt="1" custScaleX="116387"/>
      <dgm:spPr>
        <a:xfrm>
          <a:off x="27737" y="0"/>
          <a:ext cx="5123933" cy="1482282"/>
        </a:xfrm>
        <a:prstGeom prst="rightArrow">
          <a:avLst/>
        </a:prstGeom>
        <a:solidFill>
          <a:srgbClr val="4472C4">
            <a:tint val="40000"/>
            <a:hueOff val="0"/>
            <a:satOff val="0"/>
            <a:lumOff val="0"/>
            <a:alphaOff val="0"/>
          </a:srgbClr>
        </a:solidFill>
        <a:ln>
          <a:noFill/>
        </a:ln>
        <a:effectLst/>
      </dgm:spPr>
    </dgm:pt>
    <dgm:pt modelId="{2CD64648-C0F6-4E71-B2B6-0C4591BA76EF}" type="pres">
      <dgm:prSet presAssocID="{578C41FB-8D91-467D-8F21-3012842B85E7}" presName="linearProcess" presStyleCnt="0"/>
      <dgm:spPr/>
    </dgm:pt>
    <dgm:pt modelId="{BCC08A50-37BF-42F9-AD31-8E546A950B5D}" type="pres">
      <dgm:prSet presAssocID="{D05193AD-6944-4755-A772-B8863F7D210F}" presName="textNode" presStyleLbl="node1" presStyleIdx="0" presStyleCnt="5">
        <dgm:presLayoutVars>
          <dgm:bulletEnabled val="1"/>
        </dgm:presLayoutVars>
      </dgm:prSet>
      <dgm:spPr/>
    </dgm:pt>
    <dgm:pt modelId="{F3388E3D-C88E-4A67-96A8-15BE667E4ED0}" type="pres">
      <dgm:prSet presAssocID="{06E83394-5DA8-4581-B00B-51B38D93C3DF}" presName="sibTrans" presStyleCnt="0"/>
      <dgm:spPr/>
    </dgm:pt>
    <dgm:pt modelId="{2989E4B7-98D4-4F2C-876D-53F21FEF5A3C}" type="pres">
      <dgm:prSet presAssocID="{222190FC-183D-4EAE-A1FF-2786DB11C056}" presName="textNode" presStyleLbl="node1" presStyleIdx="1" presStyleCnt="5">
        <dgm:presLayoutVars>
          <dgm:bulletEnabled val="1"/>
        </dgm:presLayoutVars>
      </dgm:prSet>
      <dgm:spPr/>
    </dgm:pt>
    <dgm:pt modelId="{0A9DAED6-084C-40A8-9A5A-DDF14EA1A4B6}" type="pres">
      <dgm:prSet presAssocID="{E39074AE-5C1C-415D-A04F-52998EF326BA}" presName="sibTrans" presStyleCnt="0"/>
      <dgm:spPr/>
    </dgm:pt>
    <dgm:pt modelId="{BBAC3ADD-B7B6-48AC-9833-88E24C5675E3}" type="pres">
      <dgm:prSet presAssocID="{8678E566-B036-44E1-BA8B-F45151CE81EB}" presName="textNode" presStyleLbl="node1" presStyleIdx="2" presStyleCnt="5">
        <dgm:presLayoutVars>
          <dgm:bulletEnabled val="1"/>
        </dgm:presLayoutVars>
      </dgm:prSet>
      <dgm:spPr/>
    </dgm:pt>
    <dgm:pt modelId="{E8810811-D7F1-4BDB-9343-C0FEA129A30E}" type="pres">
      <dgm:prSet presAssocID="{29390759-D38E-47DD-A8DB-F60CFE99CB17}" presName="sibTrans" presStyleCnt="0"/>
      <dgm:spPr/>
    </dgm:pt>
    <dgm:pt modelId="{89BE6A7C-2B55-44F0-8A6A-C76FAF2E7893}" type="pres">
      <dgm:prSet presAssocID="{39F96A7C-A8DC-4774-AC08-EB03B461D946}" presName="textNode" presStyleLbl="node1" presStyleIdx="3" presStyleCnt="5">
        <dgm:presLayoutVars>
          <dgm:bulletEnabled val="1"/>
        </dgm:presLayoutVars>
      </dgm:prSet>
      <dgm:spPr/>
    </dgm:pt>
    <dgm:pt modelId="{A32563C7-54F5-4272-A217-256B08E8668B}" type="pres">
      <dgm:prSet presAssocID="{B4FEAEBA-6A59-4E45-96D7-2F68FC12A72C}" presName="sibTrans" presStyleCnt="0"/>
      <dgm:spPr/>
    </dgm:pt>
    <dgm:pt modelId="{7125541E-F16E-4EB9-9EE0-C800C7C3B0BF}" type="pres">
      <dgm:prSet presAssocID="{7B53593A-A819-4BD4-A134-EB1EDCB47958}" presName="textNode" presStyleLbl="node1" presStyleIdx="4" presStyleCnt="5">
        <dgm:presLayoutVars>
          <dgm:bulletEnabled val="1"/>
        </dgm:presLayoutVars>
      </dgm:prSet>
      <dgm:spPr/>
    </dgm:pt>
  </dgm:ptLst>
  <dgm:cxnLst>
    <dgm:cxn modelId="{1511DD41-4186-431F-A172-78933016978E}" srcId="{578C41FB-8D91-467D-8F21-3012842B85E7}" destId="{7B53593A-A819-4BD4-A134-EB1EDCB47958}" srcOrd="4" destOrd="0" parTransId="{0395E7A2-CC66-45C1-81B1-BA17091D0ABA}" sibTransId="{56C2BA7A-F285-4D4A-8AB0-0BAE311277E2}"/>
    <dgm:cxn modelId="{68B5F547-4B6D-4693-BBF7-6C91619E1DF8}" srcId="{578C41FB-8D91-467D-8F21-3012842B85E7}" destId="{222190FC-183D-4EAE-A1FF-2786DB11C056}" srcOrd="1" destOrd="0" parTransId="{77977828-F3AB-4DDD-B273-E5DE4ACD7E59}" sibTransId="{E39074AE-5C1C-415D-A04F-52998EF326BA}"/>
    <dgm:cxn modelId="{C6B05953-BEEE-413E-A027-B2D3C4164275}" type="presOf" srcId="{578C41FB-8D91-467D-8F21-3012842B85E7}" destId="{4A6F684D-EF73-45B0-977E-874BD846A05B}" srcOrd="0" destOrd="0" presId="urn:microsoft.com/office/officeart/2005/8/layout/hProcess9"/>
    <dgm:cxn modelId="{7D363D83-9482-4F5B-B722-CA0FA0E4AC1A}" type="presOf" srcId="{8678E566-B036-44E1-BA8B-F45151CE81EB}" destId="{BBAC3ADD-B7B6-48AC-9833-88E24C5675E3}" srcOrd="0" destOrd="0" presId="urn:microsoft.com/office/officeart/2005/8/layout/hProcess9"/>
    <dgm:cxn modelId="{A2A15D8B-B6ED-486E-8CF8-D876450636BE}" srcId="{578C41FB-8D91-467D-8F21-3012842B85E7}" destId="{D05193AD-6944-4755-A772-B8863F7D210F}" srcOrd="0" destOrd="0" parTransId="{EE43A5E7-D7E5-4E35-91E7-3B1B3A838382}" sibTransId="{06E83394-5DA8-4581-B00B-51B38D93C3DF}"/>
    <dgm:cxn modelId="{DB8CD998-EE8B-4611-B7BF-3909770EC1C3}" type="presOf" srcId="{222190FC-183D-4EAE-A1FF-2786DB11C056}" destId="{2989E4B7-98D4-4F2C-876D-53F21FEF5A3C}" srcOrd="0" destOrd="0" presId="urn:microsoft.com/office/officeart/2005/8/layout/hProcess9"/>
    <dgm:cxn modelId="{35DE34A7-57B6-427E-BB94-E7238F60E75E}" srcId="{578C41FB-8D91-467D-8F21-3012842B85E7}" destId="{8678E566-B036-44E1-BA8B-F45151CE81EB}" srcOrd="2" destOrd="0" parTransId="{A4E2C9F1-1150-42DB-8F30-DA1A006D8F9F}" sibTransId="{29390759-D38E-47DD-A8DB-F60CFE99CB17}"/>
    <dgm:cxn modelId="{DB479CCB-9C95-4E58-A510-D0C2B0154D74}" type="presOf" srcId="{D05193AD-6944-4755-A772-B8863F7D210F}" destId="{BCC08A50-37BF-42F9-AD31-8E546A950B5D}" srcOrd="0" destOrd="0" presId="urn:microsoft.com/office/officeart/2005/8/layout/hProcess9"/>
    <dgm:cxn modelId="{209805D4-E38D-494E-8E28-254D7774B9FC}" type="presOf" srcId="{39F96A7C-A8DC-4774-AC08-EB03B461D946}" destId="{89BE6A7C-2B55-44F0-8A6A-C76FAF2E7893}" srcOrd="0" destOrd="0" presId="urn:microsoft.com/office/officeart/2005/8/layout/hProcess9"/>
    <dgm:cxn modelId="{4D2C3CDB-C376-4DE6-BF4C-8FD37AE07782}" srcId="{578C41FB-8D91-467D-8F21-3012842B85E7}" destId="{39F96A7C-A8DC-4774-AC08-EB03B461D946}" srcOrd="3" destOrd="0" parTransId="{516EE5AA-69EA-4B13-8000-351B771E53FC}" sibTransId="{B4FEAEBA-6A59-4E45-96D7-2F68FC12A72C}"/>
    <dgm:cxn modelId="{36EAB5E2-C7E1-4695-888E-D3AF9513A334}" type="presOf" srcId="{7B53593A-A819-4BD4-A134-EB1EDCB47958}" destId="{7125541E-F16E-4EB9-9EE0-C800C7C3B0BF}" srcOrd="0" destOrd="0" presId="urn:microsoft.com/office/officeart/2005/8/layout/hProcess9"/>
    <dgm:cxn modelId="{5A536BB1-02BC-4331-8A16-89128ADF6622}" type="presParOf" srcId="{4A6F684D-EF73-45B0-977E-874BD846A05B}" destId="{7617FFBE-7C8A-4848-A92E-FB4107D47DC4}" srcOrd="0" destOrd="0" presId="urn:microsoft.com/office/officeart/2005/8/layout/hProcess9"/>
    <dgm:cxn modelId="{A2EEF467-9B44-44BC-9BDC-AF11C9687935}" type="presParOf" srcId="{4A6F684D-EF73-45B0-977E-874BD846A05B}" destId="{2CD64648-C0F6-4E71-B2B6-0C4591BA76EF}" srcOrd="1" destOrd="0" presId="urn:microsoft.com/office/officeart/2005/8/layout/hProcess9"/>
    <dgm:cxn modelId="{1FCADB53-5FA4-4BDA-84A5-2BA6DBAAA1FF}" type="presParOf" srcId="{2CD64648-C0F6-4E71-B2B6-0C4591BA76EF}" destId="{BCC08A50-37BF-42F9-AD31-8E546A950B5D}" srcOrd="0" destOrd="0" presId="urn:microsoft.com/office/officeart/2005/8/layout/hProcess9"/>
    <dgm:cxn modelId="{E649B960-60DB-4756-B56C-04EF86F3C7C1}" type="presParOf" srcId="{2CD64648-C0F6-4E71-B2B6-0C4591BA76EF}" destId="{F3388E3D-C88E-4A67-96A8-15BE667E4ED0}" srcOrd="1" destOrd="0" presId="urn:microsoft.com/office/officeart/2005/8/layout/hProcess9"/>
    <dgm:cxn modelId="{CEEB8B47-83CA-4EC2-A389-4A1C426EA760}" type="presParOf" srcId="{2CD64648-C0F6-4E71-B2B6-0C4591BA76EF}" destId="{2989E4B7-98D4-4F2C-876D-53F21FEF5A3C}" srcOrd="2" destOrd="0" presId="urn:microsoft.com/office/officeart/2005/8/layout/hProcess9"/>
    <dgm:cxn modelId="{8B7711E5-1B35-4AEA-A656-7CEB2A49004E}" type="presParOf" srcId="{2CD64648-C0F6-4E71-B2B6-0C4591BA76EF}" destId="{0A9DAED6-084C-40A8-9A5A-DDF14EA1A4B6}" srcOrd="3" destOrd="0" presId="urn:microsoft.com/office/officeart/2005/8/layout/hProcess9"/>
    <dgm:cxn modelId="{B9F27DAB-2564-4ED9-83DE-B0FB1F980A86}" type="presParOf" srcId="{2CD64648-C0F6-4E71-B2B6-0C4591BA76EF}" destId="{BBAC3ADD-B7B6-48AC-9833-88E24C5675E3}" srcOrd="4" destOrd="0" presId="urn:microsoft.com/office/officeart/2005/8/layout/hProcess9"/>
    <dgm:cxn modelId="{9AA1BAD4-1399-46B8-B909-C8D5D2B8C86B}" type="presParOf" srcId="{2CD64648-C0F6-4E71-B2B6-0C4591BA76EF}" destId="{E8810811-D7F1-4BDB-9343-C0FEA129A30E}" srcOrd="5" destOrd="0" presId="urn:microsoft.com/office/officeart/2005/8/layout/hProcess9"/>
    <dgm:cxn modelId="{3817BA37-E307-4CD9-9EBD-579137515349}" type="presParOf" srcId="{2CD64648-C0F6-4E71-B2B6-0C4591BA76EF}" destId="{89BE6A7C-2B55-44F0-8A6A-C76FAF2E7893}" srcOrd="6" destOrd="0" presId="urn:microsoft.com/office/officeart/2005/8/layout/hProcess9"/>
    <dgm:cxn modelId="{826646BC-B609-43F1-97BD-A8A9D51238FB}" type="presParOf" srcId="{2CD64648-C0F6-4E71-B2B6-0C4591BA76EF}" destId="{A32563C7-54F5-4272-A217-256B08E8668B}" srcOrd="7" destOrd="0" presId="urn:microsoft.com/office/officeart/2005/8/layout/hProcess9"/>
    <dgm:cxn modelId="{77AFDFA5-663B-4D4C-8DCA-ACC2C6C1E403}" type="presParOf" srcId="{2CD64648-C0F6-4E71-B2B6-0C4591BA76EF}" destId="{7125541E-F16E-4EB9-9EE0-C800C7C3B0BF}"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cs typeface="Lao UI" panose="020B0502040204020203" pitchFamily="34" charset="0"/>
              <a:sym typeface="Arial"/>
            </a:rPr>
            <a:t>State of the art</a:t>
          </a:r>
          <a:endParaRPr lang="fr-FR" sz="900" kern="1200" dirty="0"/>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chemeClr val="dk1"/>
            </a:buClr>
            <a:buSzPts val="350"/>
            <a:buNone/>
          </a:pPr>
          <a:r>
            <a:rPr lang="en-US" sz="900" kern="1200" dirty="0">
              <a:solidFill>
                <a:schemeClr val="bg1"/>
              </a:solidFill>
              <a:latin typeface="Lao UI" panose="020B0502040204020203" pitchFamily="34" charset="0"/>
              <a:ea typeface="Arial"/>
              <a:cs typeface="Lao UI" panose="020B0502040204020203" pitchFamily="34" charset="0"/>
              <a:sym typeface="Arial"/>
            </a:rPr>
            <a:t>Architecture of The Target Solution</a:t>
          </a:r>
          <a:endParaRPr lang="fr-FR" sz="900" kern="1200" dirty="0"/>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Lao UI" panose="020B0502040204020203" pitchFamily="34" charset="0"/>
              <a:cs typeface="Lao UI" panose="020B0502040204020203" pitchFamily="34" charset="0"/>
            </a:rPr>
            <a:t>Realization and Implementation</a:t>
          </a:r>
          <a:endParaRPr lang="fr-FR" sz="900" kern="1200" dirty="0"/>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chemeClr val="bg1"/>
              </a:solidFill>
              <a:latin typeface="Lao UI" panose="020B0502040204020203" pitchFamily="34" charset="0"/>
              <a:cs typeface="Lao UI" panose="020B0502040204020203" pitchFamily="34" charset="0"/>
            </a:rPr>
            <a:t>Solution Experimentation</a:t>
          </a:r>
          <a:endParaRPr lang="fr-FR" sz="900" kern="1200" dirty="0"/>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Conclusion and Perspectives</a:t>
          </a:r>
        </a:p>
      </dsp:txBody>
      <dsp:txXfrm>
        <a:off x="4210911" y="473628"/>
        <a:ext cx="937276" cy="5350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ysClr val="windowText" lastClr="000000"/>
            </a:buClr>
            <a:buSzPts val="350"/>
            <a:buNone/>
          </a:pPr>
          <a:r>
            <a:rPr lang="en-US" sz="900" kern="1200" dirty="0">
              <a:solidFill>
                <a:sysClr val="window" lastClr="FFFFFF"/>
              </a:solidFill>
              <a:latin typeface="Lao UI" panose="020B0502040204020203" pitchFamily="34" charset="0"/>
              <a:ea typeface="+mn-ea"/>
              <a:cs typeface="Lao UI" panose="020B0502040204020203" pitchFamily="34" charset="0"/>
              <a:sym typeface="Arial"/>
            </a:rPr>
            <a:t>State of the art</a:t>
          </a:r>
          <a:endParaRPr lang="fr-FR" sz="900" kern="1200" dirty="0">
            <a:solidFill>
              <a:sysClr val="window" lastClr="FFFFFF"/>
            </a:solidFill>
            <a:latin typeface="Calibri" panose="020F0502020204030204"/>
            <a:ea typeface="+mn-ea"/>
            <a:cs typeface="+mn-cs"/>
          </a:endParaRPr>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ysClr val="windowText" lastClr="000000"/>
            </a:buClr>
            <a:buSzPts val="350"/>
            <a:buNone/>
          </a:pPr>
          <a:r>
            <a:rPr lang="en-US" sz="900" kern="1200" dirty="0">
              <a:solidFill>
                <a:sysClr val="window" lastClr="FFFFFF"/>
              </a:solidFill>
              <a:latin typeface="Lao UI" panose="020B0502040204020203" pitchFamily="34" charset="0"/>
              <a:ea typeface="+mn-ea"/>
              <a:cs typeface="Lao UI" panose="020B0502040204020203" pitchFamily="34" charset="0"/>
              <a:sym typeface="Arial"/>
            </a:rPr>
            <a:t>Architecture of The Target Solution</a:t>
          </a:r>
          <a:endParaRPr lang="fr-FR" sz="900" kern="1200" dirty="0">
            <a:solidFill>
              <a:sysClr val="window" lastClr="FFFFFF"/>
            </a:solidFill>
            <a:latin typeface="Calibri" panose="020F0502020204030204"/>
            <a:ea typeface="+mn-ea"/>
            <a:cs typeface="+mn-cs"/>
          </a:endParaRPr>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ysClr val="window" lastClr="FFFFFF"/>
              </a:solidFill>
              <a:latin typeface="Lao UI" panose="020B0502040204020203" pitchFamily="34" charset="0"/>
              <a:ea typeface="+mn-ea"/>
              <a:cs typeface="Lao UI" panose="020B0502040204020203" pitchFamily="34" charset="0"/>
            </a:rPr>
            <a:t>Realization and Implementation</a:t>
          </a:r>
          <a:endParaRPr lang="fr-FR" sz="900" kern="1200" dirty="0">
            <a:solidFill>
              <a:sysClr val="window" lastClr="FFFFFF"/>
            </a:solidFill>
            <a:latin typeface="Calibri" panose="020F0502020204030204"/>
            <a:ea typeface="+mn-ea"/>
            <a:cs typeface="+mn-cs"/>
          </a:endParaRPr>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ysClr val="window" lastClr="FFFFFF"/>
              </a:solidFill>
              <a:latin typeface="Lao UI" panose="020B0502040204020203" pitchFamily="34" charset="0"/>
              <a:ea typeface="+mn-ea"/>
              <a:cs typeface="Lao UI" panose="020B0502040204020203" pitchFamily="34" charset="0"/>
            </a:rPr>
            <a:t>Solution Experimentation</a:t>
          </a:r>
          <a:endParaRPr lang="fr-FR" sz="900" kern="1200" dirty="0">
            <a:solidFill>
              <a:sysClr val="window" lastClr="FFFFFF"/>
            </a:solidFill>
            <a:latin typeface="Calibri" panose="020F0502020204030204"/>
            <a:ea typeface="+mn-ea"/>
            <a:cs typeface="+mn-cs"/>
          </a:endParaRPr>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C000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solidFill>
                <a:sysClr val="window" lastClr="FFFFFF"/>
              </a:solidFill>
              <a:latin typeface="Calibri" panose="020F0502020204030204"/>
              <a:ea typeface="+mn-ea"/>
              <a:cs typeface="+mn-cs"/>
            </a:rPr>
            <a:t>Conclusion and Perspectives</a:t>
          </a:r>
        </a:p>
      </dsp:txBody>
      <dsp:txXfrm>
        <a:off x="4210911" y="473628"/>
        <a:ext cx="937276" cy="53502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7FFBE-7C8A-4848-A92E-FB4107D47DC4}">
      <dsp:nvSpPr>
        <dsp:cNvPr id="0" name=""/>
        <dsp:cNvSpPr/>
      </dsp:nvSpPr>
      <dsp:spPr>
        <a:xfrm>
          <a:off x="27737" y="0"/>
          <a:ext cx="5123933" cy="1482282"/>
        </a:xfrm>
        <a:prstGeom prst="rightArrow">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sp>
    <dsp:sp modelId="{BCC08A50-37BF-42F9-AD31-8E546A950B5D}">
      <dsp:nvSpPr>
        <dsp:cNvPr id="0" name=""/>
        <dsp:cNvSpPr/>
      </dsp:nvSpPr>
      <dsp:spPr>
        <a:xfrm>
          <a:off x="2276"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ysClr val="windowText" lastClr="000000"/>
            </a:buClr>
            <a:buSzPts val="350"/>
            <a:buNone/>
          </a:pPr>
          <a:r>
            <a:rPr lang="en-US" sz="900" kern="1200" dirty="0">
              <a:solidFill>
                <a:sysClr val="window" lastClr="FFFFFF"/>
              </a:solidFill>
              <a:latin typeface="Lao UI" panose="020B0502040204020203" pitchFamily="34" charset="0"/>
              <a:ea typeface="+mn-ea"/>
              <a:cs typeface="Lao UI" panose="020B0502040204020203" pitchFamily="34" charset="0"/>
              <a:sym typeface="Arial"/>
            </a:rPr>
            <a:t>State of the art</a:t>
          </a:r>
          <a:endParaRPr lang="fr-FR" sz="900" kern="1200" dirty="0">
            <a:solidFill>
              <a:sysClr val="window" lastClr="FFFFFF"/>
            </a:solidFill>
            <a:latin typeface="Calibri" panose="020F0502020204030204"/>
            <a:ea typeface="+mn-ea"/>
            <a:cs typeface="+mn-cs"/>
          </a:endParaRPr>
        </a:p>
      </dsp:txBody>
      <dsp:txXfrm>
        <a:off x="31220" y="473628"/>
        <a:ext cx="937276" cy="535024"/>
      </dsp:txXfrm>
    </dsp:sp>
    <dsp:sp modelId="{2989E4B7-98D4-4F2C-876D-53F21FEF5A3C}">
      <dsp:nvSpPr>
        <dsp:cNvPr id="0" name=""/>
        <dsp:cNvSpPr/>
      </dsp:nvSpPr>
      <dsp:spPr>
        <a:xfrm>
          <a:off x="1047198"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Clr>
              <a:sysClr val="windowText" lastClr="000000"/>
            </a:buClr>
            <a:buSzPts val="350"/>
            <a:buNone/>
          </a:pPr>
          <a:r>
            <a:rPr lang="en-US" sz="900" kern="1200" dirty="0">
              <a:solidFill>
                <a:sysClr val="window" lastClr="FFFFFF"/>
              </a:solidFill>
              <a:latin typeface="Lao UI" panose="020B0502040204020203" pitchFamily="34" charset="0"/>
              <a:ea typeface="+mn-ea"/>
              <a:cs typeface="Lao UI" panose="020B0502040204020203" pitchFamily="34" charset="0"/>
              <a:sym typeface="Arial"/>
            </a:rPr>
            <a:t>Architecture of The Target Solution</a:t>
          </a:r>
          <a:endParaRPr lang="fr-FR" sz="900" kern="1200" dirty="0">
            <a:solidFill>
              <a:sysClr val="window" lastClr="FFFFFF"/>
            </a:solidFill>
            <a:latin typeface="Calibri" panose="020F0502020204030204"/>
            <a:ea typeface="+mn-ea"/>
            <a:cs typeface="+mn-cs"/>
          </a:endParaRPr>
        </a:p>
      </dsp:txBody>
      <dsp:txXfrm>
        <a:off x="1076142" y="473628"/>
        <a:ext cx="937276" cy="535024"/>
      </dsp:txXfrm>
    </dsp:sp>
    <dsp:sp modelId="{BBAC3ADD-B7B6-48AC-9833-88E24C5675E3}">
      <dsp:nvSpPr>
        <dsp:cNvPr id="0" name=""/>
        <dsp:cNvSpPr/>
      </dsp:nvSpPr>
      <dsp:spPr>
        <a:xfrm>
          <a:off x="2092121"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solidFill>
                <a:sysClr val="window" lastClr="FFFFFF"/>
              </a:solidFill>
              <a:latin typeface="Lao UI" panose="020B0502040204020203" pitchFamily="34" charset="0"/>
              <a:ea typeface="+mn-ea"/>
              <a:cs typeface="Lao UI" panose="020B0502040204020203" pitchFamily="34" charset="0"/>
            </a:rPr>
            <a:t>Realization and Implementation</a:t>
          </a:r>
          <a:endParaRPr lang="fr-FR" sz="900" kern="1200" dirty="0">
            <a:solidFill>
              <a:sysClr val="window" lastClr="FFFFFF"/>
            </a:solidFill>
            <a:latin typeface="Calibri" panose="020F0502020204030204"/>
            <a:ea typeface="+mn-ea"/>
            <a:cs typeface="+mn-cs"/>
          </a:endParaRPr>
        </a:p>
      </dsp:txBody>
      <dsp:txXfrm>
        <a:off x="2121065" y="473628"/>
        <a:ext cx="937276" cy="535024"/>
      </dsp:txXfrm>
    </dsp:sp>
    <dsp:sp modelId="{89BE6A7C-2B55-44F0-8A6A-C76FAF2E7893}">
      <dsp:nvSpPr>
        <dsp:cNvPr id="0" name=""/>
        <dsp:cNvSpPr/>
      </dsp:nvSpPr>
      <dsp:spPr>
        <a:xfrm>
          <a:off x="3137044" y="444684"/>
          <a:ext cx="995164" cy="592912"/>
        </a:xfrm>
        <a:prstGeom prst="roundRect">
          <a:avLst/>
        </a:prstGeom>
        <a:solidFill>
          <a:srgbClr val="00206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spc="-5" dirty="0">
              <a:solidFill>
                <a:sysClr val="window" lastClr="FFFFFF"/>
              </a:solidFill>
              <a:latin typeface="Lao UI" panose="020B0502040204020203" pitchFamily="34" charset="0"/>
              <a:ea typeface="+mn-ea"/>
              <a:cs typeface="Lao UI" panose="020B0502040204020203" pitchFamily="34" charset="0"/>
            </a:rPr>
            <a:t>Solution Experimentation</a:t>
          </a:r>
          <a:endParaRPr lang="fr-FR" sz="900" kern="1200" dirty="0">
            <a:solidFill>
              <a:sysClr val="window" lastClr="FFFFFF"/>
            </a:solidFill>
            <a:latin typeface="Calibri" panose="020F0502020204030204"/>
            <a:ea typeface="+mn-ea"/>
            <a:cs typeface="+mn-cs"/>
          </a:endParaRPr>
        </a:p>
      </dsp:txBody>
      <dsp:txXfrm>
        <a:off x="3165988" y="473628"/>
        <a:ext cx="937276" cy="535024"/>
      </dsp:txXfrm>
    </dsp:sp>
    <dsp:sp modelId="{7125541E-F16E-4EB9-9EE0-C800C7C3B0BF}">
      <dsp:nvSpPr>
        <dsp:cNvPr id="0" name=""/>
        <dsp:cNvSpPr/>
      </dsp:nvSpPr>
      <dsp:spPr>
        <a:xfrm>
          <a:off x="4181967" y="444684"/>
          <a:ext cx="995164" cy="592912"/>
        </a:xfrm>
        <a:prstGeom prst="roundRect">
          <a:avLst/>
        </a:prstGeom>
        <a:solidFill>
          <a:srgbClr val="C000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solidFill>
                <a:sysClr val="window" lastClr="FFFFFF"/>
              </a:solidFill>
              <a:latin typeface="Calibri" panose="020F0502020204030204"/>
              <a:ea typeface="+mn-ea"/>
              <a:cs typeface="+mn-cs"/>
            </a:rPr>
            <a:t>Conclusion and Perspectives</a:t>
          </a:r>
        </a:p>
      </dsp:txBody>
      <dsp:txXfrm>
        <a:off x="4210911" y="473628"/>
        <a:ext cx="937276" cy="53502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D6FE7EB-7396-7FE8-3002-1916D6E6AE8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a:extLst>
              <a:ext uri="{FF2B5EF4-FFF2-40B4-BE49-F238E27FC236}">
                <a16:creationId xmlns:a16="http://schemas.microsoft.com/office/drawing/2014/main" id="{2677392F-3E44-936F-BB01-1C6C9EECAC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8A2970-F7CE-4782-9B4F-5E1F1B9AC6C0}" type="datetimeFigureOut">
              <a:rPr lang="en-US" smtClean="0"/>
              <a:t>6/24/2022</a:t>
            </a:fld>
            <a:endParaRPr lang="en-US"/>
          </a:p>
        </p:txBody>
      </p:sp>
      <p:sp>
        <p:nvSpPr>
          <p:cNvPr id="4" name="Espace réservé du pied de page 3">
            <a:extLst>
              <a:ext uri="{FF2B5EF4-FFF2-40B4-BE49-F238E27FC236}">
                <a16:creationId xmlns:a16="http://schemas.microsoft.com/office/drawing/2014/main" id="{AE5BFAF7-0CF5-D457-2CD9-DD7523DFF9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a:extLst>
              <a:ext uri="{FF2B5EF4-FFF2-40B4-BE49-F238E27FC236}">
                <a16:creationId xmlns:a16="http://schemas.microsoft.com/office/drawing/2014/main" id="{D868CE89-3D20-DB38-645A-6C6264A1D3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A5ED74-D276-4D34-A147-533272352B57}" type="slidenum">
              <a:rPr lang="en-US" smtClean="0"/>
              <a:t>‹N°›</a:t>
            </a:fld>
            <a:endParaRPr lang="en-US"/>
          </a:p>
        </p:txBody>
      </p:sp>
    </p:spTree>
    <p:extLst>
      <p:ext uri="{BB962C8B-B14F-4D97-AF65-F5344CB8AC3E}">
        <p14:creationId xmlns:p14="http://schemas.microsoft.com/office/powerpoint/2010/main" val="2520032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A20EF-0664-4C66-A31E-966759369828}" type="datetimeFigureOut">
              <a:rPr lang="en-US" smtClean="0"/>
              <a:t>6/24/2022</a:t>
            </a:fld>
            <a:endParaRPr lang="en-US"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A8E857-E045-47ED-955A-D7F6C756C8B2}" type="slidenum">
              <a:rPr lang="en-US" smtClean="0"/>
              <a:t>‹N°›</a:t>
            </a:fld>
            <a:endParaRPr lang="en-US" dirty="0"/>
          </a:p>
        </p:txBody>
      </p:sp>
    </p:spTree>
    <p:extLst>
      <p:ext uri="{BB962C8B-B14F-4D97-AF65-F5344CB8AC3E}">
        <p14:creationId xmlns:p14="http://schemas.microsoft.com/office/powerpoint/2010/main" val="104082186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r>
              <a:rPr lang="fr-FR" dirty="0"/>
              <a:t>M</a:t>
            </a:r>
            <a:r>
              <a:rPr lang="en-US" dirty="0"/>
              <a:t>adame la présidente de jury, madame messieurs les members du jury, je tiens tout d’abord </a:t>
            </a:r>
            <a:r>
              <a:rPr lang="fr-FR" dirty="0"/>
              <a:t> à vous remercier pour l’intérêt que vous avez bien voulu porter à </a:t>
            </a:r>
          </a:p>
          <a:p>
            <a:r>
              <a:rPr lang="fr-FR" dirty="0"/>
              <a:t>mon travail en acceptant de faire partie de ce jury. C’est un honneur pour moi que d’avoir l’occasion de discuter du résultat de mon projet de fin d’étude intitulé « Etude et mise en place d’un cloud privé pour les collectivités locales » réalisé par moi-même Hiba TOUIHRI et encadré par </a:t>
            </a:r>
            <a:r>
              <a:rPr lang="fr-FR" dirty="0" err="1"/>
              <a:t>par</a:t>
            </a:r>
            <a:r>
              <a:rPr lang="fr-FR" dirty="0"/>
              <a:t> Mme Safa REJICHI et M. </a:t>
            </a:r>
            <a:r>
              <a:rPr lang="fr-FR" dirty="0" err="1"/>
              <a:t>Sofiene</a:t>
            </a:r>
            <a:r>
              <a:rPr lang="fr-FR" dirty="0"/>
              <a:t> HEMISSI.</a:t>
            </a:r>
          </a:p>
        </p:txBody>
      </p:sp>
      <p:sp>
        <p:nvSpPr>
          <p:cNvPr id="4" name="Espace réservé du numéro de diapositive 3"/>
          <p:cNvSpPr>
            <a:spLocks noGrp="1"/>
          </p:cNvSpPr>
          <p:nvPr>
            <p:ph type="sldNum" sz="quarter" idx="5"/>
          </p:nvPr>
        </p:nvSpPr>
        <p:spPr/>
        <p:txBody>
          <a:bodyPr/>
          <a:lstStyle/>
          <a:p>
            <a:fld id="{95AE86D5-8366-44D9-98D9-E1283D79343F}" type="slidenum">
              <a:rPr lang="en-US" smtClean="0"/>
              <a:t>1</a:t>
            </a:fld>
            <a:endParaRPr lang="en-US"/>
          </a:p>
        </p:txBody>
      </p:sp>
      <p:sp>
        <p:nvSpPr>
          <p:cNvPr id="5" name="Espace réservé du pied de page 4">
            <a:extLst>
              <a:ext uri="{FF2B5EF4-FFF2-40B4-BE49-F238E27FC236}">
                <a16:creationId xmlns:a16="http://schemas.microsoft.com/office/drawing/2014/main" id="{6058C7A9-69BA-7246-25C6-064ED1C7CA6B}"/>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347647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2</a:t>
            </a:fld>
            <a:endParaRPr lang="en-US"/>
          </a:p>
        </p:txBody>
      </p:sp>
      <p:sp>
        <p:nvSpPr>
          <p:cNvPr id="5" name="Espace réservé du pied de page 4">
            <a:extLst>
              <a:ext uri="{FF2B5EF4-FFF2-40B4-BE49-F238E27FC236}">
                <a16:creationId xmlns:a16="http://schemas.microsoft.com/office/drawing/2014/main" id="{4FD6EEFF-E68B-7196-7C91-5F82D3EFA9FE}"/>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3165625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3</a:t>
            </a:fld>
            <a:endParaRPr lang="en-US"/>
          </a:p>
        </p:txBody>
      </p:sp>
      <p:sp>
        <p:nvSpPr>
          <p:cNvPr id="5" name="Espace réservé du pied de page 4">
            <a:extLst>
              <a:ext uri="{FF2B5EF4-FFF2-40B4-BE49-F238E27FC236}">
                <a16:creationId xmlns:a16="http://schemas.microsoft.com/office/drawing/2014/main" id="{1C17F47C-B872-7462-3B98-69B4E5A96CC9}"/>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3532900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4</a:t>
            </a:fld>
            <a:endParaRPr lang="en-US"/>
          </a:p>
        </p:txBody>
      </p:sp>
      <p:sp>
        <p:nvSpPr>
          <p:cNvPr id="5" name="Espace réservé du pied de page 4">
            <a:extLst>
              <a:ext uri="{FF2B5EF4-FFF2-40B4-BE49-F238E27FC236}">
                <a16:creationId xmlns:a16="http://schemas.microsoft.com/office/drawing/2014/main" id="{97A9E2D1-CDD0-EE83-1A9E-E55E04EE4516}"/>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277764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5</a:t>
            </a:fld>
            <a:endParaRPr lang="en-US"/>
          </a:p>
        </p:txBody>
      </p:sp>
      <p:sp>
        <p:nvSpPr>
          <p:cNvPr id="5" name="Espace réservé du pied de page 4">
            <a:extLst>
              <a:ext uri="{FF2B5EF4-FFF2-40B4-BE49-F238E27FC236}">
                <a16:creationId xmlns:a16="http://schemas.microsoft.com/office/drawing/2014/main" id="{7C60E3BF-82B5-DE49-0BD3-82F52935069A}"/>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3635880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6</a:t>
            </a:fld>
            <a:endParaRPr lang="en-US"/>
          </a:p>
        </p:txBody>
      </p:sp>
      <p:sp>
        <p:nvSpPr>
          <p:cNvPr id="5" name="Espace réservé du pied de page 4">
            <a:extLst>
              <a:ext uri="{FF2B5EF4-FFF2-40B4-BE49-F238E27FC236}">
                <a16:creationId xmlns:a16="http://schemas.microsoft.com/office/drawing/2014/main" id="{105ABCED-88FB-F5B2-1F3E-5AED42898706}"/>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2980047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7</a:t>
            </a:fld>
            <a:endParaRPr lang="en-US"/>
          </a:p>
        </p:txBody>
      </p:sp>
      <p:sp>
        <p:nvSpPr>
          <p:cNvPr id="5" name="Espace réservé du pied de page 4">
            <a:extLst>
              <a:ext uri="{FF2B5EF4-FFF2-40B4-BE49-F238E27FC236}">
                <a16:creationId xmlns:a16="http://schemas.microsoft.com/office/drawing/2014/main" id="{A8E6BBF8-ED18-2F3C-EAD2-9B7A0D0B5822}"/>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2346336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8</a:t>
            </a:fld>
            <a:endParaRPr lang="en-US"/>
          </a:p>
        </p:txBody>
      </p:sp>
      <p:sp>
        <p:nvSpPr>
          <p:cNvPr id="5" name="Espace réservé du pied de page 4">
            <a:extLst>
              <a:ext uri="{FF2B5EF4-FFF2-40B4-BE49-F238E27FC236}">
                <a16:creationId xmlns:a16="http://schemas.microsoft.com/office/drawing/2014/main" id="{663C255D-49BF-25E5-1F9C-3EFC45BE0DEA}"/>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3733112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200" kern="1200" dirty="0">
                <a:solidFill>
                  <a:schemeClr val="bg1"/>
                </a:solidFill>
              </a:rPr>
              <a:t>, based on real world observations</a:t>
            </a:r>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9</a:t>
            </a:fld>
            <a:endParaRPr lang="en-US"/>
          </a:p>
        </p:txBody>
      </p:sp>
      <p:sp>
        <p:nvSpPr>
          <p:cNvPr id="5" name="Espace réservé du pied de page 4">
            <a:extLst>
              <a:ext uri="{FF2B5EF4-FFF2-40B4-BE49-F238E27FC236}">
                <a16:creationId xmlns:a16="http://schemas.microsoft.com/office/drawing/2014/main" id="{A8D2D258-1A84-EF68-9F24-7AE01E6B7F50}"/>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1929966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10</a:t>
            </a:fld>
            <a:endParaRPr lang="en-US"/>
          </a:p>
        </p:txBody>
      </p:sp>
      <p:sp>
        <p:nvSpPr>
          <p:cNvPr id="5" name="Espace réservé du pied de page 4">
            <a:extLst>
              <a:ext uri="{FF2B5EF4-FFF2-40B4-BE49-F238E27FC236}">
                <a16:creationId xmlns:a16="http://schemas.microsoft.com/office/drawing/2014/main" id="{A477E5D6-CBBE-72E2-DF33-BA162E921456}"/>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82168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11</a:t>
            </a:fld>
            <a:endParaRPr lang="en-US"/>
          </a:p>
        </p:txBody>
      </p:sp>
      <p:sp>
        <p:nvSpPr>
          <p:cNvPr id="5" name="Espace réservé du pied de page 4">
            <a:extLst>
              <a:ext uri="{FF2B5EF4-FFF2-40B4-BE49-F238E27FC236}">
                <a16:creationId xmlns:a16="http://schemas.microsoft.com/office/drawing/2014/main" id="{07FCD6C0-3440-3B8B-82FC-AD4DA11B464C}"/>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870389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12</a:t>
            </a:fld>
            <a:endParaRPr lang="en-US"/>
          </a:p>
        </p:txBody>
      </p:sp>
      <p:sp>
        <p:nvSpPr>
          <p:cNvPr id="5" name="Espace réservé du pied de page 4">
            <a:extLst>
              <a:ext uri="{FF2B5EF4-FFF2-40B4-BE49-F238E27FC236}">
                <a16:creationId xmlns:a16="http://schemas.microsoft.com/office/drawing/2014/main" id="{EDDB6019-8957-B44F-1C0B-9F3503EF6D71}"/>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16927787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13</a:t>
            </a:fld>
            <a:endParaRPr lang="en-US"/>
          </a:p>
        </p:txBody>
      </p:sp>
      <p:sp>
        <p:nvSpPr>
          <p:cNvPr id="5" name="Espace réservé du pied de page 4">
            <a:extLst>
              <a:ext uri="{FF2B5EF4-FFF2-40B4-BE49-F238E27FC236}">
                <a16:creationId xmlns:a16="http://schemas.microsoft.com/office/drawing/2014/main" id="{D559E041-8A8B-8B07-9ECF-DD329D6E2505}"/>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1026107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14</a:t>
            </a:fld>
            <a:endParaRPr lang="en-US"/>
          </a:p>
        </p:txBody>
      </p:sp>
      <p:sp>
        <p:nvSpPr>
          <p:cNvPr id="5" name="Espace réservé du pied de page 4">
            <a:extLst>
              <a:ext uri="{FF2B5EF4-FFF2-40B4-BE49-F238E27FC236}">
                <a16:creationId xmlns:a16="http://schemas.microsoft.com/office/drawing/2014/main" id="{C7F784CD-8406-1423-D040-FFE50830FA04}"/>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1972084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15</a:t>
            </a:fld>
            <a:endParaRPr lang="en-US"/>
          </a:p>
        </p:txBody>
      </p:sp>
      <p:sp>
        <p:nvSpPr>
          <p:cNvPr id="5" name="Espace réservé du pied de page 4">
            <a:extLst>
              <a:ext uri="{FF2B5EF4-FFF2-40B4-BE49-F238E27FC236}">
                <a16:creationId xmlns:a16="http://schemas.microsoft.com/office/drawing/2014/main" id="{4906968E-35B5-CF58-8EE2-35A5A676B61D}"/>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3921099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16</a:t>
            </a:fld>
            <a:endParaRPr lang="en-US"/>
          </a:p>
        </p:txBody>
      </p:sp>
      <p:sp>
        <p:nvSpPr>
          <p:cNvPr id="5" name="Espace réservé du pied de page 4">
            <a:extLst>
              <a:ext uri="{FF2B5EF4-FFF2-40B4-BE49-F238E27FC236}">
                <a16:creationId xmlns:a16="http://schemas.microsoft.com/office/drawing/2014/main" id="{9DC73DD5-DDEF-64FA-0597-67741018BDF9}"/>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2075235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17</a:t>
            </a:fld>
            <a:endParaRPr lang="en-US"/>
          </a:p>
        </p:txBody>
      </p:sp>
      <p:sp>
        <p:nvSpPr>
          <p:cNvPr id="5" name="Espace réservé du pied de page 4">
            <a:extLst>
              <a:ext uri="{FF2B5EF4-FFF2-40B4-BE49-F238E27FC236}">
                <a16:creationId xmlns:a16="http://schemas.microsoft.com/office/drawing/2014/main" id="{E7F16DC1-9EA0-3A19-3EDF-B0481BF202D5}"/>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575452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18</a:t>
            </a:fld>
            <a:endParaRPr lang="en-US"/>
          </a:p>
        </p:txBody>
      </p:sp>
      <p:sp>
        <p:nvSpPr>
          <p:cNvPr id="5" name="Espace réservé du pied de page 4">
            <a:extLst>
              <a:ext uri="{FF2B5EF4-FFF2-40B4-BE49-F238E27FC236}">
                <a16:creationId xmlns:a16="http://schemas.microsoft.com/office/drawing/2014/main" id="{0677592B-C40F-7B39-C081-702C8B12A235}"/>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4205159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19</a:t>
            </a:fld>
            <a:endParaRPr lang="en-US"/>
          </a:p>
        </p:txBody>
      </p:sp>
      <p:sp>
        <p:nvSpPr>
          <p:cNvPr id="5" name="Espace réservé du pied de page 4">
            <a:extLst>
              <a:ext uri="{FF2B5EF4-FFF2-40B4-BE49-F238E27FC236}">
                <a16:creationId xmlns:a16="http://schemas.microsoft.com/office/drawing/2014/main" id="{B74E18DF-1E3F-B230-CC86-F99F6A0A9F5F}"/>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2945289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dificult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20</a:t>
            </a:fld>
            <a:endParaRPr lang="en-US"/>
          </a:p>
        </p:txBody>
      </p:sp>
      <p:sp>
        <p:nvSpPr>
          <p:cNvPr id="5" name="Espace réservé du pied de page 4">
            <a:extLst>
              <a:ext uri="{FF2B5EF4-FFF2-40B4-BE49-F238E27FC236}">
                <a16:creationId xmlns:a16="http://schemas.microsoft.com/office/drawing/2014/main" id="{542F48E6-277E-92A5-E3AA-632A0932CFD5}"/>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2621498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dificult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21</a:t>
            </a:fld>
            <a:endParaRPr lang="en-US"/>
          </a:p>
        </p:txBody>
      </p:sp>
      <p:sp>
        <p:nvSpPr>
          <p:cNvPr id="5" name="Espace réservé du pied de page 4">
            <a:extLst>
              <a:ext uri="{FF2B5EF4-FFF2-40B4-BE49-F238E27FC236}">
                <a16:creationId xmlns:a16="http://schemas.microsoft.com/office/drawing/2014/main" id="{542F48E6-277E-92A5-E3AA-632A0932CFD5}"/>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1177956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22</a:t>
            </a:fld>
            <a:endParaRPr lang="en-US"/>
          </a:p>
        </p:txBody>
      </p:sp>
      <p:sp>
        <p:nvSpPr>
          <p:cNvPr id="5" name="Espace réservé du pied de page 4">
            <a:extLst>
              <a:ext uri="{FF2B5EF4-FFF2-40B4-BE49-F238E27FC236}">
                <a16:creationId xmlns:a16="http://schemas.microsoft.com/office/drawing/2014/main" id="{EE362FE8-4AB1-ED58-0807-E373D5255CC4}"/>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40303615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23</a:t>
            </a:fld>
            <a:endParaRPr lang="en-US"/>
          </a:p>
        </p:txBody>
      </p:sp>
      <p:sp>
        <p:nvSpPr>
          <p:cNvPr id="5" name="Espace réservé du pied de page 4">
            <a:extLst>
              <a:ext uri="{FF2B5EF4-FFF2-40B4-BE49-F238E27FC236}">
                <a16:creationId xmlns:a16="http://schemas.microsoft.com/office/drawing/2014/main" id="{4FCE2363-5429-5B03-0937-F46C6A327B5D}"/>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36357098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24</a:t>
            </a:fld>
            <a:endParaRPr lang="en-US"/>
          </a:p>
        </p:txBody>
      </p:sp>
      <p:sp>
        <p:nvSpPr>
          <p:cNvPr id="5" name="Espace réservé du pied de page 4">
            <a:extLst>
              <a:ext uri="{FF2B5EF4-FFF2-40B4-BE49-F238E27FC236}">
                <a16:creationId xmlns:a16="http://schemas.microsoft.com/office/drawing/2014/main" id="{91976994-E985-8C8C-AF1A-D67EB11932D0}"/>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1373845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pPr algn="l"/>
            <a:r>
              <a:rPr lang="en-US" sz="1800" b="0" i="0" u="none" strike="noStrike" baseline="0" dirty="0">
                <a:latin typeface="CMR10"/>
              </a:rPr>
              <a:t>It appears that for every action an enterprise makes to secure itself from cyber-attacks, or for</a:t>
            </a:r>
          </a:p>
          <a:p>
            <a:pPr algn="l"/>
            <a:r>
              <a:rPr lang="en-US" sz="1800" b="0" i="0" u="none" strike="noStrike" baseline="0" dirty="0">
                <a:latin typeface="CMR10"/>
              </a:rPr>
              <a:t>every new anti-hacking tool developed, the hackers come up with something more intricate to</a:t>
            </a:r>
          </a:p>
          <a:p>
            <a:pPr algn="l"/>
            <a:r>
              <a:rPr lang="en-US" sz="1800" b="0" i="0" u="none" strike="noStrike" baseline="0" dirty="0">
                <a:latin typeface="CMR10"/>
              </a:rPr>
              <a:t>make it more </a:t>
            </a:r>
            <a:r>
              <a:rPr lang="en-US" sz="1800" b="0" i="0" u="none" strike="noStrike" baseline="0" dirty="0" err="1">
                <a:latin typeface="CMR10"/>
              </a:rPr>
              <a:t>dicult</a:t>
            </a:r>
            <a:r>
              <a:rPr lang="en-US" sz="1800" b="0" i="0" u="none" strike="noStrike" baseline="0" dirty="0">
                <a:latin typeface="CMR10"/>
              </a:rPr>
              <a:t> to defeat them.</a:t>
            </a:r>
            <a:endParaRPr lang="en-US" dirty="0"/>
          </a:p>
          <a:p>
            <a:pPr algn="l"/>
            <a:r>
              <a:rPr lang="en-US" dirty="0"/>
              <a:t>Looking back over 20 years, the hackers that come to mind are amateur college kids. Gradually the field of piracy begins to evolve, for example in 1997 we find the ...</a:t>
            </a:r>
          </a:p>
          <a:p>
            <a:pPr algn="l"/>
            <a:endParaRPr lang="en-US" dirty="0"/>
          </a:p>
          <a:p>
            <a:pPr algn="l"/>
            <a:r>
              <a:rPr lang="en-US" dirty="0"/>
              <a:t>Then in 2004 we found</a:t>
            </a:r>
          </a:p>
          <a:p>
            <a:pPr algn="l"/>
            <a:endParaRPr lang="en-US" dirty="0"/>
          </a:p>
          <a:p>
            <a:pPr algn="l"/>
            <a:r>
              <a:rPr lang="en-US" dirty="0"/>
              <a:t>In the beginning of 2007 we started talking about</a:t>
            </a:r>
          </a:p>
          <a:p>
            <a:pPr algn="l"/>
            <a:endParaRPr lang="en-US" dirty="0"/>
          </a:p>
          <a:p>
            <a:pPr algn="l"/>
            <a:r>
              <a:rPr lang="en-US" dirty="0"/>
              <a:t>Just 3 years later, new concepts are introduced like</a:t>
            </a:r>
          </a:p>
          <a:p>
            <a:pPr algn="l"/>
            <a:endParaRPr lang="en-US" dirty="0"/>
          </a:p>
          <a:p>
            <a:pPr algn="l"/>
            <a:r>
              <a:rPr lang="en-US" dirty="0"/>
              <a:t>In these days, the cyber attack to evolve so that it affects all areas like banks, android devices, etc.</a:t>
            </a:r>
          </a:p>
          <a:p>
            <a:pPr algn="l"/>
            <a:endParaRPr lang="en-US" dirty="0"/>
          </a:p>
          <a:p>
            <a:pPr algn="l"/>
            <a:r>
              <a:rPr lang="en-US" dirty="0"/>
              <a:t>According to </a:t>
            </a:r>
            <a:r>
              <a:rPr lang="en-US" dirty="0" err="1"/>
              <a:t>forbes</a:t>
            </a:r>
            <a:r>
              <a:rPr lang="en-US" dirty="0"/>
              <a:t> magazine, The average number of cyberattacks and data breaches From 2020 To 2021 has evolved 15.1% of which 20% are malware and 22% are phishing attacks</a:t>
            </a:r>
          </a:p>
          <a:p>
            <a:pPr algn="l"/>
            <a:endParaRPr lang="en-US" dirty="0"/>
          </a:p>
        </p:txBody>
      </p:sp>
      <p:sp>
        <p:nvSpPr>
          <p:cNvPr id="4" name="Espace réservé du numéro de diapositive 3"/>
          <p:cNvSpPr>
            <a:spLocks noGrp="1"/>
          </p:cNvSpPr>
          <p:nvPr>
            <p:ph type="sldNum" sz="quarter" idx="5"/>
          </p:nvPr>
        </p:nvSpPr>
        <p:spPr/>
        <p:txBody>
          <a:bodyPr/>
          <a:lstStyle/>
          <a:p>
            <a:fld id="{5BA8E857-E045-47ED-955A-D7F6C756C8B2}" type="slidenum">
              <a:rPr lang="en-US" smtClean="0"/>
              <a:t>25</a:t>
            </a:fld>
            <a:endParaRPr lang="en-US"/>
          </a:p>
        </p:txBody>
      </p:sp>
      <p:sp>
        <p:nvSpPr>
          <p:cNvPr id="5" name="Espace réservé du pied de page 4">
            <a:extLst>
              <a:ext uri="{FF2B5EF4-FFF2-40B4-BE49-F238E27FC236}">
                <a16:creationId xmlns:a16="http://schemas.microsoft.com/office/drawing/2014/main" id="{AD9F932B-F37F-9845-54F8-C09F86598111}"/>
              </a:ext>
            </a:extLst>
          </p:cNvPr>
          <p:cNvSpPr>
            <a:spLocks noGrp="1"/>
          </p:cNvSpPr>
          <p:nvPr>
            <p:ph type="ftr" sz="quarter" idx="4"/>
          </p:nvPr>
        </p:nvSpPr>
        <p:spPr/>
        <p:txBody>
          <a:bodyPr/>
          <a:lstStyle/>
          <a:p>
            <a:endParaRPr lang="en-US" dirty="0"/>
          </a:p>
        </p:txBody>
      </p:sp>
    </p:spTree>
    <p:extLst>
      <p:ext uri="{BB962C8B-B14F-4D97-AF65-F5344CB8AC3E}">
        <p14:creationId xmlns:p14="http://schemas.microsoft.com/office/powerpoint/2010/main" val="389783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5" Type="http://schemas.openxmlformats.org/officeDocument/2006/relationships/hyperlink" Target="https://slack-redir.net/link?url=https%3A%2F%2Fstories.freepik.com%2F" TargetMode="External"/><Relationship Id="rId4" Type="http://schemas.openxmlformats.org/officeDocument/2006/relationships/hyperlink" Target="https://slack-redir.net/link?url=https%3A%2F%2Fwww.freepik.com%2F"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a:off x="3763533" y="1880791"/>
            <a:ext cx="14555" cy="8956"/>
          </a:xfrm>
          <a:custGeom>
            <a:avLst/>
            <a:gdLst/>
            <a:ahLst/>
            <a:cxnLst/>
            <a:rect l="l" t="t" r="r" b="b"/>
            <a:pathLst>
              <a:path w="273" h="168" extrusionOk="0">
                <a:moveTo>
                  <a:pt x="213" y="0"/>
                </a:moveTo>
                <a:cubicBezTo>
                  <a:pt x="203" y="0"/>
                  <a:pt x="194" y="3"/>
                  <a:pt x="185" y="8"/>
                </a:cubicBezTo>
                <a:cubicBezTo>
                  <a:pt x="166" y="20"/>
                  <a:pt x="177" y="46"/>
                  <a:pt x="194" y="46"/>
                </a:cubicBezTo>
                <a:cubicBezTo>
                  <a:pt x="197" y="46"/>
                  <a:pt x="201" y="45"/>
                  <a:pt x="205" y="43"/>
                </a:cubicBezTo>
                <a:lnTo>
                  <a:pt x="205" y="43"/>
                </a:lnTo>
                <a:cubicBezTo>
                  <a:pt x="168" y="65"/>
                  <a:pt x="175" y="78"/>
                  <a:pt x="133" y="87"/>
                </a:cubicBezTo>
                <a:cubicBezTo>
                  <a:pt x="129" y="88"/>
                  <a:pt x="125" y="88"/>
                  <a:pt x="122" y="88"/>
                </a:cubicBezTo>
                <a:cubicBezTo>
                  <a:pt x="110" y="88"/>
                  <a:pt x="98" y="85"/>
                  <a:pt x="86" y="85"/>
                </a:cubicBezTo>
                <a:cubicBezTo>
                  <a:pt x="81" y="85"/>
                  <a:pt x="76" y="85"/>
                  <a:pt x="70" y="87"/>
                </a:cubicBezTo>
                <a:cubicBezTo>
                  <a:pt x="47" y="93"/>
                  <a:pt x="27" y="104"/>
                  <a:pt x="13" y="121"/>
                </a:cubicBezTo>
                <a:cubicBezTo>
                  <a:pt x="1" y="135"/>
                  <a:pt x="13" y="152"/>
                  <a:pt x="27" y="152"/>
                </a:cubicBezTo>
                <a:cubicBezTo>
                  <a:pt x="31" y="152"/>
                  <a:pt x="35" y="151"/>
                  <a:pt x="39" y="147"/>
                </a:cubicBezTo>
                <a:cubicBezTo>
                  <a:pt x="88" y="100"/>
                  <a:pt x="261" y="167"/>
                  <a:pt x="270" y="62"/>
                </a:cubicBezTo>
                <a:cubicBezTo>
                  <a:pt x="273" y="27"/>
                  <a:pt x="244" y="0"/>
                  <a:pt x="213" y="0"/>
                </a:cubicBezTo>
                <a:close/>
              </a:path>
            </a:pathLst>
          </a:custGeom>
          <a:solidFill>
            <a:srgbClr val="F8BA8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0" name="Google Shape;10;p2"/>
          <p:cNvSpPr/>
          <p:nvPr/>
        </p:nvSpPr>
        <p:spPr>
          <a:xfrm>
            <a:off x="2448578" y="4783679"/>
            <a:ext cx="10769" cy="16153"/>
          </a:xfrm>
          <a:custGeom>
            <a:avLst/>
            <a:gdLst/>
            <a:ahLst/>
            <a:cxnLst/>
            <a:rect l="l" t="t" r="r" b="b"/>
            <a:pathLst>
              <a:path w="202" h="303" extrusionOk="0">
                <a:moveTo>
                  <a:pt x="2" y="1"/>
                </a:moveTo>
                <a:cubicBezTo>
                  <a:pt x="1" y="1"/>
                  <a:pt x="1" y="1"/>
                  <a:pt x="1" y="2"/>
                </a:cubicBezTo>
                <a:cubicBezTo>
                  <a:pt x="62" y="94"/>
                  <a:pt x="121" y="188"/>
                  <a:pt x="181" y="282"/>
                </a:cubicBezTo>
                <a:cubicBezTo>
                  <a:pt x="187" y="289"/>
                  <a:pt x="194" y="296"/>
                  <a:pt x="201" y="303"/>
                </a:cubicBezTo>
                <a:cubicBezTo>
                  <a:pt x="67" y="81"/>
                  <a:pt x="10" y="1"/>
                  <a:pt x="2" y="1"/>
                </a:cubicBezTo>
                <a:close/>
              </a:path>
            </a:pathLst>
          </a:custGeom>
          <a:solidFill>
            <a:srgbClr val="F8BA8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1" name="Google Shape;11;p2"/>
          <p:cNvSpPr/>
          <p:nvPr/>
        </p:nvSpPr>
        <p:spPr>
          <a:xfrm>
            <a:off x="4653273" y="3763369"/>
            <a:ext cx="7199" cy="20952"/>
          </a:xfrm>
          <a:custGeom>
            <a:avLst/>
            <a:gdLst/>
            <a:ahLst/>
            <a:cxnLst/>
            <a:rect l="l" t="t" r="r" b="b"/>
            <a:pathLst>
              <a:path w="135" h="393" extrusionOk="0">
                <a:moveTo>
                  <a:pt x="3" y="1"/>
                </a:moveTo>
                <a:cubicBezTo>
                  <a:pt x="1" y="1"/>
                  <a:pt x="3" y="17"/>
                  <a:pt x="10" y="43"/>
                </a:cubicBezTo>
                <a:cubicBezTo>
                  <a:pt x="53" y="157"/>
                  <a:pt x="95" y="270"/>
                  <a:pt x="132" y="386"/>
                </a:cubicBezTo>
                <a:cubicBezTo>
                  <a:pt x="132" y="388"/>
                  <a:pt x="133" y="389"/>
                  <a:pt x="135" y="392"/>
                </a:cubicBezTo>
                <a:cubicBezTo>
                  <a:pt x="45" y="100"/>
                  <a:pt x="8" y="1"/>
                  <a:pt x="3" y="1"/>
                </a:cubicBezTo>
                <a:close/>
              </a:path>
            </a:pathLst>
          </a:custGeom>
          <a:solidFill>
            <a:srgbClr val="F8BA8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2" name="Google Shape;12;p2"/>
          <p:cNvSpPr/>
          <p:nvPr/>
        </p:nvSpPr>
        <p:spPr>
          <a:xfrm>
            <a:off x="7872937" y="-242607"/>
            <a:ext cx="12049" cy="13328"/>
          </a:xfrm>
          <a:custGeom>
            <a:avLst/>
            <a:gdLst/>
            <a:ahLst/>
            <a:cxnLst/>
            <a:rect l="l" t="t" r="r" b="b"/>
            <a:pathLst>
              <a:path w="226" h="250" extrusionOk="0">
                <a:moveTo>
                  <a:pt x="6" y="0"/>
                </a:moveTo>
                <a:cubicBezTo>
                  <a:pt x="0" y="0"/>
                  <a:pt x="54" y="66"/>
                  <a:pt x="225" y="249"/>
                </a:cubicBezTo>
                <a:lnTo>
                  <a:pt x="212" y="232"/>
                </a:lnTo>
                <a:cubicBezTo>
                  <a:pt x="145" y="156"/>
                  <a:pt x="77" y="80"/>
                  <a:pt x="12" y="4"/>
                </a:cubicBezTo>
                <a:cubicBezTo>
                  <a:pt x="9" y="2"/>
                  <a:pt x="7" y="0"/>
                  <a:pt x="6" y="0"/>
                </a:cubicBezTo>
                <a:close/>
              </a:path>
            </a:pathLst>
          </a:custGeom>
          <a:solidFill>
            <a:srgbClr val="F8BA8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3" name="Google Shape;13;p2"/>
          <p:cNvSpPr txBox="1">
            <a:spLocks noGrp="1"/>
          </p:cNvSpPr>
          <p:nvPr>
            <p:ph type="ctrTitle"/>
          </p:nvPr>
        </p:nvSpPr>
        <p:spPr>
          <a:xfrm>
            <a:off x="7300436" y="2129384"/>
            <a:ext cx="4129200" cy="1885200"/>
          </a:xfrm>
          <a:prstGeom prst="rect">
            <a:avLst/>
          </a:prstGeom>
          <a:solidFill>
            <a:schemeClr val="accent1"/>
          </a:solidFill>
          <a:ln>
            <a:noFill/>
          </a:ln>
        </p:spPr>
        <p:txBody>
          <a:bodyPr spcFirstLastPara="1" wrap="square" lIns="91425" tIns="91425" rIns="91425" bIns="91425" anchor="ctr" anchorCtr="0">
            <a:noAutofit/>
          </a:bodyPr>
          <a:lstStyle>
            <a:lvl1pPr lvl="0">
              <a:spcBef>
                <a:spcPts val="0"/>
              </a:spcBef>
              <a:spcAft>
                <a:spcPts val="0"/>
              </a:spcAft>
              <a:buSzPts val="5200"/>
              <a:buFont typeface="Concert One"/>
              <a:buNone/>
              <a:defRPr sz="5333"/>
            </a:lvl1pPr>
            <a:lvl2pPr lvl="1" algn="ctr">
              <a:lnSpc>
                <a:spcPct val="80000"/>
              </a:lnSpc>
              <a:spcBef>
                <a:spcPts val="0"/>
              </a:spcBef>
              <a:spcAft>
                <a:spcPts val="0"/>
              </a:spcAft>
              <a:buSzPts val="5200"/>
              <a:buNone/>
              <a:defRPr sz="6933"/>
            </a:lvl2pPr>
            <a:lvl3pPr lvl="2" algn="ctr">
              <a:lnSpc>
                <a:spcPct val="80000"/>
              </a:lnSpc>
              <a:spcBef>
                <a:spcPts val="0"/>
              </a:spcBef>
              <a:spcAft>
                <a:spcPts val="0"/>
              </a:spcAft>
              <a:buSzPts val="5200"/>
              <a:buNone/>
              <a:defRPr sz="6933"/>
            </a:lvl3pPr>
            <a:lvl4pPr lvl="3" algn="ctr">
              <a:lnSpc>
                <a:spcPct val="80000"/>
              </a:lnSpc>
              <a:spcBef>
                <a:spcPts val="0"/>
              </a:spcBef>
              <a:spcAft>
                <a:spcPts val="0"/>
              </a:spcAft>
              <a:buSzPts val="5200"/>
              <a:buNone/>
              <a:defRPr sz="6933"/>
            </a:lvl4pPr>
            <a:lvl5pPr lvl="4" algn="ctr">
              <a:lnSpc>
                <a:spcPct val="80000"/>
              </a:lnSpc>
              <a:spcBef>
                <a:spcPts val="0"/>
              </a:spcBef>
              <a:spcAft>
                <a:spcPts val="0"/>
              </a:spcAft>
              <a:buSzPts val="5200"/>
              <a:buNone/>
              <a:defRPr sz="6933"/>
            </a:lvl5pPr>
            <a:lvl6pPr lvl="5" algn="ctr">
              <a:lnSpc>
                <a:spcPct val="80000"/>
              </a:lnSpc>
              <a:spcBef>
                <a:spcPts val="0"/>
              </a:spcBef>
              <a:spcAft>
                <a:spcPts val="0"/>
              </a:spcAft>
              <a:buSzPts val="5200"/>
              <a:buNone/>
              <a:defRPr sz="6933"/>
            </a:lvl6pPr>
            <a:lvl7pPr lvl="6" algn="ctr">
              <a:lnSpc>
                <a:spcPct val="80000"/>
              </a:lnSpc>
              <a:spcBef>
                <a:spcPts val="0"/>
              </a:spcBef>
              <a:spcAft>
                <a:spcPts val="0"/>
              </a:spcAft>
              <a:buSzPts val="5200"/>
              <a:buNone/>
              <a:defRPr sz="6933"/>
            </a:lvl7pPr>
            <a:lvl8pPr lvl="7" algn="ctr">
              <a:lnSpc>
                <a:spcPct val="80000"/>
              </a:lnSpc>
              <a:spcBef>
                <a:spcPts val="0"/>
              </a:spcBef>
              <a:spcAft>
                <a:spcPts val="0"/>
              </a:spcAft>
              <a:buSzPts val="5200"/>
              <a:buNone/>
              <a:defRPr sz="6933"/>
            </a:lvl8pPr>
            <a:lvl9pPr lvl="8" algn="ctr">
              <a:lnSpc>
                <a:spcPct val="80000"/>
              </a:lnSpc>
              <a:spcBef>
                <a:spcPts val="0"/>
              </a:spcBef>
              <a:spcAft>
                <a:spcPts val="0"/>
              </a:spcAft>
              <a:buSzPts val="5200"/>
              <a:buNone/>
              <a:defRPr sz="6933"/>
            </a:lvl9pPr>
          </a:lstStyle>
          <a:p>
            <a:r>
              <a:rPr lang="fr-FR"/>
              <a:t>Modifiez le style du titre</a:t>
            </a:r>
            <a:endParaRPr/>
          </a:p>
        </p:txBody>
      </p:sp>
      <p:sp>
        <p:nvSpPr>
          <p:cNvPr id="14" name="Google Shape;14;p2"/>
          <p:cNvSpPr txBox="1">
            <a:spLocks noGrp="1"/>
          </p:cNvSpPr>
          <p:nvPr>
            <p:ph type="subTitle" idx="1"/>
          </p:nvPr>
        </p:nvSpPr>
        <p:spPr>
          <a:xfrm>
            <a:off x="7459735" y="3841496"/>
            <a:ext cx="3114800" cy="944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2133">
                <a:solidFill>
                  <a:schemeClr val="accent4"/>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fr-FR"/>
              <a:t>Modifiez le style des sous-titres du masque</a:t>
            </a:r>
            <a:endParaRPr/>
          </a:p>
        </p:txBody>
      </p:sp>
      <p:sp>
        <p:nvSpPr>
          <p:cNvPr id="15" name="Google Shape;15;p2"/>
          <p:cNvSpPr/>
          <p:nvPr/>
        </p:nvSpPr>
        <p:spPr>
          <a:xfrm>
            <a:off x="11957201" y="4621100"/>
            <a:ext cx="234800" cy="2230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6" name="Google Shape;16;p2"/>
          <p:cNvSpPr/>
          <p:nvPr/>
        </p:nvSpPr>
        <p:spPr>
          <a:xfrm rot="-5400000">
            <a:off x="4290204" y="-4300000"/>
            <a:ext cx="234800" cy="8834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1947288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951635" y="4190933"/>
            <a:ext cx="3531600" cy="816800"/>
          </a:xfrm>
          <a:prstGeom prst="rect">
            <a:avLst/>
          </a:prstGeom>
          <a:noFill/>
          <a:ln>
            <a:noFill/>
          </a:ln>
        </p:spPr>
        <p:txBody>
          <a:bodyPr spcFirstLastPara="1" wrap="square" lIns="91425" tIns="91425" rIns="91425" bIns="91425" anchor="ctr" anchorCtr="0">
            <a:noAutofit/>
          </a:bodyPr>
          <a:lstStyle>
            <a:lvl1pPr lvl="0" algn="ctr">
              <a:lnSpc>
                <a:spcPct val="90000"/>
              </a:lnSpc>
              <a:spcBef>
                <a:spcPts val="0"/>
              </a:spcBef>
              <a:spcAft>
                <a:spcPts val="0"/>
              </a:spcAft>
              <a:buSzPts val="3600"/>
              <a:buNone/>
              <a:defRPr sz="4667"/>
            </a:lvl1pPr>
            <a:lvl2pPr lvl="1">
              <a:spcBef>
                <a:spcPts val="0"/>
              </a:spcBef>
              <a:spcAft>
                <a:spcPts val="0"/>
              </a:spcAft>
              <a:buSzPts val="3600"/>
              <a:buNone/>
              <a:defRPr sz="4800"/>
            </a:lvl2pPr>
            <a:lvl3pPr lvl="2">
              <a:spcBef>
                <a:spcPts val="0"/>
              </a:spcBef>
              <a:spcAft>
                <a:spcPts val="0"/>
              </a:spcAft>
              <a:buSzPts val="3600"/>
              <a:buNone/>
              <a:defRPr sz="4800"/>
            </a:lvl3pPr>
            <a:lvl4pPr lvl="3">
              <a:spcBef>
                <a:spcPts val="0"/>
              </a:spcBef>
              <a:spcAft>
                <a:spcPts val="0"/>
              </a:spcAft>
              <a:buSzPts val="3600"/>
              <a:buNone/>
              <a:defRPr sz="4800"/>
            </a:lvl4pPr>
            <a:lvl5pPr lvl="4">
              <a:spcBef>
                <a:spcPts val="0"/>
              </a:spcBef>
              <a:spcAft>
                <a:spcPts val="0"/>
              </a:spcAft>
              <a:buSzPts val="3600"/>
              <a:buNone/>
              <a:defRPr sz="4800"/>
            </a:lvl5pPr>
            <a:lvl6pPr lvl="5">
              <a:spcBef>
                <a:spcPts val="0"/>
              </a:spcBef>
              <a:spcAft>
                <a:spcPts val="0"/>
              </a:spcAft>
              <a:buSzPts val="3600"/>
              <a:buNone/>
              <a:defRPr sz="4800"/>
            </a:lvl6pPr>
            <a:lvl7pPr lvl="6">
              <a:spcBef>
                <a:spcPts val="0"/>
              </a:spcBef>
              <a:spcAft>
                <a:spcPts val="0"/>
              </a:spcAft>
              <a:buSzPts val="3600"/>
              <a:buNone/>
              <a:defRPr sz="4800"/>
            </a:lvl7pPr>
            <a:lvl8pPr lvl="7">
              <a:spcBef>
                <a:spcPts val="0"/>
              </a:spcBef>
              <a:spcAft>
                <a:spcPts val="0"/>
              </a:spcAft>
              <a:buSzPts val="3600"/>
              <a:buNone/>
              <a:defRPr sz="4800"/>
            </a:lvl8pPr>
            <a:lvl9pPr lvl="8">
              <a:spcBef>
                <a:spcPts val="0"/>
              </a:spcBef>
              <a:spcAft>
                <a:spcPts val="0"/>
              </a:spcAft>
              <a:buSzPts val="3600"/>
              <a:buNone/>
              <a:defRPr sz="4800"/>
            </a:lvl9pPr>
          </a:lstStyle>
          <a:p>
            <a:r>
              <a:rPr lang="fr-FR"/>
              <a:t>Modifiez le style du titre</a:t>
            </a:r>
            <a:endParaRPr/>
          </a:p>
        </p:txBody>
      </p:sp>
      <p:sp>
        <p:nvSpPr>
          <p:cNvPr id="19" name="Google Shape;19;p3"/>
          <p:cNvSpPr txBox="1">
            <a:spLocks noGrp="1"/>
          </p:cNvSpPr>
          <p:nvPr>
            <p:ph type="subTitle" idx="1"/>
          </p:nvPr>
        </p:nvSpPr>
        <p:spPr>
          <a:xfrm>
            <a:off x="950967" y="4879793"/>
            <a:ext cx="3532800" cy="459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800"/>
              <a:buNone/>
              <a:defRPr sz="2400"/>
            </a:lvl2pPr>
            <a:lvl3pPr lvl="2" rtl="0">
              <a:lnSpc>
                <a:spcPct val="100000"/>
              </a:lnSpc>
              <a:spcBef>
                <a:spcPts val="0"/>
              </a:spcBef>
              <a:spcAft>
                <a:spcPts val="0"/>
              </a:spcAft>
              <a:buSzPts val="1800"/>
              <a:buNone/>
              <a:defRPr sz="2400"/>
            </a:lvl3pPr>
            <a:lvl4pPr lvl="3" rtl="0">
              <a:lnSpc>
                <a:spcPct val="100000"/>
              </a:lnSpc>
              <a:spcBef>
                <a:spcPts val="0"/>
              </a:spcBef>
              <a:spcAft>
                <a:spcPts val="0"/>
              </a:spcAft>
              <a:buSzPts val="1800"/>
              <a:buNone/>
              <a:defRPr sz="2400"/>
            </a:lvl4pPr>
            <a:lvl5pPr lvl="4" rtl="0">
              <a:lnSpc>
                <a:spcPct val="100000"/>
              </a:lnSpc>
              <a:spcBef>
                <a:spcPts val="0"/>
              </a:spcBef>
              <a:spcAft>
                <a:spcPts val="0"/>
              </a:spcAft>
              <a:buSzPts val="1800"/>
              <a:buNone/>
              <a:defRPr sz="2400"/>
            </a:lvl5pPr>
            <a:lvl6pPr lvl="5" rtl="0">
              <a:lnSpc>
                <a:spcPct val="100000"/>
              </a:lnSpc>
              <a:spcBef>
                <a:spcPts val="0"/>
              </a:spcBef>
              <a:spcAft>
                <a:spcPts val="0"/>
              </a:spcAft>
              <a:buSzPts val="1800"/>
              <a:buNone/>
              <a:defRPr sz="2400"/>
            </a:lvl6pPr>
            <a:lvl7pPr lvl="6" rtl="0">
              <a:lnSpc>
                <a:spcPct val="100000"/>
              </a:lnSpc>
              <a:spcBef>
                <a:spcPts val="0"/>
              </a:spcBef>
              <a:spcAft>
                <a:spcPts val="0"/>
              </a:spcAft>
              <a:buSzPts val="1800"/>
              <a:buNone/>
              <a:defRPr sz="2400"/>
            </a:lvl7pPr>
            <a:lvl8pPr lvl="7" rtl="0">
              <a:lnSpc>
                <a:spcPct val="100000"/>
              </a:lnSpc>
              <a:spcBef>
                <a:spcPts val="0"/>
              </a:spcBef>
              <a:spcAft>
                <a:spcPts val="0"/>
              </a:spcAft>
              <a:buSzPts val="1800"/>
              <a:buNone/>
              <a:defRPr sz="2400"/>
            </a:lvl8pPr>
            <a:lvl9pPr lvl="8" rtl="0">
              <a:lnSpc>
                <a:spcPct val="100000"/>
              </a:lnSpc>
              <a:spcBef>
                <a:spcPts val="0"/>
              </a:spcBef>
              <a:spcAft>
                <a:spcPts val="0"/>
              </a:spcAft>
              <a:buSzPts val="1800"/>
              <a:buNone/>
              <a:defRPr sz="2400"/>
            </a:lvl9pPr>
          </a:lstStyle>
          <a:p>
            <a:r>
              <a:rPr lang="fr-FR"/>
              <a:t>Modifiez le style des sous-titres du masque</a:t>
            </a:r>
            <a:endParaRPr/>
          </a:p>
        </p:txBody>
      </p:sp>
      <p:sp>
        <p:nvSpPr>
          <p:cNvPr id="20" name="Google Shape;20;p3"/>
          <p:cNvSpPr txBox="1">
            <a:spLocks noGrp="1"/>
          </p:cNvSpPr>
          <p:nvPr>
            <p:ph type="title" idx="2" hasCustomPrompt="1"/>
          </p:nvPr>
        </p:nvSpPr>
        <p:spPr>
          <a:xfrm>
            <a:off x="1268767" y="2606932"/>
            <a:ext cx="2897200" cy="1450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12000">
                <a:solidFill>
                  <a:schemeClr val="dk1"/>
                </a:solidFill>
              </a:defRPr>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r>
              <a:t>xx%</a:t>
            </a:r>
          </a:p>
        </p:txBody>
      </p:sp>
      <p:sp>
        <p:nvSpPr>
          <p:cNvPr id="21" name="Google Shape;21;p3"/>
          <p:cNvSpPr/>
          <p:nvPr/>
        </p:nvSpPr>
        <p:spPr>
          <a:xfrm rot="10800000">
            <a:off x="-1367" y="-6567"/>
            <a:ext cx="234800" cy="2542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22" name="Google Shape;22;p3"/>
          <p:cNvSpPr/>
          <p:nvPr/>
        </p:nvSpPr>
        <p:spPr>
          <a:xfrm rot="5400000">
            <a:off x="5986100" y="637000"/>
            <a:ext cx="234800" cy="122072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2656396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950968" y="650367"/>
            <a:ext cx="10290000" cy="956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25" name="Google Shape;25;p4"/>
          <p:cNvSpPr txBox="1">
            <a:spLocks noGrp="1"/>
          </p:cNvSpPr>
          <p:nvPr>
            <p:ph type="body" idx="1"/>
          </p:nvPr>
        </p:nvSpPr>
        <p:spPr>
          <a:xfrm>
            <a:off x="812567" y="1689533"/>
            <a:ext cx="10564800" cy="4453600"/>
          </a:xfrm>
          <a:prstGeom prst="rect">
            <a:avLst/>
          </a:prstGeom>
        </p:spPr>
        <p:txBody>
          <a:bodyPr spcFirstLastPara="1" wrap="square" lIns="91425" tIns="91425" rIns="91425" bIns="91425" anchor="t" anchorCtr="0">
            <a:noAutofit/>
          </a:bodyPr>
          <a:lstStyle>
            <a:lvl1pPr marL="609570" lvl="0" indent="-406381" rtl="0">
              <a:spcBef>
                <a:spcPts val="0"/>
              </a:spcBef>
              <a:spcAft>
                <a:spcPts val="0"/>
              </a:spcAft>
              <a:buClr>
                <a:srgbClr val="434343"/>
              </a:buClr>
              <a:buSzPts val="1200"/>
              <a:buFont typeface="Didact Gothic"/>
              <a:buAutoNum type="arabicPeriod"/>
              <a:defRPr sz="1600">
                <a:latin typeface="Didact Gothic"/>
                <a:ea typeface="Didact Gothic"/>
                <a:cs typeface="Didact Gothic"/>
                <a:sym typeface="Didact Gothic"/>
              </a:defRPr>
            </a:lvl1pPr>
            <a:lvl2pPr marL="1219140" lvl="1" indent="-406381" rtl="0">
              <a:spcBef>
                <a:spcPts val="2133"/>
              </a:spcBef>
              <a:spcAft>
                <a:spcPts val="0"/>
              </a:spcAft>
              <a:buClr>
                <a:srgbClr val="434343"/>
              </a:buClr>
              <a:buSzPts val="1200"/>
              <a:buFont typeface="Didact Gothic"/>
              <a:buAutoNum type="alphaLcPeriod"/>
              <a:defRPr>
                <a:latin typeface="Didact Gothic"/>
                <a:ea typeface="Didact Gothic"/>
                <a:cs typeface="Didact Gothic"/>
                <a:sym typeface="Didact Gothic"/>
              </a:defRPr>
            </a:lvl2pPr>
            <a:lvl3pPr marL="1828709" lvl="2" indent="-406381" rtl="0">
              <a:spcBef>
                <a:spcPts val="2133"/>
              </a:spcBef>
              <a:spcAft>
                <a:spcPts val="0"/>
              </a:spcAft>
              <a:buClr>
                <a:srgbClr val="434343"/>
              </a:buClr>
              <a:buSzPts val="1200"/>
              <a:buFont typeface="Didact Gothic"/>
              <a:buAutoNum type="romanLcPeriod"/>
              <a:defRPr>
                <a:latin typeface="Didact Gothic"/>
                <a:ea typeface="Didact Gothic"/>
                <a:cs typeface="Didact Gothic"/>
                <a:sym typeface="Didact Gothic"/>
              </a:defRPr>
            </a:lvl3pPr>
            <a:lvl4pPr marL="2438278" lvl="3" indent="-406381" rtl="0">
              <a:spcBef>
                <a:spcPts val="2133"/>
              </a:spcBef>
              <a:spcAft>
                <a:spcPts val="0"/>
              </a:spcAft>
              <a:buClr>
                <a:srgbClr val="434343"/>
              </a:buClr>
              <a:buSzPts val="1200"/>
              <a:buFont typeface="Didact Gothic"/>
              <a:buAutoNum type="arabicPeriod"/>
              <a:defRPr>
                <a:latin typeface="Didact Gothic"/>
                <a:ea typeface="Didact Gothic"/>
                <a:cs typeface="Didact Gothic"/>
                <a:sym typeface="Didact Gothic"/>
              </a:defRPr>
            </a:lvl4pPr>
            <a:lvl5pPr marL="3047848" lvl="4" indent="-406381" rtl="0">
              <a:spcBef>
                <a:spcPts val="2133"/>
              </a:spcBef>
              <a:spcAft>
                <a:spcPts val="0"/>
              </a:spcAft>
              <a:buClr>
                <a:srgbClr val="434343"/>
              </a:buClr>
              <a:buSzPts val="1200"/>
              <a:buFont typeface="Didact Gothic"/>
              <a:buAutoNum type="alphaLcPeriod"/>
              <a:defRPr>
                <a:latin typeface="Didact Gothic"/>
                <a:ea typeface="Didact Gothic"/>
                <a:cs typeface="Didact Gothic"/>
                <a:sym typeface="Didact Gothic"/>
              </a:defRPr>
            </a:lvl5pPr>
            <a:lvl6pPr marL="3657418" lvl="5" indent="-406381" rtl="0">
              <a:spcBef>
                <a:spcPts val="2133"/>
              </a:spcBef>
              <a:spcAft>
                <a:spcPts val="0"/>
              </a:spcAft>
              <a:buClr>
                <a:srgbClr val="434343"/>
              </a:buClr>
              <a:buSzPts val="1200"/>
              <a:buFont typeface="Didact Gothic"/>
              <a:buAutoNum type="romanLcPeriod"/>
              <a:defRPr>
                <a:latin typeface="Didact Gothic"/>
                <a:ea typeface="Didact Gothic"/>
                <a:cs typeface="Didact Gothic"/>
                <a:sym typeface="Didact Gothic"/>
              </a:defRPr>
            </a:lvl6pPr>
            <a:lvl7pPr marL="4266987" lvl="6" indent="-406381" rtl="0">
              <a:spcBef>
                <a:spcPts val="2133"/>
              </a:spcBef>
              <a:spcAft>
                <a:spcPts val="0"/>
              </a:spcAft>
              <a:buClr>
                <a:srgbClr val="434343"/>
              </a:buClr>
              <a:buSzPts val="1200"/>
              <a:buFont typeface="Didact Gothic"/>
              <a:buAutoNum type="arabicPeriod"/>
              <a:defRPr>
                <a:latin typeface="Didact Gothic"/>
                <a:ea typeface="Didact Gothic"/>
                <a:cs typeface="Didact Gothic"/>
                <a:sym typeface="Didact Gothic"/>
              </a:defRPr>
            </a:lvl7pPr>
            <a:lvl8pPr marL="4876557" lvl="7" indent="-406381" rtl="0">
              <a:spcBef>
                <a:spcPts val="2133"/>
              </a:spcBef>
              <a:spcAft>
                <a:spcPts val="0"/>
              </a:spcAft>
              <a:buClr>
                <a:srgbClr val="434343"/>
              </a:buClr>
              <a:buSzPts val="1200"/>
              <a:buFont typeface="Didact Gothic"/>
              <a:buAutoNum type="alphaLcPeriod"/>
              <a:defRPr>
                <a:latin typeface="Didact Gothic"/>
                <a:ea typeface="Didact Gothic"/>
                <a:cs typeface="Didact Gothic"/>
                <a:sym typeface="Didact Gothic"/>
              </a:defRPr>
            </a:lvl8pPr>
            <a:lvl9pPr marL="5486126" lvl="8" indent="-406381" rtl="0">
              <a:spcBef>
                <a:spcPts val="2133"/>
              </a:spcBef>
              <a:spcAft>
                <a:spcPts val="2133"/>
              </a:spcAft>
              <a:buClr>
                <a:srgbClr val="434343"/>
              </a:buClr>
              <a:buSzPts val="1200"/>
              <a:buFont typeface="Didact Gothic"/>
              <a:buAutoNum type="romanLcPeriod"/>
              <a:defRPr>
                <a:latin typeface="Didact Gothic"/>
                <a:ea typeface="Didact Gothic"/>
                <a:cs typeface="Didact Gothic"/>
                <a:sym typeface="Didact Gothic"/>
              </a:defRPr>
            </a:lvl9pPr>
          </a:lstStyle>
          <a:p>
            <a:pPr lvl="0"/>
            <a:r>
              <a:rPr lang="fr-FR"/>
              <a:t>Cliquez pour modifier les styles du texte du masque</a:t>
            </a:r>
          </a:p>
        </p:txBody>
      </p:sp>
      <p:sp>
        <p:nvSpPr>
          <p:cNvPr id="26" name="Google Shape;26;p4"/>
          <p:cNvSpPr/>
          <p:nvPr/>
        </p:nvSpPr>
        <p:spPr>
          <a:xfrm>
            <a:off x="1" y="0"/>
            <a:ext cx="247600" cy="948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27" name="Google Shape;27;p4"/>
          <p:cNvSpPr/>
          <p:nvPr/>
        </p:nvSpPr>
        <p:spPr>
          <a:xfrm rot="5400000">
            <a:off x="1134668" y="5469533"/>
            <a:ext cx="247600" cy="2516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28" name="Google Shape;28;p4"/>
          <p:cNvSpPr/>
          <p:nvPr/>
        </p:nvSpPr>
        <p:spPr>
          <a:xfrm>
            <a:off x="11944401" y="2954800"/>
            <a:ext cx="247600" cy="32732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4202351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body" idx="1"/>
          </p:nvPr>
        </p:nvSpPr>
        <p:spPr>
          <a:xfrm>
            <a:off x="1862168" y="4567731"/>
            <a:ext cx="3394800" cy="1500000"/>
          </a:xfrm>
          <a:prstGeom prst="rect">
            <a:avLst/>
          </a:prstGeom>
        </p:spPr>
        <p:txBody>
          <a:bodyPr spcFirstLastPara="1" wrap="square" lIns="91425" tIns="91425" rIns="91425" bIns="91425" anchor="t" anchorCtr="0">
            <a:noAutofit/>
          </a:bodyPr>
          <a:lstStyle>
            <a:lvl1pPr marL="609570" lvl="0" indent="-440245">
              <a:lnSpc>
                <a:spcPct val="115000"/>
              </a:lnSpc>
              <a:spcBef>
                <a:spcPts val="0"/>
              </a:spcBef>
              <a:spcAft>
                <a:spcPts val="0"/>
              </a:spcAft>
              <a:buSzPts val="1600"/>
              <a:buAutoNum type="arabicPeriod"/>
              <a:defRPr/>
            </a:lvl1pPr>
            <a:lvl2pPr marL="1219140" lvl="1" indent="-440245">
              <a:spcBef>
                <a:spcPts val="0"/>
              </a:spcBef>
              <a:spcAft>
                <a:spcPts val="0"/>
              </a:spcAft>
              <a:buSzPts val="1600"/>
              <a:buAutoNum type="alphaLcPeriod"/>
              <a:defRPr sz="2133"/>
            </a:lvl2pPr>
            <a:lvl3pPr marL="1828709" lvl="2" indent="-440245">
              <a:spcBef>
                <a:spcPts val="2133"/>
              </a:spcBef>
              <a:spcAft>
                <a:spcPts val="0"/>
              </a:spcAft>
              <a:buSzPts val="1600"/>
              <a:buAutoNum type="romanLcPeriod"/>
              <a:defRPr sz="2133"/>
            </a:lvl3pPr>
            <a:lvl4pPr marL="2438278" lvl="3" indent="-440245">
              <a:spcBef>
                <a:spcPts val="2133"/>
              </a:spcBef>
              <a:spcAft>
                <a:spcPts val="0"/>
              </a:spcAft>
              <a:buSzPts val="1600"/>
              <a:buAutoNum type="arabicPeriod"/>
              <a:defRPr sz="2133"/>
            </a:lvl4pPr>
            <a:lvl5pPr marL="3047848" lvl="4" indent="-440245">
              <a:spcBef>
                <a:spcPts val="2133"/>
              </a:spcBef>
              <a:spcAft>
                <a:spcPts val="0"/>
              </a:spcAft>
              <a:buSzPts val="1600"/>
              <a:buAutoNum type="alphaLcPeriod"/>
              <a:defRPr sz="2133"/>
            </a:lvl5pPr>
            <a:lvl6pPr marL="3657418" lvl="5" indent="-440245">
              <a:spcBef>
                <a:spcPts val="2133"/>
              </a:spcBef>
              <a:spcAft>
                <a:spcPts val="0"/>
              </a:spcAft>
              <a:buSzPts val="1600"/>
              <a:buAutoNum type="romanLcPeriod"/>
              <a:defRPr sz="2133"/>
            </a:lvl6pPr>
            <a:lvl7pPr marL="4266987" lvl="6" indent="-440245">
              <a:spcBef>
                <a:spcPts val="2133"/>
              </a:spcBef>
              <a:spcAft>
                <a:spcPts val="0"/>
              </a:spcAft>
              <a:buSzPts val="1600"/>
              <a:buAutoNum type="arabicPeriod"/>
              <a:defRPr sz="2133"/>
            </a:lvl7pPr>
            <a:lvl8pPr marL="4876557" lvl="7" indent="-440245">
              <a:spcBef>
                <a:spcPts val="2133"/>
              </a:spcBef>
              <a:spcAft>
                <a:spcPts val="0"/>
              </a:spcAft>
              <a:buSzPts val="1600"/>
              <a:buAutoNum type="alphaLcPeriod"/>
              <a:defRPr sz="2133"/>
            </a:lvl8pPr>
            <a:lvl9pPr marL="5486126" lvl="8" indent="-440245">
              <a:spcBef>
                <a:spcPts val="2133"/>
              </a:spcBef>
              <a:spcAft>
                <a:spcPts val="2133"/>
              </a:spcAft>
              <a:buSzPts val="1600"/>
              <a:buAutoNum type="romanLcPeriod"/>
              <a:defRPr sz="2133"/>
            </a:lvl9pPr>
          </a:lstStyle>
          <a:p>
            <a:pPr lvl="0"/>
            <a:r>
              <a:rPr lang="fr-FR"/>
              <a:t>Cliquez pour modifier les styles du texte du masque</a:t>
            </a:r>
          </a:p>
        </p:txBody>
      </p:sp>
      <p:sp>
        <p:nvSpPr>
          <p:cNvPr id="31" name="Google Shape;31;p5"/>
          <p:cNvSpPr txBox="1">
            <a:spLocks noGrp="1"/>
          </p:cNvSpPr>
          <p:nvPr>
            <p:ph type="body" idx="2"/>
          </p:nvPr>
        </p:nvSpPr>
        <p:spPr>
          <a:xfrm>
            <a:off x="6935037" y="4567731"/>
            <a:ext cx="3394800" cy="1500000"/>
          </a:xfrm>
          <a:prstGeom prst="rect">
            <a:avLst/>
          </a:prstGeom>
        </p:spPr>
        <p:txBody>
          <a:bodyPr spcFirstLastPara="1" wrap="square" lIns="91425" tIns="91425" rIns="91425" bIns="91425" anchor="t" anchorCtr="0">
            <a:noAutofit/>
          </a:bodyPr>
          <a:lstStyle>
            <a:lvl1pPr marL="609570" lvl="0" indent="-440245">
              <a:lnSpc>
                <a:spcPct val="115000"/>
              </a:lnSpc>
              <a:spcBef>
                <a:spcPts val="0"/>
              </a:spcBef>
              <a:spcAft>
                <a:spcPts val="0"/>
              </a:spcAft>
              <a:buSzPts val="1600"/>
              <a:buAutoNum type="arabicPeriod"/>
              <a:defRPr/>
            </a:lvl1pPr>
            <a:lvl2pPr marL="1219140" lvl="1" indent="-440245">
              <a:spcBef>
                <a:spcPts val="0"/>
              </a:spcBef>
              <a:spcAft>
                <a:spcPts val="0"/>
              </a:spcAft>
              <a:buSzPts val="1600"/>
              <a:buAutoNum type="alphaLcPeriod"/>
              <a:defRPr sz="2133"/>
            </a:lvl2pPr>
            <a:lvl3pPr marL="1828709" lvl="2" indent="-440245">
              <a:spcBef>
                <a:spcPts val="2133"/>
              </a:spcBef>
              <a:spcAft>
                <a:spcPts val="0"/>
              </a:spcAft>
              <a:buSzPts val="1600"/>
              <a:buAutoNum type="romanLcPeriod"/>
              <a:defRPr sz="2133"/>
            </a:lvl3pPr>
            <a:lvl4pPr marL="2438278" lvl="3" indent="-440245">
              <a:spcBef>
                <a:spcPts val="2133"/>
              </a:spcBef>
              <a:spcAft>
                <a:spcPts val="0"/>
              </a:spcAft>
              <a:buSzPts val="1600"/>
              <a:buAutoNum type="arabicPeriod"/>
              <a:defRPr sz="2133"/>
            </a:lvl4pPr>
            <a:lvl5pPr marL="3047848" lvl="4" indent="-440245">
              <a:spcBef>
                <a:spcPts val="2133"/>
              </a:spcBef>
              <a:spcAft>
                <a:spcPts val="0"/>
              </a:spcAft>
              <a:buSzPts val="1600"/>
              <a:buAutoNum type="alphaLcPeriod"/>
              <a:defRPr sz="2133"/>
            </a:lvl5pPr>
            <a:lvl6pPr marL="3657418" lvl="5" indent="-440245">
              <a:spcBef>
                <a:spcPts val="2133"/>
              </a:spcBef>
              <a:spcAft>
                <a:spcPts val="0"/>
              </a:spcAft>
              <a:buSzPts val="1600"/>
              <a:buAutoNum type="romanLcPeriod"/>
              <a:defRPr sz="2133"/>
            </a:lvl6pPr>
            <a:lvl7pPr marL="4266987" lvl="6" indent="-440245">
              <a:spcBef>
                <a:spcPts val="2133"/>
              </a:spcBef>
              <a:spcAft>
                <a:spcPts val="0"/>
              </a:spcAft>
              <a:buSzPts val="1600"/>
              <a:buAutoNum type="arabicPeriod"/>
              <a:defRPr sz="2133"/>
            </a:lvl7pPr>
            <a:lvl8pPr marL="4876557" lvl="7" indent="-440245">
              <a:spcBef>
                <a:spcPts val="2133"/>
              </a:spcBef>
              <a:spcAft>
                <a:spcPts val="0"/>
              </a:spcAft>
              <a:buSzPts val="1600"/>
              <a:buAutoNum type="alphaLcPeriod"/>
              <a:defRPr sz="2133"/>
            </a:lvl8pPr>
            <a:lvl9pPr marL="5486126" lvl="8" indent="-440245">
              <a:spcBef>
                <a:spcPts val="2133"/>
              </a:spcBef>
              <a:spcAft>
                <a:spcPts val="2133"/>
              </a:spcAft>
              <a:buSzPts val="1600"/>
              <a:buAutoNum type="romanLcPeriod"/>
              <a:defRPr sz="2133"/>
            </a:lvl9pPr>
          </a:lstStyle>
          <a:p>
            <a:pPr lvl="0"/>
            <a:r>
              <a:rPr lang="fr-FR"/>
              <a:t>Cliquez pour modifier les styles du texte du masque</a:t>
            </a:r>
          </a:p>
        </p:txBody>
      </p:sp>
      <p:sp>
        <p:nvSpPr>
          <p:cNvPr id="32" name="Google Shape;32;p5"/>
          <p:cNvSpPr txBox="1">
            <a:spLocks noGrp="1"/>
          </p:cNvSpPr>
          <p:nvPr>
            <p:ph type="title"/>
          </p:nvPr>
        </p:nvSpPr>
        <p:spPr>
          <a:xfrm>
            <a:off x="1866435" y="3425695"/>
            <a:ext cx="33892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667"/>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r>
              <a:rPr lang="fr-FR"/>
              <a:t>Modifiez le style du titre</a:t>
            </a:r>
            <a:endParaRPr/>
          </a:p>
        </p:txBody>
      </p:sp>
      <p:sp>
        <p:nvSpPr>
          <p:cNvPr id="33" name="Google Shape;33;p5"/>
          <p:cNvSpPr txBox="1">
            <a:spLocks noGrp="1"/>
          </p:cNvSpPr>
          <p:nvPr>
            <p:ph type="title" idx="3"/>
          </p:nvPr>
        </p:nvSpPr>
        <p:spPr>
          <a:xfrm>
            <a:off x="6939357" y="3425695"/>
            <a:ext cx="33892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667"/>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r>
              <a:rPr lang="fr-FR"/>
              <a:t>Modifiez le style du titre</a:t>
            </a:r>
            <a:endParaRPr/>
          </a:p>
        </p:txBody>
      </p:sp>
      <p:sp>
        <p:nvSpPr>
          <p:cNvPr id="34" name="Google Shape;34;p5"/>
          <p:cNvSpPr/>
          <p:nvPr/>
        </p:nvSpPr>
        <p:spPr>
          <a:xfrm rot="-5400000">
            <a:off x="541400" y="-541400"/>
            <a:ext cx="234800" cy="1317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35" name="Google Shape;35;p5"/>
          <p:cNvSpPr/>
          <p:nvPr/>
        </p:nvSpPr>
        <p:spPr>
          <a:xfrm rot="-5400000">
            <a:off x="5984167" y="647400"/>
            <a:ext cx="234800" cy="12186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36" name="Google Shape;36;p5"/>
          <p:cNvSpPr/>
          <p:nvPr/>
        </p:nvSpPr>
        <p:spPr>
          <a:xfrm>
            <a:off x="11959967" y="0"/>
            <a:ext cx="234800" cy="3186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37" name="Google Shape;37;p5"/>
          <p:cNvSpPr txBox="1">
            <a:spLocks noGrp="1"/>
          </p:cNvSpPr>
          <p:nvPr>
            <p:ph type="title" idx="4"/>
          </p:nvPr>
        </p:nvSpPr>
        <p:spPr>
          <a:xfrm>
            <a:off x="2002135" y="650367"/>
            <a:ext cx="8185200" cy="956400"/>
          </a:xfrm>
          <a:prstGeom prst="rect">
            <a:avLst/>
          </a:prstGeom>
          <a:solidFill>
            <a:schemeClr val="accent1"/>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Tree>
    <p:extLst>
      <p:ext uri="{BB962C8B-B14F-4D97-AF65-F5344CB8AC3E}">
        <p14:creationId xmlns:p14="http://schemas.microsoft.com/office/powerpoint/2010/main" val="61210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3403467" y="650367"/>
            <a:ext cx="5382400" cy="956000"/>
          </a:xfrm>
          <a:prstGeom prst="rect">
            <a:avLst/>
          </a:prstGeom>
          <a:solidFill>
            <a:schemeClr val="accent1"/>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40" name="Google Shape;40;p6"/>
          <p:cNvSpPr/>
          <p:nvPr/>
        </p:nvSpPr>
        <p:spPr>
          <a:xfrm rot="10800000">
            <a:off x="11954801" y="3438300"/>
            <a:ext cx="234800" cy="3413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41" name="Google Shape;41;p6"/>
          <p:cNvSpPr/>
          <p:nvPr/>
        </p:nvSpPr>
        <p:spPr>
          <a:xfrm rot="10800000">
            <a:off x="1" y="0"/>
            <a:ext cx="234800" cy="2158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3276484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
        <p:cNvGrpSpPr/>
        <p:nvPr/>
      </p:nvGrpSpPr>
      <p:grpSpPr>
        <a:xfrm>
          <a:off x="0" y="0"/>
          <a:ext cx="0" cy="0"/>
          <a:chOff x="0" y="0"/>
          <a:chExt cx="0" cy="0"/>
        </a:xfrm>
      </p:grpSpPr>
      <p:sp>
        <p:nvSpPr>
          <p:cNvPr id="43" name="Google Shape;43;p7"/>
          <p:cNvSpPr/>
          <p:nvPr/>
        </p:nvSpPr>
        <p:spPr>
          <a:xfrm rot="5400000">
            <a:off x="2931167" y="-2931400"/>
            <a:ext cx="234800" cy="6097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44" name="Google Shape;44;p7"/>
          <p:cNvSpPr txBox="1">
            <a:spLocks noGrp="1"/>
          </p:cNvSpPr>
          <p:nvPr>
            <p:ph type="title"/>
          </p:nvPr>
        </p:nvSpPr>
        <p:spPr>
          <a:xfrm>
            <a:off x="6739601" y="2333200"/>
            <a:ext cx="4638000" cy="9564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3000"/>
              <a:buNone/>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fr-FR"/>
              <a:t>Modifiez le style du titre</a:t>
            </a:r>
            <a:endParaRPr/>
          </a:p>
        </p:txBody>
      </p:sp>
      <p:sp>
        <p:nvSpPr>
          <p:cNvPr id="45" name="Google Shape;45;p7"/>
          <p:cNvSpPr txBox="1">
            <a:spLocks noGrp="1"/>
          </p:cNvSpPr>
          <p:nvPr>
            <p:ph type="subTitle" idx="1"/>
          </p:nvPr>
        </p:nvSpPr>
        <p:spPr>
          <a:xfrm>
            <a:off x="6739735" y="3289600"/>
            <a:ext cx="4638000" cy="1235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Font typeface="Didact Gothic"/>
              <a:buNone/>
              <a:defRPr>
                <a:latin typeface="Didact Gothic"/>
                <a:ea typeface="Didact Gothic"/>
                <a:cs typeface="Didact Gothic"/>
                <a:sym typeface="Didact Gothic"/>
              </a:defRPr>
            </a:lvl1pPr>
            <a:lvl2pPr lvl="1" rtl="0">
              <a:lnSpc>
                <a:spcPct val="100000"/>
              </a:lnSpc>
              <a:spcBef>
                <a:spcPts val="0"/>
              </a:spcBef>
              <a:spcAft>
                <a:spcPts val="0"/>
              </a:spcAft>
              <a:buSzPts val="2100"/>
              <a:buFont typeface="Didact Gothic"/>
              <a:buNone/>
              <a:defRPr sz="2800">
                <a:latin typeface="Didact Gothic"/>
                <a:ea typeface="Didact Gothic"/>
                <a:cs typeface="Didact Gothic"/>
                <a:sym typeface="Didact Gothic"/>
              </a:defRPr>
            </a:lvl2pPr>
            <a:lvl3pPr lvl="2" rtl="0">
              <a:lnSpc>
                <a:spcPct val="100000"/>
              </a:lnSpc>
              <a:spcBef>
                <a:spcPts val="0"/>
              </a:spcBef>
              <a:spcAft>
                <a:spcPts val="0"/>
              </a:spcAft>
              <a:buSzPts val="2100"/>
              <a:buFont typeface="Didact Gothic"/>
              <a:buNone/>
              <a:defRPr sz="2800">
                <a:latin typeface="Didact Gothic"/>
                <a:ea typeface="Didact Gothic"/>
                <a:cs typeface="Didact Gothic"/>
                <a:sym typeface="Didact Gothic"/>
              </a:defRPr>
            </a:lvl3pPr>
            <a:lvl4pPr lvl="3" rtl="0">
              <a:lnSpc>
                <a:spcPct val="100000"/>
              </a:lnSpc>
              <a:spcBef>
                <a:spcPts val="0"/>
              </a:spcBef>
              <a:spcAft>
                <a:spcPts val="0"/>
              </a:spcAft>
              <a:buSzPts val="2100"/>
              <a:buFont typeface="Didact Gothic"/>
              <a:buNone/>
              <a:defRPr sz="2800">
                <a:latin typeface="Didact Gothic"/>
                <a:ea typeface="Didact Gothic"/>
                <a:cs typeface="Didact Gothic"/>
                <a:sym typeface="Didact Gothic"/>
              </a:defRPr>
            </a:lvl4pPr>
            <a:lvl5pPr lvl="4" rtl="0">
              <a:lnSpc>
                <a:spcPct val="100000"/>
              </a:lnSpc>
              <a:spcBef>
                <a:spcPts val="0"/>
              </a:spcBef>
              <a:spcAft>
                <a:spcPts val="0"/>
              </a:spcAft>
              <a:buSzPts val="2100"/>
              <a:buFont typeface="Didact Gothic"/>
              <a:buNone/>
              <a:defRPr sz="2800">
                <a:latin typeface="Didact Gothic"/>
                <a:ea typeface="Didact Gothic"/>
                <a:cs typeface="Didact Gothic"/>
                <a:sym typeface="Didact Gothic"/>
              </a:defRPr>
            </a:lvl5pPr>
            <a:lvl6pPr lvl="5" rtl="0">
              <a:lnSpc>
                <a:spcPct val="100000"/>
              </a:lnSpc>
              <a:spcBef>
                <a:spcPts val="0"/>
              </a:spcBef>
              <a:spcAft>
                <a:spcPts val="0"/>
              </a:spcAft>
              <a:buSzPts val="2100"/>
              <a:buFont typeface="Didact Gothic"/>
              <a:buNone/>
              <a:defRPr sz="2800">
                <a:latin typeface="Didact Gothic"/>
                <a:ea typeface="Didact Gothic"/>
                <a:cs typeface="Didact Gothic"/>
                <a:sym typeface="Didact Gothic"/>
              </a:defRPr>
            </a:lvl6pPr>
            <a:lvl7pPr lvl="6" rtl="0">
              <a:lnSpc>
                <a:spcPct val="100000"/>
              </a:lnSpc>
              <a:spcBef>
                <a:spcPts val="0"/>
              </a:spcBef>
              <a:spcAft>
                <a:spcPts val="0"/>
              </a:spcAft>
              <a:buSzPts val="2100"/>
              <a:buFont typeface="Didact Gothic"/>
              <a:buNone/>
              <a:defRPr sz="2800">
                <a:latin typeface="Didact Gothic"/>
                <a:ea typeface="Didact Gothic"/>
                <a:cs typeface="Didact Gothic"/>
                <a:sym typeface="Didact Gothic"/>
              </a:defRPr>
            </a:lvl7pPr>
            <a:lvl8pPr lvl="7" rtl="0">
              <a:lnSpc>
                <a:spcPct val="100000"/>
              </a:lnSpc>
              <a:spcBef>
                <a:spcPts val="0"/>
              </a:spcBef>
              <a:spcAft>
                <a:spcPts val="0"/>
              </a:spcAft>
              <a:buSzPts val="2100"/>
              <a:buFont typeface="Didact Gothic"/>
              <a:buNone/>
              <a:defRPr sz="2800">
                <a:latin typeface="Didact Gothic"/>
                <a:ea typeface="Didact Gothic"/>
                <a:cs typeface="Didact Gothic"/>
                <a:sym typeface="Didact Gothic"/>
              </a:defRPr>
            </a:lvl8pPr>
            <a:lvl9pPr lvl="8" rtl="0">
              <a:lnSpc>
                <a:spcPct val="100000"/>
              </a:lnSpc>
              <a:spcBef>
                <a:spcPts val="0"/>
              </a:spcBef>
              <a:spcAft>
                <a:spcPts val="0"/>
              </a:spcAft>
              <a:buSzPts val="2100"/>
              <a:buFont typeface="Didact Gothic"/>
              <a:buNone/>
              <a:defRPr sz="2800">
                <a:latin typeface="Didact Gothic"/>
                <a:ea typeface="Didact Gothic"/>
                <a:cs typeface="Didact Gothic"/>
                <a:sym typeface="Didact Gothic"/>
              </a:defRPr>
            </a:lvl9pPr>
          </a:lstStyle>
          <a:p>
            <a:r>
              <a:rPr lang="fr-FR"/>
              <a:t>Modifiez le style des sous-titres du masque</a:t>
            </a:r>
            <a:endParaRPr/>
          </a:p>
        </p:txBody>
      </p:sp>
      <p:sp>
        <p:nvSpPr>
          <p:cNvPr id="46" name="Google Shape;46;p7"/>
          <p:cNvSpPr/>
          <p:nvPr/>
        </p:nvSpPr>
        <p:spPr>
          <a:xfrm>
            <a:off x="11957201" y="6093833"/>
            <a:ext cx="234800" cy="764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3054895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2339868" y="4879567"/>
            <a:ext cx="7510000" cy="1227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SzPts val="3600"/>
              <a:buNone/>
              <a:defRPr sz="3333">
                <a:solidFill>
                  <a:schemeClr val="dk2"/>
                </a:solidFill>
              </a:defRPr>
            </a:lvl1pPr>
            <a:lvl2pPr lvl="1">
              <a:spcBef>
                <a:spcPts val="0"/>
              </a:spcBef>
              <a:spcAft>
                <a:spcPts val="0"/>
              </a:spcAft>
              <a:buSzPts val="3600"/>
              <a:buNone/>
              <a:defRPr sz="4800"/>
            </a:lvl2pPr>
            <a:lvl3pPr lvl="2">
              <a:spcBef>
                <a:spcPts val="0"/>
              </a:spcBef>
              <a:spcAft>
                <a:spcPts val="0"/>
              </a:spcAft>
              <a:buSzPts val="3600"/>
              <a:buNone/>
              <a:defRPr sz="4800"/>
            </a:lvl3pPr>
            <a:lvl4pPr lvl="3">
              <a:spcBef>
                <a:spcPts val="0"/>
              </a:spcBef>
              <a:spcAft>
                <a:spcPts val="0"/>
              </a:spcAft>
              <a:buSzPts val="3600"/>
              <a:buNone/>
              <a:defRPr sz="4800"/>
            </a:lvl4pPr>
            <a:lvl5pPr lvl="4">
              <a:spcBef>
                <a:spcPts val="0"/>
              </a:spcBef>
              <a:spcAft>
                <a:spcPts val="0"/>
              </a:spcAft>
              <a:buSzPts val="3600"/>
              <a:buNone/>
              <a:defRPr sz="4800"/>
            </a:lvl5pPr>
            <a:lvl6pPr lvl="5">
              <a:spcBef>
                <a:spcPts val="0"/>
              </a:spcBef>
              <a:spcAft>
                <a:spcPts val="0"/>
              </a:spcAft>
              <a:buSzPts val="3600"/>
              <a:buNone/>
              <a:defRPr sz="4800"/>
            </a:lvl6pPr>
            <a:lvl7pPr lvl="6">
              <a:spcBef>
                <a:spcPts val="0"/>
              </a:spcBef>
              <a:spcAft>
                <a:spcPts val="0"/>
              </a:spcAft>
              <a:buSzPts val="3600"/>
              <a:buNone/>
              <a:defRPr sz="4800"/>
            </a:lvl7pPr>
            <a:lvl8pPr lvl="7">
              <a:spcBef>
                <a:spcPts val="0"/>
              </a:spcBef>
              <a:spcAft>
                <a:spcPts val="0"/>
              </a:spcAft>
              <a:buSzPts val="3600"/>
              <a:buNone/>
              <a:defRPr sz="4800"/>
            </a:lvl8pPr>
            <a:lvl9pPr lvl="8">
              <a:spcBef>
                <a:spcPts val="0"/>
              </a:spcBef>
              <a:spcAft>
                <a:spcPts val="0"/>
              </a:spcAft>
              <a:buSzPts val="3600"/>
              <a:buNone/>
              <a:defRPr sz="4800"/>
            </a:lvl9pPr>
          </a:lstStyle>
          <a:p>
            <a:r>
              <a:rPr lang="fr-FR"/>
              <a:t>Modifiez le style du titre</a:t>
            </a:r>
            <a:endParaRPr/>
          </a:p>
        </p:txBody>
      </p:sp>
      <p:sp>
        <p:nvSpPr>
          <p:cNvPr id="49" name="Google Shape;49;p8"/>
          <p:cNvSpPr/>
          <p:nvPr/>
        </p:nvSpPr>
        <p:spPr>
          <a:xfrm rot="-5400000">
            <a:off x="5986200" y="637400"/>
            <a:ext cx="234800" cy="122072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50" name="Google Shape;50;p8"/>
          <p:cNvSpPr/>
          <p:nvPr/>
        </p:nvSpPr>
        <p:spPr>
          <a:xfrm>
            <a:off x="1" y="0"/>
            <a:ext cx="234800" cy="1904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51" name="Google Shape;51;p8"/>
          <p:cNvSpPr/>
          <p:nvPr/>
        </p:nvSpPr>
        <p:spPr>
          <a:xfrm>
            <a:off x="11972135" y="0"/>
            <a:ext cx="234800" cy="948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860018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6649433" y="1300100"/>
            <a:ext cx="4591600" cy="14180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54" name="Google Shape;54;p9"/>
          <p:cNvSpPr/>
          <p:nvPr/>
        </p:nvSpPr>
        <p:spPr>
          <a:xfrm rot="5400000">
            <a:off x="10551601" y="5211435"/>
            <a:ext cx="234800" cy="3046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55" name="Google Shape;55;p9"/>
          <p:cNvSpPr txBox="1">
            <a:spLocks noGrp="1"/>
          </p:cNvSpPr>
          <p:nvPr>
            <p:ph type="subTitle" idx="1"/>
          </p:nvPr>
        </p:nvSpPr>
        <p:spPr>
          <a:xfrm>
            <a:off x="7242633" y="2996741"/>
            <a:ext cx="3405200" cy="27236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1400"/>
              <a:buChar char="●"/>
              <a:defRPr/>
            </a:lvl1pPr>
            <a:lvl2pPr lvl="1" algn="ctr" rtl="0">
              <a:lnSpc>
                <a:spcPct val="100000"/>
              </a:lnSpc>
              <a:spcBef>
                <a:spcPts val="2133"/>
              </a:spcBef>
              <a:spcAft>
                <a:spcPts val="0"/>
              </a:spcAft>
              <a:buSzPts val="1400"/>
              <a:buChar char="○"/>
              <a:defRPr sz="2800"/>
            </a:lvl2pPr>
            <a:lvl3pPr lvl="2" algn="ctr" rtl="0">
              <a:lnSpc>
                <a:spcPct val="100000"/>
              </a:lnSpc>
              <a:spcBef>
                <a:spcPts val="0"/>
              </a:spcBef>
              <a:spcAft>
                <a:spcPts val="0"/>
              </a:spcAft>
              <a:buSzPts val="1400"/>
              <a:buChar char="■"/>
              <a:defRPr sz="2800"/>
            </a:lvl3pPr>
            <a:lvl4pPr lvl="3" algn="ctr" rtl="0">
              <a:lnSpc>
                <a:spcPct val="100000"/>
              </a:lnSpc>
              <a:spcBef>
                <a:spcPts val="0"/>
              </a:spcBef>
              <a:spcAft>
                <a:spcPts val="0"/>
              </a:spcAft>
              <a:buSzPts val="1400"/>
              <a:buChar char="●"/>
              <a:defRPr sz="2800"/>
            </a:lvl4pPr>
            <a:lvl5pPr lvl="4" algn="ctr" rtl="0">
              <a:lnSpc>
                <a:spcPct val="100000"/>
              </a:lnSpc>
              <a:spcBef>
                <a:spcPts val="0"/>
              </a:spcBef>
              <a:spcAft>
                <a:spcPts val="0"/>
              </a:spcAft>
              <a:buSzPts val="1400"/>
              <a:buChar char="○"/>
              <a:defRPr sz="2800"/>
            </a:lvl5pPr>
            <a:lvl6pPr lvl="5" algn="ctr" rtl="0">
              <a:lnSpc>
                <a:spcPct val="100000"/>
              </a:lnSpc>
              <a:spcBef>
                <a:spcPts val="0"/>
              </a:spcBef>
              <a:spcAft>
                <a:spcPts val="0"/>
              </a:spcAft>
              <a:buSzPts val="1400"/>
              <a:buChar char="■"/>
              <a:defRPr sz="2800"/>
            </a:lvl6pPr>
            <a:lvl7pPr lvl="6" algn="ctr" rtl="0">
              <a:lnSpc>
                <a:spcPct val="100000"/>
              </a:lnSpc>
              <a:spcBef>
                <a:spcPts val="0"/>
              </a:spcBef>
              <a:spcAft>
                <a:spcPts val="0"/>
              </a:spcAft>
              <a:buSzPts val="1400"/>
              <a:buChar char="●"/>
              <a:defRPr sz="2800"/>
            </a:lvl7pPr>
            <a:lvl8pPr lvl="7" algn="ctr" rtl="0">
              <a:lnSpc>
                <a:spcPct val="100000"/>
              </a:lnSpc>
              <a:spcBef>
                <a:spcPts val="0"/>
              </a:spcBef>
              <a:spcAft>
                <a:spcPts val="0"/>
              </a:spcAft>
              <a:buSzPts val="1400"/>
              <a:buChar char="○"/>
              <a:defRPr sz="2800"/>
            </a:lvl8pPr>
            <a:lvl9pPr lvl="8" algn="ctr" rtl="0">
              <a:lnSpc>
                <a:spcPct val="100000"/>
              </a:lnSpc>
              <a:spcBef>
                <a:spcPts val="0"/>
              </a:spcBef>
              <a:spcAft>
                <a:spcPts val="0"/>
              </a:spcAft>
              <a:buSzPts val="1400"/>
              <a:buChar char="■"/>
              <a:defRPr sz="2800"/>
            </a:lvl9pPr>
          </a:lstStyle>
          <a:p>
            <a:r>
              <a:rPr lang="fr-FR"/>
              <a:t>Modifiez le style des sous-titres du masque</a:t>
            </a:r>
            <a:endParaRPr/>
          </a:p>
        </p:txBody>
      </p:sp>
      <p:sp>
        <p:nvSpPr>
          <p:cNvPr id="56" name="Google Shape;56;p9"/>
          <p:cNvSpPr/>
          <p:nvPr/>
        </p:nvSpPr>
        <p:spPr>
          <a:xfrm rot="5400000">
            <a:off x="10551601" y="-1405600"/>
            <a:ext cx="234800" cy="3046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3515199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7"/>
        <p:cNvGrpSpPr/>
        <p:nvPr/>
      </p:nvGrpSpPr>
      <p:grpSpPr>
        <a:xfrm>
          <a:off x="0" y="0"/>
          <a:ext cx="0" cy="0"/>
          <a:chOff x="0" y="0"/>
          <a:chExt cx="0" cy="0"/>
        </a:xfrm>
      </p:grpSpPr>
      <p:sp>
        <p:nvSpPr>
          <p:cNvPr id="58" name="Google Shape;58;p10"/>
          <p:cNvSpPr txBox="1">
            <a:spLocks noGrp="1"/>
          </p:cNvSpPr>
          <p:nvPr>
            <p:ph type="title"/>
          </p:nvPr>
        </p:nvSpPr>
        <p:spPr>
          <a:xfrm>
            <a:off x="4220033" y="650367"/>
            <a:ext cx="3749600" cy="956000"/>
          </a:xfrm>
          <a:prstGeom prst="rect">
            <a:avLst/>
          </a:prstGeom>
          <a:solidFill>
            <a:schemeClr val="accent1"/>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59" name="Google Shape;59;p10"/>
          <p:cNvSpPr/>
          <p:nvPr/>
        </p:nvSpPr>
        <p:spPr>
          <a:xfrm rot="10800000">
            <a:off x="11954801" y="0"/>
            <a:ext cx="234800" cy="2158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60" name="Google Shape;60;p10"/>
          <p:cNvSpPr/>
          <p:nvPr/>
        </p:nvSpPr>
        <p:spPr>
          <a:xfrm rot="10800000">
            <a:off x="1" y="0"/>
            <a:ext cx="234800" cy="2158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1253602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67"/>
        <p:cNvGrpSpPr/>
        <p:nvPr/>
      </p:nvGrpSpPr>
      <p:grpSpPr>
        <a:xfrm>
          <a:off x="0" y="0"/>
          <a:ext cx="0" cy="0"/>
          <a:chOff x="0" y="0"/>
          <a:chExt cx="0" cy="0"/>
        </a:xfrm>
      </p:grpSpPr>
    </p:spTree>
    <p:extLst>
      <p:ext uri="{BB962C8B-B14F-4D97-AF65-F5344CB8AC3E}">
        <p14:creationId xmlns:p14="http://schemas.microsoft.com/office/powerpoint/2010/main" val="69371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Four Columns">
  <p:cSld name="Title + Four Columns">
    <p:spTree>
      <p:nvGrpSpPr>
        <p:cNvPr id="1" name="Shape 90"/>
        <p:cNvGrpSpPr/>
        <p:nvPr/>
      </p:nvGrpSpPr>
      <p:grpSpPr>
        <a:xfrm>
          <a:off x="0" y="0"/>
          <a:ext cx="0" cy="0"/>
          <a:chOff x="0" y="0"/>
          <a:chExt cx="0" cy="0"/>
        </a:xfrm>
      </p:grpSpPr>
      <p:sp>
        <p:nvSpPr>
          <p:cNvPr id="91" name="Google Shape;91;p14"/>
          <p:cNvSpPr/>
          <p:nvPr/>
        </p:nvSpPr>
        <p:spPr>
          <a:xfrm rot="-5400000">
            <a:off x="5978500" y="-5968400"/>
            <a:ext cx="234800" cy="12171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92" name="Google Shape;92;p14"/>
          <p:cNvSpPr txBox="1">
            <a:spLocks noGrp="1"/>
          </p:cNvSpPr>
          <p:nvPr>
            <p:ph type="title"/>
          </p:nvPr>
        </p:nvSpPr>
        <p:spPr>
          <a:xfrm>
            <a:off x="3856800" y="650367"/>
            <a:ext cx="4478400" cy="956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93" name="Google Shape;93;p14"/>
          <p:cNvSpPr txBox="1">
            <a:spLocks noGrp="1"/>
          </p:cNvSpPr>
          <p:nvPr>
            <p:ph type="title" idx="2"/>
          </p:nvPr>
        </p:nvSpPr>
        <p:spPr>
          <a:xfrm>
            <a:off x="1508596" y="4379063"/>
            <a:ext cx="3026000" cy="543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94" name="Google Shape;94;p14"/>
          <p:cNvSpPr txBox="1">
            <a:spLocks noGrp="1"/>
          </p:cNvSpPr>
          <p:nvPr>
            <p:ph type="subTitle" idx="1"/>
          </p:nvPr>
        </p:nvSpPr>
        <p:spPr>
          <a:xfrm>
            <a:off x="1508596" y="4761769"/>
            <a:ext cx="3026000" cy="8164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95" name="Google Shape;95;p14"/>
          <p:cNvSpPr txBox="1">
            <a:spLocks noGrp="1"/>
          </p:cNvSpPr>
          <p:nvPr>
            <p:ph type="title" idx="3"/>
          </p:nvPr>
        </p:nvSpPr>
        <p:spPr>
          <a:xfrm>
            <a:off x="7654676" y="4379063"/>
            <a:ext cx="3026000" cy="543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96" name="Google Shape;96;p14"/>
          <p:cNvSpPr txBox="1">
            <a:spLocks noGrp="1"/>
          </p:cNvSpPr>
          <p:nvPr>
            <p:ph type="subTitle" idx="4"/>
          </p:nvPr>
        </p:nvSpPr>
        <p:spPr>
          <a:xfrm>
            <a:off x="7654676" y="4761769"/>
            <a:ext cx="3026000" cy="816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97" name="Google Shape;97;p14"/>
          <p:cNvSpPr txBox="1">
            <a:spLocks noGrp="1"/>
          </p:cNvSpPr>
          <p:nvPr>
            <p:ph type="title" idx="5"/>
          </p:nvPr>
        </p:nvSpPr>
        <p:spPr>
          <a:xfrm>
            <a:off x="1508596" y="2536093"/>
            <a:ext cx="3026000" cy="543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98" name="Google Shape;98;p14"/>
          <p:cNvSpPr txBox="1">
            <a:spLocks noGrp="1"/>
          </p:cNvSpPr>
          <p:nvPr>
            <p:ph type="subTitle" idx="6"/>
          </p:nvPr>
        </p:nvSpPr>
        <p:spPr>
          <a:xfrm>
            <a:off x="1508596" y="2918801"/>
            <a:ext cx="3026000" cy="8164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99" name="Google Shape;99;p14"/>
          <p:cNvSpPr txBox="1">
            <a:spLocks noGrp="1"/>
          </p:cNvSpPr>
          <p:nvPr>
            <p:ph type="title" idx="7"/>
          </p:nvPr>
        </p:nvSpPr>
        <p:spPr>
          <a:xfrm>
            <a:off x="7654676" y="2536093"/>
            <a:ext cx="3026000" cy="543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00" name="Google Shape;100;p14"/>
          <p:cNvSpPr txBox="1">
            <a:spLocks noGrp="1"/>
          </p:cNvSpPr>
          <p:nvPr>
            <p:ph type="subTitle" idx="8"/>
          </p:nvPr>
        </p:nvSpPr>
        <p:spPr>
          <a:xfrm>
            <a:off x="7654676" y="2918801"/>
            <a:ext cx="3026000" cy="816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01" name="Google Shape;101;p14"/>
          <p:cNvSpPr/>
          <p:nvPr/>
        </p:nvSpPr>
        <p:spPr>
          <a:xfrm>
            <a:off x="1" y="5901433"/>
            <a:ext cx="234800" cy="956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02" name="Google Shape;102;p14"/>
          <p:cNvSpPr/>
          <p:nvPr/>
        </p:nvSpPr>
        <p:spPr>
          <a:xfrm>
            <a:off x="11960468" y="5901433"/>
            <a:ext cx="234800" cy="956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3611151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Two Columns 1">
  <p:cSld name="Title + Two Columns 1">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1560567" y="3052532"/>
            <a:ext cx="4348800" cy="586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dk1"/>
              </a:buClr>
              <a:buSzPts val="2000"/>
              <a:buNone/>
              <a:defRPr sz="2667"/>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r>
              <a:rPr lang="fr-FR"/>
              <a:t>Modifiez le style du titre</a:t>
            </a:r>
            <a:endParaRPr/>
          </a:p>
        </p:txBody>
      </p:sp>
      <p:sp>
        <p:nvSpPr>
          <p:cNvPr id="105" name="Google Shape;105;p15"/>
          <p:cNvSpPr txBox="1">
            <a:spLocks noGrp="1"/>
          </p:cNvSpPr>
          <p:nvPr>
            <p:ph type="title" idx="2"/>
          </p:nvPr>
        </p:nvSpPr>
        <p:spPr>
          <a:xfrm>
            <a:off x="6282468" y="3052532"/>
            <a:ext cx="4348800" cy="586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dk1"/>
              </a:buClr>
              <a:buSzPts val="2000"/>
              <a:buNone/>
              <a:defRPr sz="2667"/>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r>
              <a:rPr lang="fr-FR"/>
              <a:t>Modifiez le style du titre</a:t>
            </a:r>
            <a:endParaRPr/>
          </a:p>
        </p:txBody>
      </p:sp>
      <p:sp>
        <p:nvSpPr>
          <p:cNvPr id="106" name="Google Shape;106;p15"/>
          <p:cNvSpPr txBox="1">
            <a:spLocks noGrp="1"/>
          </p:cNvSpPr>
          <p:nvPr>
            <p:ph type="subTitle" idx="1"/>
          </p:nvPr>
        </p:nvSpPr>
        <p:spPr>
          <a:xfrm>
            <a:off x="951001" y="3635651"/>
            <a:ext cx="4348800" cy="163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07" name="Google Shape;107;p15"/>
          <p:cNvSpPr txBox="1">
            <a:spLocks noGrp="1"/>
          </p:cNvSpPr>
          <p:nvPr>
            <p:ph type="subTitle" idx="3"/>
          </p:nvPr>
        </p:nvSpPr>
        <p:spPr>
          <a:xfrm>
            <a:off x="6892100" y="3635653"/>
            <a:ext cx="4348800" cy="163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08" name="Google Shape;108;p15"/>
          <p:cNvSpPr/>
          <p:nvPr/>
        </p:nvSpPr>
        <p:spPr>
          <a:xfrm rot="10800000">
            <a:off x="135" y="5800"/>
            <a:ext cx="234800" cy="18852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09" name="Google Shape;109;p15"/>
          <p:cNvSpPr txBox="1">
            <a:spLocks noGrp="1"/>
          </p:cNvSpPr>
          <p:nvPr>
            <p:ph type="title" idx="4"/>
          </p:nvPr>
        </p:nvSpPr>
        <p:spPr>
          <a:xfrm>
            <a:off x="2137935" y="1587935"/>
            <a:ext cx="7913600" cy="956400"/>
          </a:xfrm>
          <a:prstGeom prst="rect">
            <a:avLst/>
          </a:prstGeom>
          <a:solidFill>
            <a:schemeClr val="accent1"/>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10" name="Google Shape;110;p15"/>
          <p:cNvSpPr/>
          <p:nvPr/>
        </p:nvSpPr>
        <p:spPr>
          <a:xfrm>
            <a:off x="11966135" y="2486400"/>
            <a:ext cx="234800" cy="18852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11" name="Google Shape;111;p15"/>
          <p:cNvSpPr/>
          <p:nvPr/>
        </p:nvSpPr>
        <p:spPr>
          <a:xfrm rot="5400000">
            <a:off x="5983133" y="634100"/>
            <a:ext cx="234800" cy="12200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2358211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Six Columns">
  <p:cSld name="Title + Six Columns">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3698767" y="650367"/>
            <a:ext cx="4944000" cy="956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14" name="Google Shape;114;p16"/>
          <p:cNvSpPr txBox="1">
            <a:spLocks noGrp="1"/>
          </p:cNvSpPr>
          <p:nvPr>
            <p:ph type="title" idx="2"/>
          </p:nvPr>
        </p:nvSpPr>
        <p:spPr>
          <a:xfrm>
            <a:off x="1286868" y="2836133"/>
            <a:ext cx="2706000" cy="54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15" name="Google Shape;115;p16"/>
          <p:cNvSpPr txBox="1">
            <a:spLocks noGrp="1"/>
          </p:cNvSpPr>
          <p:nvPr>
            <p:ph type="subTitle" idx="1"/>
          </p:nvPr>
        </p:nvSpPr>
        <p:spPr>
          <a:xfrm>
            <a:off x="1393879" y="3228219"/>
            <a:ext cx="2492000" cy="81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16" name="Google Shape;116;p16"/>
          <p:cNvSpPr txBox="1">
            <a:spLocks noGrp="1"/>
          </p:cNvSpPr>
          <p:nvPr>
            <p:ph type="title" idx="3"/>
          </p:nvPr>
        </p:nvSpPr>
        <p:spPr>
          <a:xfrm>
            <a:off x="4743260" y="2836133"/>
            <a:ext cx="2706000" cy="54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17" name="Google Shape;117;p16"/>
          <p:cNvSpPr txBox="1">
            <a:spLocks noGrp="1"/>
          </p:cNvSpPr>
          <p:nvPr>
            <p:ph type="subTitle" idx="4"/>
          </p:nvPr>
        </p:nvSpPr>
        <p:spPr>
          <a:xfrm>
            <a:off x="4850309" y="3228220"/>
            <a:ext cx="2492000" cy="81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18" name="Google Shape;118;p16"/>
          <p:cNvSpPr txBox="1">
            <a:spLocks noGrp="1"/>
          </p:cNvSpPr>
          <p:nvPr>
            <p:ph type="title" idx="5"/>
          </p:nvPr>
        </p:nvSpPr>
        <p:spPr>
          <a:xfrm>
            <a:off x="8199735" y="2836133"/>
            <a:ext cx="2706000" cy="54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19" name="Google Shape;119;p16"/>
          <p:cNvSpPr txBox="1">
            <a:spLocks noGrp="1"/>
          </p:cNvSpPr>
          <p:nvPr>
            <p:ph type="subTitle" idx="6"/>
          </p:nvPr>
        </p:nvSpPr>
        <p:spPr>
          <a:xfrm>
            <a:off x="8306761" y="3228220"/>
            <a:ext cx="2492000" cy="81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20" name="Google Shape;120;p16"/>
          <p:cNvSpPr txBox="1">
            <a:spLocks noGrp="1"/>
          </p:cNvSpPr>
          <p:nvPr>
            <p:ph type="title" idx="7"/>
          </p:nvPr>
        </p:nvSpPr>
        <p:spPr>
          <a:xfrm>
            <a:off x="1286868" y="4922233"/>
            <a:ext cx="2706000" cy="54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21" name="Google Shape;121;p16"/>
          <p:cNvSpPr txBox="1">
            <a:spLocks noGrp="1"/>
          </p:cNvSpPr>
          <p:nvPr>
            <p:ph type="subTitle" idx="8"/>
          </p:nvPr>
        </p:nvSpPr>
        <p:spPr>
          <a:xfrm>
            <a:off x="1393879" y="5314316"/>
            <a:ext cx="2492000" cy="81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22" name="Google Shape;122;p16"/>
          <p:cNvSpPr txBox="1">
            <a:spLocks noGrp="1"/>
          </p:cNvSpPr>
          <p:nvPr>
            <p:ph type="title" idx="9"/>
          </p:nvPr>
        </p:nvSpPr>
        <p:spPr>
          <a:xfrm>
            <a:off x="4743260" y="4922235"/>
            <a:ext cx="2706000" cy="54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23" name="Google Shape;123;p16"/>
          <p:cNvSpPr txBox="1">
            <a:spLocks noGrp="1"/>
          </p:cNvSpPr>
          <p:nvPr>
            <p:ph type="subTitle" idx="13"/>
          </p:nvPr>
        </p:nvSpPr>
        <p:spPr>
          <a:xfrm>
            <a:off x="4850309" y="5314317"/>
            <a:ext cx="2492000" cy="81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24" name="Google Shape;124;p16"/>
          <p:cNvSpPr txBox="1">
            <a:spLocks noGrp="1"/>
          </p:cNvSpPr>
          <p:nvPr>
            <p:ph type="title" idx="14"/>
          </p:nvPr>
        </p:nvSpPr>
        <p:spPr>
          <a:xfrm>
            <a:off x="8199735" y="4922235"/>
            <a:ext cx="2706000" cy="54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25" name="Google Shape;125;p16"/>
          <p:cNvSpPr txBox="1">
            <a:spLocks noGrp="1"/>
          </p:cNvSpPr>
          <p:nvPr>
            <p:ph type="subTitle" idx="15"/>
          </p:nvPr>
        </p:nvSpPr>
        <p:spPr>
          <a:xfrm>
            <a:off x="8306761" y="5314317"/>
            <a:ext cx="2492000" cy="81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26" name="Google Shape;126;p16"/>
          <p:cNvSpPr/>
          <p:nvPr/>
        </p:nvSpPr>
        <p:spPr>
          <a:xfrm>
            <a:off x="11972168" y="0"/>
            <a:ext cx="234800" cy="5909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27" name="Google Shape;127;p16"/>
          <p:cNvSpPr/>
          <p:nvPr/>
        </p:nvSpPr>
        <p:spPr>
          <a:xfrm>
            <a:off x="-6545" y="948400"/>
            <a:ext cx="234800" cy="5909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28" name="Google Shape;128;p16"/>
          <p:cNvSpPr txBox="1">
            <a:spLocks noGrp="1"/>
          </p:cNvSpPr>
          <p:nvPr>
            <p:ph type="title" idx="16" hasCustomPrompt="1"/>
          </p:nvPr>
        </p:nvSpPr>
        <p:spPr>
          <a:xfrm>
            <a:off x="1836341" y="2183471"/>
            <a:ext cx="1607200" cy="618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2000"/>
              <a:buNone/>
              <a:defRPr>
                <a:solidFill>
                  <a:schemeClr val="dk1"/>
                </a:solidFill>
              </a:defRPr>
            </a:lvl1pPr>
            <a:lvl2pPr lvl="1" rtl="0">
              <a:spcBef>
                <a:spcPts val="0"/>
              </a:spcBef>
              <a:spcAft>
                <a:spcPts val="0"/>
              </a:spcAft>
              <a:buClr>
                <a:schemeClr val="dk2"/>
              </a:buClr>
              <a:buSzPts val="2000"/>
              <a:buNone/>
              <a:defRPr sz="2667">
                <a:solidFill>
                  <a:schemeClr val="dk2"/>
                </a:solidFill>
              </a:defRPr>
            </a:lvl2pPr>
            <a:lvl3pPr lvl="2" rtl="0">
              <a:spcBef>
                <a:spcPts val="0"/>
              </a:spcBef>
              <a:spcAft>
                <a:spcPts val="0"/>
              </a:spcAft>
              <a:buClr>
                <a:schemeClr val="dk2"/>
              </a:buClr>
              <a:buSzPts val="2000"/>
              <a:buNone/>
              <a:defRPr sz="2667">
                <a:solidFill>
                  <a:schemeClr val="dk2"/>
                </a:solidFill>
              </a:defRPr>
            </a:lvl3pPr>
            <a:lvl4pPr lvl="3" rtl="0">
              <a:spcBef>
                <a:spcPts val="0"/>
              </a:spcBef>
              <a:spcAft>
                <a:spcPts val="0"/>
              </a:spcAft>
              <a:buClr>
                <a:schemeClr val="dk2"/>
              </a:buClr>
              <a:buSzPts val="2000"/>
              <a:buNone/>
              <a:defRPr sz="2667">
                <a:solidFill>
                  <a:schemeClr val="dk2"/>
                </a:solidFill>
              </a:defRPr>
            </a:lvl4pPr>
            <a:lvl5pPr lvl="4" rtl="0">
              <a:spcBef>
                <a:spcPts val="0"/>
              </a:spcBef>
              <a:spcAft>
                <a:spcPts val="0"/>
              </a:spcAft>
              <a:buClr>
                <a:schemeClr val="dk2"/>
              </a:buClr>
              <a:buSzPts val="2000"/>
              <a:buNone/>
              <a:defRPr sz="2667">
                <a:solidFill>
                  <a:schemeClr val="dk2"/>
                </a:solidFill>
              </a:defRPr>
            </a:lvl5pPr>
            <a:lvl6pPr lvl="5" rtl="0">
              <a:spcBef>
                <a:spcPts val="0"/>
              </a:spcBef>
              <a:spcAft>
                <a:spcPts val="0"/>
              </a:spcAft>
              <a:buClr>
                <a:schemeClr val="dk2"/>
              </a:buClr>
              <a:buSzPts val="2000"/>
              <a:buNone/>
              <a:defRPr sz="2667">
                <a:solidFill>
                  <a:schemeClr val="dk2"/>
                </a:solidFill>
              </a:defRPr>
            </a:lvl6pPr>
            <a:lvl7pPr lvl="6" rtl="0">
              <a:spcBef>
                <a:spcPts val="0"/>
              </a:spcBef>
              <a:spcAft>
                <a:spcPts val="0"/>
              </a:spcAft>
              <a:buClr>
                <a:schemeClr val="dk2"/>
              </a:buClr>
              <a:buSzPts val="2000"/>
              <a:buNone/>
              <a:defRPr sz="2667">
                <a:solidFill>
                  <a:schemeClr val="dk2"/>
                </a:solidFill>
              </a:defRPr>
            </a:lvl7pPr>
            <a:lvl8pPr lvl="7" rtl="0">
              <a:spcBef>
                <a:spcPts val="0"/>
              </a:spcBef>
              <a:spcAft>
                <a:spcPts val="0"/>
              </a:spcAft>
              <a:buClr>
                <a:schemeClr val="dk2"/>
              </a:buClr>
              <a:buSzPts val="2000"/>
              <a:buNone/>
              <a:defRPr sz="2667">
                <a:solidFill>
                  <a:schemeClr val="dk2"/>
                </a:solidFill>
              </a:defRPr>
            </a:lvl8pPr>
            <a:lvl9pPr lvl="8" rtl="0">
              <a:spcBef>
                <a:spcPts val="0"/>
              </a:spcBef>
              <a:spcAft>
                <a:spcPts val="0"/>
              </a:spcAft>
              <a:buClr>
                <a:schemeClr val="dk2"/>
              </a:buClr>
              <a:buSzPts val="2000"/>
              <a:buNone/>
              <a:defRPr sz="2667">
                <a:solidFill>
                  <a:schemeClr val="dk2"/>
                </a:solidFill>
              </a:defRPr>
            </a:lvl9pPr>
          </a:lstStyle>
          <a:p>
            <a:r>
              <a:t>xx%</a:t>
            </a:r>
          </a:p>
        </p:txBody>
      </p:sp>
      <p:sp>
        <p:nvSpPr>
          <p:cNvPr id="129" name="Google Shape;129;p16"/>
          <p:cNvSpPr txBox="1">
            <a:spLocks noGrp="1"/>
          </p:cNvSpPr>
          <p:nvPr>
            <p:ph type="title" idx="17" hasCustomPrompt="1"/>
          </p:nvPr>
        </p:nvSpPr>
        <p:spPr>
          <a:xfrm>
            <a:off x="5292752" y="2183471"/>
            <a:ext cx="1607200" cy="618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2000"/>
              <a:buNone/>
              <a:defRPr>
                <a:solidFill>
                  <a:schemeClr val="dk1"/>
                </a:solidFill>
              </a:defRPr>
            </a:lvl1pPr>
            <a:lvl2pPr lvl="1" rtl="0">
              <a:spcBef>
                <a:spcPts val="0"/>
              </a:spcBef>
              <a:spcAft>
                <a:spcPts val="0"/>
              </a:spcAft>
              <a:buClr>
                <a:schemeClr val="dk2"/>
              </a:buClr>
              <a:buSzPts val="2000"/>
              <a:buNone/>
              <a:defRPr sz="2667">
                <a:solidFill>
                  <a:schemeClr val="dk2"/>
                </a:solidFill>
              </a:defRPr>
            </a:lvl2pPr>
            <a:lvl3pPr lvl="2" rtl="0">
              <a:spcBef>
                <a:spcPts val="0"/>
              </a:spcBef>
              <a:spcAft>
                <a:spcPts val="0"/>
              </a:spcAft>
              <a:buClr>
                <a:schemeClr val="dk2"/>
              </a:buClr>
              <a:buSzPts val="2000"/>
              <a:buNone/>
              <a:defRPr sz="2667">
                <a:solidFill>
                  <a:schemeClr val="dk2"/>
                </a:solidFill>
              </a:defRPr>
            </a:lvl3pPr>
            <a:lvl4pPr lvl="3" rtl="0">
              <a:spcBef>
                <a:spcPts val="0"/>
              </a:spcBef>
              <a:spcAft>
                <a:spcPts val="0"/>
              </a:spcAft>
              <a:buClr>
                <a:schemeClr val="dk2"/>
              </a:buClr>
              <a:buSzPts val="2000"/>
              <a:buNone/>
              <a:defRPr sz="2667">
                <a:solidFill>
                  <a:schemeClr val="dk2"/>
                </a:solidFill>
              </a:defRPr>
            </a:lvl4pPr>
            <a:lvl5pPr lvl="4" rtl="0">
              <a:spcBef>
                <a:spcPts val="0"/>
              </a:spcBef>
              <a:spcAft>
                <a:spcPts val="0"/>
              </a:spcAft>
              <a:buClr>
                <a:schemeClr val="dk2"/>
              </a:buClr>
              <a:buSzPts val="2000"/>
              <a:buNone/>
              <a:defRPr sz="2667">
                <a:solidFill>
                  <a:schemeClr val="dk2"/>
                </a:solidFill>
              </a:defRPr>
            </a:lvl5pPr>
            <a:lvl6pPr lvl="5" rtl="0">
              <a:spcBef>
                <a:spcPts val="0"/>
              </a:spcBef>
              <a:spcAft>
                <a:spcPts val="0"/>
              </a:spcAft>
              <a:buClr>
                <a:schemeClr val="dk2"/>
              </a:buClr>
              <a:buSzPts val="2000"/>
              <a:buNone/>
              <a:defRPr sz="2667">
                <a:solidFill>
                  <a:schemeClr val="dk2"/>
                </a:solidFill>
              </a:defRPr>
            </a:lvl6pPr>
            <a:lvl7pPr lvl="6" rtl="0">
              <a:spcBef>
                <a:spcPts val="0"/>
              </a:spcBef>
              <a:spcAft>
                <a:spcPts val="0"/>
              </a:spcAft>
              <a:buClr>
                <a:schemeClr val="dk2"/>
              </a:buClr>
              <a:buSzPts val="2000"/>
              <a:buNone/>
              <a:defRPr sz="2667">
                <a:solidFill>
                  <a:schemeClr val="dk2"/>
                </a:solidFill>
              </a:defRPr>
            </a:lvl7pPr>
            <a:lvl8pPr lvl="7" rtl="0">
              <a:spcBef>
                <a:spcPts val="0"/>
              </a:spcBef>
              <a:spcAft>
                <a:spcPts val="0"/>
              </a:spcAft>
              <a:buClr>
                <a:schemeClr val="dk2"/>
              </a:buClr>
              <a:buSzPts val="2000"/>
              <a:buNone/>
              <a:defRPr sz="2667">
                <a:solidFill>
                  <a:schemeClr val="dk2"/>
                </a:solidFill>
              </a:defRPr>
            </a:lvl8pPr>
            <a:lvl9pPr lvl="8" rtl="0">
              <a:spcBef>
                <a:spcPts val="0"/>
              </a:spcBef>
              <a:spcAft>
                <a:spcPts val="0"/>
              </a:spcAft>
              <a:buClr>
                <a:schemeClr val="dk2"/>
              </a:buClr>
              <a:buSzPts val="2000"/>
              <a:buNone/>
              <a:defRPr sz="2667">
                <a:solidFill>
                  <a:schemeClr val="dk2"/>
                </a:solidFill>
              </a:defRPr>
            </a:lvl9pPr>
          </a:lstStyle>
          <a:p>
            <a:r>
              <a:t>xx%</a:t>
            </a:r>
          </a:p>
        </p:txBody>
      </p:sp>
      <p:sp>
        <p:nvSpPr>
          <p:cNvPr id="130" name="Google Shape;130;p16"/>
          <p:cNvSpPr txBox="1">
            <a:spLocks noGrp="1"/>
          </p:cNvSpPr>
          <p:nvPr>
            <p:ph type="title" idx="18" hasCustomPrompt="1"/>
          </p:nvPr>
        </p:nvSpPr>
        <p:spPr>
          <a:xfrm>
            <a:off x="8749228" y="2183471"/>
            <a:ext cx="1607200" cy="618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2000"/>
              <a:buNone/>
              <a:defRPr>
                <a:solidFill>
                  <a:schemeClr val="dk1"/>
                </a:solidFill>
              </a:defRPr>
            </a:lvl1pPr>
            <a:lvl2pPr lvl="1" rtl="0">
              <a:spcBef>
                <a:spcPts val="0"/>
              </a:spcBef>
              <a:spcAft>
                <a:spcPts val="0"/>
              </a:spcAft>
              <a:buClr>
                <a:schemeClr val="dk2"/>
              </a:buClr>
              <a:buSzPts val="2000"/>
              <a:buNone/>
              <a:defRPr sz="2667">
                <a:solidFill>
                  <a:schemeClr val="dk2"/>
                </a:solidFill>
              </a:defRPr>
            </a:lvl2pPr>
            <a:lvl3pPr lvl="2" rtl="0">
              <a:spcBef>
                <a:spcPts val="0"/>
              </a:spcBef>
              <a:spcAft>
                <a:spcPts val="0"/>
              </a:spcAft>
              <a:buClr>
                <a:schemeClr val="dk2"/>
              </a:buClr>
              <a:buSzPts val="2000"/>
              <a:buNone/>
              <a:defRPr sz="2667">
                <a:solidFill>
                  <a:schemeClr val="dk2"/>
                </a:solidFill>
              </a:defRPr>
            </a:lvl3pPr>
            <a:lvl4pPr lvl="3" rtl="0">
              <a:spcBef>
                <a:spcPts val="0"/>
              </a:spcBef>
              <a:spcAft>
                <a:spcPts val="0"/>
              </a:spcAft>
              <a:buClr>
                <a:schemeClr val="dk2"/>
              </a:buClr>
              <a:buSzPts val="2000"/>
              <a:buNone/>
              <a:defRPr sz="2667">
                <a:solidFill>
                  <a:schemeClr val="dk2"/>
                </a:solidFill>
              </a:defRPr>
            </a:lvl4pPr>
            <a:lvl5pPr lvl="4" rtl="0">
              <a:spcBef>
                <a:spcPts val="0"/>
              </a:spcBef>
              <a:spcAft>
                <a:spcPts val="0"/>
              </a:spcAft>
              <a:buClr>
                <a:schemeClr val="dk2"/>
              </a:buClr>
              <a:buSzPts val="2000"/>
              <a:buNone/>
              <a:defRPr sz="2667">
                <a:solidFill>
                  <a:schemeClr val="dk2"/>
                </a:solidFill>
              </a:defRPr>
            </a:lvl5pPr>
            <a:lvl6pPr lvl="5" rtl="0">
              <a:spcBef>
                <a:spcPts val="0"/>
              </a:spcBef>
              <a:spcAft>
                <a:spcPts val="0"/>
              </a:spcAft>
              <a:buClr>
                <a:schemeClr val="dk2"/>
              </a:buClr>
              <a:buSzPts val="2000"/>
              <a:buNone/>
              <a:defRPr sz="2667">
                <a:solidFill>
                  <a:schemeClr val="dk2"/>
                </a:solidFill>
              </a:defRPr>
            </a:lvl6pPr>
            <a:lvl7pPr lvl="6" rtl="0">
              <a:spcBef>
                <a:spcPts val="0"/>
              </a:spcBef>
              <a:spcAft>
                <a:spcPts val="0"/>
              </a:spcAft>
              <a:buClr>
                <a:schemeClr val="dk2"/>
              </a:buClr>
              <a:buSzPts val="2000"/>
              <a:buNone/>
              <a:defRPr sz="2667">
                <a:solidFill>
                  <a:schemeClr val="dk2"/>
                </a:solidFill>
              </a:defRPr>
            </a:lvl7pPr>
            <a:lvl8pPr lvl="7" rtl="0">
              <a:spcBef>
                <a:spcPts val="0"/>
              </a:spcBef>
              <a:spcAft>
                <a:spcPts val="0"/>
              </a:spcAft>
              <a:buClr>
                <a:schemeClr val="dk2"/>
              </a:buClr>
              <a:buSzPts val="2000"/>
              <a:buNone/>
              <a:defRPr sz="2667">
                <a:solidFill>
                  <a:schemeClr val="dk2"/>
                </a:solidFill>
              </a:defRPr>
            </a:lvl8pPr>
            <a:lvl9pPr lvl="8" rtl="0">
              <a:spcBef>
                <a:spcPts val="0"/>
              </a:spcBef>
              <a:spcAft>
                <a:spcPts val="0"/>
              </a:spcAft>
              <a:buClr>
                <a:schemeClr val="dk2"/>
              </a:buClr>
              <a:buSzPts val="2000"/>
              <a:buNone/>
              <a:defRPr sz="2667">
                <a:solidFill>
                  <a:schemeClr val="dk2"/>
                </a:solidFill>
              </a:defRPr>
            </a:lvl9pPr>
          </a:lstStyle>
          <a:p>
            <a:r>
              <a:t>xx%</a:t>
            </a:r>
          </a:p>
        </p:txBody>
      </p:sp>
      <p:sp>
        <p:nvSpPr>
          <p:cNvPr id="131" name="Google Shape;131;p16"/>
          <p:cNvSpPr txBox="1">
            <a:spLocks noGrp="1"/>
          </p:cNvSpPr>
          <p:nvPr>
            <p:ph type="title" idx="19" hasCustomPrompt="1"/>
          </p:nvPr>
        </p:nvSpPr>
        <p:spPr>
          <a:xfrm>
            <a:off x="1836341" y="4268100"/>
            <a:ext cx="1607200" cy="618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2000"/>
              <a:buNone/>
              <a:defRPr>
                <a:solidFill>
                  <a:schemeClr val="dk1"/>
                </a:solidFill>
              </a:defRPr>
            </a:lvl1pPr>
            <a:lvl2pPr lvl="1" rtl="0">
              <a:spcBef>
                <a:spcPts val="0"/>
              </a:spcBef>
              <a:spcAft>
                <a:spcPts val="0"/>
              </a:spcAft>
              <a:buClr>
                <a:schemeClr val="dk2"/>
              </a:buClr>
              <a:buSzPts val="2000"/>
              <a:buNone/>
              <a:defRPr sz="2667">
                <a:solidFill>
                  <a:schemeClr val="dk2"/>
                </a:solidFill>
              </a:defRPr>
            </a:lvl2pPr>
            <a:lvl3pPr lvl="2" rtl="0">
              <a:spcBef>
                <a:spcPts val="0"/>
              </a:spcBef>
              <a:spcAft>
                <a:spcPts val="0"/>
              </a:spcAft>
              <a:buClr>
                <a:schemeClr val="dk2"/>
              </a:buClr>
              <a:buSzPts val="2000"/>
              <a:buNone/>
              <a:defRPr sz="2667">
                <a:solidFill>
                  <a:schemeClr val="dk2"/>
                </a:solidFill>
              </a:defRPr>
            </a:lvl3pPr>
            <a:lvl4pPr lvl="3" rtl="0">
              <a:spcBef>
                <a:spcPts val="0"/>
              </a:spcBef>
              <a:spcAft>
                <a:spcPts val="0"/>
              </a:spcAft>
              <a:buClr>
                <a:schemeClr val="dk2"/>
              </a:buClr>
              <a:buSzPts val="2000"/>
              <a:buNone/>
              <a:defRPr sz="2667">
                <a:solidFill>
                  <a:schemeClr val="dk2"/>
                </a:solidFill>
              </a:defRPr>
            </a:lvl4pPr>
            <a:lvl5pPr lvl="4" rtl="0">
              <a:spcBef>
                <a:spcPts val="0"/>
              </a:spcBef>
              <a:spcAft>
                <a:spcPts val="0"/>
              </a:spcAft>
              <a:buClr>
                <a:schemeClr val="dk2"/>
              </a:buClr>
              <a:buSzPts val="2000"/>
              <a:buNone/>
              <a:defRPr sz="2667">
                <a:solidFill>
                  <a:schemeClr val="dk2"/>
                </a:solidFill>
              </a:defRPr>
            </a:lvl5pPr>
            <a:lvl6pPr lvl="5" rtl="0">
              <a:spcBef>
                <a:spcPts val="0"/>
              </a:spcBef>
              <a:spcAft>
                <a:spcPts val="0"/>
              </a:spcAft>
              <a:buClr>
                <a:schemeClr val="dk2"/>
              </a:buClr>
              <a:buSzPts val="2000"/>
              <a:buNone/>
              <a:defRPr sz="2667">
                <a:solidFill>
                  <a:schemeClr val="dk2"/>
                </a:solidFill>
              </a:defRPr>
            </a:lvl6pPr>
            <a:lvl7pPr lvl="6" rtl="0">
              <a:spcBef>
                <a:spcPts val="0"/>
              </a:spcBef>
              <a:spcAft>
                <a:spcPts val="0"/>
              </a:spcAft>
              <a:buClr>
                <a:schemeClr val="dk2"/>
              </a:buClr>
              <a:buSzPts val="2000"/>
              <a:buNone/>
              <a:defRPr sz="2667">
                <a:solidFill>
                  <a:schemeClr val="dk2"/>
                </a:solidFill>
              </a:defRPr>
            </a:lvl7pPr>
            <a:lvl8pPr lvl="7" rtl="0">
              <a:spcBef>
                <a:spcPts val="0"/>
              </a:spcBef>
              <a:spcAft>
                <a:spcPts val="0"/>
              </a:spcAft>
              <a:buClr>
                <a:schemeClr val="dk2"/>
              </a:buClr>
              <a:buSzPts val="2000"/>
              <a:buNone/>
              <a:defRPr sz="2667">
                <a:solidFill>
                  <a:schemeClr val="dk2"/>
                </a:solidFill>
              </a:defRPr>
            </a:lvl8pPr>
            <a:lvl9pPr lvl="8" rtl="0">
              <a:spcBef>
                <a:spcPts val="0"/>
              </a:spcBef>
              <a:spcAft>
                <a:spcPts val="0"/>
              </a:spcAft>
              <a:buClr>
                <a:schemeClr val="dk2"/>
              </a:buClr>
              <a:buSzPts val="2000"/>
              <a:buNone/>
              <a:defRPr sz="2667">
                <a:solidFill>
                  <a:schemeClr val="dk2"/>
                </a:solidFill>
              </a:defRPr>
            </a:lvl9pPr>
          </a:lstStyle>
          <a:p>
            <a:r>
              <a:t>xx%</a:t>
            </a:r>
          </a:p>
        </p:txBody>
      </p:sp>
      <p:sp>
        <p:nvSpPr>
          <p:cNvPr id="132" name="Google Shape;132;p16"/>
          <p:cNvSpPr txBox="1">
            <a:spLocks noGrp="1"/>
          </p:cNvSpPr>
          <p:nvPr>
            <p:ph type="title" idx="20" hasCustomPrompt="1"/>
          </p:nvPr>
        </p:nvSpPr>
        <p:spPr>
          <a:xfrm>
            <a:off x="5292752" y="4268101"/>
            <a:ext cx="1607200" cy="618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2000"/>
              <a:buNone/>
              <a:defRPr>
                <a:solidFill>
                  <a:schemeClr val="dk1"/>
                </a:solidFill>
              </a:defRPr>
            </a:lvl1pPr>
            <a:lvl2pPr lvl="1" rtl="0">
              <a:spcBef>
                <a:spcPts val="0"/>
              </a:spcBef>
              <a:spcAft>
                <a:spcPts val="0"/>
              </a:spcAft>
              <a:buClr>
                <a:schemeClr val="dk2"/>
              </a:buClr>
              <a:buSzPts val="2000"/>
              <a:buNone/>
              <a:defRPr sz="2667">
                <a:solidFill>
                  <a:schemeClr val="dk2"/>
                </a:solidFill>
              </a:defRPr>
            </a:lvl2pPr>
            <a:lvl3pPr lvl="2" rtl="0">
              <a:spcBef>
                <a:spcPts val="0"/>
              </a:spcBef>
              <a:spcAft>
                <a:spcPts val="0"/>
              </a:spcAft>
              <a:buClr>
                <a:schemeClr val="dk2"/>
              </a:buClr>
              <a:buSzPts val="2000"/>
              <a:buNone/>
              <a:defRPr sz="2667">
                <a:solidFill>
                  <a:schemeClr val="dk2"/>
                </a:solidFill>
              </a:defRPr>
            </a:lvl3pPr>
            <a:lvl4pPr lvl="3" rtl="0">
              <a:spcBef>
                <a:spcPts val="0"/>
              </a:spcBef>
              <a:spcAft>
                <a:spcPts val="0"/>
              </a:spcAft>
              <a:buClr>
                <a:schemeClr val="dk2"/>
              </a:buClr>
              <a:buSzPts val="2000"/>
              <a:buNone/>
              <a:defRPr sz="2667">
                <a:solidFill>
                  <a:schemeClr val="dk2"/>
                </a:solidFill>
              </a:defRPr>
            </a:lvl4pPr>
            <a:lvl5pPr lvl="4" rtl="0">
              <a:spcBef>
                <a:spcPts val="0"/>
              </a:spcBef>
              <a:spcAft>
                <a:spcPts val="0"/>
              </a:spcAft>
              <a:buClr>
                <a:schemeClr val="dk2"/>
              </a:buClr>
              <a:buSzPts val="2000"/>
              <a:buNone/>
              <a:defRPr sz="2667">
                <a:solidFill>
                  <a:schemeClr val="dk2"/>
                </a:solidFill>
              </a:defRPr>
            </a:lvl5pPr>
            <a:lvl6pPr lvl="5" rtl="0">
              <a:spcBef>
                <a:spcPts val="0"/>
              </a:spcBef>
              <a:spcAft>
                <a:spcPts val="0"/>
              </a:spcAft>
              <a:buClr>
                <a:schemeClr val="dk2"/>
              </a:buClr>
              <a:buSzPts val="2000"/>
              <a:buNone/>
              <a:defRPr sz="2667">
                <a:solidFill>
                  <a:schemeClr val="dk2"/>
                </a:solidFill>
              </a:defRPr>
            </a:lvl6pPr>
            <a:lvl7pPr lvl="6" rtl="0">
              <a:spcBef>
                <a:spcPts val="0"/>
              </a:spcBef>
              <a:spcAft>
                <a:spcPts val="0"/>
              </a:spcAft>
              <a:buClr>
                <a:schemeClr val="dk2"/>
              </a:buClr>
              <a:buSzPts val="2000"/>
              <a:buNone/>
              <a:defRPr sz="2667">
                <a:solidFill>
                  <a:schemeClr val="dk2"/>
                </a:solidFill>
              </a:defRPr>
            </a:lvl7pPr>
            <a:lvl8pPr lvl="7" rtl="0">
              <a:spcBef>
                <a:spcPts val="0"/>
              </a:spcBef>
              <a:spcAft>
                <a:spcPts val="0"/>
              </a:spcAft>
              <a:buClr>
                <a:schemeClr val="dk2"/>
              </a:buClr>
              <a:buSzPts val="2000"/>
              <a:buNone/>
              <a:defRPr sz="2667">
                <a:solidFill>
                  <a:schemeClr val="dk2"/>
                </a:solidFill>
              </a:defRPr>
            </a:lvl8pPr>
            <a:lvl9pPr lvl="8" rtl="0">
              <a:spcBef>
                <a:spcPts val="0"/>
              </a:spcBef>
              <a:spcAft>
                <a:spcPts val="0"/>
              </a:spcAft>
              <a:buClr>
                <a:schemeClr val="dk2"/>
              </a:buClr>
              <a:buSzPts val="2000"/>
              <a:buNone/>
              <a:defRPr sz="2667">
                <a:solidFill>
                  <a:schemeClr val="dk2"/>
                </a:solidFill>
              </a:defRPr>
            </a:lvl9pPr>
          </a:lstStyle>
          <a:p>
            <a:r>
              <a:t>xx%</a:t>
            </a:r>
          </a:p>
        </p:txBody>
      </p:sp>
      <p:sp>
        <p:nvSpPr>
          <p:cNvPr id="133" name="Google Shape;133;p16"/>
          <p:cNvSpPr txBox="1">
            <a:spLocks noGrp="1"/>
          </p:cNvSpPr>
          <p:nvPr>
            <p:ph type="title" idx="21" hasCustomPrompt="1"/>
          </p:nvPr>
        </p:nvSpPr>
        <p:spPr>
          <a:xfrm>
            <a:off x="8749228" y="4268101"/>
            <a:ext cx="1607200" cy="618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2000"/>
              <a:buNone/>
              <a:defRPr>
                <a:solidFill>
                  <a:schemeClr val="dk1"/>
                </a:solidFill>
              </a:defRPr>
            </a:lvl1pPr>
            <a:lvl2pPr lvl="1" rtl="0">
              <a:spcBef>
                <a:spcPts val="0"/>
              </a:spcBef>
              <a:spcAft>
                <a:spcPts val="0"/>
              </a:spcAft>
              <a:buClr>
                <a:schemeClr val="dk2"/>
              </a:buClr>
              <a:buSzPts val="2000"/>
              <a:buNone/>
              <a:defRPr sz="2667">
                <a:solidFill>
                  <a:schemeClr val="dk2"/>
                </a:solidFill>
              </a:defRPr>
            </a:lvl2pPr>
            <a:lvl3pPr lvl="2" rtl="0">
              <a:spcBef>
                <a:spcPts val="0"/>
              </a:spcBef>
              <a:spcAft>
                <a:spcPts val="0"/>
              </a:spcAft>
              <a:buClr>
                <a:schemeClr val="dk2"/>
              </a:buClr>
              <a:buSzPts val="2000"/>
              <a:buNone/>
              <a:defRPr sz="2667">
                <a:solidFill>
                  <a:schemeClr val="dk2"/>
                </a:solidFill>
              </a:defRPr>
            </a:lvl3pPr>
            <a:lvl4pPr lvl="3" rtl="0">
              <a:spcBef>
                <a:spcPts val="0"/>
              </a:spcBef>
              <a:spcAft>
                <a:spcPts val="0"/>
              </a:spcAft>
              <a:buClr>
                <a:schemeClr val="dk2"/>
              </a:buClr>
              <a:buSzPts val="2000"/>
              <a:buNone/>
              <a:defRPr sz="2667">
                <a:solidFill>
                  <a:schemeClr val="dk2"/>
                </a:solidFill>
              </a:defRPr>
            </a:lvl4pPr>
            <a:lvl5pPr lvl="4" rtl="0">
              <a:spcBef>
                <a:spcPts val="0"/>
              </a:spcBef>
              <a:spcAft>
                <a:spcPts val="0"/>
              </a:spcAft>
              <a:buClr>
                <a:schemeClr val="dk2"/>
              </a:buClr>
              <a:buSzPts val="2000"/>
              <a:buNone/>
              <a:defRPr sz="2667">
                <a:solidFill>
                  <a:schemeClr val="dk2"/>
                </a:solidFill>
              </a:defRPr>
            </a:lvl5pPr>
            <a:lvl6pPr lvl="5" rtl="0">
              <a:spcBef>
                <a:spcPts val="0"/>
              </a:spcBef>
              <a:spcAft>
                <a:spcPts val="0"/>
              </a:spcAft>
              <a:buClr>
                <a:schemeClr val="dk2"/>
              </a:buClr>
              <a:buSzPts val="2000"/>
              <a:buNone/>
              <a:defRPr sz="2667">
                <a:solidFill>
                  <a:schemeClr val="dk2"/>
                </a:solidFill>
              </a:defRPr>
            </a:lvl6pPr>
            <a:lvl7pPr lvl="6" rtl="0">
              <a:spcBef>
                <a:spcPts val="0"/>
              </a:spcBef>
              <a:spcAft>
                <a:spcPts val="0"/>
              </a:spcAft>
              <a:buClr>
                <a:schemeClr val="dk2"/>
              </a:buClr>
              <a:buSzPts val="2000"/>
              <a:buNone/>
              <a:defRPr sz="2667">
                <a:solidFill>
                  <a:schemeClr val="dk2"/>
                </a:solidFill>
              </a:defRPr>
            </a:lvl7pPr>
            <a:lvl8pPr lvl="7" rtl="0">
              <a:spcBef>
                <a:spcPts val="0"/>
              </a:spcBef>
              <a:spcAft>
                <a:spcPts val="0"/>
              </a:spcAft>
              <a:buClr>
                <a:schemeClr val="dk2"/>
              </a:buClr>
              <a:buSzPts val="2000"/>
              <a:buNone/>
              <a:defRPr sz="2667">
                <a:solidFill>
                  <a:schemeClr val="dk2"/>
                </a:solidFill>
              </a:defRPr>
            </a:lvl8pPr>
            <a:lvl9pPr lvl="8" rtl="0">
              <a:spcBef>
                <a:spcPts val="0"/>
              </a:spcBef>
              <a:spcAft>
                <a:spcPts val="0"/>
              </a:spcAft>
              <a:buClr>
                <a:schemeClr val="dk2"/>
              </a:buClr>
              <a:buSzPts val="2000"/>
              <a:buNone/>
              <a:defRPr sz="2667">
                <a:solidFill>
                  <a:schemeClr val="dk2"/>
                </a:solidFill>
              </a:defRPr>
            </a:lvl9pPr>
          </a:lstStyle>
          <a:p>
            <a:r>
              <a:t>xx%</a:t>
            </a:r>
          </a:p>
        </p:txBody>
      </p:sp>
    </p:spTree>
    <p:extLst>
      <p:ext uri="{BB962C8B-B14F-4D97-AF65-F5344CB8AC3E}">
        <p14:creationId xmlns:p14="http://schemas.microsoft.com/office/powerpoint/2010/main" val="3718539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Two Columns 2">
  <p:cSld name="Title + Two Columns 2">
    <p:spTree>
      <p:nvGrpSpPr>
        <p:cNvPr id="1" name="Shape 134"/>
        <p:cNvGrpSpPr/>
        <p:nvPr/>
      </p:nvGrpSpPr>
      <p:grpSpPr>
        <a:xfrm>
          <a:off x="0" y="0"/>
          <a:ext cx="0" cy="0"/>
          <a:chOff x="0" y="0"/>
          <a:chExt cx="0" cy="0"/>
        </a:xfrm>
      </p:grpSpPr>
      <p:sp>
        <p:nvSpPr>
          <p:cNvPr id="135" name="Google Shape;135;p17"/>
          <p:cNvSpPr/>
          <p:nvPr/>
        </p:nvSpPr>
        <p:spPr>
          <a:xfrm>
            <a:off x="-9796" y="2867564"/>
            <a:ext cx="234800" cy="2474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36" name="Google Shape;136;p17"/>
          <p:cNvSpPr/>
          <p:nvPr/>
        </p:nvSpPr>
        <p:spPr>
          <a:xfrm rot="10800000">
            <a:off x="11957201" y="0"/>
            <a:ext cx="234800" cy="2474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37" name="Google Shape;137;p17"/>
          <p:cNvSpPr txBox="1">
            <a:spLocks noGrp="1"/>
          </p:cNvSpPr>
          <p:nvPr>
            <p:ph type="title"/>
          </p:nvPr>
        </p:nvSpPr>
        <p:spPr>
          <a:xfrm>
            <a:off x="962068" y="650367"/>
            <a:ext cx="3599600" cy="956400"/>
          </a:xfrm>
          <a:prstGeom prst="rect">
            <a:avLst/>
          </a:prstGeom>
          <a:solidFill>
            <a:schemeClr val="accent1"/>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38" name="Google Shape;138;p17"/>
          <p:cNvSpPr txBox="1">
            <a:spLocks noGrp="1"/>
          </p:cNvSpPr>
          <p:nvPr>
            <p:ph type="title" idx="2"/>
          </p:nvPr>
        </p:nvSpPr>
        <p:spPr>
          <a:xfrm>
            <a:off x="798801" y="1988227"/>
            <a:ext cx="3926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667"/>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r>
              <a:rPr lang="fr-FR"/>
              <a:t>Modifiez le style du titre</a:t>
            </a:r>
            <a:endParaRPr/>
          </a:p>
        </p:txBody>
      </p:sp>
      <p:sp>
        <p:nvSpPr>
          <p:cNvPr id="139" name="Google Shape;139;p17"/>
          <p:cNvSpPr txBox="1">
            <a:spLocks noGrp="1"/>
          </p:cNvSpPr>
          <p:nvPr>
            <p:ph type="title" idx="3"/>
          </p:nvPr>
        </p:nvSpPr>
        <p:spPr>
          <a:xfrm>
            <a:off x="798812" y="3538832"/>
            <a:ext cx="3926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667"/>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r>
              <a:rPr lang="fr-FR"/>
              <a:t>Modifiez le style du titre</a:t>
            </a:r>
            <a:endParaRPr/>
          </a:p>
        </p:txBody>
      </p:sp>
      <p:sp>
        <p:nvSpPr>
          <p:cNvPr id="140" name="Google Shape;140;p17"/>
          <p:cNvSpPr txBox="1">
            <a:spLocks noGrp="1"/>
          </p:cNvSpPr>
          <p:nvPr>
            <p:ph type="subTitle" idx="1"/>
          </p:nvPr>
        </p:nvSpPr>
        <p:spPr>
          <a:xfrm>
            <a:off x="1259801" y="2502773"/>
            <a:ext cx="3004000" cy="81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41" name="Google Shape;141;p17"/>
          <p:cNvSpPr txBox="1">
            <a:spLocks noGrp="1"/>
          </p:cNvSpPr>
          <p:nvPr>
            <p:ph type="subTitle" idx="4"/>
          </p:nvPr>
        </p:nvSpPr>
        <p:spPr>
          <a:xfrm>
            <a:off x="1259792" y="4053379"/>
            <a:ext cx="3004000" cy="81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Tree>
    <p:extLst>
      <p:ext uri="{BB962C8B-B14F-4D97-AF65-F5344CB8AC3E}">
        <p14:creationId xmlns:p14="http://schemas.microsoft.com/office/powerpoint/2010/main" val="3833582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Three Columns">
  <p:cSld name="Title + Three Columns">
    <p:spTree>
      <p:nvGrpSpPr>
        <p:cNvPr id="1" name="Shape 142"/>
        <p:cNvGrpSpPr/>
        <p:nvPr/>
      </p:nvGrpSpPr>
      <p:grpSpPr>
        <a:xfrm>
          <a:off x="0" y="0"/>
          <a:ext cx="0" cy="0"/>
          <a:chOff x="0" y="0"/>
          <a:chExt cx="0" cy="0"/>
        </a:xfrm>
      </p:grpSpPr>
      <p:sp>
        <p:nvSpPr>
          <p:cNvPr id="143" name="Google Shape;143;p18"/>
          <p:cNvSpPr/>
          <p:nvPr/>
        </p:nvSpPr>
        <p:spPr>
          <a:xfrm rot="-5400000">
            <a:off x="10718401" y="-1238800"/>
            <a:ext cx="234800" cy="2712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44" name="Google Shape;144;p18"/>
          <p:cNvSpPr/>
          <p:nvPr/>
        </p:nvSpPr>
        <p:spPr>
          <a:xfrm>
            <a:off x="1" y="5901600"/>
            <a:ext cx="234800" cy="956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45" name="Google Shape;145;p18"/>
          <p:cNvSpPr/>
          <p:nvPr/>
        </p:nvSpPr>
        <p:spPr>
          <a:xfrm>
            <a:off x="11957068" y="5903500"/>
            <a:ext cx="234800" cy="956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46" name="Google Shape;146;p18"/>
          <p:cNvSpPr txBox="1">
            <a:spLocks noGrp="1"/>
          </p:cNvSpPr>
          <p:nvPr>
            <p:ph type="title"/>
          </p:nvPr>
        </p:nvSpPr>
        <p:spPr>
          <a:xfrm>
            <a:off x="799772" y="650367"/>
            <a:ext cx="8526800" cy="956400"/>
          </a:xfrm>
          <a:prstGeom prst="rect">
            <a:avLst/>
          </a:prstGeom>
          <a:solidFill>
            <a:schemeClr val="accent1"/>
          </a:solidFill>
          <a:ln>
            <a:noFill/>
          </a:ln>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47" name="Google Shape;147;p18"/>
          <p:cNvSpPr txBox="1">
            <a:spLocks noGrp="1"/>
          </p:cNvSpPr>
          <p:nvPr>
            <p:ph type="subTitle" idx="1"/>
          </p:nvPr>
        </p:nvSpPr>
        <p:spPr>
          <a:xfrm>
            <a:off x="1291868" y="5157271"/>
            <a:ext cx="2898000" cy="930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48" name="Google Shape;148;p18"/>
          <p:cNvSpPr txBox="1">
            <a:spLocks noGrp="1"/>
          </p:cNvSpPr>
          <p:nvPr>
            <p:ph type="subTitle" idx="2"/>
          </p:nvPr>
        </p:nvSpPr>
        <p:spPr>
          <a:xfrm>
            <a:off x="4646948" y="5157271"/>
            <a:ext cx="2898000" cy="930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49" name="Google Shape;149;p18"/>
          <p:cNvSpPr txBox="1">
            <a:spLocks noGrp="1"/>
          </p:cNvSpPr>
          <p:nvPr>
            <p:ph type="subTitle" idx="3"/>
          </p:nvPr>
        </p:nvSpPr>
        <p:spPr>
          <a:xfrm>
            <a:off x="8036364" y="5157271"/>
            <a:ext cx="2898000" cy="930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50" name="Google Shape;150;p18"/>
          <p:cNvSpPr txBox="1">
            <a:spLocks noGrp="1"/>
          </p:cNvSpPr>
          <p:nvPr>
            <p:ph type="title" idx="4" hasCustomPrompt="1"/>
          </p:nvPr>
        </p:nvSpPr>
        <p:spPr>
          <a:xfrm>
            <a:off x="1795868" y="4304301"/>
            <a:ext cx="1890000" cy="93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800"/>
              <a:buNone/>
              <a:defRPr sz="4667"/>
            </a:lvl1pPr>
            <a:lvl2pPr lvl="1" algn="ctr" rtl="0">
              <a:spcBef>
                <a:spcPts val="0"/>
              </a:spcBef>
              <a:spcAft>
                <a:spcPts val="0"/>
              </a:spcAft>
              <a:buClr>
                <a:schemeClr val="lt1"/>
              </a:buClr>
              <a:buSzPts val="3800"/>
              <a:buNone/>
              <a:defRPr sz="5067">
                <a:solidFill>
                  <a:schemeClr val="lt1"/>
                </a:solidFill>
              </a:defRPr>
            </a:lvl2pPr>
            <a:lvl3pPr lvl="2" algn="ctr" rtl="0">
              <a:spcBef>
                <a:spcPts val="0"/>
              </a:spcBef>
              <a:spcAft>
                <a:spcPts val="0"/>
              </a:spcAft>
              <a:buClr>
                <a:schemeClr val="lt1"/>
              </a:buClr>
              <a:buSzPts val="3800"/>
              <a:buNone/>
              <a:defRPr sz="5067">
                <a:solidFill>
                  <a:schemeClr val="lt1"/>
                </a:solidFill>
              </a:defRPr>
            </a:lvl3pPr>
            <a:lvl4pPr lvl="3" algn="ctr" rtl="0">
              <a:spcBef>
                <a:spcPts val="0"/>
              </a:spcBef>
              <a:spcAft>
                <a:spcPts val="0"/>
              </a:spcAft>
              <a:buClr>
                <a:schemeClr val="lt1"/>
              </a:buClr>
              <a:buSzPts val="3800"/>
              <a:buNone/>
              <a:defRPr sz="5067">
                <a:solidFill>
                  <a:schemeClr val="lt1"/>
                </a:solidFill>
              </a:defRPr>
            </a:lvl4pPr>
            <a:lvl5pPr lvl="4" algn="ctr" rtl="0">
              <a:spcBef>
                <a:spcPts val="0"/>
              </a:spcBef>
              <a:spcAft>
                <a:spcPts val="0"/>
              </a:spcAft>
              <a:buClr>
                <a:schemeClr val="lt1"/>
              </a:buClr>
              <a:buSzPts val="3800"/>
              <a:buNone/>
              <a:defRPr sz="5067">
                <a:solidFill>
                  <a:schemeClr val="lt1"/>
                </a:solidFill>
              </a:defRPr>
            </a:lvl5pPr>
            <a:lvl6pPr lvl="5" algn="ctr" rtl="0">
              <a:spcBef>
                <a:spcPts val="0"/>
              </a:spcBef>
              <a:spcAft>
                <a:spcPts val="0"/>
              </a:spcAft>
              <a:buClr>
                <a:schemeClr val="lt1"/>
              </a:buClr>
              <a:buSzPts val="3800"/>
              <a:buNone/>
              <a:defRPr sz="5067">
                <a:solidFill>
                  <a:schemeClr val="lt1"/>
                </a:solidFill>
              </a:defRPr>
            </a:lvl6pPr>
            <a:lvl7pPr lvl="6" algn="ctr" rtl="0">
              <a:spcBef>
                <a:spcPts val="0"/>
              </a:spcBef>
              <a:spcAft>
                <a:spcPts val="0"/>
              </a:spcAft>
              <a:buClr>
                <a:schemeClr val="lt1"/>
              </a:buClr>
              <a:buSzPts val="3800"/>
              <a:buNone/>
              <a:defRPr sz="5067">
                <a:solidFill>
                  <a:schemeClr val="lt1"/>
                </a:solidFill>
              </a:defRPr>
            </a:lvl7pPr>
            <a:lvl8pPr lvl="7" algn="ctr" rtl="0">
              <a:spcBef>
                <a:spcPts val="0"/>
              </a:spcBef>
              <a:spcAft>
                <a:spcPts val="0"/>
              </a:spcAft>
              <a:buClr>
                <a:schemeClr val="lt1"/>
              </a:buClr>
              <a:buSzPts val="3800"/>
              <a:buNone/>
              <a:defRPr sz="5067">
                <a:solidFill>
                  <a:schemeClr val="lt1"/>
                </a:solidFill>
              </a:defRPr>
            </a:lvl8pPr>
            <a:lvl9pPr lvl="8" algn="ctr" rtl="0">
              <a:spcBef>
                <a:spcPts val="0"/>
              </a:spcBef>
              <a:spcAft>
                <a:spcPts val="0"/>
              </a:spcAft>
              <a:buClr>
                <a:schemeClr val="lt1"/>
              </a:buClr>
              <a:buSzPts val="3800"/>
              <a:buNone/>
              <a:defRPr sz="5067">
                <a:solidFill>
                  <a:schemeClr val="lt1"/>
                </a:solidFill>
              </a:defRPr>
            </a:lvl9pPr>
          </a:lstStyle>
          <a:p>
            <a:r>
              <a:t>xx%</a:t>
            </a:r>
          </a:p>
        </p:txBody>
      </p:sp>
      <p:sp>
        <p:nvSpPr>
          <p:cNvPr id="151" name="Google Shape;151;p18"/>
          <p:cNvSpPr txBox="1">
            <a:spLocks noGrp="1"/>
          </p:cNvSpPr>
          <p:nvPr>
            <p:ph type="title" idx="5" hasCustomPrompt="1"/>
          </p:nvPr>
        </p:nvSpPr>
        <p:spPr>
          <a:xfrm>
            <a:off x="5151001" y="4304301"/>
            <a:ext cx="1890000" cy="93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800"/>
              <a:buNone/>
              <a:defRPr sz="4667"/>
            </a:lvl1pPr>
            <a:lvl2pPr lvl="1" algn="ctr" rtl="0">
              <a:spcBef>
                <a:spcPts val="0"/>
              </a:spcBef>
              <a:spcAft>
                <a:spcPts val="0"/>
              </a:spcAft>
              <a:buClr>
                <a:schemeClr val="lt1"/>
              </a:buClr>
              <a:buSzPts val="3800"/>
              <a:buNone/>
              <a:defRPr sz="5067">
                <a:solidFill>
                  <a:schemeClr val="lt1"/>
                </a:solidFill>
              </a:defRPr>
            </a:lvl2pPr>
            <a:lvl3pPr lvl="2" algn="ctr" rtl="0">
              <a:spcBef>
                <a:spcPts val="0"/>
              </a:spcBef>
              <a:spcAft>
                <a:spcPts val="0"/>
              </a:spcAft>
              <a:buClr>
                <a:schemeClr val="lt1"/>
              </a:buClr>
              <a:buSzPts val="3800"/>
              <a:buNone/>
              <a:defRPr sz="5067">
                <a:solidFill>
                  <a:schemeClr val="lt1"/>
                </a:solidFill>
              </a:defRPr>
            </a:lvl3pPr>
            <a:lvl4pPr lvl="3" algn="ctr" rtl="0">
              <a:spcBef>
                <a:spcPts val="0"/>
              </a:spcBef>
              <a:spcAft>
                <a:spcPts val="0"/>
              </a:spcAft>
              <a:buClr>
                <a:schemeClr val="lt1"/>
              </a:buClr>
              <a:buSzPts val="3800"/>
              <a:buNone/>
              <a:defRPr sz="5067">
                <a:solidFill>
                  <a:schemeClr val="lt1"/>
                </a:solidFill>
              </a:defRPr>
            </a:lvl4pPr>
            <a:lvl5pPr lvl="4" algn="ctr" rtl="0">
              <a:spcBef>
                <a:spcPts val="0"/>
              </a:spcBef>
              <a:spcAft>
                <a:spcPts val="0"/>
              </a:spcAft>
              <a:buClr>
                <a:schemeClr val="lt1"/>
              </a:buClr>
              <a:buSzPts val="3800"/>
              <a:buNone/>
              <a:defRPr sz="5067">
                <a:solidFill>
                  <a:schemeClr val="lt1"/>
                </a:solidFill>
              </a:defRPr>
            </a:lvl5pPr>
            <a:lvl6pPr lvl="5" algn="ctr" rtl="0">
              <a:spcBef>
                <a:spcPts val="0"/>
              </a:spcBef>
              <a:spcAft>
                <a:spcPts val="0"/>
              </a:spcAft>
              <a:buClr>
                <a:schemeClr val="lt1"/>
              </a:buClr>
              <a:buSzPts val="3800"/>
              <a:buNone/>
              <a:defRPr sz="5067">
                <a:solidFill>
                  <a:schemeClr val="lt1"/>
                </a:solidFill>
              </a:defRPr>
            </a:lvl6pPr>
            <a:lvl7pPr lvl="6" algn="ctr" rtl="0">
              <a:spcBef>
                <a:spcPts val="0"/>
              </a:spcBef>
              <a:spcAft>
                <a:spcPts val="0"/>
              </a:spcAft>
              <a:buClr>
                <a:schemeClr val="lt1"/>
              </a:buClr>
              <a:buSzPts val="3800"/>
              <a:buNone/>
              <a:defRPr sz="5067">
                <a:solidFill>
                  <a:schemeClr val="lt1"/>
                </a:solidFill>
              </a:defRPr>
            </a:lvl7pPr>
            <a:lvl8pPr lvl="7" algn="ctr" rtl="0">
              <a:spcBef>
                <a:spcPts val="0"/>
              </a:spcBef>
              <a:spcAft>
                <a:spcPts val="0"/>
              </a:spcAft>
              <a:buClr>
                <a:schemeClr val="lt1"/>
              </a:buClr>
              <a:buSzPts val="3800"/>
              <a:buNone/>
              <a:defRPr sz="5067">
                <a:solidFill>
                  <a:schemeClr val="lt1"/>
                </a:solidFill>
              </a:defRPr>
            </a:lvl8pPr>
            <a:lvl9pPr lvl="8" algn="ctr" rtl="0">
              <a:spcBef>
                <a:spcPts val="0"/>
              </a:spcBef>
              <a:spcAft>
                <a:spcPts val="0"/>
              </a:spcAft>
              <a:buClr>
                <a:schemeClr val="lt1"/>
              </a:buClr>
              <a:buSzPts val="3800"/>
              <a:buNone/>
              <a:defRPr sz="5067">
                <a:solidFill>
                  <a:schemeClr val="lt1"/>
                </a:solidFill>
              </a:defRPr>
            </a:lvl9pPr>
          </a:lstStyle>
          <a:p>
            <a:r>
              <a:t>xx%</a:t>
            </a:r>
          </a:p>
        </p:txBody>
      </p:sp>
      <p:sp>
        <p:nvSpPr>
          <p:cNvPr id="152" name="Google Shape;152;p18"/>
          <p:cNvSpPr txBox="1">
            <a:spLocks noGrp="1"/>
          </p:cNvSpPr>
          <p:nvPr>
            <p:ph type="title" idx="6" hasCustomPrompt="1"/>
          </p:nvPr>
        </p:nvSpPr>
        <p:spPr>
          <a:xfrm>
            <a:off x="8506135" y="4299668"/>
            <a:ext cx="1890000" cy="93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800"/>
              <a:buNone/>
              <a:defRPr sz="4667"/>
            </a:lvl1pPr>
            <a:lvl2pPr lvl="1" algn="ctr" rtl="0">
              <a:spcBef>
                <a:spcPts val="0"/>
              </a:spcBef>
              <a:spcAft>
                <a:spcPts val="0"/>
              </a:spcAft>
              <a:buClr>
                <a:schemeClr val="lt1"/>
              </a:buClr>
              <a:buSzPts val="3800"/>
              <a:buNone/>
              <a:defRPr sz="5067">
                <a:solidFill>
                  <a:schemeClr val="lt1"/>
                </a:solidFill>
              </a:defRPr>
            </a:lvl2pPr>
            <a:lvl3pPr lvl="2" algn="ctr" rtl="0">
              <a:spcBef>
                <a:spcPts val="0"/>
              </a:spcBef>
              <a:spcAft>
                <a:spcPts val="0"/>
              </a:spcAft>
              <a:buClr>
                <a:schemeClr val="lt1"/>
              </a:buClr>
              <a:buSzPts val="3800"/>
              <a:buNone/>
              <a:defRPr sz="5067">
                <a:solidFill>
                  <a:schemeClr val="lt1"/>
                </a:solidFill>
              </a:defRPr>
            </a:lvl3pPr>
            <a:lvl4pPr lvl="3" algn="ctr" rtl="0">
              <a:spcBef>
                <a:spcPts val="0"/>
              </a:spcBef>
              <a:spcAft>
                <a:spcPts val="0"/>
              </a:spcAft>
              <a:buClr>
                <a:schemeClr val="lt1"/>
              </a:buClr>
              <a:buSzPts val="3800"/>
              <a:buNone/>
              <a:defRPr sz="5067">
                <a:solidFill>
                  <a:schemeClr val="lt1"/>
                </a:solidFill>
              </a:defRPr>
            </a:lvl4pPr>
            <a:lvl5pPr lvl="4" algn="ctr" rtl="0">
              <a:spcBef>
                <a:spcPts val="0"/>
              </a:spcBef>
              <a:spcAft>
                <a:spcPts val="0"/>
              </a:spcAft>
              <a:buClr>
                <a:schemeClr val="lt1"/>
              </a:buClr>
              <a:buSzPts val="3800"/>
              <a:buNone/>
              <a:defRPr sz="5067">
                <a:solidFill>
                  <a:schemeClr val="lt1"/>
                </a:solidFill>
              </a:defRPr>
            </a:lvl5pPr>
            <a:lvl6pPr lvl="5" algn="ctr" rtl="0">
              <a:spcBef>
                <a:spcPts val="0"/>
              </a:spcBef>
              <a:spcAft>
                <a:spcPts val="0"/>
              </a:spcAft>
              <a:buClr>
                <a:schemeClr val="lt1"/>
              </a:buClr>
              <a:buSzPts val="3800"/>
              <a:buNone/>
              <a:defRPr sz="5067">
                <a:solidFill>
                  <a:schemeClr val="lt1"/>
                </a:solidFill>
              </a:defRPr>
            </a:lvl6pPr>
            <a:lvl7pPr lvl="6" algn="ctr" rtl="0">
              <a:spcBef>
                <a:spcPts val="0"/>
              </a:spcBef>
              <a:spcAft>
                <a:spcPts val="0"/>
              </a:spcAft>
              <a:buClr>
                <a:schemeClr val="lt1"/>
              </a:buClr>
              <a:buSzPts val="3800"/>
              <a:buNone/>
              <a:defRPr sz="5067">
                <a:solidFill>
                  <a:schemeClr val="lt1"/>
                </a:solidFill>
              </a:defRPr>
            </a:lvl7pPr>
            <a:lvl8pPr lvl="7" algn="ctr" rtl="0">
              <a:spcBef>
                <a:spcPts val="0"/>
              </a:spcBef>
              <a:spcAft>
                <a:spcPts val="0"/>
              </a:spcAft>
              <a:buClr>
                <a:schemeClr val="lt1"/>
              </a:buClr>
              <a:buSzPts val="3800"/>
              <a:buNone/>
              <a:defRPr sz="5067">
                <a:solidFill>
                  <a:schemeClr val="lt1"/>
                </a:solidFill>
              </a:defRPr>
            </a:lvl8pPr>
            <a:lvl9pPr lvl="8" algn="ctr" rtl="0">
              <a:spcBef>
                <a:spcPts val="0"/>
              </a:spcBef>
              <a:spcAft>
                <a:spcPts val="0"/>
              </a:spcAft>
              <a:buClr>
                <a:schemeClr val="lt1"/>
              </a:buClr>
              <a:buSzPts val="3800"/>
              <a:buNone/>
              <a:defRPr sz="5067">
                <a:solidFill>
                  <a:schemeClr val="lt1"/>
                </a:solidFill>
              </a:defRPr>
            </a:lvl9pPr>
          </a:lstStyle>
          <a:p>
            <a:r>
              <a:t>xx%</a:t>
            </a:r>
          </a:p>
        </p:txBody>
      </p:sp>
    </p:spTree>
    <p:extLst>
      <p:ext uri="{BB962C8B-B14F-4D97-AF65-F5344CB8AC3E}">
        <p14:creationId xmlns:p14="http://schemas.microsoft.com/office/powerpoint/2010/main" val="1157885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ly Title 1">
  <p:cSld name="Only Title 1">
    <p:spTree>
      <p:nvGrpSpPr>
        <p:cNvPr id="1" name="Shape 153"/>
        <p:cNvGrpSpPr/>
        <p:nvPr/>
      </p:nvGrpSpPr>
      <p:grpSpPr>
        <a:xfrm>
          <a:off x="0" y="0"/>
          <a:ext cx="0" cy="0"/>
          <a:chOff x="0" y="0"/>
          <a:chExt cx="0" cy="0"/>
        </a:xfrm>
      </p:grpSpPr>
      <p:sp>
        <p:nvSpPr>
          <p:cNvPr id="154" name="Google Shape;154;p19"/>
          <p:cNvSpPr txBox="1">
            <a:spLocks noGrp="1"/>
          </p:cNvSpPr>
          <p:nvPr>
            <p:ph type="title"/>
          </p:nvPr>
        </p:nvSpPr>
        <p:spPr>
          <a:xfrm>
            <a:off x="1976267" y="650367"/>
            <a:ext cx="9414400" cy="9560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55" name="Google Shape;155;p19"/>
          <p:cNvSpPr/>
          <p:nvPr/>
        </p:nvSpPr>
        <p:spPr>
          <a:xfrm>
            <a:off x="1" y="0"/>
            <a:ext cx="234800" cy="2547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56" name="Google Shape;156;p19"/>
          <p:cNvSpPr/>
          <p:nvPr/>
        </p:nvSpPr>
        <p:spPr>
          <a:xfrm>
            <a:off x="11960468" y="5901433"/>
            <a:ext cx="234800" cy="956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36042121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ly Title 2">
  <p:cSld name="Only Title 2">
    <p:spTree>
      <p:nvGrpSpPr>
        <p:cNvPr id="1" name="Shape 157"/>
        <p:cNvGrpSpPr/>
        <p:nvPr/>
      </p:nvGrpSpPr>
      <p:grpSpPr>
        <a:xfrm>
          <a:off x="0" y="0"/>
          <a:ext cx="0" cy="0"/>
          <a:chOff x="0" y="0"/>
          <a:chExt cx="0" cy="0"/>
        </a:xfrm>
      </p:grpSpPr>
      <p:sp>
        <p:nvSpPr>
          <p:cNvPr id="158" name="Google Shape;158;p20"/>
          <p:cNvSpPr txBox="1">
            <a:spLocks noGrp="1"/>
          </p:cNvSpPr>
          <p:nvPr>
            <p:ph type="title"/>
          </p:nvPr>
        </p:nvSpPr>
        <p:spPr>
          <a:xfrm>
            <a:off x="798800" y="650367"/>
            <a:ext cx="10592000" cy="956000"/>
          </a:xfrm>
          <a:prstGeom prst="rect">
            <a:avLst/>
          </a:prstGeom>
          <a:solidFill>
            <a:schemeClr val="accent1"/>
          </a:solid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59" name="Google Shape;159;p20"/>
          <p:cNvSpPr/>
          <p:nvPr/>
        </p:nvSpPr>
        <p:spPr>
          <a:xfrm rot="-5400000">
            <a:off x="11063800" y="-893400"/>
            <a:ext cx="234800" cy="2021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60" name="Google Shape;160;p20"/>
          <p:cNvSpPr/>
          <p:nvPr/>
        </p:nvSpPr>
        <p:spPr>
          <a:xfrm rot="-5400000">
            <a:off x="893400" y="5729800"/>
            <a:ext cx="234800" cy="2021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5719966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ly Title 3">
  <p:cSld name="Only Title 3">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flipH="1">
            <a:off x="810431" y="650367"/>
            <a:ext cx="9425600" cy="9560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63" name="Google Shape;163;p21"/>
          <p:cNvSpPr/>
          <p:nvPr/>
        </p:nvSpPr>
        <p:spPr>
          <a:xfrm>
            <a:off x="11957201" y="0"/>
            <a:ext cx="234800" cy="2547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64" name="Google Shape;164;p21"/>
          <p:cNvSpPr/>
          <p:nvPr/>
        </p:nvSpPr>
        <p:spPr>
          <a:xfrm>
            <a:off x="-15" y="5903500"/>
            <a:ext cx="234800" cy="956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16689326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ly Title 4">
  <p:cSld name="Only Title 4">
    <p:spTree>
      <p:nvGrpSpPr>
        <p:cNvPr id="1" name="Shape 165"/>
        <p:cNvGrpSpPr/>
        <p:nvPr/>
      </p:nvGrpSpPr>
      <p:grpSpPr>
        <a:xfrm>
          <a:off x="0" y="0"/>
          <a:ext cx="0" cy="0"/>
          <a:chOff x="0" y="0"/>
          <a:chExt cx="0" cy="0"/>
        </a:xfrm>
      </p:grpSpPr>
      <p:sp>
        <p:nvSpPr>
          <p:cNvPr id="166" name="Google Shape;166;p22"/>
          <p:cNvSpPr txBox="1">
            <a:spLocks noGrp="1"/>
          </p:cNvSpPr>
          <p:nvPr>
            <p:ph type="title"/>
          </p:nvPr>
        </p:nvSpPr>
        <p:spPr>
          <a:xfrm flipH="1">
            <a:off x="1189200" y="721189"/>
            <a:ext cx="9809600" cy="8128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67" name="Google Shape;167;p22"/>
          <p:cNvSpPr/>
          <p:nvPr/>
        </p:nvSpPr>
        <p:spPr>
          <a:xfrm>
            <a:off x="11957201" y="-12"/>
            <a:ext cx="234800" cy="3562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68" name="Google Shape;168;p22"/>
          <p:cNvSpPr/>
          <p:nvPr/>
        </p:nvSpPr>
        <p:spPr>
          <a:xfrm rot="5400000">
            <a:off x="2454401" y="4168801"/>
            <a:ext cx="234800" cy="5143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41514345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Three Columns 2">
  <p:cSld name="Title + Three Columns 2">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7817433" y="789400"/>
            <a:ext cx="2814000" cy="64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71" name="Google Shape;171;p23"/>
          <p:cNvSpPr txBox="1">
            <a:spLocks noGrp="1"/>
          </p:cNvSpPr>
          <p:nvPr>
            <p:ph type="subTitle" idx="1"/>
          </p:nvPr>
        </p:nvSpPr>
        <p:spPr>
          <a:xfrm>
            <a:off x="7817433" y="1311653"/>
            <a:ext cx="2814000" cy="81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72" name="Google Shape;172;p23"/>
          <p:cNvSpPr txBox="1">
            <a:spLocks noGrp="1"/>
          </p:cNvSpPr>
          <p:nvPr>
            <p:ph type="title" idx="2"/>
          </p:nvPr>
        </p:nvSpPr>
        <p:spPr>
          <a:xfrm>
            <a:off x="7817436" y="2733095"/>
            <a:ext cx="2814000" cy="64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73" name="Google Shape;173;p23"/>
          <p:cNvSpPr txBox="1">
            <a:spLocks noGrp="1"/>
          </p:cNvSpPr>
          <p:nvPr>
            <p:ph type="subTitle" idx="3"/>
          </p:nvPr>
        </p:nvSpPr>
        <p:spPr>
          <a:xfrm>
            <a:off x="7817433" y="3255348"/>
            <a:ext cx="2814000" cy="81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74" name="Google Shape;174;p23"/>
          <p:cNvSpPr txBox="1">
            <a:spLocks noGrp="1"/>
          </p:cNvSpPr>
          <p:nvPr>
            <p:ph type="title" idx="4"/>
          </p:nvPr>
        </p:nvSpPr>
        <p:spPr>
          <a:xfrm>
            <a:off x="7817436" y="4676760"/>
            <a:ext cx="2814000" cy="64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None/>
              <a:defRPr sz="2667"/>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r>
              <a:rPr lang="fr-FR"/>
              <a:t>Modifiez le style du titre</a:t>
            </a:r>
            <a:endParaRPr/>
          </a:p>
        </p:txBody>
      </p:sp>
      <p:sp>
        <p:nvSpPr>
          <p:cNvPr id="175" name="Google Shape;175;p23"/>
          <p:cNvSpPr txBox="1">
            <a:spLocks noGrp="1"/>
          </p:cNvSpPr>
          <p:nvPr>
            <p:ph type="subTitle" idx="5"/>
          </p:nvPr>
        </p:nvSpPr>
        <p:spPr>
          <a:xfrm>
            <a:off x="7817433" y="5199013"/>
            <a:ext cx="2814000" cy="81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176" name="Google Shape;176;p23"/>
          <p:cNvSpPr txBox="1">
            <a:spLocks noGrp="1"/>
          </p:cNvSpPr>
          <p:nvPr>
            <p:ph type="title" idx="6"/>
          </p:nvPr>
        </p:nvSpPr>
        <p:spPr>
          <a:xfrm>
            <a:off x="1462201" y="1286248"/>
            <a:ext cx="4323200" cy="9564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77" name="Google Shape;177;p23"/>
          <p:cNvSpPr/>
          <p:nvPr/>
        </p:nvSpPr>
        <p:spPr>
          <a:xfrm rot="5400000">
            <a:off x="2929935" y="-2929800"/>
            <a:ext cx="231200" cy="6090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78" name="Google Shape;178;p23"/>
          <p:cNvSpPr/>
          <p:nvPr/>
        </p:nvSpPr>
        <p:spPr>
          <a:xfrm>
            <a:off x="11957201" y="-4400"/>
            <a:ext cx="2348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14784113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Body 1">
  <p:cSld name="Title + Body 1">
    <p:spTree>
      <p:nvGrpSpPr>
        <p:cNvPr id="1" name="Shape 179"/>
        <p:cNvGrpSpPr/>
        <p:nvPr/>
      </p:nvGrpSpPr>
      <p:grpSpPr>
        <a:xfrm>
          <a:off x="0" y="0"/>
          <a:ext cx="0" cy="0"/>
          <a:chOff x="0" y="0"/>
          <a:chExt cx="0" cy="0"/>
        </a:xfrm>
      </p:grpSpPr>
      <p:sp>
        <p:nvSpPr>
          <p:cNvPr id="180" name="Google Shape;180;p24"/>
          <p:cNvSpPr txBox="1">
            <a:spLocks noGrp="1"/>
          </p:cNvSpPr>
          <p:nvPr>
            <p:ph type="title"/>
          </p:nvPr>
        </p:nvSpPr>
        <p:spPr>
          <a:xfrm>
            <a:off x="6739001" y="1969633"/>
            <a:ext cx="4502400" cy="145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81" name="Google Shape;181;p24"/>
          <p:cNvSpPr txBox="1">
            <a:spLocks noGrp="1"/>
          </p:cNvSpPr>
          <p:nvPr>
            <p:ph type="subTitle" idx="1"/>
          </p:nvPr>
        </p:nvSpPr>
        <p:spPr>
          <a:xfrm>
            <a:off x="7065700" y="3303233"/>
            <a:ext cx="3822400" cy="156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solidFill>
                  <a:schemeClr val="accent4"/>
                </a:solidFill>
              </a:defRPr>
            </a:lvl1pPr>
            <a:lvl2pPr lvl="1" algn="ctr" rtl="0">
              <a:lnSpc>
                <a:spcPct val="100000"/>
              </a:lnSpc>
              <a:spcBef>
                <a:spcPts val="2133"/>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fr-FR"/>
              <a:t>Modifiez le style des sous-titres du masque</a:t>
            </a:r>
            <a:endParaRPr/>
          </a:p>
        </p:txBody>
      </p:sp>
      <p:sp>
        <p:nvSpPr>
          <p:cNvPr id="182" name="Google Shape;182;p24"/>
          <p:cNvSpPr/>
          <p:nvPr/>
        </p:nvSpPr>
        <p:spPr>
          <a:xfrm rot="-5400000">
            <a:off x="5980967" y="-5972600"/>
            <a:ext cx="234800" cy="12180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83" name="Google Shape;183;p24"/>
          <p:cNvSpPr/>
          <p:nvPr/>
        </p:nvSpPr>
        <p:spPr>
          <a:xfrm>
            <a:off x="11963201" y="4872033"/>
            <a:ext cx="234800" cy="1987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14869349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 Credits">
  <p:cSld name="Thanks + Credits">
    <p:spTree>
      <p:nvGrpSpPr>
        <p:cNvPr id="1" name="Shape 184"/>
        <p:cNvGrpSpPr/>
        <p:nvPr/>
      </p:nvGrpSpPr>
      <p:grpSpPr>
        <a:xfrm>
          <a:off x="0" y="0"/>
          <a:ext cx="0" cy="0"/>
          <a:chOff x="0" y="0"/>
          <a:chExt cx="0" cy="0"/>
        </a:xfrm>
      </p:grpSpPr>
      <p:sp>
        <p:nvSpPr>
          <p:cNvPr id="185" name="Google Shape;185;p25"/>
          <p:cNvSpPr/>
          <p:nvPr/>
        </p:nvSpPr>
        <p:spPr>
          <a:xfrm>
            <a:off x="2706212" y="4783679"/>
            <a:ext cx="10769" cy="16153"/>
          </a:xfrm>
          <a:custGeom>
            <a:avLst/>
            <a:gdLst/>
            <a:ahLst/>
            <a:cxnLst/>
            <a:rect l="l" t="t" r="r" b="b"/>
            <a:pathLst>
              <a:path w="202" h="303" extrusionOk="0">
                <a:moveTo>
                  <a:pt x="2" y="1"/>
                </a:moveTo>
                <a:cubicBezTo>
                  <a:pt x="1" y="1"/>
                  <a:pt x="1" y="1"/>
                  <a:pt x="1" y="2"/>
                </a:cubicBezTo>
                <a:cubicBezTo>
                  <a:pt x="62" y="94"/>
                  <a:pt x="121" y="188"/>
                  <a:pt x="181" y="282"/>
                </a:cubicBezTo>
                <a:cubicBezTo>
                  <a:pt x="187" y="289"/>
                  <a:pt x="194" y="296"/>
                  <a:pt x="201" y="303"/>
                </a:cubicBezTo>
                <a:cubicBezTo>
                  <a:pt x="67" y="81"/>
                  <a:pt x="10" y="1"/>
                  <a:pt x="2" y="1"/>
                </a:cubicBezTo>
                <a:close/>
              </a:path>
            </a:pathLst>
          </a:custGeom>
          <a:solidFill>
            <a:srgbClr val="F8BA8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86" name="Google Shape;186;p25"/>
          <p:cNvSpPr txBox="1">
            <a:spLocks noGrp="1"/>
          </p:cNvSpPr>
          <p:nvPr>
            <p:ph type="ctrTitle"/>
          </p:nvPr>
        </p:nvSpPr>
        <p:spPr>
          <a:xfrm>
            <a:off x="6096001" y="611367"/>
            <a:ext cx="5294800" cy="1217600"/>
          </a:xfrm>
          <a:prstGeom prst="rect">
            <a:avLst/>
          </a:prstGeom>
          <a:noFill/>
          <a:ln>
            <a:noFill/>
          </a:ln>
        </p:spPr>
        <p:txBody>
          <a:bodyPr spcFirstLastPara="1" wrap="square" lIns="91425" tIns="91425" rIns="91425" bIns="91425" anchor="ctr" anchorCtr="0">
            <a:noAutofit/>
          </a:bodyPr>
          <a:lstStyle>
            <a:lvl1pPr lvl="0" algn="ctr" rtl="0">
              <a:lnSpc>
                <a:spcPct val="80000"/>
              </a:lnSpc>
              <a:spcBef>
                <a:spcPts val="0"/>
              </a:spcBef>
              <a:spcAft>
                <a:spcPts val="0"/>
              </a:spcAft>
              <a:buSzPts val="5200"/>
              <a:buFont typeface="Concert One"/>
              <a:buNone/>
              <a:defRPr sz="5333"/>
            </a:lvl1pPr>
            <a:lvl2pPr lvl="1" rtl="0">
              <a:lnSpc>
                <a:spcPct val="80000"/>
              </a:lnSpc>
              <a:spcBef>
                <a:spcPts val="0"/>
              </a:spcBef>
              <a:spcAft>
                <a:spcPts val="0"/>
              </a:spcAft>
              <a:buSzPts val="5200"/>
              <a:buNone/>
              <a:defRPr sz="6933"/>
            </a:lvl2pPr>
            <a:lvl3pPr lvl="2" rtl="0">
              <a:lnSpc>
                <a:spcPct val="80000"/>
              </a:lnSpc>
              <a:spcBef>
                <a:spcPts val="0"/>
              </a:spcBef>
              <a:spcAft>
                <a:spcPts val="0"/>
              </a:spcAft>
              <a:buSzPts val="5200"/>
              <a:buNone/>
              <a:defRPr sz="6933"/>
            </a:lvl3pPr>
            <a:lvl4pPr lvl="3" rtl="0">
              <a:lnSpc>
                <a:spcPct val="80000"/>
              </a:lnSpc>
              <a:spcBef>
                <a:spcPts val="0"/>
              </a:spcBef>
              <a:spcAft>
                <a:spcPts val="0"/>
              </a:spcAft>
              <a:buSzPts val="5200"/>
              <a:buNone/>
              <a:defRPr sz="6933"/>
            </a:lvl4pPr>
            <a:lvl5pPr lvl="4" rtl="0">
              <a:lnSpc>
                <a:spcPct val="80000"/>
              </a:lnSpc>
              <a:spcBef>
                <a:spcPts val="0"/>
              </a:spcBef>
              <a:spcAft>
                <a:spcPts val="0"/>
              </a:spcAft>
              <a:buSzPts val="5200"/>
              <a:buNone/>
              <a:defRPr sz="6933"/>
            </a:lvl5pPr>
            <a:lvl6pPr lvl="5" rtl="0">
              <a:lnSpc>
                <a:spcPct val="80000"/>
              </a:lnSpc>
              <a:spcBef>
                <a:spcPts val="0"/>
              </a:spcBef>
              <a:spcAft>
                <a:spcPts val="0"/>
              </a:spcAft>
              <a:buSzPts val="5200"/>
              <a:buNone/>
              <a:defRPr sz="6933"/>
            </a:lvl6pPr>
            <a:lvl7pPr lvl="6" rtl="0">
              <a:lnSpc>
                <a:spcPct val="80000"/>
              </a:lnSpc>
              <a:spcBef>
                <a:spcPts val="0"/>
              </a:spcBef>
              <a:spcAft>
                <a:spcPts val="0"/>
              </a:spcAft>
              <a:buSzPts val="5200"/>
              <a:buNone/>
              <a:defRPr sz="6933"/>
            </a:lvl7pPr>
            <a:lvl8pPr lvl="7" rtl="0">
              <a:lnSpc>
                <a:spcPct val="80000"/>
              </a:lnSpc>
              <a:spcBef>
                <a:spcPts val="0"/>
              </a:spcBef>
              <a:spcAft>
                <a:spcPts val="0"/>
              </a:spcAft>
              <a:buSzPts val="5200"/>
              <a:buNone/>
              <a:defRPr sz="6933"/>
            </a:lvl8pPr>
            <a:lvl9pPr lvl="8" rtl="0">
              <a:lnSpc>
                <a:spcPct val="80000"/>
              </a:lnSpc>
              <a:spcBef>
                <a:spcPts val="0"/>
              </a:spcBef>
              <a:spcAft>
                <a:spcPts val="0"/>
              </a:spcAft>
              <a:buSzPts val="5200"/>
              <a:buNone/>
              <a:defRPr sz="6933"/>
            </a:lvl9pPr>
          </a:lstStyle>
          <a:p>
            <a:r>
              <a:rPr lang="fr-FR"/>
              <a:t>Modifiez le style du titre</a:t>
            </a:r>
            <a:endParaRPr/>
          </a:p>
        </p:txBody>
      </p:sp>
      <p:sp>
        <p:nvSpPr>
          <p:cNvPr id="187" name="Google Shape;187;p25"/>
          <p:cNvSpPr txBox="1">
            <a:spLocks noGrp="1"/>
          </p:cNvSpPr>
          <p:nvPr>
            <p:ph type="subTitle" idx="1"/>
          </p:nvPr>
        </p:nvSpPr>
        <p:spPr>
          <a:xfrm>
            <a:off x="6096001" y="1828967"/>
            <a:ext cx="5294800" cy="162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r>
              <a:rPr lang="fr-FR"/>
              <a:t>Modifiez le style des sous-titres du masque</a:t>
            </a:r>
            <a:endParaRPr/>
          </a:p>
        </p:txBody>
      </p:sp>
      <p:sp>
        <p:nvSpPr>
          <p:cNvPr id="188" name="Google Shape;188;p25"/>
          <p:cNvSpPr txBox="1"/>
          <p:nvPr/>
        </p:nvSpPr>
        <p:spPr>
          <a:xfrm>
            <a:off x="6096001" y="4698233"/>
            <a:ext cx="5294800" cy="855600"/>
          </a:xfrm>
          <a:prstGeom prst="rect">
            <a:avLst/>
          </a:prstGeom>
          <a:noFill/>
          <a:ln>
            <a:noFill/>
          </a:ln>
        </p:spPr>
        <p:txBody>
          <a:bodyPr spcFirstLastPara="1" wrap="square" lIns="121900" tIns="121900" rIns="121900" bIns="121900" anchor="ctr" anchorCtr="0">
            <a:noAutofit/>
          </a:bodyPr>
          <a:lstStyle/>
          <a:p>
            <a:pPr marL="0" lvl="0" indent="0" algn="ctr" rtl="0">
              <a:spcBef>
                <a:spcPts val="400"/>
              </a:spcBef>
              <a:spcAft>
                <a:spcPts val="0"/>
              </a:spcAft>
              <a:buNone/>
            </a:pPr>
            <a:r>
              <a:rPr lang="en" sz="1600">
                <a:solidFill>
                  <a:schemeClr val="accent3"/>
                </a:solidFill>
                <a:latin typeface="Didact Gothic"/>
                <a:ea typeface="Didact Gothic"/>
                <a:cs typeface="Didact Gothic"/>
                <a:sym typeface="Didact Gothic"/>
              </a:rPr>
              <a:t>CREDITS: This presentation template was created by </a:t>
            </a:r>
            <a:r>
              <a:rPr lang="en" sz="1600" b="1">
                <a:solidFill>
                  <a:schemeClr val="accent3"/>
                </a:solidFill>
                <a:uFill>
                  <a:noFill/>
                </a:uFill>
                <a:latin typeface="Didact Gothic"/>
                <a:ea typeface="Didact Gothic"/>
                <a:cs typeface="Didact Gothic"/>
                <a:sym typeface="Didact Gothic"/>
                <a:hlinkClick r:id="rId2">
                  <a:extLst>
                    <a:ext uri="{A12FA001-AC4F-418D-AE19-62706E023703}">
                      <ahyp:hlinkClr xmlns:ahyp="http://schemas.microsoft.com/office/drawing/2018/hyperlinkcolor" val="tx"/>
                    </a:ext>
                  </a:extLst>
                </a:hlinkClick>
              </a:rPr>
              <a:t>Slidesgo</a:t>
            </a:r>
            <a:r>
              <a:rPr lang="en" sz="1600">
                <a:solidFill>
                  <a:schemeClr val="accent3"/>
                </a:solidFill>
                <a:latin typeface="Didact Gothic"/>
                <a:ea typeface="Didact Gothic"/>
                <a:cs typeface="Didact Gothic"/>
                <a:sym typeface="Didact Gothic"/>
              </a:rPr>
              <a:t>, including icons by </a:t>
            </a:r>
            <a:r>
              <a:rPr lang="en" sz="1600" b="1">
                <a:solidFill>
                  <a:schemeClr val="accent3"/>
                </a:solidFill>
                <a:uFill>
                  <a:noFill/>
                </a:u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Flaticon</a:t>
            </a:r>
            <a:r>
              <a:rPr lang="en" sz="1600">
                <a:solidFill>
                  <a:schemeClr val="accent3"/>
                </a:solidFill>
                <a:latin typeface="Didact Gothic"/>
                <a:ea typeface="Didact Gothic"/>
                <a:cs typeface="Didact Gothic"/>
                <a:sym typeface="Didact Gothic"/>
              </a:rPr>
              <a:t>, infographics &amp; images by </a:t>
            </a:r>
            <a:r>
              <a:rPr lang="en" sz="1600" b="1">
                <a:solidFill>
                  <a:schemeClr val="accent3"/>
                </a:solidFill>
                <a:uFill>
                  <a:noFill/>
                </a:u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Freepik</a:t>
            </a:r>
            <a:r>
              <a:rPr lang="en" sz="1600">
                <a:solidFill>
                  <a:schemeClr val="accent3"/>
                </a:solidFill>
                <a:latin typeface="Didact Gothic"/>
                <a:ea typeface="Didact Gothic"/>
                <a:cs typeface="Didact Gothic"/>
                <a:sym typeface="Didact Gothic"/>
              </a:rPr>
              <a:t> and illustrations by </a:t>
            </a:r>
            <a:r>
              <a:rPr lang="en" sz="1600" b="1">
                <a:solidFill>
                  <a:schemeClr val="accent3"/>
                </a:solidFill>
                <a:uFill>
                  <a:noFill/>
                </a:uFill>
                <a:latin typeface="Didact Gothic"/>
                <a:ea typeface="Didact Gothic"/>
                <a:cs typeface="Didact Gothic"/>
                <a:sym typeface="Didact Gothic"/>
                <a:hlinkClick r:id="rId5">
                  <a:extLst>
                    <a:ext uri="{A12FA001-AC4F-418D-AE19-62706E023703}">
                      <ahyp:hlinkClr xmlns:ahyp="http://schemas.microsoft.com/office/drawing/2018/hyperlinkcolor" val="tx"/>
                    </a:ext>
                  </a:extLst>
                </a:hlinkClick>
              </a:rPr>
              <a:t>Stories</a:t>
            </a:r>
            <a:endParaRPr sz="1600" b="1" dirty="0">
              <a:solidFill>
                <a:schemeClr val="accent3"/>
              </a:solidFill>
              <a:latin typeface="Didact Gothic"/>
              <a:ea typeface="Didact Gothic"/>
              <a:cs typeface="Didact Gothic"/>
              <a:sym typeface="Didact Gothic"/>
            </a:endParaRPr>
          </a:p>
        </p:txBody>
      </p:sp>
      <p:sp>
        <p:nvSpPr>
          <p:cNvPr id="189" name="Google Shape;189;p25"/>
          <p:cNvSpPr/>
          <p:nvPr/>
        </p:nvSpPr>
        <p:spPr>
          <a:xfrm>
            <a:off x="1" y="-4400"/>
            <a:ext cx="234800" cy="1736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90" name="Google Shape;190;p25"/>
          <p:cNvSpPr/>
          <p:nvPr/>
        </p:nvSpPr>
        <p:spPr>
          <a:xfrm rot="-5400000">
            <a:off x="10718401" y="5384401"/>
            <a:ext cx="234800" cy="2712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4245678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Bullet points ">
  <p:cSld name="Title + Bullet points ">
    <p:spTree>
      <p:nvGrpSpPr>
        <p:cNvPr id="1" name="Shape 191"/>
        <p:cNvGrpSpPr/>
        <p:nvPr/>
      </p:nvGrpSpPr>
      <p:grpSpPr>
        <a:xfrm>
          <a:off x="0" y="0"/>
          <a:ext cx="0" cy="0"/>
          <a:chOff x="0" y="0"/>
          <a:chExt cx="0" cy="0"/>
        </a:xfrm>
      </p:grpSpPr>
      <p:sp>
        <p:nvSpPr>
          <p:cNvPr id="192" name="Google Shape;192;p26"/>
          <p:cNvSpPr txBox="1">
            <a:spLocks noGrp="1"/>
          </p:cNvSpPr>
          <p:nvPr>
            <p:ph type="body" idx="1"/>
          </p:nvPr>
        </p:nvSpPr>
        <p:spPr>
          <a:xfrm>
            <a:off x="793068" y="2780847"/>
            <a:ext cx="5184400" cy="3337600"/>
          </a:xfrm>
          <a:prstGeom prst="rect">
            <a:avLst/>
          </a:prstGeom>
        </p:spPr>
        <p:txBody>
          <a:bodyPr spcFirstLastPara="1" wrap="square" lIns="91425" tIns="91425" rIns="91425" bIns="91425" anchor="b" anchorCtr="0">
            <a:noAutofit/>
          </a:bodyPr>
          <a:lstStyle>
            <a:lvl1pPr marL="609570" lvl="0" indent="-423312" rtl="0">
              <a:spcBef>
                <a:spcPts val="0"/>
              </a:spcBef>
              <a:spcAft>
                <a:spcPts val="0"/>
              </a:spcAft>
              <a:buClr>
                <a:schemeClr val="accent3"/>
              </a:buClr>
              <a:buSzPts val="1400"/>
              <a:buChar char="●"/>
              <a:defRPr sz="1867"/>
            </a:lvl1pPr>
            <a:lvl2pPr marL="1219140" lvl="1" indent="-423312" rtl="0">
              <a:spcBef>
                <a:spcPts val="0"/>
              </a:spcBef>
              <a:spcAft>
                <a:spcPts val="0"/>
              </a:spcAft>
              <a:buSzPts val="1400"/>
              <a:buChar char="○"/>
              <a:defRPr/>
            </a:lvl2pPr>
            <a:lvl3pPr marL="1828709" lvl="2" indent="-423312" rtl="0">
              <a:spcBef>
                <a:spcPts val="2133"/>
              </a:spcBef>
              <a:spcAft>
                <a:spcPts val="0"/>
              </a:spcAft>
              <a:buSzPts val="1400"/>
              <a:buChar char="■"/>
              <a:defRPr/>
            </a:lvl3pPr>
            <a:lvl4pPr marL="2438278" lvl="3" indent="-423312" rtl="0">
              <a:spcBef>
                <a:spcPts val="2133"/>
              </a:spcBef>
              <a:spcAft>
                <a:spcPts val="0"/>
              </a:spcAft>
              <a:buSzPts val="1400"/>
              <a:buChar char="●"/>
              <a:defRPr/>
            </a:lvl4pPr>
            <a:lvl5pPr marL="3047848" lvl="4" indent="-423312" rtl="0">
              <a:spcBef>
                <a:spcPts val="2133"/>
              </a:spcBef>
              <a:spcAft>
                <a:spcPts val="0"/>
              </a:spcAft>
              <a:buSzPts val="1400"/>
              <a:buChar char="○"/>
              <a:defRPr/>
            </a:lvl5pPr>
            <a:lvl6pPr marL="3657418" lvl="5" indent="-423312" rtl="0">
              <a:spcBef>
                <a:spcPts val="2133"/>
              </a:spcBef>
              <a:spcAft>
                <a:spcPts val="0"/>
              </a:spcAft>
              <a:buSzPts val="1400"/>
              <a:buChar char="■"/>
              <a:defRPr/>
            </a:lvl6pPr>
            <a:lvl7pPr marL="4266987" lvl="6" indent="-423312" rtl="0">
              <a:spcBef>
                <a:spcPts val="2133"/>
              </a:spcBef>
              <a:spcAft>
                <a:spcPts val="0"/>
              </a:spcAft>
              <a:buSzPts val="1400"/>
              <a:buChar char="●"/>
              <a:defRPr/>
            </a:lvl7pPr>
            <a:lvl8pPr marL="4876557" lvl="7" indent="-423312" rtl="0">
              <a:spcBef>
                <a:spcPts val="2133"/>
              </a:spcBef>
              <a:spcAft>
                <a:spcPts val="0"/>
              </a:spcAft>
              <a:buSzPts val="1400"/>
              <a:buChar char="○"/>
              <a:defRPr/>
            </a:lvl8pPr>
            <a:lvl9pPr marL="5486126" lvl="8" indent="-423312" rtl="0">
              <a:spcBef>
                <a:spcPts val="2133"/>
              </a:spcBef>
              <a:spcAft>
                <a:spcPts val="2133"/>
              </a:spcAft>
              <a:buSzPts val="1400"/>
              <a:buChar char="■"/>
              <a:defRPr/>
            </a:lvl9pPr>
          </a:lstStyle>
          <a:p>
            <a:pPr lvl="0"/>
            <a:r>
              <a:rPr lang="fr-FR"/>
              <a:t>Cliquez pour modifier les styles du texte du masque</a:t>
            </a:r>
          </a:p>
        </p:txBody>
      </p:sp>
      <p:sp>
        <p:nvSpPr>
          <p:cNvPr id="193" name="Google Shape;193;p26"/>
          <p:cNvSpPr txBox="1">
            <a:spLocks noGrp="1"/>
          </p:cNvSpPr>
          <p:nvPr>
            <p:ph type="body" idx="2"/>
          </p:nvPr>
        </p:nvSpPr>
        <p:spPr>
          <a:xfrm>
            <a:off x="6214468" y="2768467"/>
            <a:ext cx="5184400" cy="3337600"/>
          </a:xfrm>
          <a:prstGeom prst="rect">
            <a:avLst/>
          </a:prstGeom>
        </p:spPr>
        <p:txBody>
          <a:bodyPr spcFirstLastPara="1" wrap="square" lIns="91425" tIns="91425" rIns="91425" bIns="91425" anchor="b" anchorCtr="0">
            <a:noAutofit/>
          </a:bodyPr>
          <a:lstStyle>
            <a:lvl1pPr marL="609570" lvl="0" indent="-423312" rtl="0">
              <a:spcBef>
                <a:spcPts val="0"/>
              </a:spcBef>
              <a:spcAft>
                <a:spcPts val="0"/>
              </a:spcAft>
              <a:buClr>
                <a:schemeClr val="accent3"/>
              </a:buClr>
              <a:buSzPts val="1400"/>
              <a:buChar char="●"/>
              <a:defRPr sz="1867"/>
            </a:lvl1pPr>
            <a:lvl2pPr marL="1219140" lvl="1" indent="-423312" rtl="0">
              <a:spcBef>
                <a:spcPts val="2133"/>
              </a:spcBef>
              <a:spcAft>
                <a:spcPts val="0"/>
              </a:spcAft>
              <a:buSzPts val="1400"/>
              <a:buChar char="○"/>
              <a:defRPr/>
            </a:lvl2pPr>
            <a:lvl3pPr marL="1828709" lvl="2" indent="-423312" rtl="0">
              <a:spcBef>
                <a:spcPts val="2133"/>
              </a:spcBef>
              <a:spcAft>
                <a:spcPts val="0"/>
              </a:spcAft>
              <a:buSzPts val="1400"/>
              <a:buChar char="■"/>
              <a:defRPr/>
            </a:lvl3pPr>
            <a:lvl4pPr marL="2438278" lvl="3" indent="-423312" rtl="0">
              <a:spcBef>
                <a:spcPts val="2133"/>
              </a:spcBef>
              <a:spcAft>
                <a:spcPts val="0"/>
              </a:spcAft>
              <a:buSzPts val="1400"/>
              <a:buChar char="●"/>
              <a:defRPr/>
            </a:lvl4pPr>
            <a:lvl5pPr marL="3047848" lvl="4" indent="-423312" rtl="0">
              <a:spcBef>
                <a:spcPts val="2133"/>
              </a:spcBef>
              <a:spcAft>
                <a:spcPts val="0"/>
              </a:spcAft>
              <a:buSzPts val="1400"/>
              <a:buChar char="○"/>
              <a:defRPr/>
            </a:lvl5pPr>
            <a:lvl6pPr marL="3657418" lvl="5" indent="-423312" rtl="0">
              <a:spcBef>
                <a:spcPts val="2133"/>
              </a:spcBef>
              <a:spcAft>
                <a:spcPts val="0"/>
              </a:spcAft>
              <a:buSzPts val="1400"/>
              <a:buChar char="■"/>
              <a:defRPr/>
            </a:lvl6pPr>
            <a:lvl7pPr marL="4266987" lvl="6" indent="-423312" rtl="0">
              <a:spcBef>
                <a:spcPts val="2133"/>
              </a:spcBef>
              <a:spcAft>
                <a:spcPts val="0"/>
              </a:spcAft>
              <a:buSzPts val="1400"/>
              <a:buChar char="●"/>
              <a:defRPr/>
            </a:lvl7pPr>
            <a:lvl8pPr marL="4876557" lvl="7" indent="-423312" rtl="0">
              <a:spcBef>
                <a:spcPts val="2133"/>
              </a:spcBef>
              <a:spcAft>
                <a:spcPts val="0"/>
              </a:spcAft>
              <a:buSzPts val="1400"/>
              <a:buChar char="○"/>
              <a:defRPr/>
            </a:lvl8pPr>
            <a:lvl9pPr marL="5486126" lvl="8" indent="-423312" rtl="0">
              <a:spcBef>
                <a:spcPts val="2133"/>
              </a:spcBef>
              <a:spcAft>
                <a:spcPts val="2133"/>
              </a:spcAft>
              <a:buSzPts val="1400"/>
              <a:buChar char="■"/>
              <a:defRPr/>
            </a:lvl9pPr>
          </a:lstStyle>
          <a:p>
            <a:pPr lvl="0"/>
            <a:r>
              <a:rPr lang="fr-FR"/>
              <a:t>Cliquez pour modifier les styles du texte du masque</a:t>
            </a:r>
          </a:p>
        </p:txBody>
      </p:sp>
      <p:sp>
        <p:nvSpPr>
          <p:cNvPr id="194" name="Google Shape;194;p26"/>
          <p:cNvSpPr txBox="1">
            <a:spLocks noGrp="1"/>
          </p:cNvSpPr>
          <p:nvPr>
            <p:ph type="title"/>
          </p:nvPr>
        </p:nvSpPr>
        <p:spPr>
          <a:xfrm>
            <a:off x="1596168" y="650367"/>
            <a:ext cx="8999600" cy="956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195" name="Google Shape;195;p26"/>
          <p:cNvSpPr/>
          <p:nvPr/>
        </p:nvSpPr>
        <p:spPr>
          <a:xfrm>
            <a:off x="11957201" y="-4400"/>
            <a:ext cx="234800" cy="2230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96" name="Google Shape;196;p26"/>
          <p:cNvSpPr/>
          <p:nvPr/>
        </p:nvSpPr>
        <p:spPr>
          <a:xfrm rot="5400000">
            <a:off x="10959201" y="5625201"/>
            <a:ext cx="234800" cy="2230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
        <p:nvSpPr>
          <p:cNvPr id="197" name="Google Shape;197;p26"/>
          <p:cNvSpPr/>
          <p:nvPr/>
        </p:nvSpPr>
        <p:spPr>
          <a:xfrm>
            <a:off x="1" y="4627200"/>
            <a:ext cx="234800" cy="22308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23327331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 Descripcion 1">
  <p:cSld name="Title + Descripcion 1">
    <p:spTree>
      <p:nvGrpSpPr>
        <p:cNvPr id="1" name="Shape 198"/>
        <p:cNvGrpSpPr/>
        <p:nvPr/>
      </p:nvGrpSpPr>
      <p:grpSpPr>
        <a:xfrm>
          <a:off x="0" y="0"/>
          <a:ext cx="0" cy="0"/>
          <a:chOff x="0" y="0"/>
          <a:chExt cx="0" cy="0"/>
        </a:xfrm>
      </p:grpSpPr>
      <p:sp>
        <p:nvSpPr>
          <p:cNvPr id="199" name="Google Shape;199;p27"/>
          <p:cNvSpPr txBox="1">
            <a:spLocks noGrp="1"/>
          </p:cNvSpPr>
          <p:nvPr>
            <p:ph type="title"/>
          </p:nvPr>
        </p:nvSpPr>
        <p:spPr>
          <a:xfrm>
            <a:off x="950968" y="650367"/>
            <a:ext cx="5145200" cy="1572800"/>
          </a:xfrm>
          <a:prstGeom prst="rect">
            <a:avLst/>
          </a:prstGeom>
          <a:solidFill>
            <a:schemeClr val="accent1"/>
          </a:solidFill>
          <a:ln>
            <a:noFill/>
          </a:ln>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200" name="Google Shape;200;p27"/>
          <p:cNvSpPr txBox="1">
            <a:spLocks noGrp="1"/>
          </p:cNvSpPr>
          <p:nvPr>
            <p:ph type="subTitle" idx="1"/>
          </p:nvPr>
        </p:nvSpPr>
        <p:spPr>
          <a:xfrm>
            <a:off x="798801" y="4335500"/>
            <a:ext cx="4114000" cy="10892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201" name="Google Shape;201;p27"/>
          <p:cNvSpPr txBox="1">
            <a:spLocks noGrp="1"/>
          </p:cNvSpPr>
          <p:nvPr>
            <p:ph type="subTitle" idx="2"/>
          </p:nvPr>
        </p:nvSpPr>
        <p:spPr>
          <a:xfrm>
            <a:off x="798801" y="3013367"/>
            <a:ext cx="4114000" cy="10892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202" name="Google Shape;202;p27"/>
          <p:cNvSpPr/>
          <p:nvPr/>
        </p:nvSpPr>
        <p:spPr>
          <a:xfrm rot="5400000">
            <a:off x="2933567" y="3683700"/>
            <a:ext cx="234800" cy="6101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31342718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 Descripcion 2">
  <p:cSld name="Title + Descripcion 2">
    <p:spTree>
      <p:nvGrpSpPr>
        <p:cNvPr id="1" name="Shape 203"/>
        <p:cNvGrpSpPr/>
        <p:nvPr/>
      </p:nvGrpSpPr>
      <p:grpSpPr>
        <a:xfrm>
          <a:off x="0" y="0"/>
          <a:ext cx="0" cy="0"/>
          <a:chOff x="0" y="0"/>
          <a:chExt cx="0" cy="0"/>
        </a:xfrm>
      </p:grpSpPr>
      <p:sp>
        <p:nvSpPr>
          <p:cNvPr id="204" name="Google Shape;204;p28"/>
          <p:cNvSpPr txBox="1">
            <a:spLocks noGrp="1"/>
          </p:cNvSpPr>
          <p:nvPr>
            <p:ph type="title"/>
          </p:nvPr>
        </p:nvSpPr>
        <p:spPr>
          <a:xfrm>
            <a:off x="6096001" y="650367"/>
            <a:ext cx="5145200" cy="1573200"/>
          </a:xfrm>
          <a:prstGeom prst="rect">
            <a:avLst/>
          </a:prstGeom>
          <a:solidFill>
            <a:schemeClr val="accent1"/>
          </a:solidFill>
          <a:ln>
            <a:noFill/>
          </a:ln>
        </p:spPr>
        <p:txBody>
          <a:bodyPr spcFirstLastPara="1" wrap="square" lIns="91425" tIns="91425" rIns="91425" bIns="91425" anchor="ctr" anchorCtr="0">
            <a:noAutofit/>
          </a:bodyPr>
          <a:lstStyle>
            <a:lvl1pPr lvl="0" algn="r"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fr-FR"/>
              <a:t>Modifiez le style du titre</a:t>
            </a:r>
            <a:endParaRPr/>
          </a:p>
        </p:txBody>
      </p:sp>
      <p:sp>
        <p:nvSpPr>
          <p:cNvPr id="205" name="Google Shape;205;p28"/>
          <p:cNvSpPr txBox="1">
            <a:spLocks noGrp="1"/>
          </p:cNvSpPr>
          <p:nvPr>
            <p:ph type="subTitle" idx="1"/>
          </p:nvPr>
        </p:nvSpPr>
        <p:spPr>
          <a:xfrm>
            <a:off x="7276633" y="4335500"/>
            <a:ext cx="4114000" cy="1089200"/>
          </a:xfrm>
          <a:prstGeom prst="rect">
            <a:avLst/>
          </a:prstGeom>
        </p:spPr>
        <p:txBody>
          <a:bodyPr spcFirstLastPara="1" wrap="square" lIns="91425" tIns="91425" rIns="91425" bIns="91425" anchor="ctr" anchorCtr="0">
            <a:noAutofit/>
          </a:bodyPr>
          <a:lstStyle>
            <a:lvl1pPr lvl="0" algn="r"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206" name="Google Shape;206;p28"/>
          <p:cNvSpPr txBox="1">
            <a:spLocks noGrp="1"/>
          </p:cNvSpPr>
          <p:nvPr>
            <p:ph type="subTitle" idx="2"/>
          </p:nvPr>
        </p:nvSpPr>
        <p:spPr>
          <a:xfrm>
            <a:off x="7276633" y="3013367"/>
            <a:ext cx="4114000" cy="1089200"/>
          </a:xfrm>
          <a:prstGeom prst="rect">
            <a:avLst/>
          </a:prstGeom>
        </p:spPr>
        <p:txBody>
          <a:bodyPr spcFirstLastPara="1" wrap="square" lIns="91425" tIns="91425" rIns="91425" bIns="91425" anchor="ctr" anchorCtr="0">
            <a:noAutofit/>
          </a:bodyPr>
          <a:lstStyle>
            <a:lvl1pPr lvl="0" algn="r" rtl="0">
              <a:lnSpc>
                <a:spcPct val="115000"/>
              </a:lnSpc>
              <a:spcBef>
                <a:spcPts val="0"/>
              </a:spcBef>
              <a:spcAft>
                <a:spcPts val="0"/>
              </a:spcAft>
              <a:buSzPts val="16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fr-FR"/>
              <a:t>Modifiez le style des sous-titres du masque</a:t>
            </a:r>
            <a:endParaRPr/>
          </a:p>
        </p:txBody>
      </p:sp>
      <p:sp>
        <p:nvSpPr>
          <p:cNvPr id="207" name="Google Shape;207;p28"/>
          <p:cNvSpPr/>
          <p:nvPr/>
        </p:nvSpPr>
        <p:spPr>
          <a:xfrm rot="5400000">
            <a:off x="9029400" y="3683700"/>
            <a:ext cx="234800" cy="61016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p>
        </p:txBody>
      </p:sp>
    </p:spTree>
    <p:extLst>
      <p:ext uri="{BB962C8B-B14F-4D97-AF65-F5344CB8AC3E}">
        <p14:creationId xmlns:p14="http://schemas.microsoft.com/office/powerpoint/2010/main" val="314564971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08"/>
        <p:cNvGrpSpPr/>
        <p:nvPr/>
      </p:nvGrpSpPr>
      <p:grpSpPr>
        <a:xfrm>
          <a:off x="0" y="0"/>
          <a:ext cx="0" cy="0"/>
          <a:chOff x="0" y="0"/>
          <a:chExt cx="0" cy="0"/>
        </a:xfrm>
      </p:grpSpPr>
    </p:spTree>
    <p:extLst>
      <p:ext uri="{BB962C8B-B14F-4D97-AF65-F5344CB8AC3E}">
        <p14:creationId xmlns:p14="http://schemas.microsoft.com/office/powerpoint/2010/main" val="1311030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A6174F8-1206-42B4-8253-0D1E82F521D8}"/>
              </a:ext>
            </a:extLst>
          </p:cNvPr>
          <p:cNvSpPr>
            <a:spLocks noGrp="1"/>
          </p:cNvSpPr>
          <p:nvPr>
            <p:ph type="body" sz="half" idx="2" hasCustomPrompt="1"/>
          </p:nvPr>
        </p:nvSpPr>
        <p:spPr>
          <a:xfrm>
            <a:off x="517097" y="974047"/>
            <a:ext cx="11157817" cy="231007"/>
          </a:xfrm>
          <a:prstGeom prst="rect">
            <a:avLst/>
          </a:prstGeom>
        </p:spPr>
        <p:txBody>
          <a:bodyPr wrap="none" lIns="0" tIns="0" rIns="0" bIns="0" anchor="ctr">
            <a:noAutofit/>
          </a:bodyPr>
          <a:lstStyle>
            <a:lvl1pPr marL="0" indent="0" algn="l">
              <a:buNone/>
              <a:defRPr sz="1467" b="0" baseline="0">
                <a:solidFill>
                  <a:schemeClr val="bg1">
                    <a:lumMod val="50000"/>
                  </a:schemeClr>
                </a:solidFill>
                <a:latin typeface="+mj-lt"/>
                <a:ea typeface="Roboto" panose="02000000000000000000" pitchFamily="2" charset="0"/>
              </a:defRPr>
            </a:lvl1pPr>
            <a:lvl2pPr marL="609555" indent="0">
              <a:buNone/>
              <a:defRPr sz="1600"/>
            </a:lvl2pPr>
            <a:lvl3pPr marL="1219108" indent="0">
              <a:buNone/>
              <a:defRPr sz="1333"/>
            </a:lvl3pPr>
            <a:lvl4pPr marL="1828664" indent="0">
              <a:buNone/>
              <a:defRPr sz="1200"/>
            </a:lvl4pPr>
            <a:lvl5pPr marL="2438218" indent="0">
              <a:buNone/>
              <a:defRPr sz="1200"/>
            </a:lvl5pPr>
            <a:lvl6pPr marL="3047772" indent="0">
              <a:buNone/>
              <a:defRPr sz="1200"/>
            </a:lvl6pPr>
            <a:lvl7pPr marL="3657326" indent="0">
              <a:buNone/>
              <a:defRPr sz="1200"/>
            </a:lvl7pPr>
            <a:lvl8pPr marL="4266880" indent="0">
              <a:buNone/>
              <a:defRPr sz="1200"/>
            </a:lvl8pPr>
            <a:lvl9pPr marL="4876435" indent="0">
              <a:buNone/>
              <a:defRPr sz="1200"/>
            </a:lvl9pPr>
          </a:lstStyle>
          <a:p>
            <a:pPr lvl="0"/>
            <a:r>
              <a:rPr lang="en-US" dirty="0"/>
              <a:t>CLICK TO EDITE SUBTITLE</a:t>
            </a:r>
          </a:p>
        </p:txBody>
      </p:sp>
      <p:sp>
        <p:nvSpPr>
          <p:cNvPr id="5" name="Title 2">
            <a:extLst>
              <a:ext uri="{FF2B5EF4-FFF2-40B4-BE49-F238E27FC236}">
                <a16:creationId xmlns:a16="http://schemas.microsoft.com/office/drawing/2014/main" id="{CE59A572-76E8-4055-881A-EC3A9E6FDA57}"/>
              </a:ext>
            </a:extLst>
          </p:cNvPr>
          <p:cNvSpPr>
            <a:spLocks noGrp="1"/>
          </p:cNvSpPr>
          <p:nvPr>
            <p:ph type="title"/>
          </p:nvPr>
        </p:nvSpPr>
        <p:spPr>
          <a:xfrm>
            <a:off x="517097" y="376822"/>
            <a:ext cx="11157817" cy="545945"/>
          </a:xfrm>
          <a:prstGeom prst="rect">
            <a:avLst/>
          </a:prstGeom>
        </p:spPr>
        <p:txBody>
          <a:bodyPr lIns="0" tIns="0" rIns="0" bIns="0" anchor="ctr"/>
          <a:lstStyle>
            <a:lvl1pPr algn="l">
              <a:defRPr sz="3733">
                <a:solidFill>
                  <a:schemeClr val="tx1">
                    <a:lumMod val="75000"/>
                    <a:lumOff val="25000"/>
                  </a:schemeClr>
                </a:solidFill>
                <a:latin typeface="+mj-lt"/>
              </a:defRPr>
            </a:lvl1pPr>
          </a:lstStyle>
          <a:p>
            <a:r>
              <a:rPr lang="en-US" dirty="0"/>
              <a:t>Click to edit Master title style</a:t>
            </a:r>
          </a:p>
        </p:txBody>
      </p:sp>
    </p:spTree>
    <p:extLst>
      <p:ext uri="{BB962C8B-B14F-4D97-AF65-F5344CB8AC3E}">
        <p14:creationId xmlns:p14="http://schemas.microsoft.com/office/powerpoint/2010/main" val="2852948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78594E-6048-63F3-11C1-10472F0B2838}"/>
              </a:ext>
            </a:extLst>
          </p:cNvPr>
          <p:cNvSpPr>
            <a:spLocks noGrp="1"/>
          </p:cNvSpPr>
          <p:nvPr>
            <p:ph type="title"/>
          </p:nvPr>
        </p:nvSpPr>
        <p:spPr>
          <a:xfrm>
            <a:off x="831851" y="1709744"/>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B59F4F68-7E24-9361-C93A-0BC0EED026AB}"/>
              </a:ext>
            </a:extLst>
          </p:cNvPr>
          <p:cNvSpPr>
            <a:spLocks noGrp="1"/>
          </p:cNvSpPr>
          <p:nvPr>
            <p:ph type="body" idx="1"/>
          </p:nvPr>
        </p:nvSpPr>
        <p:spPr>
          <a:xfrm>
            <a:off x="831851" y="4589469"/>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9E33717-AB87-D6D4-4A0F-CD9CCDEB5BE5}"/>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6C4ACDF6-9DD0-AB67-3580-A7D61C662DD1}"/>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C052719A-A22F-33E7-2D42-0840FD58A841}"/>
              </a:ext>
            </a:extLst>
          </p:cNvPr>
          <p:cNvSpPr>
            <a:spLocks noGrp="1"/>
          </p:cNvSpPr>
          <p:nvPr>
            <p:ph type="sldNum" sz="quarter" idx="12"/>
          </p:nvPr>
        </p:nvSpPr>
        <p:spPr/>
        <p:txBody>
          <a:bodyPr/>
          <a:lstStyle/>
          <a:p>
            <a:fld id="{998FC39B-737E-4BFF-AED7-C496B69515E7}" type="slidenum">
              <a:rPr lang="en-US" smtClean="0"/>
              <a:t>‹N°›</a:t>
            </a:fld>
            <a:endParaRPr lang="en-US" dirty="0"/>
          </a:p>
        </p:txBody>
      </p:sp>
    </p:spTree>
    <p:extLst>
      <p:ext uri="{BB962C8B-B14F-4D97-AF65-F5344CB8AC3E}">
        <p14:creationId xmlns:p14="http://schemas.microsoft.com/office/powerpoint/2010/main" val="39928162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able of contents">
  <p:cSld name="1_Table of contents">
    <p:bg>
      <p:bgPr>
        <a:solidFill>
          <a:schemeClr val="accent5"/>
        </a:solidFill>
        <a:effectLst/>
      </p:bgPr>
    </p:bg>
    <p:spTree>
      <p:nvGrpSpPr>
        <p:cNvPr id="1" name="Shape 58"/>
        <p:cNvGrpSpPr/>
        <p:nvPr/>
      </p:nvGrpSpPr>
      <p:grpSpPr>
        <a:xfrm>
          <a:off x="0" y="0"/>
          <a:ext cx="0" cy="0"/>
          <a:chOff x="0" y="0"/>
          <a:chExt cx="0" cy="0"/>
        </a:xfrm>
      </p:grpSpPr>
      <p:sp>
        <p:nvSpPr>
          <p:cNvPr id="61" name="Google Shape;61;p13"/>
          <p:cNvSpPr txBox="1">
            <a:spLocks noGrp="1"/>
          </p:cNvSpPr>
          <p:nvPr>
            <p:ph type="title"/>
          </p:nvPr>
        </p:nvSpPr>
        <p:spPr>
          <a:xfrm>
            <a:off x="7587533" y="2510967"/>
            <a:ext cx="4258400" cy="43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2400" b="1">
                <a:solidFill>
                  <a:schemeClr val="dk1"/>
                </a:solidFill>
              </a:defRPr>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endParaRPr/>
          </a:p>
        </p:txBody>
      </p:sp>
      <p:sp>
        <p:nvSpPr>
          <p:cNvPr id="62" name="Google Shape;62;p13"/>
          <p:cNvSpPr txBox="1">
            <a:spLocks noGrp="1"/>
          </p:cNvSpPr>
          <p:nvPr>
            <p:ph type="title" idx="2" hasCustomPrompt="1"/>
          </p:nvPr>
        </p:nvSpPr>
        <p:spPr>
          <a:xfrm>
            <a:off x="6414361" y="1552091"/>
            <a:ext cx="912800" cy="387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2400" b="1">
                <a:solidFill>
                  <a:schemeClr val="dk1"/>
                </a:solidFill>
              </a:defRPr>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r>
              <a:t>xx%</a:t>
            </a:r>
          </a:p>
        </p:txBody>
      </p:sp>
      <p:sp>
        <p:nvSpPr>
          <p:cNvPr id="63" name="Google Shape;63;p13"/>
          <p:cNvSpPr txBox="1">
            <a:spLocks noGrp="1"/>
          </p:cNvSpPr>
          <p:nvPr>
            <p:ph type="title" idx="3" hasCustomPrompt="1"/>
          </p:nvPr>
        </p:nvSpPr>
        <p:spPr>
          <a:xfrm>
            <a:off x="6414361" y="2709320"/>
            <a:ext cx="912800" cy="387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2400" b="1">
                <a:solidFill>
                  <a:schemeClr val="dk1"/>
                </a:solidFill>
              </a:defRPr>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r>
              <a:t>xx%</a:t>
            </a:r>
          </a:p>
        </p:txBody>
      </p:sp>
      <p:sp>
        <p:nvSpPr>
          <p:cNvPr id="64" name="Google Shape;64;p13"/>
          <p:cNvSpPr txBox="1">
            <a:spLocks noGrp="1"/>
          </p:cNvSpPr>
          <p:nvPr>
            <p:ph type="title" idx="4"/>
          </p:nvPr>
        </p:nvSpPr>
        <p:spPr>
          <a:xfrm>
            <a:off x="7587533" y="4837700"/>
            <a:ext cx="4258400" cy="43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2400" b="1">
                <a:solidFill>
                  <a:schemeClr val="dk1"/>
                </a:solidFill>
              </a:defRPr>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endParaRPr/>
          </a:p>
        </p:txBody>
      </p:sp>
      <p:sp>
        <p:nvSpPr>
          <p:cNvPr id="65" name="Google Shape;65;p13"/>
          <p:cNvSpPr txBox="1">
            <a:spLocks noGrp="1"/>
          </p:cNvSpPr>
          <p:nvPr>
            <p:ph type="title" idx="5"/>
          </p:nvPr>
        </p:nvSpPr>
        <p:spPr>
          <a:xfrm>
            <a:off x="7587533" y="1392000"/>
            <a:ext cx="4258400" cy="43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2400" b="1">
                <a:solidFill>
                  <a:schemeClr val="dk1"/>
                </a:solidFill>
              </a:defRPr>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endParaRPr/>
          </a:p>
        </p:txBody>
      </p:sp>
      <p:sp>
        <p:nvSpPr>
          <p:cNvPr id="66" name="Google Shape;66;p13"/>
          <p:cNvSpPr txBox="1">
            <a:spLocks noGrp="1"/>
          </p:cNvSpPr>
          <p:nvPr>
            <p:ph type="title" idx="6"/>
          </p:nvPr>
        </p:nvSpPr>
        <p:spPr>
          <a:xfrm>
            <a:off x="7587533" y="3680467"/>
            <a:ext cx="4258400" cy="43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None/>
              <a:defRPr sz="2400" b="1">
                <a:solidFill>
                  <a:schemeClr val="dk1"/>
                </a:solidFill>
              </a:defRPr>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endParaRPr/>
          </a:p>
        </p:txBody>
      </p:sp>
      <p:sp>
        <p:nvSpPr>
          <p:cNvPr id="67" name="Google Shape;67;p13"/>
          <p:cNvSpPr txBox="1">
            <a:spLocks noGrp="1"/>
          </p:cNvSpPr>
          <p:nvPr>
            <p:ph type="title" idx="7" hasCustomPrompt="1"/>
          </p:nvPr>
        </p:nvSpPr>
        <p:spPr>
          <a:xfrm>
            <a:off x="6414361" y="3840557"/>
            <a:ext cx="912800" cy="387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2400" b="1">
                <a:solidFill>
                  <a:schemeClr val="dk1"/>
                </a:solidFill>
              </a:defRPr>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r>
              <a:t>xx%</a:t>
            </a:r>
          </a:p>
        </p:txBody>
      </p:sp>
      <p:sp>
        <p:nvSpPr>
          <p:cNvPr id="68" name="Google Shape;68;p13"/>
          <p:cNvSpPr txBox="1">
            <a:spLocks noGrp="1"/>
          </p:cNvSpPr>
          <p:nvPr>
            <p:ph type="title" idx="8" hasCustomPrompt="1"/>
          </p:nvPr>
        </p:nvSpPr>
        <p:spPr>
          <a:xfrm>
            <a:off x="6414361" y="4997787"/>
            <a:ext cx="912800" cy="387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1"/>
              </a:buClr>
              <a:buSzPts val="1800"/>
              <a:buNone/>
              <a:defRPr sz="2400" b="1">
                <a:solidFill>
                  <a:schemeClr val="dk1"/>
                </a:solidFill>
              </a:defRPr>
            </a:lvl1pPr>
            <a:lvl2pPr lvl="1" algn="ctr" rtl="0">
              <a:spcBef>
                <a:spcPts val="0"/>
              </a:spcBef>
              <a:spcAft>
                <a:spcPts val="0"/>
              </a:spcAft>
              <a:buClr>
                <a:schemeClr val="dk1"/>
              </a:buClr>
              <a:buSzPts val="1800"/>
              <a:buNone/>
              <a:defRPr sz="2400">
                <a:solidFill>
                  <a:schemeClr val="dk1"/>
                </a:solidFill>
              </a:defRPr>
            </a:lvl2pPr>
            <a:lvl3pPr lvl="2" algn="ctr" rtl="0">
              <a:spcBef>
                <a:spcPts val="0"/>
              </a:spcBef>
              <a:spcAft>
                <a:spcPts val="0"/>
              </a:spcAft>
              <a:buClr>
                <a:schemeClr val="dk1"/>
              </a:buClr>
              <a:buSzPts val="1800"/>
              <a:buNone/>
              <a:defRPr sz="2400">
                <a:solidFill>
                  <a:schemeClr val="dk1"/>
                </a:solidFill>
              </a:defRPr>
            </a:lvl3pPr>
            <a:lvl4pPr lvl="3" algn="ctr" rtl="0">
              <a:spcBef>
                <a:spcPts val="0"/>
              </a:spcBef>
              <a:spcAft>
                <a:spcPts val="0"/>
              </a:spcAft>
              <a:buClr>
                <a:schemeClr val="dk1"/>
              </a:buClr>
              <a:buSzPts val="1800"/>
              <a:buNone/>
              <a:defRPr sz="2400">
                <a:solidFill>
                  <a:schemeClr val="dk1"/>
                </a:solidFill>
              </a:defRPr>
            </a:lvl4pPr>
            <a:lvl5pPr lvl="4" algn="ctr" rtl="0">
              <a:spcBef>
                <a:spcPts val="0"/>
              </a:spcBef>
              <a:spcAft>
                <a:spcPts val="0"/>
              </a:spcAft>
              <a:buClr>
                <a:schemeClr val="dk1"/>
              </a:buClr>
              <a:buSzPts val="1800"/>
              <a:buNone/>
              <a:defRPr sz="2400">
                <a:solidFill>
                  <a:schemeClr val="dk1"/>
                </a:solidFill>
              </a:defRPr>
            </a:lvl5pPr>
            <a:lvl6pPr lvl="5" algn="ctr" rtl="0">
              <a:spcBef>
                <a:spcPts val="0"/>
              </a:spcBef>
              <a:spcAft>
                <a:spcPts val="0"/>
              </a:spcAft>
              <a:buClr>
                <a:schemeClr val="dk1"/>
              </a:buClr>
              <a:buSzPts val="1800"/>
              <a:buNone/>
              <a:defRPr sz="2400">
                <a:solidFill>
                  <a:schemeClr val="dk1"/>
                </a:solidFill>
              </a:defRPr>
            </a:lvl6pPr>
            <a:lvl7pPr lvl="6" algn="ctr" rtl="0">
              <a:spcBef>
                <a:spcPts val="0"/>
              </a:spcBef>
              <a:spcAft>
                <a:spcPts val="0"/>
              </a:spcAft>
              <a:buClr>
                <a:schemeClr val="dk1"/>
              </a:buClr>
              <a:buSzPts val="1800"/>
              <a:buNone/>
              <a:defRPr sz="2400">
                <a:solidFill>
                  <a:schemeClr val="dk1"/>
                </a:solidFill>
              </a:defRPr>
            </a:lvl7pPr>
            <a:lvl8pPr lvl="7" algn="ctr" rtl="0">
              <a:spcBef>
                <a:spcPts val="0"/>
              </a:spcBef>
              <a:spcAft>
                <a:spcPts val="0"/>
              </a:spcAft>
              <a:buClr>
                <a:schemeClr val="dk1"/>
              </a:buClr>
              <a:buSzPts val="1800"/>
              <a:buNone/>
              <a:defRPr sz="2400">
                <a:solidFill>
                  <a:schemeClr val="dk1"/>
                </a:solidFill>
              </a:defRPr>
            </a:lvl8pPr>
            <a:lvl9pPr lvl="8" algn="ctr" rtl="0">
              <a:spcBef>
                <a:spcPts val="0"/>
              </a:spcBef>
              <a:spcAft>
                <a:spcPts val="0"/>
              </a:spcAft>
              <a:buClr>
                <a:schemeClr val="dk1"/>
              </a:buClr>
              <a:buSzPts val="1800"/>
              <a:buNone/>
              <a:defRPr sz="2400">
                <a:solidFill>
                  <a:schemeClr val="dk1"/>
                </a:solidFill>
              </a:defRPr>
            </a:lvl9pPr>
          </a:lstStyle>
          <a:p>
            <a:r>
              <a:t>xx%</a:t>
            </a:r>
          </a:p>
        </p:txBody>
      </p:sp>
      <p:sp>
        <p:nvSpPr>
          <p:cNvPr id="69" name="Google Shape;69;p13"/>
          <p:cNvSpPr txBox="1">
            <a:spLocks noGrp="1"/>
          </p:cNvSpPr>
          <p:nvPr>
            <p:ph type="subTitle" idx="1"/>
          </p:nvPr>
        </p:nvSpPr>
        <p:spPr>
          <a:xfrm>
            <a:off x="7587533" y="1759393"/>
            <a:ext cx="3272000" cy="3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70" name="Google Shape;70;p13"/>
          <p:cNvSpPr txBox="1">
            <a:spLocks noGrp="1"/>
          </p:cNvSpPr>
          <p:nvPr>
            <p:ph type="subTitle" idx="9"/>
          </p:nvPr>
        </p:nvSpPr>
        <p:spPr>
          <a:xfrm>
            <a:off x="7587533" y="4060560"/>
            <a:ext cx="3272000" cy="3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71" name="Google Shape;71;p13"/>
          <p:cNvSpPr txBox="1">
            <a:spLocks noGrp="1"/>
          </p:cNvSpPr>
          <p:nvPr>
            <p:ph type="subTitle" idx="13"/>
          </p:nvPr>
        </p:nvSpPr>
        <p:spPr>
          <a:xfrm>
            <a:off x="7587533" y="2883597"/>
            <a:ext cx="3272000" cy="3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72" name="Google Shape;72;p13"/>
          <p:cNvSpPr txBox="1">
            <a:spLocks noGrp="1"/>
          </p:cNvSpPr>
          <p:nvPr>
            <p:ph type="subTitle" idx="14"/>
          </p:nvPr>
        </p:nvSpPr>
        <p:spPr>
          <a:xfrm>
            <a:off x="7587533" y="5210331"/>
            <a:ext cx="3272000" cy="31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rt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73" name="Google Shape;73;p13"/>
          <p:cNvSpPr txBox="1">
            <a:spLocks noGrp="1"/>
          </p:cNvSpPr>
          <p:nvPr>
            <p:ph type="title" idx="15"/>
          </p:nvPr>
        </p:nvSpPr>
        <p:spPr>
          <a:xfrm>
            <a:off x="950967" y="2931733"/>
            <a:ext cx="4555200" cy="70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700"/>
              <a:buNone/>
              <a:defRPr sz="4000" b="1">
                <a:solidFill>
                  <a:schemeClr val="lt1"/>
                </a:solidFill>
              </a:defRPr>
            </a:lvl1pPr>
            <a:lvl2pPr lvl="1" rtl="0">
              <a:spcBef>
                <a:spcPts val="0"/>
              </a:spcBef>
              <a:spcAft>
                <a:spcPts val="0"/>
              </a:spcAft>
              <a:buClr>
                <a:schemeClr val="lt1"/>
              </a:buClr>
              <a:buSzPts val="3000"/>
              <a:buNone/>
              <a:defRPr b="1">
                <a:solidFill>
                  <a:schemeClr val="lt1"/>
                </a:solidFill>
              </a:defRPr>
            </a:lvl2pPr>
            <a:lvl3pPr lvl="2" rtl="0">
              <a:spcBef>
                <a:spcPts val="0"/>
              </a:spcBef>
              <a:spcAft>
                <a:spcPts val="0"/>
              </a:spcAft>
              <a:buClr>
                <a:schemeClr val="lt1"/>
              </a:buClr>
              <a:buSzPts val="3000"/>
              <a:buNone/>
              <a:defRPr b="1">
                <a:solidFill>
                  <a:schemeClr val="lt1"/>
                </a:solidFill>
              </a:defRPr>
            </a:lvl3pPr>
            <a:lvl4pPr lvl="3" rtl="0">
              <a:spcBef>
                <a:spcPts val="0"/>
              </a:spcBef>
              <a:spcAft>
                <a:spcPts val="0"/>
              </a:spcAft>
              <a:buClr>
                <a:schemeClr val="lt1"/>
              </a:buClr>
              <a:buSzPts val="3000"/>
              <a:buNone/>
              <a:defRPr b="1">
                <a:solidFill>
                  <a:schemeClr val="lt1"/>
                </a:solidFill>
              </a:defRPr>
            </a:lvl4pPr>
            <a:lvl5pPr lvl="4" rtl="0">
              <a:spcBef>
                <a:spcPts val="0"/>
              </a:spcBef>
              <a:spcAft>
                <a:spcPts val="0"/>
              </a:spcAft>
              <a:buClr>
                <a:schemeClr val="lt1"/>
              </a:buClr>
              <a:buSzPts val="3000"/>
              <a:buNone/>
              <a:defRPr b="1">
                <a:solidFill>
                  <a:schemeClr val="lt1"/>
                </a:solidFill>
              </a:defRPr>
            </a:lvl5pPr>
            <a:lvl6pPr lvl="5" rtl="0">
              <a:spcBef>
                <a:spcPts val="0"/>
              </a:spcBef>
              <a:spcAft>
                <a:spcPts val="0"/>
              </a:spcAft>
              <a:buClr>
                <a:schemeClr val="lt1"/>
              </a:buClr>
              <a:buSzPts val="3000"/>
              <a:buNone/>
              <a:defRPr b="1">
                <a:solidFill>
                  <a:schemeClr val="lt1"/>
                </a:solidFill>
              </a:defRPr>
            </a:lvl6pPr>
            <a:lvl7pPr lvl="6" rtl="0">
              <a:spcBef>
                <a:spcPts val="0"/>
              </a:spcBef>
              <a:spcAft>
                <a:spcPts val="0"/>
              </a:spcAft>
              <a:buClr>
                <a:schemeClr val="lt1"/>
              </a:buClr>
              <a:buSzPts val="3000"/>
              <a:buNone/>
              <a:defRPr b="1">
                <a:solidFill>
                  <a:schemeClr val="lt1"/>
                </a:solidFill>
              </a:defRPr>
            </a:lvl7pPr>
            <a:lvl8pPr lvl="7" rtl="0">
              <a:spcBef>
                <a:spcPts val="0"/>
              </a:spcBef>
              <a:spcAft>
                <a:spcPts val="0"/>
              </a:spcAft>
              <a:buClr>
                <a:schemeClr val="lt1"/>
              </a:buClr>
              <a:buSzPts val="3000"/>
              <a:buNone/>
              <a:defRPr b="1">
                <a:solidFill>
                  <a:schemeClr val="lt1"/>
                </a:solidFill>
              </a:defRPr>
            </a:lvl8pPr>
            <a:lvl9pPr lvl="8" rtl="0">
              <a:spcBef>
                <a:spcPts val="0"/>
              </a:spcBef>
              <a:spcAft>
                <a:spcPts val="0"/>
              </a:spcAft>
              <a:buClr>
                <a:schemeClr val="lt1"/>
              </a:buClr>
              <a:buSzPts val="3000"/>
              <a:buNone/>
              <a:defRPr b="1">
                <a:solidFill>
                  <a:schemeClr val="lt1"/>
                </a:solidFill>
              </a:defRPr>
            </a:lvl9pPr>
          </a:lstStyle>
          <a:p>
            <a:endParaRPr/>
          </a:p>
        </p:txBody>
      </p:sp>
    </p:spTree>
    <p:extLst>
      <p:ext uri="{BB962C8B-B14F-4D97-AF65-F5344CB8AC3E}">
        <p14:creationId xmlns:p14="http://schemas.microsoft.com/office/powerpoint/2010/main" val="324866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A6174F8-1206-42B4-8253-0D1E82F521D8}"/>
              </a:ext>
            </a:extLst>
          </p:cNvPr>
          <p:cNvSpPr>
            <a:spLocks noGrp="1"/>
          </p:cNvSpPr>
          <p:nvPr>
            <p:ph type="body" sz="half" idx="2" hasCustomPrompt="1"/>
          </p:nvPr>
        </p:nvSpPr>
        <p:spPr>
          <a:xfrm>
            <a:off x="517097" y="974047"/>
            <a:ext cx="11157817" cy="231007"/>
          </a:xfrm>
          <a:prstGeom prst="rect">
            <a:avLst/>
          </a:prstGeom>
        </p:spPr>
        <p:txBody>
          <a:bodyPr wrap="none" lIns="0" tIns="0" rIns="0" bIns="0" anchor="ctr">
            <a:noAutofit/>
          </a:bodyPr>
          <a:lstStyle>
            <a:lvl1pPr marL="0" indent="0" algn="l">
              <a:buNone/>
              <a:defRPr sz="1467" b="0" baseline="0">
                <a:solidFill>
                  <a:schemeClr val="bg1">
                    <a:lumMod val="50000"/>
                  </a:schemeClr>
                </a:solidFill>
                <a:latin typeface="+mj-lt"/>
                <a:ea typeface="Roboto" panose="02000000000000000000" pitchFamily="2" charset="0"/>
              </a:defRPr>
            </a:lvl1pPr>
            <a:lvl2pPr marL="609555" indent="0">
              <a:buNone/>
              <a:defRPr sz="1600"/>
            </a:lvl2pPr>
            <a:lvl3pPr marL="1219108" indent="0">
              <a:buNone/>
              <a:defRPr sz="1333"/>
            </a:lvl3pPr>
            <a:lvl4pPr marL="1828664" indent="0">
              <a:buNone/>
              <a:defRPr sz="1200"/>
            </a:lvl4pPr>
            <a:lvl5pPr marL="2438218" indent="0">
              <a:buNone/>
              <a:defRPr sz="1200"/>
            </a:lvl5pPr>
            <a:lvl6pPr marL="3047772" indent="0">
              <a:buNone/>
              <a:defRPr sz="1200"/>
            </a:lvl6pPr>
            <a:lvl7pPr marL="3657326" indent="0">
              <a:buNone/>
              <a:defRPr sz="1200"/>
            </a:lvl7pPr>
            <a:lvl8pPr marL="4266880" indent="0">
              <a:buNone/>
              <a:defRPr sz="1200"/>
            </a:lvl8pPr>
            <a:lvl9pPr marL="4876435" indent="0">
              <a:buNone/>
              <a:defRPr sz="1200"/>
            </a:lvl9pPr>
          </a:lstStyle>
          <a:p>
            <a:pPr lvl="0"/>
            <a:r>
              <a:rPr lang="en-US" dirty="0"/>
              <a:t>CLICK TO EDITE SUBTITLE</a:t>
            </a:r>
          </a:p>
        </p:txBody>
      </p:sp>
      <p:sp>
        <p:nvSpPr>
          <p:cNvPr id="5" name="Title 2">
            <a:extLst>
              <a:ext uri="{FF2B5EF4-FFF2-40B4-BE49-F238E27FC236}">
                <a16:creationId xmlns:a16="http://schemas.microsoft.com/office/drawing/2014/main" id="{CE59A572-76E8-4055-881A-EC3A9E6FDA57}"/>
              </a:ext>
            </a:extLst>
          </p:cNvPr>
          <p:cNvSpPr>
            <a:spLocks noGrp="1"/>
          </p:cNvSpPr>
          <p:nvPr>
            <p:ph type="title"/>
          </p:nvPr>
        </p:nvSpPr>
        <p:spPr>
          <a:xfrm>
            <a:off x="517097" y="376822"/>
            <a:ext cx="11157817" cy="545945"/>
          </a:xfrm>
          <a:prstGeom prst="rect">
            <a:avLst/>
          </a:prstGeom>
        </p:spPr>
        <p:txBody>
          <a:bodyPr lIns="0" tIns="0" rIns="0" bIns="0" anchor="ctr"/>
          <a:lstStyle>
            <a:lvl1pPr algn="l">
              <a:defRPr sz="3733">
                <a:solidFill>
                  <a:schemeClr val="tx1">
                    <a:lumMod val="75000"/>
                    <a:lumOff val="25000"/>
                  </a:schemeClr>
                </a:solidFill>
                <a:latin typeface="+mj-lt"/>
              </a:defRPr>
            </a:lvl1pPr>
          </a:lstStyle>
          <a:p>
            <a:r>
              <a:rPr lang="en-US" dirty="0"/>
              <a:t>Click to edit Master title style</a:t>
            </a:r>
          </a:p>
        </p:txBody>
      </p:sp>
    </p:spTree>
    <p:extLst>
      <p:ext uri="{BB962C8B-B14F-4D97-AF65-F5344CB8AC3E}">
        <p14:creationId xmlns:p14="http://schemas.microsoft.com/office/powerpoint/2010/main" val="2628337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12"/>
        <p:cNvGrpSpPr/>
        <p:nvPr/>
      </p:nvGrpSpPr>
      <p:grpSpPr>
        <a:xfrm>
          <a:off x="0" y="0"/>
          <a:ext cx="0" cy="0"/>
          <a:chOff x="0" y="0"/>
          <a:chExt cx="0" cy="0"/>
        </a:xfrm>
      </p:grpSpPr>
    </p:spTree>
    <p:extLst>
      <p:ext uri="{BB962C8B-B14F-4D97-AF65-F5344CB8AC3E}">
        <p14:creationId xmlns:p14="http://schemas.microsoft.com/office/powerpoint/2010/main" val="27559958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38F4A4-4394-708A-40F3-FC48A1626F8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18DAAB36-6F8D-9769-F56C-84188464B3E1}"/>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E964C2D9-FF77-6FD6-0CD4-4921D513ECA8}"/>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E7F49672-837C-F467-93C2-ABD748EB0F1E}"/>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9B3B7186-1DE3-1A8D-C61B-D8B6894F765C}"/>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4707247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472B8A-FC41-D51F-38C4-5854B49B4129}"/>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6D9C4E63-CBCF-C629-1FAD-00B904B0094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E3E2D62D-022C-BFC7-A045-F3CE10FD5FAF}"/>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AD0B4A8F-207E-BB9C-B960-7390C1521610}"/>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D61761C1-267C-8477-2FBE-7BA6C09AB685}"/>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3957316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78594E-6048-63F3-11C1-10472F0B2838}"/>
              </a:ext>
            </a:extLst>
          </p:cNvPr>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B59F4F68-7E24-9361-C93A-0BC0EED026AB}"/>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9E33717-AB87-D6D4-4A0F-CD9CCDEB5BE5}"/>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6C4ACDF6-9DD0-AB67-3580-A7D61C662DD1}"/>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C052719A-A22F-33E7-2D42-0840FD58A841}"/>
              </a:ext>
            </a:extLst>
          </p:cNvPr>
          <p:cNvSpPr>
            <a:spLocks noGrp="1"/>
          </p:cNvSpPr>
          <p:nvPr>
            <p:ph type="sldNum" sz="quarter" idx="12"/>
          </p:nvPr>
        </p:nvSpPr>
        <p:spPr/>
        <p:txBody>
          <a:bodyPr/>
          <a:lstStyle/>
          <a:p>
            <a:fld id="{998FC39B-737E-4BFF-AED7-C496B69515E7}" type="slidenum">
              <a:rPr lang="en-US" smtClean="0"/>
              <a:t>‹N°›</a:t>
            </a:fld>
            <a:endParaRPr lang="en-US" dirty="0"/>
          </a:p>
        </p:txBody>
      </p:sp>
    </p:spTree>
    <p:extLst>
      <p:ext uri="{BB962C8B-B14F-4D97-AF65-F5344CB8AC3E}">
        <p14:creationId xmlns:p14="http://schemas.microsoft.com/office/powerpoint/2010/main" val="12222317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F62EBC-CA20-358E-1452-533DDA32D92D}"/>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D5426BE3-A14C-D477-A87B-17D9EDD3850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B0B7EFA2-4AFE-3809-0D7A-DEB1A52AB2B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E27FB60D-A0BA-00A8-DE9A-8A0940312890}"/>
              </a:ext>
            </a:extLst>
          </p:cNvPr>
          <p:cNvSpPr>
            <a:spLocks noGrp="1"/>
          </p:cNvSpPr>
          <p:nvPr>
            <p:ph type="dt" sz="half" idx="10"/>
          </p:nvPr>
        </p:nvSpPr>
        <p:spPr/>
        <p:txBody>
          <a:bodyPr/>
          <a:lstStyle/>
          <a:p>
            <a:endParaRPr lang="en-US" dirty="0"/>
          </a:p>
        </p:txBody>
      </p:sp>
      <p:sp>
        <p:nvSpPr>
          <p:cNvPr id="6" name="Espace réservé du pied de page 5">
            <a:extLst>
              <a:ext uri="{FF2B5EF4-FFF2-40B4-BE49-F238E27FC236}">
                <a16:creationId xmlns:a16="http://schemas.microsoft.com/office/drawing/2014/main" id="{A57A7CDD-AEA9-B689-1712-C444F17479F9}"/>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EF86A2A5-8E9C-48E9-4AB5-A281DC05DA69}"/>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34064255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C66F51-8758-0305-7C71-C4C2CAEF602D}"/>
              </a:ext>
            </a:extLst>
          </p:cNvPr>
          <p:cNvSpPr>
            <a:spLocks noGrp="1"/>
          </p:cNvSpPr>
          <p:nvPr>
            <p:ph type="title"/>
          </p:nvPr>
        </p:nvSpPr>
        <p:spPr>
          <a:xfrm>
            <a:off x="839788" y="365127"/>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32C14EBC-F015-6CB9-B14D-7AF751F3E2D3}"/>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29CD35C-36ED-91E1-4E5F-5DB5F3D4EB1C}"/>
              </a:ext>
            </a:extLst>
          </p:cNvPr>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614E51D1-DB94-0AD0-FF75-1F05D9B8A092}"/>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2FC9F1A-06B0-7058-8C53-082193390FA3}"/>
              </a:ext>
            </a:extLst>
          </p:cNvPr>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77167B82-AF96-608E-71A3-BEA8BEB08DF4}"/>
              </a:ext>
            </a:extLst>
          </p:cNvPr>
          <p:cNvSpPr>
            <a:spLocks noGrp="1"/>
          </p:cNvSpPr>
          <p:nvPr>
            <p:ph type="dt" sz="half" idx="10"/>
          </p:nvPr>
        </p:nvSpPr>
        <p:spPr/>
        <p:txBody>
          <a:bodyPr/>
          <a:lstStyle/>
          <a:p>
            <a:endParaRPr lang="en-US" dirty="0"/>
          </a:p>
        </p:txBody>
      </p:sp>
      <p:sp>
        <p:nvSpPr>
          <p:cNvPr id="8" name="Espace réservé du pied de page 7">
            <a:extLst>
              <a:ext uri="{FF2B5EF4-FFF2-40B4-BE49-F238E27FC236}">
                <a16:creationId xmlns:a16="http://schemas.microsoft.com/office/drawing/2014/main" id="{96D53E98-ACA8-F0C8-38B7-8B575A9812EF}"/>
              </a:ext>
            </a:extLst>
          </p:cNvPr>
          <p:cNvSpPr>
            <a:spLocks noGrp="1"/>
          </p:cNvSpPr>
          <p:nvPr>
            <p:ph type="ftr" sz="quarter" idx="11"/>
          </p:nvPr>
        </p:nvSpPr>
        <p:spPr/>
        <p:txBody>
          <a:bodyPr/>
          <a:lstStyle/>
          <a:p>
            <a:endParaRPr lang="en-US" dirty="0"/>
          </a:p>
        </p:txBody>
      </p:sp>
      <p:sp>
        <p:nvSpPr>
          <p:cNvPr id="9" name="Espace réservé du numéro de diapositive 8">
            <a:extLst>
              <a:ext uri="{FF2B5EF4-FFF2-40B4-BE49-F238E27FC236}">
                <a16:creationId xmlns:a16="http://schemas.microsoft.com/office/drawing/2014/main" id="{3CBEA8FC-925B-0DA0-C3A5-A544651BEEE6}"/>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34672078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B18A9D-3293-C31B-95A6-48B98AA5955D}"/>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FBD2BA3D-0F03-C926-4D75-9332FE7C7A62}"/>
              </a:ext>
            </a:extLst>
          </p:cNvPr>
          <p:cNvSpPr>
            <a:spLocks noGrp="1"/>
          </p:cNvSpPr>
          <p:nvPr>
            <p:ph type="dt" sz="half" idx="10"/>
          </p:nvPr>
        </p:nvSpPr>
        <p:spPr/>
        <p:txBody>
          <a:bodyPr/>
          <a:lstStyle/>
          <a:p>
            <a:endParaRPr lang="en-US" dirty="0"/>
          </a:p>
        </p:txBody>
      </p:sp>
      <p:sp>
        <p:nvSpPr>
          <p:cNvPr id="4" name="Espace réservé du pied de page 3">
            <a:extLst>
              <a:ext uri="{FF2B5EF4-FFF2-40B4-BE49-F238E27FC236}">
                <a16:creationId xmlns:a16="http://schemas.microsoft.com/office/drawing/2014/main" id="{8EF25F52-470C-FC5D-DA59-259C9EE39208}"/>
              </a:ext>
            </a:extLst>
          </p:cNvPr>
          <p:cNvSpPr>
            <a:spLocks noGrp="1"/>
          </p:cNvSpPr>
          <p:nvPr>
            <p:ph type="ftr" sz="quarter" idx="11"/>
          </p:nvPr>
        </p:nvSpPr>
        <p:spPr/>
        <p:txBody>
          <a:bodyPr/>
          <a:lstStyle/>
          <a:p>
            <a:endParaRPr lang="en-US" dirty="0"/>
          </a:p>
        </p:txBody>
      </p:sp>
      <p:sp>
        <p:nvSpPr>
          <p:cNvPr id="5" name="Espace réservé du numéro de diapositive 4">
            <a:extLst>
              <a:ext uri="{FF2B5EF4-FFF2-40B4-BE49-F238E27FC236}">
                <a16:creationId xmlns:a16="http://schemas.microsoft.com/office/drawing/2014/main" id="{293A9ED2-A7D9-E064-3CDB-7D8F6628A114}"/>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30658867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D2D5A0F-EC5A-CB64-F441-41F67B3E3EA8}"/>
              </a:ext>
            </a:extLst>
          </p:cNvPr>
          <p:cNvSpPr>
            <a:spLocks noGrp="1"/>
          </p:cNvSpPr>
          <p:nvPr>
            <p:ph type="dt" sz="half" idx="10"/>
          </p:nvPr>
        </p:nvSpPr>
        <p:spPr/>
        <p:txBody>
          <a:bodyPr/>
          <a:lstStyle/>
          <a:p>
            <a:endParaRPr lang="en-US" dirty="0"/>
          </a:p>
        </p:txBody>
      </p:sp>
      <p:sp>
        <p:nvSpPr>
          <p:cNvPr id="3" name="Espace réservé du pied de page 2">
            <a:extLst>
              <a:ext uri="{FF2B5EF4-FFF2-40B4-BE49-F238E27FC236}">
                <a16:creationId xmlns:a16="http://schemas.microsoft.com/office/drawing/2014/main" id="{9014BF61-EBBF-0553-A316-DCA7C0C9FF80}"/>
              </a:ext>
            </a:extLst>
          </p:cNvPr>
          <p:cNvSpPr>
            <a:spLocks noGrp="1"/>
          </p:cNvSpPr>
          <p:nvPr>
            <p:ph type="ftr" sz="quarter" idx="1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6BDDB3AA-26F1-4D58-7196-C45645888D88}"/>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231983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EF6584-3B78-E055-7A08-BA44F2BE72C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BE9889C0-E1F2-F9B1-5102-E14D5ACFCDA3}"/>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434313E2-8E98-4794-D302-B27555C3FF53}"/>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B9C912C-C92E-800A-954F-C49F4D5F83F1}"/>
              </a:ext>
            </a:extLst>
          </p:cNvPr>
          <p:cNvSpPr>
            <a:spLocks noGrp="1"/>
          </p:cNvSpPr>
          <p:nvPr>
            <p:ph type="dt" sz="half" idx="10"/>
          </p:nvPr>
        </p:nvSpPr>
        <p:spPr/>
        <p:txBody>
          <a:bodyPr/>
          <a:lstStyle/>
          <a:p>
            <a:endParaRPr lang="en-US" dirty="0"/>
          </a:p>
        </p:txBody>
      </p:sp>
      <p:sp>
        <p:nvSpPr>
          <p:cNvPr id="6" name="Espace réservé du pied de page 5">
            <a:extLst>
              <a:ext uri="{FF2B5EF4-FFF2-40B4-BE49-F238E27FC236}">
                <a16:creationId xmlns:a16="http://schemas.microsoft.com/office/drawing/2014/main" id="{B4267155-D742-E494-CE3F-44C69151A931}"/>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D95291DC-623E-7F69-7F04-5A900A7CDF22}"/>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26783600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574A05-F520-6C29-AA85-1EE07C7AA09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D68C727E-6EB6-70CE-0B43-C45DAE790D4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4" name="Espace réservé du texte 3">
            <a:extLst>
              <a:ext uri="{FF2B5EF4-FFF2-40B4-BE49-F238E27FC236}">
                <a16:creationId xmlns:a16="http://schemas.microsoft.com/office/drawing/2014/main" id="{E74D2CB0-5A18-AB90-4595-E54A90CCF4B1}"/>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66B0FEB-9614-695A-C37B-11BC71DCBB8B}"/>
              </a:ext>
            </a:extLst>
          </p:cNvPr>
          <p:cNvSpPr>
            <a:spLocks noGrp="1"/>
          </p:cNvSpPr>
          <p:nvPr>
            <p:ph type="dt" sz="half" idx="10"/>
          </p:nvPr>
        </p:nvSpPr>
        <p:spPr/>
        <p:txBody>
          <a:bodyPr/>
          <a:lstStyle/>
          <a:p>
            <a:endParaRPr lang="en-US" dirty="0"/>
          </a:p>
        </p:txBody>
      </p:sp>
      <p:sp>
        <p:nvSpPr>
          <p:cNvPr id="6" name="Espace réservé du pied de page 5">
            <a:extLst>
              <a:ext uri="{FF2B5EF4-FFF2-40B4-BE49-F238E27FC236}">
                <a16:creationId xmlns:a16="http://schemas.microsoft.com/office/drawing/2014/main" id="{EC3DB9F6-F5EA-F1A7-64E4-1117E3F2DF7C}"/>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F87A0FD2-3933-DAD7-4896-025B4233749B}"/>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19286755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6F17B2-7E4B-FDD1-BC28-030082BED104}"/>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32260148-4330-F438-7F8F-397C8FA8902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901C7BD8-321C-FA0A-6240-2D6D29585327}"/>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B7894007-AC21-2B65-4F9C-B11C3EE48BDC}"/>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0915026C-7523-CCAE-B1F8-8568612D4991}"/>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42889728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C88DD07-E56F-4645-A658-BFEC40DACBEF}"/>
              </a:ext>
            </a:extLst>
          </p:cNvPr>
          <p:cNvSpPr>
            <a:spLocks noGrp="1"/>
          </p:cNvSpPr>
          <p:nvPr>
            <p:ph type="title" orient="vert"/>
          </p:nvPr>
        </p:nvSpPr>
        <p:spPr>
          <a:xfrm>
            <a:off x="8724901"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57F8A280-66AA-A622-FDB3-C805224148B9}"/>
              </a:ext>
            </a:extLst>
          </p:cNvPr>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33E9CD0C-07A5-40AE-D719-C647D40637CC}"/>
              </a:ext>
            </a:extLst>
          </p:cNvPr>
          <p:cNvSpPr>
            <a:spLocks noGrp="1"/>
          </p:cNvSpPr>
          <p:nvPr>
            <p:ph type="dt" sz="half" idx="10"/>
          </p:nvPr>
        </p:nvSpPr>
        <p:spPr/>
        <p:txBody>
          <a:bodyPr/>
          <a:lstStyle/>
          <a:p>
            <a:endParaRPr lang="en-US" dirty="0"/>
          </a:p>
        </p:txBody>
      </p:sp>
      <p:sp>
        <p:nvSpPr>
          <p:cNvPr id="5" name="Espace réservé du pied de page 4">
            <a:extLst>
              <a:ext uri="{FF2B5EF4-FFF2-40B4-BE49-F238E27FC236}">
                <a16:creationId xmlns:a16="http://schemas.microsoft.com/office/drawing/2014/main" id="{9C049EE7-971E-1A2A-3A4F-DD4D9B06DFD4}"/>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AF163D9F-F48B-94AF-DC1C-B2CF7B905942}"/>
              </a:ext>
            </a:extLst>
          </p:cNvPr>
          <p:cNvSpPr>
            <a:spLocks noGrp="1"/>
          </p:cNvSpPr>
          <p:nvPr>
            <p:ph type="sldNum" sz="quarter" idx="12"/>
          </p:nvPr>
        </p:nvSpPr>
        <p:spPr/>
        <p:txBody>
          <a:bodyPr/>
          <a:lstStyle/>
          <a:p>
            <a:fld id="{239887C5-77CC-4DE3-9998-86C0D45732CA}" type="slidenum">
              <a:rPr lang="en-US" smtClean="0"/>
              <a:t>‹N°›</a:t>
            </a:fld>
            <a:endParaRPr lang="en-US" dirty="0"/>
          </a:p>
        </p:txBody>
      </p:sp>
    </p:spTree>
    <p:extLst>
      <p:ext uri="{BB962C8B-B14F-4D97-AF65-F5344CB8AC3E}">
        <p14:creationId xmlns:p14="http://schemas.microsoft.com/office/powerpoint/2010/main" val="32778221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A6174F8-1206-42B4-8253-0D1E82F521D8}"/>
              </a:ext>
            </a:extLst>
          </p:cNvPr>
          <p:cNvSpPr>
            <a:spLocks noGrp="1"/>
          </p:cNvSpPr>
          <p:nvPr>
            <p:ph type="body" sz="half" idx="2" hasCustomPrompt="1"/>
          </p:nvPr>
        </p:nvSpPr>
        <p:spPr>
          <a:xfrm>
            <a:off x="517096" y="974045"/>
            <a:ext cx="11157817" cy="231007"/>
          </a:xfrm>
          <a:prstGeom prst="rect">
            <a:avLst/>
          </a:prstGeom>
        </p:spPr>
        <p:txBody>
          <a:bodyPr wrap="none" lIns="0" tIns="0" rIns="0" bIns="0" anchor="ctr">
            <a:noAutofit/>
          </a:bodyPr>
          <a:lstStyle>
            <a:lvl1pPr marL="0" indent="0" algn="l">
              <a:buNone/>
              <a:defRPr sz="1467" b="0" baseline="0">
                <a:solidFill>
                  <a:schemeClr val="bg1">
                    <a:lumMod val="50000"/>
                  </a:schemeClr>
                </a:solidFill>
                <a:latin typeface="+mj-lt"/>
                <a:ea typeface="Roboto" panose="02000000000000000000" pitchFamily="2" charset="0"/>
              </a:defRPr>
            </a:lvl1pPr>
            <a:lvl2pPr marL="609555" indent="0">
              <a:buNone/>
              <a:defRPr sz="1600"/>
            </a:lvl2pPr>
            <a:lvl3pPr marL="1219108" indent="0">
              <a:buNone/>
              <a:defRPr sz="1333"/>
            </a:lvl3pPr>
            <a:lvl4pPr marL="1828664" indent="0">
              <a:buNone/>
              <a:defRPr sz="1200"/>
            </a:lvl4pPr>
            <a:lvl5pPr marL="2438218" indent="0">
              <a:buNone/>
              <a:defRPr sz="1200"/>
            </a:lvl5pPr>
            <a:lvl6pPr marL="3047772" indent="0">
              <a:buNone/>
              <a:defRPr sz="1200"/>
            </a:lvl6pPr>
            <a:lvl7pPr marL="3657326" indent="0">
              <a:buNone/>
              <a:defRPr sz="1200"/>
            </a:lvl7pPr>
            <a:lvl8pPr marL="4266880" indent="0">
              <a:buNone/>
              <a:defRPr sz="1200"/>
            </a:lvl8pPr>
            <a:lvl9pPr marL="4876435" indent="0">
              <a:buNone/>
              <a:defRPr sz="1200"/>
            </a:lvl9pPr>
          </a:lstStyle>
          <a:p>
            <a:pPr lvl="0"/>
            <a:r>
              <a:rPr lang="en-US" dirty="0"/>
              <a:t>CLICK TO EDITE SUBTITLE</a:t>
            </a:r>
          </a:p>
        </p:txBody>
      </p:sp>
      <p:sp>
        <p:nvSpPr>
          <p:cNvPr id="5" name="Title 2">
            <a:extLst>
              <a:ext uri="{FF2B5EF4-FFF2-40B4-BE49-F238E27FC236}">
                <a16:creationId xmlns:a16="http://schemas.microsoft.com/office/drawing/2014/main" id="{CE59A572-76E8-4055-881A-EC3A9E6FDA57}"/>
              </a:ext>
            </a:extLst>
          </p:cNvPr>
          <p:cNvSpPr>
            <a:spLocks noGrp="1"/>
          </p:cNvSpPr>
          <p:nvPr>
            <p:ph type="title"/>
          </p:nvPr>
        </p:nvSpPr>
        <p:spPr>
          <a:xfrm>
            <a:off x="517096" y="376820"/>
            <a:ext cx="11157817" cy="545945"/>
          </a:xfrm>
          <a:prstGeom prst="rect">
            <a:avLst/>
          </a:prstGeom>
        </p:spPr>
        <p:txBody>
          <a:bodyPr lIns="0" tIns="0" rIns="0" bIns="0" anchor="ctr"/>
          <a:lstStyle>
            <a:lvl1pPr algn="l">
              <a:defRPr sz="3733">
                <a:solidFill>
                  <a:schemeClr val="tx1">
                    <a:lumMod val="75000"/>
                    <a:lumOff val="25000"/>
                  </a:schemeClr>
                </a:solidFill>
                <a:latin typeface="+mj-lt"/>
              </a:defRPr>
            </a:lvl1pPr>
          </a:lstStyle>
          <a:p>
            <a:r>
              <a:rPr lang="en-US" dirty="0"/>
              <a:t>Click to edit Master title style</a:t>
            </a:r>
          </a:p>
        </p:txBody>
      </p:sp>
    </p:spTree>
    <p:extLst>
      <p:ext uri="{BB962C8B-B14F-4D97-AF65-F5344CB8AC3E}">
        <p14:creationId xmlns:p14="http://schemas.microsoft.com/office/powerpoint/2010/main" val="32802188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FA059-3EF6-4ABD-9D2F-656AF8F165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EEAA64-FF2D-428C-BB03-CE97250854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0E25A1-9B0E-4400-9502-E5B4861A1AAC}"/>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5" name="Footer Placeholder 4">
            <a:extLst>
              <a:ext uri="{FF2B5EF4-FFF2-40B4-BE49-F238E27FC236}">
                <a16:creationId xmlns:a16="http://schemas.microsoft.com/office/drawing/2014/main" id="{8D76A893-2586-410C-9A16-34F3D83D38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E39D2-BA28-43C4-A0F3-A7A4E0AEFEAA}"/>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354152611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79705-2E35-4F6B-AC1F-1959C46CF3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5505D0-2CB9-445F-9B8A-51627147F4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C59A57-F618-4C8E-B1CA-EF4BA3C7DB16}"/>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5" name="Footer Placeholder 4">
            <a:extLst>
              <a:ext uri="{FF2B5EF4-FFF2-40B4-BE49-F238E27FC236}">
                <a16:creationId xmlns:a16="http://schemas.microsoft.com/office/drawing/2014/main" id="{2117FFFA-3AE4-4893-88AF-320A2D497F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D42C5F-6173-41AF-8616-3D6E1F54523D}"/>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11835598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6477-4E35-4CD0-8E72-6BE70FBEE7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779AE7-CC62-40FA-9045-49502CB210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89BD5F-7BA2-4215-8B9A-F21AB9C1BA8A}"/>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5" name="Footer Placeholder 4">
            <a:extLst>
              <a:ext uri="{FF2B5EF4-FFF2-40B4-BE49-F238E27FC236}">
                <a16:creationId xmlns:a16="http://schemas.microsoft.com/office/drawing/2014/main" id="{24C64B28-B38C-4AC9-B4CD-A52339EE1C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15623-59F5-4A07-9976-934ABA8D72DB}"/>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2697888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1B7A-C378-4F68-95DD-9352D193C9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7D4FD8-4526-4D0A-83C9-32BC92AAF1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052FB0-4081-4E5C-936C-4C6A480287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A474F4-6BEC-4260-842C-A60AB72CEBC7}"/>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6" name="Footer Placeholder 5">
            <a:extLst>
              <a:ext uri="{FF2B5EF4-FFF2-40B4-BE49-F238E27FC236}">
                <a16:creationId xmlns:a16="http://schemas.microsoft.com/office/drawing/2014/main" id="{6AD0091B-3D62-4D54-B2AF-F39D8505A1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68D4B3-BEA3-4A3E-95E3-D45457009F4B}"/>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4995961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1BDA-992E-4A51-BB51-7156B50AD7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FDE345-38BE-4EBE-B715-DFEF7ADD12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613E4F-B726-47BF-B597-26A7C846A5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FC10C7-CB43-46AA-8D71-12D8A22D7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DB06A5-B06E-442A-A8B7-37481ED873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FABE7A-B06A-4ACD-A328-888B4EA4F575}"/>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8" name="Footer Placeholder 7">
            <a:extLst>
              <a:ext uri="{FF2B5EF4-FFF2-40B4-BE49-F238E27FC236}">
                <a16:creationId xmlns:a16="http://schemas.microsoft.com/office/drawing/2014/main" id="{DF47501F-E7D8-4B37-90AE-2AB2F61C91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7A26A4-86B9-443C-B089-DC1B8036EA48}"/>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22539041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D09A-DA2A-4E43-8FB0-97043E08C9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0BED7B-AE18-46AE-B950-A001801C4550}"/>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4" name="Footer Placeholder 3">
            <a:extLst>
              <a:ext uri="{FF2B5EF4-FFF2-40B4-BE49-F238E27FC236}">
                <a16:creationId xmlns:a16="http://schemas.microsoft.com/office/drawing/2014/main" id="{BBBEDE60-8568-4BD7-AA92-915BF972EE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106784-B095-4209-BF42-F8639D89D924}"/>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24310875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DFDBE5-8D46-4C70-95DD-AE9FA702FE18}"/>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3" name="Footer Placeholder 2">
            <a:extLst>
              <a:ext uri="{FF2B5EF4-FFF2-40B4-BE49-F238E27FC236}">
                <a16:creationId xmlns:a16="http://schemas.microsoft.com/office/drawing/2014/main" id="{FE07FDBC-3401-40C8-BC86-B6A79CB92C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E4592-ED04-48BB-80BF-2FC00A167A8D}"/>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186080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9B543-C6CE-42AE-83AE-B6000A23E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BF4CF1-B938-4B73-9D02-13CE6FB6DD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322252-87B6-4BDD-B97B-1EA5DE06B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44D745-A78E-4F2D-8504-EF8339C4261E}"/>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6" name="Footer Placeholder 5">
            <a:extLst>
              <a:ext uri="{FF2B5EF4-FFF2-40B4-BE49-F238E27FC236}">
                <a16:creationId xmlns:a16="http://schemas.microsoft.com/office/drawing/2014/main" id="{A30C9FBC-A3BD-4406-B6E0-AC780DD6E7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C4F64-51DB-4BEB-9956-4E53561A8426}"/>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24356079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7EFA2-51A5-4600-A341-F1370D0CCC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FEE373-E4A8-4537-AD7F-3A6ADDFB63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CDBA7D-3669-4AED-8FC2-30F1F82CD2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D75BC3-8FC5-4377-B100-5124FDC1A36F}"/>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6" name="Footer Placeholder 5">
            <a:extLst>
              <a:ext uri="{FF2B5EF4-FFF2-40B4-BE49-F238E27FC236}">
                <a16:creationId xmlns:a16="http://schemas.microsoft.com/office/drawing/2014/main" id="{029A41D3-5C94-43F4-976C-5377AD8E44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F73617-CB04-4FB1-8682-524E0F72B3A4}"/>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87266727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025C9-B94C-4953-8C9A-F13CEEC4DD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53A944-F448-43C2-9F6E-0FD187CBD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0758D0-CD5C-4226-BE36-1E153FA7671B}"/>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5" name="Footer Placeholder 4">
            <a:extLst>
              <a:ext uri="{FF2B5EF4-FFF2-40B4-BE49-F238E27FC236}">
                <a16:creationId xmlns:a16="http://schemas.microsoft.com/office/drawing/2014/main" id="{3271962B-5291-4B30-B548-498D794E8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AFD2EC-1125-4664-A63E-DBAB07016481}"/>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26924472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A58FA1-7F8E-4C04-B813-D8F844EE07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19C0D5-4696-40E3-9E47-B338FB3146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84D57-BE6F-45E4-9E93-48E2E77C151A}"/>
              </a:ext>
            </a:extLst>
          </p:cNvPr>
          <p:cNvSpPr>
            <a:spLocks noGrp="1"/>
          </p:cNvSpPr>
          <p:nvPr>
            <p:ph type="dt" sz="half" idx="10"/>
          </p:nvPr>
        </p:nvSpPr>
        <p:spPr/>
        <p:txBody>
          <a:bodyPr/>
          <a:lstStyle/>
          <a:p>
            <a:fld id="{DF33CA11-656F-4FB2-93FB-89E34777F27A}" type="datetimeFigureOut">
              <a:rPr lang="en-US" smtClean="0"/>
              <a:t>6/24/2022</a:t>
            </a:fld>
            <a:endParaRPr lang="en-US"/>
          </a:p>
        </p:txBody>
      </p:sp>
      <p:sp>
        <p:nvSpPr>
          <p:cNvPr id="5" name="Footer Placeholder 4">
            <a:extLst>
              <a:ext uri="{FF2B5EF4-FFF2-40B4-BE49-F238E27FC236}">
                <a16:creationId xmlns:a16="http://schemas.microsoft.com/office/drawing/2014/main" id="{7A9BE689-F98D-4435-BD50-696940EAF0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D179B-F92F-403F-B118-AD42B05B2604}"/>
              </a:ext>
            </a:extLst>
          </p:cNvPr>
          <p:cNvSpPr>
            <a:spLocks noGrp="1"/>
          </p:cNvSpPr>
          <p:nvPr>
            <p:ph type="sldNum" sz="quarter" idx="12"/>
          </p:nvPr>
        </p:nvSpPr>
        <p:spPr/>
        <p:txBody>
          <a:bodyPr/>
          <a:lstStyle/>
          <a:p>
            <a:fld id="{0B994777-F16A-46E2-8BE6-DC03DDF0AE25}" type="slidenum">
              <a:rPr lang="en-US" smtClean="0"/>
              <a:t>‹N°›</a:t>
            </a:fld>
            <a:endParaRPr lang="en-US"/>
          </a:p>
        </p:txBody>
      </p:sp>
    </p:spTree>
    <p:extLst>
      <p:ext uri="{BB962C8B-B14F-4D97-AF65-F5344CB8AC3E}">
        <p14:creationId xmlns:p14="http://schemas.microsoft.com/office/powerpoint/2010/main" val="2579267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theme" Target="../theme/theme3.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theme" Target="../theme/theme4.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3"/>
              </a:buClr>
              <a:buSzPts val="3000"/>
              <a:buFont typeface="Josefin Sans"/>
              <a:buNone/>
              <a:defRPr sz="3000" b="1">
                <a:solidFill>
                  <a:schemeClr val="accent3"/>
                </a:solidFill>
                <a:latin typeface="Josefin Sans"/>
                <a:ea typeface="Josefin Sans"/>
                <a:cs typeface="Josefin Sans"/>
                <a:sym typeface="Josefin Sans"/>
              </a:defRPr>
            </a:lvl1pPr>
            <a:lvl2pPr lvl="1">
              <a:spcBef>
                <a:spcPts val="0"/>
              </a:spcBef>
              <a:spcAft>
                <a:spcPts val="0"/>
              </a:spcAft>
              <a:buClr>
                <a:schemeClr val="accent3"/>
              </a:buClr>
              <a:buSzPts val="3500"/>
              <a:buFont typeface="Josefin Sans"/>
              <a:buNone/>
              <a:defRPr sz="3500">
                <a:solidFill>
                  <a:schemeClr val="accent3"/>
                </a:solidFill>
                <a:latin typeface="Josefin Sans"/>
                <a:ea typeface="Josefin Sans"/>
                <a:cs typeface="Josefin Sans"/>
                <a:sym typeface="Josefin Sans"/>
              </a:defRPr>
            </a:lvl2pPr>
            <a:lvl3pPr lvl="2">
              <a:spcBef>
                <a:spcPts val="0"/>
              </a:spcBef>
              <a:spcAft>
                <a:spcPts val="0"/>
              </a:spcAft>
              <a:buClr>
                <a:schemeClr val="accent3"/>
              </a:buClr>
              <a:buSzPts val="3500"/>
              <a:buFont typeface="Josefin Sans"/>
              <a:buNone/>
              <a:defRPr sz="3500">
                <a:solidFill>
                  <a:schemeClr val="accent3"/>
                </a:solidFill>
                <a:latin typeface="Josefin Sans"/>
                <a:ea typeface="Josefin Sans"/>
                <a:cs typeface="Josefin Sans"/>
                <a:sym typeface="Josefin Sans"/>
              </a:defRPr>
            </a:lvl3pPr>
            <a:lvl4pPr lvl="3">
              <a:spcBef>
                <a:spcPts val="0"/>
              </a:spcBef>
              <a:spcAft>
                <a:spcPts val="0"/>
              </a:spcAft>
              <a:buClr>
                <a:schemeClr val="accent3"/>
              </a:buClr>
              <a:buSzPts val="3500"/>
              <a:buFont typeface="Josefin Sans"/>
              <a:buNone/>
              <a:defRPr sz="3500">
                <a:solidFill>
                  <a:schemeClr val="accent3"/>
                </a:solidFill>
                <a:latin typeface="Josefin Sans"/>
                <a:ea typeface="Josefin Sans"/>
                <a:cs typeface="Josefin Sans"/>
                <a:sym typeface="Josefin Sans"/>
              </a:defRPr>
            </a:lvl4pPr>
            <a:lvl5pPr lvl="4">
              <a:spcBef>
                <a:spcPts val="0"/>
              </a:spcBef>
              <a:spcAft>
                <a:spcPts val="0"/>
              </a:spcAft>
              <a:buClr>
                <a:schemeClr val="accent3"/>
              </a:buClr>
              <a:buSzPts val="3500"/>
              <a:buFont typeface="Josefin Sans"/>
              <a:buNone/>
              <a:defRPr sz="3500">
                <a:solidFill>
                  <a:schemeClr val="accent3"/>
                </a:solidFill>
                <a:latin typeface="Josefin Sans"/>
                <a:ea typeface="Josefin Sans"/>
                <a:cs typeface="Josefin Sans"/>
                <a:sym typeface="Josefin Sans"/>
              </a:defRPr>
            </a:lvl5pPr>
            <a:lvl6pPr lvl="5">
              <a:spcBef>
                <a:spcPts val="0"/>
              </a:spcBef>
              <a:spcAft>
                <a:spcPts val="0"/>
              </a:spcAft>
              <a:buClr>
                <a:schemeClr val="accent3"/>
              </a:buClr>
              <a:buSzPts val="3500"/>
              <a:buFont typeface="Josefin Sans"/>
              <a:buNone/>
              <a:defRPr sz="3500">
                <a:solidFill>
                  <a:schemeClr val="accent3"/>
                </a:solidFill>
                <a:latin typeface="Josefin Sans"/>
                <a:ea typeface="Josefin Sans"/>
                <a:cs typeface="Josefin Sans"/>
                <a:sym typeface="Josefin Sans"/>
              </a:defRPr>
            </a:lvl6pPr>
            <a:lvl7pPr lvl="6">
              <a:spcBef>
                <a:spcPts val="0"/>
              </a:spcBef>
              <a:spcAft>
                <a:spcPts val="0"/>
              </a:spcAft>
              <a:buClr>
                <a:schemeClr val="accent3"/>
              </a:buClr>
              <a:buSzPts val="3500"/>
              <a:buFont typeface="Josefin Sans"/>
              <a:buNone/>
              <a:defRPr sz="3500">
                <a:solidFill>
                  <a:schemeClr val="accent3"/>
                </a:solidFill>
                <a:latin typeface="Josefin Sans"/>
                <a:ea typeface="Josefin Sans"/>
                <a:cs typeface="Josefin Sans"/>
                <a:sym typeface="Josefin Sans"/>
              </a:defRPr>
            </a:lvl7pPr>
            <a:lvl8pPr lvl="7">
              <a:spcBef>
                <a:spcPts val="0"/>
              </a:spcBef>
              <a:spcAft>
                <a:spcPts val="0"/>
              </a:spcAft>
              <a:buClr>
                <a:schemeClr val="accent3"/>
              </a:buClr>
              <a:buSzPts val="3500"/>
              <a:buFont typeface="Josefin Sans"/>
              <a:buNone/>
              <a:defRPr sz="3500">
                <a:solidFill>
                  <a:schemeClr val="accent3"/>
                </a:solidFill>
                <a:latin typeface="Josefin Sans"/>
                <a:ea typeface="Josefin Sans"/>
                <a:cs typeface="Josefin Sans"/>
                <a:sym typeface="Josefin Sans"/>
              </a:defRPr>
            </a:lvl8pPr>
            <a:lvl9pPr lvl="8">
              <a:spcBef>
                <a:spcPts val="0"/>
              </a:spcBef>
              <a:spcAft>
                <a:spcPts val="0"/>
              </a:spcAft>
              <a:buClr>
                <a:schemeClr val="accent3"/>
              </a:buClr>
              <a:buSzPts val="3500"/>
              <a:buFont typeface="Josefin Sans"/>
              <a:buNone/>
              <a:defRPr sz="3500">
                <a:solidFill>
                  <a:schemeClr val="accent3"/>
                </a:solidFill>
                <a:latin typeface="Josefin Sans"/>
                <a:ea typeface="Josefin Sans"/>
                <a:cs typeface="Josefin Sans"/>
                <a:sym typeface="Josefin Sans"/>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marL="914400" lvl="1"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marL="1371600" lvl="2"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marL="1828800" lvl="3"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marL="2286000" lvl="4"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marL="2743200" lvl="5"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marL="3200400" lvl="6"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marL="3657600" lvl="7" indent="-3175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marL="4114800" lvl="8" indent="-317500">
              <a:lnSpc>
                <a:spcPct val="100000"/>
              </a:lnSpc>
              <a:spcBef>
                <a:spcPts val="1600"/>
              </a:spcBef>
              <a:spcAft>
                <a:spcPts val="160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spTree>
    <p:extLst>
      <p:ext uri="{BB962C8B-B14F-4D97-AF65-F5344CB8AC3E}">
        <p14:creationId xmlns:p14="http://schemas.microsoft.com/office/powerpoint/2010/main" val="4102265192"/>
      </p:ext>
    </p:extLst>
  </p:cSld>
  <p:clrMap bg1="lt1" tx1="dk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6"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6" r:id="rId27"/>
    <p:sldLayoutId id="2147483747" r:id="rId28"/>
    <p:sldLayoutId id="2147483836" r:id="rId29"/>
    <p:sldLayoutId id="2147483833" r:id="rId30"/>
  </p:sldLayoutIdLst>
  <p:hf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09"/>
        <p:cNvGrpSpPr/>
        <p:nvPr/>
      </p:nvGrpSpPr>
      <p:grpSpPr>
        <a:xfrm>
          <a:off x="0" y="0"/>
          <a:ext cx="0" cy="0"/>
          <a:chOff x="0" y="0"/>
          <a:chExt cx="0" cy="0"/>
        </a:xfrm>
      </p:grpSpPr>
      <p:sp>
        <p:nvSpPr>
          <p:cNvPr id="210" name="Google Shape;210;p30"/>
          <p:cNvSpPr txBox="1">
            <a:spLocks noGrp="1"/>
          </p:cNvSpPr>
          <p:nvPr>
            <p:ph type="title"/>
          </p:nvPr>
        </p:nvSpPr>
        <p:spPr>
          <a:xfrm>
            <a:off x="1424135"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11" name="Google Shape;211;p30"/>
          <p:cNvSpPr txBox="1">
            <a:spLocks noGrp="1"/>
          </p:cNvSpPr>
          <p:nvPr>
            <p:ph type="body" idx="1"/>
          </p:nvPr>
        </p:nvSpPr>
        <p:spPr>
          <a:xfrm>
            <a:off x="1424135"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983029152"/>
      </p:ext>
    </p:extLst>
  </p:cSld>
  <p:clrMap bg1="lt1" tx1="dk1" bg2="dk2" tx2="lt2" accent1="accent1" accent2="accent2" accent3="accent3" accent4="accent4" accent5="accent5" accent6="accent6" hlink="hlink" folHlink="folHlink"/>
  <p:sldLayoutIdLst>
    <p:sldLayoutId id="2147483745" r:id="rId1"/>
  </p:sldLayoutIdLst>
  <p:hf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C803E3E-380A-3DB5-9548-B9C591D4BB1E}"/>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981976B7-D81D-78B9-EB7A-76C5764943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40E18A3C-7D27-D370-6191-D55B9277CD48}"/>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Espace réservé du pied de page 4">
            <a:extLst>
              <a:ext uri="{FF2B5EF4-FFF2-40B4-BE49-F238E27FC236}">
                <a16:creationId xmlns:a16="http://schemas.microsoft.com/office/drawing/2014/main" id="{93063CEE-3B9D-4367-511B-696071D6EC75}"/>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Espace réservé du numéro de diapositive 5">
            <a:extLst>
              <a:ext uri="{FF2B5EF4-FFF2-40B4-BE49-F238E27FC236}">
                <a16:creationId xmlns:a16="http://schemas.microsoft.com/office/drawing/2014/main" id="{781A6C53-2084-EAE7-4549-F3B3C01DE62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9887C5-77CC-4DE3-9998-86C0D45732CA}" type="slidenum">
              <a:rPr lang="en-US" smtClean="0"/>
              <a:t>‹N°›</a:t>
            </a:fld>
            <a:endParaRPr lang="en-US" dirty="0"/>
          </a:p>
        </p:txBody>
      </p:sp>
    </p:spTree>
    <p:extLst>
      <p:ext uri="{BB962C8B-B14F-4D97-AF65-F5344CB8AC3E}">
        <p14:creationId xmlns:p14="http://schemas.microsoft.com/office/powerpoint/2010/main" val="240318968"/>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Lst>
  <p:hf hd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180070-0366-42D3-8F94-1EC3607D7B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E45E1E-BC0E-4C3C-85EB-272E5E72FE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D2D82-0212-4421-B426-9A70ABDA94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33CA11-656F-4FB2-93FB-89E34777F27A}" type="datetimeFigureOut">
              <a:rPr lang="en-US" smtClean="0"/>
              <a:t>6/24/2022</a:t>
            </a:fld>
            <a:endParaRPr lang="en-US"/>
          </a:p>
        </p:txBody>
      </p:sp>
      <p:sp>
        <p:nvSpPr>
          <p:cNvPr id="5" name="Footer Placeholder 4">
            <a:extLst>
              <a:ext uri="{FF2B5EF4-FFF2-40B4-BE49-F238E27FC236}">
                <a16:creationId xmlns:a16="http://schemas.microsoft.com/office/drawing/2014/main" id="{3E7D5838-CE2F-4F61-9B85-C3D1EB07BD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E18B42-7FCB-4A5E-A02A-AC64FA6BD4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994777-F16A-46E2-8BE6-DC03DDF0AE25}" type="slidenum">
              <a:rPr lang="en-US" smtClean="0"/>
              <a:t>‹N°›</a:t>
            </a:fld>
            <a:endParaRPr lang="en-US"/>
          </a:p>
        </p:txBody>
      </p:sp>
    </p:spTree>
    <p:extLst>
      <p:ext uri="{BB962C8B-B14F-4D97-AF65-F5344CB8AC3E}">
        <p14:creationId xmlns:p14="http://schemas.microsoft.com/office/powerpoint/2010/main" val="918361714"/>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2.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4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4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6.png"/><Relationship Id="rId7" Type="http://schemas.openxmlformats.org/officeDocument/2006/relationships/diagramColors" Target="../diagrams/colors3.xml"/><Relationship Id="rId2" Type="http://schemas.openxmlformats.org/officeDocument/2006/relationships/notesSlide" Target="../notesSlides/notesSlide9.xml"/><Relationship Id="rId1" Type="http://schemas.openxmlformats.org/officeDocument/2006/relationships/slideLayout" Target="../slideLayouts/slideLayout4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7.png"/><Relationship Id="rId7" Type="http://schemas.openxmlformats.org/officeDocument/2006/relationships/diagramQuickStyle" Target="../diagrams/quickStyle4.xml"/><Relationship Id="rId2" Type="http://schemas.openxmlformats.org/officeDocument/2006/relationships/notesSlide" Target="../notesSlides/notesSlide10.xml"/><Relationship Id="rId1" Type="http://schemas.openxmlformats.org/officeDocument/2006/relationships/slideLayout" Target="../slideLayouts/slideLayout43.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8.PNG"/><Relationship Id="rId9" Type="http://schemas.microsoft.com/office/2007/relationships/diagramDrawing" Target="../diagrams/drawing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4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4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9.png"/><Relationship Id="rId7" Type="http://schemas.openxmlformats.org/officeDocument/2006/relationships/diagramColors" Target="../diagrams/colors7.xml"/><Relationship Id="rId2" Type="http://schemas.openxmlformats.org/officeDocument/2006/relationships/notesSlide" Target="../notesSlides/notesSlide14.xml"/><Relationship Id="rId1" Type="http://schemas.openxmlformats.org/officeDocument/2006/relationships/slideLayout" Target="../slideLayouts/slideLayout43.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4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10.PNG"/><Relationship Id="rId7" Type="http://schemas.openxmlformats.org/officeDocument/2006/relationships/diagramLayout" Target="../diagrams/layout9.xml"/><Relationship Id="rId2" Type="http://schemas.openxmlformats.org/officeDocument/2006/relationships/notesSlide" Target="../notesSlides/notesSlide17.xml"/><Relationship Id="rId1" Type="http://schemas.openxmlformats.org/officeDocument/2006/relationships/slideLayout" Target="../slideLayouts/slideLayout43.xml"/><Relationship Id="rId6" Type="http://schemas.openxmlformats.org/officeDocument/2006/relationships/diagramData" Target="../diagrams/data9.xml"/><Relationship Id="rId5" Type="http://schemas.openxmlformats.org/officeDocument/2006/relationships/image" Target="../media/image12.png"/><Relationship Id="rId10" Type="http://schemas.microsoft.com/office/2007/relationships/diagramDrawing" Target="../diagrams/drawing9.xml"/><Relationship Id="rId4" Type="http://schemas.openxmlformats.org/officeDocument/2006/relationships/image" Target="../media/image11.png"/><Relationship Id="rId9" Type="http://schemas.openxmlformats.org/officeDocument/2006/relationships/diagramColors" Target="../diagrams/colors9.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13.png"/><Relationship Id="rId7" Type="http://schemas.openxmlformats.org/officeDocument/2006/relationships/diagramQuickStyle" Target="../diagrams/quickStyle10.xml"/><Relationship Id="rId2" Type="http://schemas.openxmlformats.org/officeDocument/2006/relationships/notesSlide" Target="../notesSlides/notesSlide18.xml"/><Relationship Id="rId1" Type="http://schemas.openxmlformats.org/officeDocument/2006/relationships/slideLayout" Target="../slideLayouts/slideLayout43.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14.png"/><Relationship Id="rId9" Type="http://schemas.microsoft.com/office/2007/relationships/diagramDrawing" Target="../diagrams/drawing10.xml"/></Relationships>
</file>

<file path=ppt/slides/_rels/slide19.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15.PNG"/><Relationship Id="rId7" Type="http://schemas.openxmlformats.org/officeDocument/2006/relationships/diagramQuickStyle" Target="../diagrams/quickStyle11.xml"/><Relationship Id="rId2" Type="http://schemas.openxmlformats.org/officeDocument/2006/relationships/notesSlide" Target="../notesSlides/notesSlide19.xml"/><Relationship Id="rId1" Type="http://schemas.openxmlformats.org/officeDocument/2006/relationships/slideLayout" Target="../slideLayouts/slideLayout43.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16.PNG"/><Relationship Id="rId9" Type="http://schemas.microsoft.com/office/2007/relationships/diagramDrawing" Target="../diagrams/drawing11.xml"/></Relationships>
</file>

<file path=ppt/slides/_rels/slide2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0.xml"/><Relationship Id="rId1" Type="http://schemas.openxmlformats.org/officeDocument/2006/relationships/slideLayout" Target="../slideLayouts/slideLayout4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1.xml"/><Relationship Id="rId1" Type="http://schemas.openxmlformats.org/officeDocument/2006/relationships/slideLayout" Target="../slideLayouts/slideLayout43.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3.xml"/></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3.xml"/><Relationship Id="rId1" Type="http://schemas.openxmlformats.org/officeDocument/2006/relationships/slideLayout" Target="../slideLayouts/slideLayout43.xml"/><Relationship Id="rId6" Type="http://schemas.openxmlformats.org/officeDocument/2006/relationships/diagramColors" Target="../diagrams/colors14.xml"/><Relationship Id="rId11" Type="http://schemas.openxmlformats.org/officeDocument/2006/relationships/image" Target="../media/image22.PNG"/><Relationship Id="rId5" Type="http://schemas.openxmlformats.org/officeDocument/2006/relationships/diagramQuickStyle" Target="../diagrams/quickStyle14.xml"/><Relationship Id="rId10" Type="http://schemas.openxmlformats.org/officeDocument/2006/relationships/image" Target="../media/image21.PNG"/><Relationship Id="rId4" Type="http://schemas.openxmlformats.org/officeDocument/2006/relationships/diagramLayout" Target="../diagrams/layout14.xml"/><Relationship Id="rId9"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diagramQuickStyle" Target="../diagrams/quickStyle15.xml"/><Relationship Id="rId3" Type="http://schemas.openxmlformats.org/officeDocument/2006/relationships/image" Target="../media/image23.png"/><Relationship Id="rId7" Type="http://schemas.openxmlformats.org/officeDocument/2006/relationships/diagramLayout" Target="../diagrams/layout15.xml"/><Relationship Id="rId2" Type="http://schemas.openxmlformats.org/officeDocument/2006/relationships/notesSlide" Target="../notesSlides/notesSlide24.xml"/><Relationship Id="rId1" Type="http://schemas.openxmlformats.org/officeDocument/2006/relationships/slideLayout" Target="../slideLayouts/slideLayout43.xml"/><Relationship Id="rId6" Type="http://schemas.openxmlformats.org/officeDocument/2006/relationships/diagramData" Target="../diagrams/data15.xml"/><Relationship Id="rId5" Type="http://schemas.openxmlformats.org/officeDocument/2006/relationships/image" Target="../media/image25.PNG"/><Relationship Id="rId10" Type="http://schemas.microsoft.com/office/2007/relationships/diagramDrawing" Target="../diagrams/drawing15.xml"/><Relationship Id="rId4" Type="http://schemas.openxmlformats.org/officeDocument/2006/relationships/image" Target="../media/image24.png"/><Relationship Id="rId9" Type="http://schemas.openxmlformats.org/officeDocument/2006/relationships/diagramColors" Target="../diagrams/colors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50.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50.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92893F-92F6-4A90-B755-3C66A52DA8A0}"/>
              </a:ext>
            </a:extLst>
          </p:cNvPr>
          <p:cNvSpPr>
            <a:spLocks noGrp="1"/>
          </p:cNvSpPr>
          <p:nvPr>
            <p:ph type="ctrTitle"/>
          </p:nvPr>
        </p:nvSpPr>
        <p:spPr>
          <a:xfrm>
            <a:off x="622852" y="378755"/>
            <a:ext cx="10946296" cy="2387600"/>
          </a:xfrm>
        </p:spPr>
        <p:txBody>
          <a:bodyPr>
            <a:normAutofit/>
          </a:bodyPr>
          <a:lstStyle/>
          <a:p>
            <a:r>
              <a:rPr lang="en-US" sz="3600" dirty="0">
                <a:solidFill>
                  <a:srgbClr val="002060"/>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MAPPING ADVERSARY EMULATION PLANS USING THE MITRE ATT&amp;CK,CALDERA,ANSIBLE AND SPLUNK</a:t>
            </a:r>
          </a:p>
        </p:txBody>
      </p:sp>
      <p:sp>
        <p:nvSpPr>
          <p:cNvPr id="3" name="Sous-titre 2">
            <a:extLst>
              <a:ext uri="{FF2B5EF4-FFF2-40B4-BE49-F238E27FC236}">
                <a16:creationId xmlns:a16="http://schemas.microsoft.com/office/drawing/2014/main" id="{ED96D469-622F-4D6C-BCDD-E8556A385584}"/>
              </a:ext>
            </a:extLst>
          </p:cNvPr>
          <p:cNvSpPr>
            <a:spLocks noGrp="1"/>
          </p:cNvSpPr>
          <p:nvPr>
            <p:ph type="subTitle" idx="1"/>
          </p:nvPr>
        </p:nvSpPr>
        <p:spPr>
          <a:xfrm>
            <a:off x="1637763" y="3038552"/>
            <a:ext cx="9144000" cy="349177"/>
          </a:xfrm>
        </p:spPr>
        <p:txBody>
          <a:bodyPr>
            <a:normAutofit fontScale="92500" lnSpcReduction="10000"/>
          </a:bodyPr>
          <a:lstStyle/>
          <a:p>
            <a:r>
              <a:rPr lang="en-US" sz="2000" dirty="0">
                <a:solidFill>
                  <a:srgbClr val="002060"/>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Realized within the SAMA PARTNERS BUSINESS SOLUTION</a:t>
            </a:r>
          </a:p>
        </p:txBody>
      </p:sp>
      <p:sp>
        <p:nvSpPr>
          <p:cNvPr id="4" name="ZoneTexte 3">
            <a:extLst>
              <a:ext uri="{FF2B5EF4-FFF2-40B4-BE49-F238E27FC236}">
                <a16:creationId xmlns:a16="http://schemas.microsoft.com/office/drawing/2014/main" id="{BF9DA3F9-28CC-4EFA-A478-6C8A3ED27C18}"/>
              </a:ext>
            </a:extLst>
          </p:cNvPr>
          <p:cNvSpPr txBox="1"/>
          <p:nvPr/>
        </p:nvSpPr>
        <p:spPr>
          <a:xfrm>
            <a:off x="2380034" y="310555"/>
            <a:ext cx="7431932" cy="1015663"/>
          </a:xfrm>
          <a:prstGeom prst="rect">
            <a:avLst/>
          </a:prstGeom>
          <a:noFill/>
        </p:spPr>
        <p:txBody>
          <a:bodyPr wrap="square" rtlCol="0">
            <a:spAutoFit/>
          </a:bodyPr>
          <a:lstStyle/>
          <a:p>
            <a:pPr algn="ctr"/>
            <a:r>
              <a:rPr lang="fr-FR" sz="1200" dirty="0">
                <a:solidFill>
                  <a:srgbClr val="002060"/>
                </a:solidFill>
                <a:latin typeface="Lao UI" panose="020B0502040204020203" pitchFamily="34" charset="0"/>
                <a:cs typeface="Lao UI" panose="020B0502040204020203" pitchFamily="34" charset="0"/>
              </a:rPr>
              <a:t>République Tunisienne</a:t>
            </a:r>
          </a:p>
          <a:p>
            <a:pPr algn="ctr"/>
            <a:r>
              <a:rPr lang="fr-FR" sz="1200" dirty="0">
                <a:solidFill>
                  <a:srgbClr val="002060"/>
                </a:solidFill>
                <a:latin typeface="Lao UI" panose="020B0502040204020203" pitchFamily="34" charset="0"/>
                <a:cs typeface="Lao UI" panose="020B0502040204020203" pitchFamily="34" charset="0"/>
              </a:rPr>
              <a:t>Ministère de l’Enseignement Supérieur et de la Recherche Scientifique</a:t>
            </a:r>
          </a:p>
          <a:p>
            <a:pPr algn="ctr"/>
            <a:r>
              <a:rPr lang="fr-FR" sz="1200" dirty="0">
                <a:solidFill>
                  <a:srgbClr val="002060"/>
                </a:solidFill>
                <a:latin typeface="Lao UI" panose="020B0502040204020203" pitchFamily="34" charset="0"/>
                <a:cs typeface="Lao UI" panose="020B0502040204020203" pitchFamily="34" charset="0"/>
              </a:rPr>
              <a:t>Université de Tunis El Manar</a:t>
            </a:r>
          </a:p>
          <a:p>
            <a:pPr algn="ctr"/>
            <a:r>
              <a:rPr lang="fr-FR" sz="1200" dirty="0">
                <a:solidFill>
                  <a:srgbClr val="002060"/>
                </a:solidFill>
                <a:latin typeface="Lao UI" panose="020B0502040204020203" pitchFamily="34" charset="0"/>
                <a:cs typeface="Lao UI" panose="020B0502040204020203" pitchFamily="34" charset="0"/>
              </a:rPr>
              <a:t>Institut Supérieur d’Informatique</a:t>
            </a:r>
          </a:p>
          <a:p>
            <a:pPr algn="ctr"/>
            <a:endParaRPr lang="en-US" sz="1200" dirty="0">
              <a:solidFill>
                <a:srgbClr val="55677B"/>
              </a:solidFill>
              <a:latin typeface="Lao UI" panose="020B0502040204020203" pitchFamily="34" charset="0"/>
              <a:cs typeface="Lao UI" panose="020B0502040204020203" pitchFamily="34" charset="0"/>
            </a:endParaRPr>
          </a:p>
        </p:txBody>
      </p:sp>
      <p:pic>
        <p:nvPicPr>
          <p:cNvPr id="1026" name="Picture 2" descr="Université de Tunis El Manar - Bienvenue">
            <a:extLst>
              <a:ext uri="{FF2B5EF4-FFF2-40B4-BE49-F238E27FC236}">
                <a16:creationId xmlns:a16="http://schemas.microsoft.com/office/drawing/2014/main" id="{4567EFF2-78F1-41A0-AC68-CD282A4B40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0023" y="155797"/>
            <a:ext cx="939125" cy="10320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stitut Supérieur d'Informatique - ISI - Home | Facebook">
            <a:extLst>
              <a:ext uri="{FF2B5EF4-FFF2-40B4-BE49-F238E27FC236}">
                <a16:creationId xmlns:a16="http://schemas.microsoft.com/office/drawing/2014/main" id="{7BBBB05C-4A18-4ECE-802D-B9F163FC75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8766" r="-3149" b="25083"/>
          <a:stretch/>
        </p:blipFill>
        <p:spPr bwMode="auto">
          <a:xfrm>
            <a:off x="107615" y="329491"/>
            <a:ext cx="1530151" cy="684619"/>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Connecteur droit 10">
            <a:extLst>
              <a:ext uri="{FF2B5EF4-FFF2-40B4-BE49-F238E27FC236}">
                <a16:creationId xmlns:a16="http://schemas.microsoft.com/office/drawing/2014/main" id="{1209A5C8-36F0-4A6F-910D-971A1416CCDD}"/>
              </a:ext>
            </a:extLst>
          </p:cNvPr>
          <p:cNvCxnSpPr>
            <a:cxnSpLocks/>
          </p:cNvCxnSpPr>
          <p:nvPr/>
        </p:nvCxnSpPr>
        <p:spPr>
          <a:xfrm flipV="1">
            <a:off x="622852" y="2852838"/>
            <a:ext cx="10946296" cy="25788"/>
          </a:xfrm>
          <a:prstGeom prst="line">
            <a:avLst/>
          </a:prstGeom>
          <a:effectLst>
            <a:glow rad="63500">
              <a:schemeClr val="accent3">
                <a:satMod val="175000"/>
                <a:alpha val="40000"/>
              </a:schemeClr>
            </a:glow>
          </a:effectLst>
        </p:spPr>
        <p:style>
          <a:lnRef idx="3">
            <a:schemeClr val="accent3"/>
          </a:lnRef>
          <a:fillRef idx="0">
            <a:schemeClr val="accent3"/>
          </a:fillRef>
          <a:effectRef idx="2">
            <a:schemeClr val="accent3"/>
          </a:effectRef>
          <a:fontRef idx="minor">
            <a:schemeClr val="tx1"/>
          </a:fontRef>
        </p:style>
      </p:cxnSp>
      <p:grpSp>
        <p:nvGrpSpPr>
          <p:cNvPr id="10" name="Groupe 9">
            <a:extLst>
              <a:ext uri="{FF2B5EF4-FFF2-40B4-BE49-F238E27FC236}">
                <a16:creationId xmlns:a16="http://schemas.microsoft.com/office/drawing/2014/main" id="{C19200B0-6CC6-F479-9BD9-EEC38B640960}"/>
              </a:ext>
            </a:extLst>
          </p:cNvPr>
          <p:cNvGrpSpPr/>
          <p:nvPr/>
        </p:nvGrpSpPr>
        <p:grpSpPr>
          <a:xfrm>
            <a:off x="622855" y="4913077"/>
            <a:ext cx="9691111" cy="1344855"/>
            <a:chOff x="622852" y="4913070"/>
            <a:chExt cx="9691110" cy="1344854"/>
          </a:xfrm>
        </p:grpSpPr>
        <p:sp>
          <p:nvSpPr>
            <p:cNvPr id="13" name="ZoneTexte 12">
              <a:extLst>
                <a:ext uri="{FF2B5EF4-FFF2-40B4-BE49-F238E27FC236}">
                  <a16:creationId xmlns:a16="http://schemas.microsoft.com/office/drawing/2014/main" id="{7A04AA1A-0142-42D7-A002-2A691A9D028B}"/>
                </a:ext>
              </a:extLst>
            </p:cNvPr>
            <p:cNvSpPr txBox="1"/>
            <p:nvPr/>
          </p:nvSpPr>
          <p:spPr>
            <a:xfrm>
              <a:off x="622852" y="4913070"/>
              <a:ext cx="2666728" cy="1344854"/>
            </a:xfrm>
            <a:prstGeom prst="rect">
              <a:avLst/>
            </a:prstGeom>
            <a:noFill/>
          </p:spPr>
          <p:txBody>
            <a:bodyPr wrap="square" rtlCol="0">
              <a:spAutoFit/>
            </a:bodyPr>
            <a:lstStyle/>
            <a:p>
              <a:pPr>
                <a:lnSpc>
                  <a:spcPct val="150000"/>
                </a:lnSpc>
              </a:pPr>
              <a:r>
                <a:rPr lang="en-US" sz="1400" b="1" dirty="0">
                  <a:solidFill>
                    <a:srgbClr val="002060"/>
                  </a:solidFill>
                  <a:latin typeface="Lao UI" panose="020B0502040204020203" pitchFamily="34" charset="0"/>
                  <a:cs typeface="Lao UI" panose="020B0502040204020203" pitchFamily="34" charset="0"/>
                </a:rPr>
                <a:t>Realized by                       :</a:t>
              </a:r>
            </a:p>
            <a:p>
              <a:pPr>
                <a:lnSpc>
                  <a:spcPct val="150000"/>
                </a:lnSpc>
              </a:pPr>
              <a:r>
                <a:rPr lang="en-US" sz="1400" b="1" dirty="0">
                  <a:solidFill>
                    <a:srgbClr val="002060"/>
                  </a:solidFill>
                  <a:latin typeface="Lao UI" panose="020B0502040204020203" pitchFamily="34" charset="0"/>
                  <a:cs typeface="Lao UI" panose="020B0502040204020203" pitchFamily="34" charset="0"/>
                </a:rPr>
                <a:t>Professional supervisors  :</a:t>
              </a:r>
            </a:p>
            <a:p>
              <a:pPr>
                <a:lnSpc>
                  <a:spcPct val="150000"/>
                </a:lnSpc>
              </a:pPr>
              <a:endParaRPr lang="en-US" sz="1400" dirty="0">
                <a:solidFill>
                  <a:srgbClr val="002060"/>
                </a:solidFill>
                <a:latin typeface="Lao UI" panose="020B0502040204020203" pitchFamily="34" charset="0"/>
                <a:cs typeface="Lao UI" panose="020B0502040204020203" pitchFamily="34" charset="0"/>
              </a:endParaRPr>
            </a:p>
            <a:p>
              <a:pPr>
                <a:lnSpc>
                  <a:spcPct val="150000"/>
                </a:lnSpc>
              </a:pPr>
              <a:r>
                <a:rPr lang="en-US" sz="1400" b="1" dirty="0">
                  <a:solidFill>
                    <a:srgbClr val="002060"/>
                  </a:solidFill>
                  <a:latin typeface="Lao UI" panose="020B0502040204020203" pitchFamily="34" charset="0"/>
                  <a:cs typeface="Lao UI" panose="020B0502040204020203" pitchFamily="34" charset="0"/>
                </a:rPr>
                <a:t>Academic supervisor:</a:t>
              </a:r>
            </a:p>
          </p:txBody>
        </p:sp>
        <p:sp>
          <p:nvSpPr>
            <p:cNvPr id="15" name="ZoneTexte 14">
              <a:extLst>
                <a:ext uri="{FF2B5EF4-FFF2-40B4-BE49-F238E27FC236}">
                  <a16:creationId xmlns:a16="http://schemas.microsoft.com/office/drawing/2014/main" id="{1A9C7277-1897-42C1-AE78-B393CEF8B855}"/>
                </a:ext>
              </a:extLst>
            </p:cNvPr>
            <p:cNvSpPr txBox="1"/>
            <p:nvPr/>
          </p:nvSpPr>
          <p:spPr>
            <a:xfrm>
              <a:off x="3289580" y="4913070"/>
              <a:ext cx="7024382" cy="1344854"/>
            </a:xfrm>
            <a:prstGeom prst="rect">
              <a:avLst/>
            </a:prstGeom>
            <a:noFill/>
          </p:spPr>
          <p:txBody>
            <a:bodyPr wrap="square" rtlCol="0">
              <a:spAutoFit/>
            </a:bodyPr>
            <a:lstStyle/>
            <a:p>
              <a:pPr>
                <a:lnSpc>
                  <a:spcPct val="150000"/>
                </a:lnSpc>
              </a:pPr>
              <a:r>
                <a:rPr lang="fr-FR" sz="1400" dirty="0">
                  <a:solidFill>
                    <a:srgbClr val="002060"/>
                  </a:solidFill>
                  <a:latin typeface="Lao UI" panose="020B0502040204020203" pitchFamily="34" charset="0"/>
                  <a:cs typeface="Lao UI" panose="020B0502040204020203" pitchFamily="34" charset="0"/>
                </a:rPr>
                <a:t>Feriel DARRAGI</a:t>
              </a:r>
            </a:p>
            <a:p>
              <a:pPr>
                <a:lnSpc>
                  <a:spcPct val="150000"/>
                </a:lnSpc>
              </a:pPr>
              <a:r>
                <a:rPr lang="fr-FR" sz="1400" dirty="0">
                  <a:solidFill>
                    <a:srgbClr val="002060"/>
                  </a:solidFill>
                  <a:latin typeface="Lao UI" panose="020B0502040204020203" pitchFamily="34" charset="0"/>
                  <a:cs typeface="Lao UI" panose="020B0502040204020203" pitchFamily="34" charset="0"/>
                </a:rPr>
                <a:t>Mr. Belhassen JERBI</a:t>
              </a:r>
            </a:p>
            <a:p>
              <a:pPr>
                <a:lnSpc>
                  <a:spcPct val="150000"/>
                </a:lnSpc>
              </a:pPr>
              <a:r>
                <a:rPr lang="fr-FR" sz="1400" dirty="0">
                  <a:solidFill>
                    <a:srgbClr val="002060"/>
                  </a:solidFill>
                  <a:latin typeface="Lao UI" panose="020B0502040204020203" pitchFamily="34" charset="0"/>
                  <a:cs typeface="Lao UI" panose="020B0502040204020203" pitchFamily="34" charset="0"/>
                </a:rPr>
                <a:t>Mr.Ahmed JOUINI  </a:t>
              </a:r>
            </a:p>
            <a:p>
              <a:pPr>
                <a:lnSpc>
                  <a:spcPct val="150000"/>
                </a:lnSpc>
              </a:pPr>
              <a:r>
                <a:rPr lang="fr-FR" sz="1400" dirty="0">
                  <a:solidFill>
                    <a:srgbClr val="002060"/>
                  </a:solidFill>
                  <a:latin typeface="Lao UI" panose="020B0502040204020203" pitchFamily="34" charset="0"/>
                  <a:cs typeface="Lao UI" panose="020B0502040204020203" pitchFamily="34" charset="0"/>
                </a:rPr>
                <a:t>Mrs. Nihel BEN YOUSSEF</a:t>
              </a:r>
            </a:p>
          </p:txBody>
        </p:sp>
      </p:grpSp>
      <p:sp>
        <p:nvSpPr>
          <p:cNvPr id="16" name="ZoneTexte 15">
            <a:extLst>
              <a:ext uri="{FF2B5EF4-FFF2-40B4-BE49-F238E27FC236}">
                <a16:creationId xmlns:a16="http://schemas.microsoft.com/office/drawing/2014/main" id="{E138CAC3-80B8-4928-B2D0-D568DF041865}"/>
              </a:ext>
            </a:extLst>
          </p:cNvPr>
          <p:cNvSpPr txBox="1"/>
          <p:nvPr/>
        </p:nvSpPr>
        <p:spPr>
          <a:xfrm>
            <a:off x="4248826" y="6427119"/>
            <a:ext cx="3447876" cy="430887"/>
          </a:xfrm>
          <a:prstGeom prst="rect">
            <a:avLst/>
          </a:prstGeom>
          <a:noFill/>
        </p:spPr>
        <p:txBody>
          <a:bodyPr wrap="square" rtlCol="0">
            <a:spAutoFit/>
          </a:bodyPr>
          <a:lstStyle/>
          <a:p>
            <a:pPr algn="ctr"/>
            <a:r>
              <a:rPr lang="fr-FR" sz="1100" dirty="0">
                <a:solidFill>
                  <a:schemeClr val="bg2">
                    <a:lumMod val="25000"/>
                  </a:schemeClr>
                </a:solidFill>
                <a:latin typeface="Lao UI" panose="020B0502040204020203" pitchFamily="34" charset="0"/>
                <a:cs typeface="Lao UI" panose="020B0502040204020203" pitchFamily="34" charset="0"/>
              </a:rPr>
              <a:t>Academic year:</a:t>
            </a:r>
          </a:p>
          <a:p>
            <a:pPr algn="ctr"/>
            <a:r>
              <a:rPr lang="fr-FR" sz="1100" dirty="0">
                <a:solidFill>
                  <a:schemeClr val="bg2">
                    <a:lumMod val="25000"/>
                  </a:schemeClr>
                </a:solidFill>
                <a:latin typeface="Lao UI" panose="020B0502040204020203" pitchFamily="34" charset="0"/>
                <a:cs typeface="Lao UI" panose="020B0502040204020203" pitchFamily="34" charset="0"/>
              </a:rPr>
              <a:t>2021-2022</a:t>
            </a:r>
            <a:endParaRPr lang="en-US" sz="1100" dirty="0">
              <a:solidFill>
                <a:schemeClr val="bg2">
                  <a:lumMod val="25000"/>
                </a:schemeClr>
              </a:solidFill>
              <a:latin typeface="Lao UI" panose="020B0502040204020203" pitchFamily="34" charset="0"/>
              <a:cs typeface="Lao UI" panose="020B0502040204020203" pitchFamily="34" charset="0"/>
            </a:endParaRPr>
          </a:p>
        </p:txBody>
      </p:sp>
      <p:pic>
        <p:nvPicPr>
          <p:cNvPr id="14" name="Image 13">
            <a:extLst>
              <a:ext uri="{FF2B5EF4-FFF2-40B4-BE49-F238E27FC236}">
                <a16:creationId xmlns:a16="http://schemas.microsoft.com/office/drawing/2014/main" id="{F37E4AFC-7587-4612-2920-E705521C6FE9}"/>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02352" y="3608762"/>
            <a:ext cx="2283890" cy="825060"/>
          </a:xfrm>
          <a:prstGeom prst="rect">
            <a:avLst/>
          </a:prstGeom>
        </p:spPr>
      </p:pic>
    </p:spTree>
    <p:extLst>
      <p:ext uri="{BB962C8B-B14F-4D97-AF65-F5344CB8AC3E}">
        <p14:creationId xmlns:p14="http://schemas.microsoft.com/office/powerpoint/2010/main" val="2920245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614" y="82615"/>
            <a:ext cx="11157817" cy="545945"/>
          </a:xfrm>
          <a:prstGeom prst="rect">
            <a:avLst/>
          </a:prstGeom>
        </p:spPr>
        <p:txBody>
          <a:bodyPr>
            <a:normAutofit/>
          </a:bodyPr>
          <a:lstStyle/>
          <a:p>
            <a:r>
              <a:rPr lang="en-US" b="1" dirty="0">
                <a:solidFill>
                  <a:srgbClr val="002060"/>
                </a:solidFill>
              </a:rPr>
              <a:t>Motivation: Technology keeps improving as do hackers</a:t>
            </a:r>
          </a:p>
        </p:txBody>
      </p:sp>
      <p:grpSp>
        <p:nvGrpSpPr>
          <p:cNvPr id="2048" name="Groupe 2047">
            <a:extLst>
              <a:ext uri="{FF2B5EF4-FFF2-40B4-BE49-F238E27FC236}">
                <a16:creationId xmlns:a16="http://schemas.microsoft.com/office/drawing/2014/main" id="{028E8CB9-36D5-29F0-8330-BDA7BF75F695}"/>
              </a:ext>
            </a:extLst>
          </p:cNvPr>
          <p:cNvGrpSpPr/>
          <p:nvPr/>
        </p:nvGrpSpPr>
        <p:grpSpPr>
          <a:xfrm>
            <a:off x="9680877" y="1254435"/>
            <a:ext cx="1773931" cy="4867308"/>
            <a:chOff x="340039" y="1861815"/>
            <a:chExt cx="2060901" cy="7724454"/>
          </a:xfrm>
        </p:grpSpPr>
        <p:sp>
          <p:nvSpPr>
            <p:cNvPr id="9" name="Rectangle 8">
              <a:extLst>
                <a:ext uri="{FF2B5EF4-FFF2-40B4-BE49-F238E27FC236}">
                  <a16:creationId xmlns:a16="http://schemas.microsoft.com/office/drawing/2014/main" id="{541C000B-7F70-4912-AB5B-36EF96B43BF4}"/>
                </a:ext>
              </a:extLst>
            </p:cNvPr>
            <p:cNvSpPr/>
            <p:nvPr/>
          </p:nvSpPr>
          <p:spPr bwMode="auto">
            <a:xfrm>
              <a:off x="340039" y="1861815"/>
              <a:ext cx="2049865" cy="2048388"/>
            </a:xfrm>
            <a:prstGeom prst="rect">
              <a:avLst/>
            </a:prstGeom>
            <a:solidFill>
              <a:schemeClr val="accent4">
                <a:lumMod val="75000"/>
              </a:schemeClr>
            </a:solidFill>
            <a:ln>
              <a:noFill/>
              <a:headEnd/>
              <a:tailEnd/>
            </a:ln>
          </p:spPr>
          <p:style>
            <a:lnRef idx="2">
              <a:schemeClr val="dk1">
                <a:shade val="50000"/>
              </a:schemeClr>
            </a:lnRef>
            <a:fillRef idx="1">
              <a:schemeClr val="dk1"/>
            </a:fillRef>
            <a:effectRef idx="0">
              <a:schemeClr val="dk1"/>
            </a:effectRef>
            <a:fontRef idx="minor">
              <a:schemeClr val="lt1"/>
            </a:fontRef>
          </p:style>
          <p:txBody>
            <a:bodyPr vert="horz" wrap="square" lIns="121920" tIns="60960" rIns="121920" bIns="60960" numCol="1" rtlCol="0" anchor="ctr" anchorCtr="0" compatLnSpc="1">
              <a:prstTxWarp prst="textNoShape">
                <a:avLst/>
              </a:prstTxWarp>
            </a:bodyPr>
            <a:lstStyle/>
            <a:p>
              <a:pPr algn="ctr"/>
              <a:r>
                <a:rPr lang="en-US" sz="3200" b="1" dirty="0">
                  <a:solidFill>
                    <a:schemeClr val="bg1"/>
                  </a:solidFill>
                </a:rPr>
                <a:t>+15,1%</a:t>
              </a:r>
              <a:br>
                <a:rPr lang="en-US" sz="4000" dirty="0">
                  <a:solidFill>
                    <a:schemeClr val="bg1"/>
                  </a:solidFill>
                </a:rPr>
              </a:br>
              <a:r>
                <a:rPr lang="en-US" sz="1100" dirty="0">
                  <a:solidFill>
                    <a:schemeClr val="bg1"/>
                  </a:solidFill>
                  <a:cs typeface="Lao UI" panose="020B0502040204020203" pitchFamily="34" charset="0"/>
                </a:rPr>
                <a:t>The average number of cyberattacks and data breaches</a:t>
              </a:r>
            </a:p>
            <a:p>
              <a:pPr algn="ctr"/>
              <a:r>
                <a:rPr lang="en-US" sz="1100" dirty="0">
                  <a:solidFill>
                    <a:schemeClr val="bg1"/>
                  </a:solidFill>
                  <a:cs typeface="Lao UI" panose="020B0502040204020203" pitchFamily="34" charset="0"/>
                </a:rPr>
                <a:t>From 2020 To 2021</a:t>
              </a:r>
              <a:endParaRPr lang="en-US" sz="1200" dirty="0">
                <a:solidFill>
                  <a:schemeClr val="bg1"/>
                </a:solidFill>
                <a:cs typeface="Lao UI" panose="020B0502040204020203" pitchFamily="34" charset="0"/>
              </a:endParaRPr>
            </a:p>
            <a:p>
              <a:pPr algn="ctr"/>
              <a:endParaRPr lang="en-US" sz="1100" b="1" dirty="0">
                <a:solidFill>
                  <a:schemeClr val="bg1"/>
                </a:solidFill>
                <a:effectLst>
                  <a:outerShdw blurRad="38100" dist="38100" dir="2700000" algn="tl">
                    <a:srgbClr val="000000">
                      <a:alpha val="43137"/>
                    </a:srgbClr>
                  </a:outerShdw>
                </a:effectLst>
              </a:endParaRPr>
            </a:p>
          </p:txBody>
        </p:sp>
        <p:sp>
          <p:nvSpPr>
            <p:cNvPr id="60" name="Rectangle 59">
              <a:extLst>
                <a:ext uri="{FF2B5EF4-FFF2-40B4-BE49-F238E27FC236}">
                  <a16:creationId xmlns:a16="http://schemas.microsoft.com/office/drawing/2014/main" id="{1D035468-361F-9527-0F88-A5860D1AE913}"/>
                </a:ext>
              </a:extLst>
            </p:cNvPr>
            <p:cNvSpPr/>
            <p:nvPr/>
          </p:nvSpPr>
          <p:spPr bwMode="auto">
            <a:xfrm>
              <a:off x="340039" y="4046140"/>
              <a:ext cx="2058159" cy="1624539"/>
            </a:xfrm>
            <a:prstGeom prst="rect">
              <a:avLst/>
            </a:prstGeom>
            <a:solidFill>
              <a:schemeClr val="accent4">
                <a:lumMod val="75000"/>
              </a:schemeClr>
            </a:solidFill>
            <a:ln w="9525">
              <a:noFill/>
              <a:round/>
              <a:headEnd/>
              <a:tailEnd/>
            </a:ln>
          </p:spPr>
          <p:txBody>
            <a:bodyPr vert="horz" wrap="square" lIns="121920" tIns="60960" rIns="121920" bIns="60960" numCol="1" rtlCol="0" anchor="ctr" anchorCtr="0" compatLnSpc="1">
              <a:prstTxWarp prst="textNoShape">
                <a:avLst/>
              </a:prstTxWarp>
            </a:bodyPr>
            <a:lstStyle/>
            <a:p>
              <a:pPr algn="ctr"/>
              <a:r>
                <a:rPr lang="en-US" sz="3600" b="1" dirty="0">
                  <a:solidFill>
                    <a:schemeClr val="bg1"/>
                  </a:solidFill>
                </a:rPr>
                <a:t>20%</a:t>
              </a:r>
              <a:br>
                <a:rPr lang="en-US" sz="2800" dirty="0">
                  <a:solidFill>
                    <a:schemeClr val="bg1"/>
                  </a:solidFill>
                </a:rPr>
              </a:br>
              <a:r>
                <a:rPr lang="en-US" sz="1600" dirty="0">
                  <a:solidFill>
                    <a:schemeClr val="bg1"/>
                  </a:solidFill>
                </a:rPr>
                <a:t>Phishing</a:t>
              </a:r>
            </a:p>
            <a:p>
              <a:pPr algn="ctr"/>
              <a:endParaRPr lang="en-US" sz="1600" dirty="0">
                <a:solidFill>
                  <a:schemeClr val="bg1"/>
                </a:solidFill>
              </a:endParaRPr>
            </a:p>
          </p:txBody>
        </p:sp>
        <p:sp>
          <p:nvSpPr>
            <p:cNvPr id="61" name="Rectangle 60">
              <a:extLst>
                <a:ext uri="{FF2B5EF4-FFF2-40B4-BE49-F238E27FC236}">
                  <a16:creationId xmlns:a16="http://schemas.microsoft.com/office/drawing/2014/main" id="{3DD50BAF-4968-18C2-8C7B-6337CF567DF3}"/>
                </a:ext>
              </a:extLst>
            </p:cNvPr>
            <p:cNvSpPr/>
            <p:nvPr/>
          </p:nvSpPr>
          <p:spPr bwMode="auto">
            <a:xfrm>
              <a:off x="348306" y="7492630"/>
              <a:ext cx="2048687" cy="2093639"/>
            </a:xfrm>
            <a:prstGeom prst="rect">
              <a:avLst/>
            </a:prstGeom>
            <a:solidFill>
              <a:schemeClr val="accent4">
                <a:lumMod val="75000"/>
              </a:schemeClr>
            </a:solidFill>
            <a:ln w="9525">
              <a:noFill/>
              <a:round/>
              <a:headEnd/>
              <a:tailEnd/>
            </a:ln>
          </p:spPr>
          <p:txBody>
            <a:bodyPr vert="horz" wrap="square" lIns="121920" tIns="60960" rIns="121920" bIns="60960" numCol="1" rtlCol="0" anchor="ctr" anchorCtr="0" compatLnSpc="1">
              <a:prstTxWarp prst="textNoShape">
                <a:avLst/>
              </a:prstTxWarp>
            </a:bodyPr>
            <a:lstStyle/>
            <a:p>
              <a:pPr algn="ctr"/>
              <a:endParaRPr lang="en-US" sz="2400" b="1" dirty="0">
                <a:solidFill>
                  <a:schemeClr val="bg1"/>
                </a:solidFill>
                <a:cs typeface="Lao UI" panose="020B0502040204020203" pitchFamily="34" charset="0"/>
              </a:endParaRPr>
            </a:p>
            <a:p>
              <a:pPr algn="ctr"/>
              <a:r>
                <a:rPr lang="en-US" sz="2400" b="1" dirty="0">
                  <a:solidFill>
                    <a:schemeClr val="bg1"/>
                  </a:solidFill>
                  <a:cs typeface="Lao UI" panose="020B0502040204020203" pitchFamily="34" charset="0"/>
                </a:rPr>
                <a:t>EVERY 11 SEC</a:t>
              </a:r>
              <a:br>
                <a:rPr lang="en-US" sz="1800" dirty="0">
                  <a:solidFill>
                    <a:schemeClr val="bg1"/>
                  </a:solidFill>
                  <a:cs typeface="Lao UI" panose="020B0502040204020203" pitchFamily="34" charset="0"/>
                </a:rPr>
              </a:br>
              <a:r>
                <a:rPr lang="en-US" sz="1600" dirty="0">
                  <a:solidFill>
                    <a:schemeClr val="bg1"/>
                  </a:solidFill>
                  <a:cs typeface="Lao UI" panose="020B0502040204020203" pitchFamily="34" charset="0"/>
                </a:rPr>
                <a:t>a ransomware attack occurs</a:t>
              </a:r>
            </a:p>
            <a:p>
              <a:pPr algn="ctr"/>
              <a:endParaRPr lang="en-US" sz="1600" dirty="0">
                <a:solidFill>
                  <a:schemeClr val="bg1"/>
                </a:solidFill>
              </a:endParaRPr>
            </a:p>
          </p:txBody>
        </p:sp>
        <p:sp>
          <p:nvSpPr>
            <p:cNvPr id="7" name="Rectangle 6">
              <a:extLst>
                <a:ext uri="{FF2B5EF4-FFF2-40B4-BE49-F238E27FC236}">
                  <a16:creationId xmlns:a16="http://schemas.microsoft.com/office/drawing/2014/main" id="{EA24F251-D3BA-4BC9-B5AB-3DBA3E026243}"/>
                </a:ext>
              </a:extLst>
            </p:cNvPr>
            <p:cNvSpPr/>
            <p:nvPr/>
          </p:nvSpPr>
          <p:spPr bwMode="auto">
            <a:xfrm>
              <a:off x="346098" y="5826032"/>
              <a:ext cx="2054842" cy="1530660"/>
            </a:xfrm>
            <a:prstGeom prst="rect">
              <a:avLst/>
            </a:prstGeom>
            <a:solidFill>
              <a:schemeClr val="accent4">
                <a:lumMod val="75000"/>
              </a:schemeClr>
            </a:solidFill>
            <a:ln w="9525">
              <a:noFill/>
              <a:round/>
              <a:headEnd/>
              <a:tailEnd/>
            </a:ln>
          </p:spPr>
          <p:txBody>
            <a:bodyPr vert="horz" wrap="square" lIns="121920" tIns="60960" rIns="121920" bIns="60960" numCol="1" rtlCol="0" anchor="ctr" anchorCtr="0" compatLnSpc="1">
              <a:prstTxWarp prst="textNoShape">
                <a:avLst/>
              </a:prstTxWarp>
            </a:bodyPr>
            <a:lstStyle/>
            <a:p>
              <a:pPr algn="ctr"/>
              <a:r>
                <a:rPr lang="en-US" sz="3600" b="1" dirty="0">
                  <a:solidFill>
                    <a:schemeClr val="bg1"/>
                  </a:solidFill>
                  <a:cs typeface="Lao UI" panose="020B0502040204020203" pitchFamily="34" charset="0"/>
                </a:rPr>
                <a:t>22%</a:t>
              </a:r>
              <a:br>
                <a:rPr lang="en-US" sz="2800" dirty="0">
                  <a:solidFill>
                    <a:schemeClr val="bg1"/>
                  </a:solidFill>
                  <a:cs typeface="Lao UI" panose="020B0502040204020203" pitchFamily="34" charset="0"/>
                </a:rPr>
              </a:br>
              <a:r>
                <a:rPr lang="en-US" sz="1600" dirty="0">
                  <a:solidFill>
                    <a:schemeClr val="bg1"/>
                  </a:solidFill>
                  <a:cs typeface="Lao UI" panose="020B0502040204020203" pitchFamily="34" charset="0"/>
                </a:rPr>
                <a:t>Malwares</a:t>
              </a:r>
            </a:p>
            <a:p>
              <a:pPr algn="ctr"/>
              <a:endParaRPr lang="en-US" sz="1600" dirty="0">
                <a:solidFill>
                  <a:schemeClr val="bg1"/>
                </a:solidFill>
              </a:endParaRPr>
            </a:p>
          </p:txBody>
        </p:sp>
      </p:grpSp>
      <p:sp>
        <p:nvSpPr>
          <p:cNvPr id="63" name="Bogen 33">
            <a:extLst>
              <a:ext uri="{FF2B5EF4-FFF2-40B4-BE49-F238E27FC236}">
                <a16:creationId xmlns:a16="http://schemas.microsoft.com/office/drawing/2014/main" id="{78894883-E13E-7710-EC0E-409C419C6E22}"/>
              </a:ext>
            </a:extLst>
          </p:cNvPr>
          <p:cNvSpPr/>
          <p:nvPr/>
        </p:nvSpPr>
        <p:spPr>
          <a:xfrm rot="20933549">
            <a:off x="7406824" y="1345118"/>
            <a:ext cx="2520000" cy="2737602"/>
          </a:xfrm>
          <a:prstGeom prst="arc">
            <a:avLst>
              <a:gd name="adj1" fmla="val 13569498"/>
              <a:gd name="adj2" fmla="val 18051996"/>
            </a:avLst>
          </a:prstGeom>
          <a:ln w="152400" cap="flat">
            <a:solidFill>
              <a:schemeClr val="accent4">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7" name="Bogen 33">
            <a:extLst>
              <a:ext uri="{FF2B5EF4-FFF2-40B4-BE49-F238E27FC236}">
                <a16:creationId xmlns:a16="http://schemas.microsoft.com/office/drawing/2014/main" id="{DF5E8133-18EF-FEFC-E4CA-7D86D721BC4E}"/>
              </a:ext>
            </a:extLst>
          </p:cNvPr>
          <p:cNvSpPr/>
          <p:nvPr/>
        </p:nvSpPr>
        <p:spPr>
          <a:xfrm rot="21024530">
            <a:off x="5508703" y="2143954"/>
            <a:ext cx="2283132" cy="2303126"/>
          </a:xfrm>
          <a:prstGeom prst="arc">
            <a:avLst>
              <a:gd name="adj1" fmla="val 13569498"/>
              <a:gd name="adj2" fmla="val 18003372"/>
            </a:avLst>
          </a:prstGeom>
          <a:ln w="19050" cap="flat">
            <a:solidFill>
              <a:schemeClr val="accent4">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alibri" panose="020F0502020204030204" pitchFamily="34" charset="0"/>
              <a:cs typeface="Calibri" panose="020F0502020204030204" pitchFamily="34" charset="0"/>
            </a:endParaRPr>
          </a:p>
        </p:txBody>
      </p:sp>
      <p:grpSp>
        <p:nvGrpSpPr>
          <p:cNvPr id="4" name="Groupe 3">
            <a:extLst>
              <a:ext uri="{FF2B5EF4-FFF2-40B4-BE49-F238E27FC236}">
                <a16:creationId xmlns:a16="http://schemas.microsoft.com/office/drawing/2014/main" id="{FAD2041B-31C5-8187-BFCC-7E25EB614A39}"/>
              </a:ext>
            </a:extLst>
          </p:cNvPr>
          <p:cNvGrpSpPr/>
          <p:nvPr/>
        </p:nvGrpSpPr>
        <p:grpSpPr>
          <a:xfrm>
            <a:off x="207431" y="2422266"/>
            <a:ext cx="9056642" cy="3616495"/>
            <a:chOff x="207430" y="2422266"/>
            <a:chExt cx="8894755" cy="3616495"/>
          </a:xfrm>
        </p:grpSpPr>
        <p:grpSp>
          <p:nvGrpSpPr>
            <p:cNvPr id="2" name="Groupe 1">
              <a:extLst>
                <a:ext uri="{FF2B5EF4-FFF2-40B4-BE49-F238E27FC236}">
                  <a16:creationId xmlns:a16="http://schemas.microsoft.com/office/drawing/2014/main" id="{98B9E4C4-DC02-8F97-5928-579C0590B921}"/>
                </a:ext>
              </a:extLst>
            </p:cNvPr>
            <p:cNvGrpSpPr/>
            <p:nvPr/>
          </p:nvGrpSpPr>
          <p:grpSpPr>
            <a:xfrm>
              <a:off x="207430" y="3024953"/>
              <a:ext cx="6872758" cy="3013808"/>
              <a:chOff x="1277542" y="3587296"/>
              <a:chExt cx="7010200" cy="3202487"/>
            </a:xfrm>
          </p:grpSpPr>
          <p:sp>
            <p:nvSpPr>
              <p:cNvPr id="44" name="Rectangle 66">
                <a:extLst>
                  <a:ext uri="{FF2B5EF4-FFF2-40B4-BE49-F238E27FC236}">
                    <a16:creationId xmlns:a16="http://schemas.microsoft.com/office/drawing/2014/main" id="{BE082ABF-E60D-C4CA-FF46-D6DFE90D99F9}"/>
                  </a:ext>
                </a:extLst>
              </p:cNvPr>
              <p:cNvSpPr>
                <a:spLocks noChangeArrowheads="1"/>
              </p:cNvSpPr>
              <p:nvPr/>
            </p:nvSpPr>
            <p:spPr bwMode="gray">
              <a:xfrm>
                <a:off x="1283817" y="5379482"/>
                <a:ext cx="1583301" cy="359605"/>
              </a:xfrm>
              <a:prstGeom prst="rect">
                <a:avLst/>
              </a:prstGeom>
              <a:solidFill>
                <a:srgbClr val="002060"/>
              </a:solidFill>
              <a:ln w="9525">
                <a:solidFill>
                  <a:schemeClr val="tx1"/>
                </a:solidFill>
                <a:miter lim="800000"/>
                <a:headEnd/>
                <a:tailEnd/>
              </a:ln>
              <a:effectLst/>
            </p:spPr>
            <p:txBody>
              <a:bodyPr wrap="square" lIns="72000" tIns="72000" rIns="72000" bIns="72000" anchor="t">
                <a:noAutofit/>
              </a:bodyPr>
              <a:lstStyle/>
              <a:p>
                <a:pPr algn="ctr"/>
                <a:r>
                  <a:rPr lang="en-US" sz="1200" b="1" dirty="0">
                    <a:solidFill>
                      <a:schemeClr val="bg1"/>
                    </a:solidFill>
                    <a:latin typeface="Calibri" panose="020F0502020204030204" pitchFamily="34" charset="0"/>
                    <a:cs typeface="Calibri" panose="020F0502020204030204" pitchFamily="34" charset="0"/>
                  </a:rPr>
                  <a:t>CYBORG Ransomware</a:t>
                </a:r>
              </a:p>
            </p:txBody>
          </p:sp>
          <p:sp>
            <p:nvSpPr>
              <p:cNvPr id="45" name="Rectangle 66">
                <a:extLst>
                  <a:ext uri="{FF2B5EF4-FFF2-40B4-BE49-F238E27FC236}">
                    <a16:creationId xmlns:a16="http://schemas.microsoft.com/office/drawing/2014/main" id="{EEDA00EF-C52E-A241-7AFB-A1AFA4CB0C2C}"/>
                  </a:ext>
                </a:extLst>
              </p:cNvPr>
              <p:cNvSpPr>
                <a:spLocks noChangeArrowheads="1"/>
              </p:cNvSpPr>
              <p:nvPr/>
            </p:nvSpPr>
            <p:spPr bwMode="gray">
              <a:xfrm>
                <a:off x="2931893" y="4817031"/>
                <a:ext cx="1578007" cy="295608"/>
              </a:xfrm>
              <a:prstGeom prst="rect">
                <a:avLst/>
              </a:prstGeom>
              <a:solidFill>
                <a:srgbClr val="002060"/>
              </a:solidFill>
              <a:ln w="9525">
                <a:solidFill>
                  <a:schemeClr val="tx1"/>
                </a:solidFill>
                <a:miter lim="800000"/>
                <a:headEnd/>
                <a:tailEnd/>
              </a:ln>
              <a:effectLst/>
            </p:spPr>
            <p:txBody>
              <a:bodyPr wrap="square" lIns="72000" tIns="72000" rIns="72000" bIns="72000" anchor="t">
                <a:noAutofit/>
              </a:bodyPr>
              <a:lstStyle/>
              <a:p>
                <a:pPr algn="ctr"/>
                <a:r>
                  <a:rPr lang="en-US" sz="1400" b="1" dirty="0">
                    <a:solidFill>
                      <a:schemeClr val="bg1"/>
                    </a:solidFill>
                    <a:latin typeface="Calibri" panose="020F0502020204030204" pitchFamily="34" charset="0"/>
                    <a:cs typeface="Calibri" panose="020F0502020204030204" pitchFamily="34" charset="0"/>
                  </a:rPr>
                  <a:t>Heartbleed</a:t>
                </a:r>
              </a:p>
            </p:txBody>
          </p:sp>
          <p:sp>
            <p:nvSpPr>
              <p:cNvPr id="46" name="Rectangle 66">
                <a:extLst>
                  <a:ext uri="{FF2B5EF4-FFF2-40B4-BE49-F238E27FC236}">
                    <a16:creationId xmlns:a16="http://schemas.microsoft.com/office/drawing/2014/main" id="{DF16B1F6-39F6-87C9-8974-4D451D4C85A1}"/>
                  </a:ext>
                </a:extLst>
              </p:cNvPr>
              <p:cNvSpPr>
                <a:spLocks noChangeArrowheads="1"/>
              </p:cNvSpPr>
              <p:nvPr/>
            </p:nvSpPr>
            <p:spPr bwMode="gray">
              <a:xfrm>
                <a:off x="6486883" y="3587296"/>
                <a:ext cx="1799659" cy="303990"/>
              </a:xfrm>
              <a:prstGeom prst="rect">
                <a:avLst/>
              </a:prstGeom>
              <a:solidFill>
                <a:srgbClr val="002060"/>
              </a:solidFill>
              <a:ln w="9525">
                <a:solidFill>
                  <a:schemeClr val="tx1"/>
                </a:solidFill>
                <a:miter lim="800000"/>
                <a:headEnd/>
                <a:tailEnd/>
              </a:ln>
              <a:effectLst/>
            </p:spPr>
            <p:txBody>
              <a:bodyPr wrap="square" lIns="72000" tIns="72000" rIns="72000" bIns="72000" anchor="t">
                <a:noAutofit/>
              </a:bodyPr>
              <a:lstStyle/>
              <a:p>
                <a:r>
                  <a:rPr lang="en-US" sz="1200" b="1" dirty="0">
                    <a:solidFill>
                      <a:schemeClr val="bg1"/>
                    </a:solidFill>
                    <a:latin typeface="Calibri" panose="020F0502020204030204" pitchFamily="34" charset="0"/>
                    <a:cs typeface="Calibri" panose="020F0502020204030204" pitchFamily="34" charset="0"/>
                  </a:rPr>
                  <a:t>WannaCry Ransomware</a:t>
                </a:r>
              </a:p>
            </p:txBody>
          </p:sp>
          <p:sp>
            <p:nvSpPr>
              <p:cNvPr id="47" name="Rectangle 66">
                <a:extLst>
                  <a:ext uri="{FF2B5EF4-FFF2-40B4-BE49-F238E27FC236}">
                    <a16:creationId xmlns:a16="http://schemas.microsoft.com/office/drawing/2014/main" id="{14D8410F-05FA-5E3D-38C3-4EB153B9A0DA}"/>
                  </a:ext>
                </a:extLst>
              </p:cNvPr>
              <p:cNvSpPr>
                <a:spLocks noChangeArrowheads="1"/>
              </p:cNvSpPr>
              <p:nvPr/>
            </p:nvSpPr>
            <p:spPr bwMode="gray">
              <a:xfrm>
                <a:off x="4582684" y="4208614"/>
                <a:ext cx="1796836" cy="314604"/>
              </a:xfrm>
              <a:prstGeom prst="rect">
                <a:avLst/>
              </a:prstGeom>
              <a:solidFill>
                <a:srgbClr val="002060"/>
              </a:solidFill>
              <a:ln w="9525">
                <a:solidFill>
                  <a:schemeClr val="tx1"/>
                </a:solidFill>
                <a:miter lim="800000"/>
                <a:headEnd/>
                <a:tailEnd/>
              </a:ln>
              <a:effectLst/>
            </p:spPr>
            <p:txBody>
              <a:bodyPr wrap="square" lIns="72000" tIns="72000" rIns="72000" bIns="72000" anchor="t">
                <a:noAutofit/>
              </a:bodyPr>
              <a:lstStyle/>
              <a:p>
                <a:r>
                  <a:rPr lang="en-US" sz="1200" b="1" dirty="0">
                    <a:solidFill>
                      <a:schemeClr val="bg1"/>
                    </a:solidFill>
                    <a:latin typeface="Calibri" panose="020F0502020204030204" pitchFamily="34" charset="0"/>
                    <a:cs typeface="Calibri" panose="020F0502020204030204" pitchFamily="34" charset="0"/>
                  </a:rPr>
                  <a:t>Mirai Botnet</a:t>
                </a:r>
              </a:p>
            </p:txBody>
          </p:sp>
          <p:sp>
            <p:nvSpPr>
              <p:cNvPr id="50" name="Rechteck 29">
                <a:extLst>
                  <a:ext uri="{FF2B5EF4-FFF2-40B4-BE49-F238E27FC236}">
                    <a16:creationId xmlns:a16="http://schemas.microsoft.com/office/drawing/2014/main" id="{39FF1AD1-6B62-66BB-06F7-63ADDEA96A3F}"/>
                  </a:ext>
                </a:extLst>
              </p:cNvPr>
              <p:cNvSpPr/>
              <p:nvPr/>
            </p:nvSpPr>
            <p:spPr>
              <a:xfrm>
                <a:off x="4612611" y="3899437"/>
                <a:ext cx="519373" cy="252377"/>
              </a:xfrm>
              <a:prstGeom prst="rect">
                <a:avLst/>
              </a:prstGeom>
              <a:ln>
                <a:solidFill>
                  <a:schemeClr val="bg1"/>
                </a:solidFill>
              </a:ln>
            </p:spPr>
            <p:txBody>
              <a:bodyPr wrap="none" lIns="0" tIns="0" rIns="0" bIns="0">
                <a:spAutoFit/>
              </a:bodyPr>
              <a:lstStyle/>
              <a:p>
                <a:pPr>
                  <a:lnSpc>
                    <a:spcPct val="80000"/>
                  </a:lnSpc>
                </a:pPr>
                <a:r>
                  <a:rPr lang="en-US" sz="2000" b="1" dirty="0">
                    <a:solidFill>
                      <a:srgbClr val="38396B"/>
                    </a:solidFill>
                    <a:latin typeface="Calibri" panose="020F0502020204030204" pitchFamily="34" charset="0"/>
                    <a:cs typeface="Calibri" panose="020F0502020204030204" pitchFamily="34" charset="0"/>
                  </a:rPr>
                  <a:t>2016</a:t>
                </a:r>
              </a:p>
            </p:txBody>
          </p:sp>
          <p:sp>
            <p:nvSpPr>
              <p:cNvPr id="55" name="Textplatzhalter 2">
                <a:extLst>
                  <a:ext uri="{FF2B5EF4-FFF2-40B4-BE49-F238E27FC236}">
                    <a16:creationId xmlns:a16="http://schemas.microsoft.com/office/drawing/2014/main" id="{6979E630-E5B7-23A3-040D-EC5309EA0274}"/>
                  </a:ext>
                </a:extLst>
              </p:cNvPr>
              <p:cNvSpPr txBox="1">
                <a:spLocks/>
              </p:cNvSpPr>
              <p:nvPr/>
            </p:nvSpPr>
            <p:spPr>
              <a:xfrm>
                <a:off x="6485685" y="3943284"/>
                <a:ext cx="1802057" cy="2835238"/>
              </a:xfrm>
              <a:prstGeom prst="rect">
                <a:avLst/>
              </a:prstGeom>
              <a:noFill/>
              <a:ln>
                <a:solidFill>
                  <a:schemeClr val="tx1"/>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Worm + Ransomware.</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More than 200,000 computers</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150 countries have been affected </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300 $ per system</a:t>
                </a:r>
              </a:p>
              <a:p>
                <a:endParaRPr lang="en-US" sz="1200" dirty="0">
                  <a:solidFill>
                    <a:srgbClr val="38396B"/>
                  </a:solidFill>
                  <a:latin typeface="Calibri" panose="020F0502020204030204" pitchFamily="34" charset="0"/>
                  <a:cs typeface="Calibri" panose="020F0502020204030204" pitchFamily="34" charset="0"/>
                </a:endParaRPr>
              </a:p>
            </p:txBody>
          </p:sp>
          <p:sp>
            <p:nvSpPr>
              <p:cNvPr id="56" name="Textplatzhalter 2">
                <a:extLst>
                  <a:ext uri="{FF2B5EF4-FFF2-40B4-BE49-F238E27FC236}">
                    <a16:creationId xmlns:a16="http://schemas.microsoft.com/office/drawing/2014/main" id="{0AEE3757-42B4-F82E-7200-9032A7F43092}"/>
                  </a:ext>
                </a:extLst>
              </p:cNvPr>
              <p:cNvSpPr txBox="1">
                <a:spLocks/>
              </p:cNvSpPr>
              <p:nvPr/>
            </p:nvSpPr>
            <p:spPr>
              <a:xfrm>
                <a:off x="4599277" y="4580018"/>
                <a:ext cx="1802058" cy="2209765"/>
              </a:xfrm>
              <a:prstGeom prst="rect">
                <a:avLst/>
              </a:prstGeom>
              <a:noFill/>
              <a:ln>
                <a:solidFill>
                  <a:schemeClr val="tx1"/>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Mirai variants are typically used for brute force attacks on IoT devices</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600,000 vulnerable IoT devices</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Peak throughput of 1.1 Tbps </a:t>
                </a:r>
              </a:p>
              <a:p>
                <a:pPr marL="171450" indent="-171450">
                  <a:buFont typeface="Arial" panose="020B0604020202020204" pitchFamily="34" charset="0"/>
                  <a:buChar char="•"/>
                </a:pPr>
                <a:endParaRPr lang="en-US" sz="1200" dirty="0">
                  <a:solidFill>
                    <a:srgbClr val="38396B"/>
                  </a:solidFill>
                  <a:latin typeface="Calibri" panose="020F0502020204030204" pitchFamily="34" charset="0"/>
                  <a:cs typeface="Calibri" panose="020F0502020204030204" pitchFamily="34" charset="0"/>
                </a:endParaRPr>
              </a:p>
            </p:txBody>
          </p:sp>
          <p:sp>
            <p:nvSpPr>
              <p:cNvPr id="57" name="Textplatzhalter 2">
                <a:extLst>
                  <a:ext uri="{FF2B5EF4-FFF2-40B4-BE49-F238E27FC236}">
                    <a16:creationId xmlns:a16="http://schemas.microsoft.com/office/drawing/2014/main" id="{99B1FE18-9FCF-74A0-7B35-FB1164DE8577}"/>
                  </a:ext>
                </a:extLst>
              </p:cNvPr>
              <p:cNvSpPr txBox="1">
                <a:spLocks/>
              </p:cNvSpPr>
              <p:nvPr/>
            </p:nvSpPr>
            <p:spPr>
              <a:xfrm>
                <a:off x="2931893" y="5180535"/>
                <a:ext cx="1578007" cy="1597986"/>
              </a:xfrm>
              <a:prstGeom prst="rect">
                <a:avLst/>
              </a:prstGeom>
              <a:noFill/>
              <a:ln>
                <a:solidFill>
                  <a:schemeClr val="tx1"/>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Heartbleed: vulnerability in OpenSSL</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Nearly 500,000 servers were vulnerable</a:t>
                </a:r>
              </a:p>
              <a:p>
                <a:pPr marL="171450" indent="-171450">
                  <a:buFont typeface="Arial" panose="020B0604020202020204" pitchFamily="34" charset="0"/>
                  <a:buChar char="•"/>
                </a:pPr>
                <a:endParaRPr lang="en-US" sz="1200" dirty="0">
                  <a:solidFill>
                    <a:srgbClr val="38396B"/>
                  </a:solidFill>
                  <a:latin typeface="Calibri" panose="020F0502020204030204" pitchFamily="34" charset="0"/>
                  <a:cs typeface="Calibri" panose="020F0502020204030204" pitchFamily="34" charset="0"/>
                </a:endParaRPr>
              </a:p>
            </p:txBody>
          </p:sp>
          <p:sp>
            <p:nvSpPr>
              <p:cNvPr id="58" name="Textplatzhalter 2">
                <a:extLst>
                  <a:ext uri="{FF2B5EF4-FFF2-40B4-BE49-F238E27FC236}">
                    <a16:creationId xmlns:a16="http://schemas.microsoft.com/office/drawing/2014/main" id="{5812DE48-5DA9-2134-7E95-830AA6FA3380}"/>
                  </a:ext>
                </a:extLst>
              </p:cNvPr>
              <p:cNvSpPr txBox="1">
                <a:spLocks/>
              </p:cNvSpPr>
              <p:nvPr/>
            </p:nvSpPr>
            <p:spPr>
              <a:xfrm>
                <a:off x="1277542" y="5777481"/>
                <a:ext cx="1578007" cy="1001040"/>
              </a:xfrm>
              <a:prstGeom prst="rect">
                <a:avLst/>
              </a:prstGeom>
              <a:noFill/>
              <a:ln>
                <a:solidFill>
                  <a:schemeClr val="tx1"/>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lvl="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The first known ransomware attack  targeted the healthcare industry</a:t>
                </a:r>
                <a:endParaRPr lang="fr-FR" sz="1200" dirty="0">
                  <a:solidFill>
                    <a:srgbClr val="38396B"/>
                  </a:solidFill>
                  <a:latin typeface="Calibri" panose="020F0502020204030204" pitchFamily="34" charset="0"/>
                  <a:cs typeface="Calibri" panose="020F0502020204030204" pitchFamily="34" charset="0"/>
                </a:endParaRPr>
              </a:p>
            </p:txBody>
          </p:sp>
        </p:grpSp>
        <p:sp>
          <p:nvSpPr>
            <p:cNvPr id="40" name="Textplatzhalter 2">
              <a:extLst>
                <a:ext uri="{FF2B5EF4-FFF2-40B4-BE49-F238E27FC236}">
                  <a16:creationId xmlns:a16="http://schemas.microsoft.com/office/drawing/2014/main" id="{F68C92AB-1BD9-D085-2AC0-68B082DC3E68}"/>
                </a:ext>
              </a:extLst>
            </p:cNvPr>
            <p:cNvSpPr txBox="1">
              <a:spLocks/>
            </p:cNvSpPr>
            <p:nvPr/>
          </p:nvSpPr>
          <p:spPr>
            <a:xfrm>
              <a:off x="7162883" y="2756721"/>
              <a:ext cx="1939302" cy="3271441"/>
            </a:xfrm>
            <a:prstGeom prst="rect">
              <a:avLst/>
            </a:prstGeom>
            <a:noFill/>
            <a:ln>
              <a:solidFill>
                <a:schemeClr val="tx1"/>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CVE-2019-0604:Microsoft SharePoint Remote Code Execution Vulnerability</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The attackers installed additional web shells </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77,000 web shell 	</a:t>
              </a:r>
            </a:p>
            <a:p>
              <a:pPr marL="171450" indent="-171450">
                <a:buFont typeface="Arial" panose="020B0604020202020204" pitchFamily="34" charset="0"/>
                <a:buChar char="•"/>
              </a:pPr>
              <a:r>
                <a:rPr lang="en-US" sz="1200" dirty="0">
                  <a:solidFill>
                    <a:srgbClr val="38396B"/>
                  </a:solidFill>
                  <a:latin typeface="Calibri" panose="020F0502020204030204" pitchFamily="34" charset="0"/>
                  <a:cs typeface="Calibri" panose="020F0502020204030204" pitchFamily="34" charset="0"/>
                </a:rPr>
                <a:t>46,000 distinct machines</a:t>
              </a:r>
            </a:p>
          </p:txBody>
        </p:sp>
        <p:sp>
          <p:nvSpPr>
            <p:cNvPr id="41" name="Rectangle 66">
              <a:extLst>
                <a:ext uri="{FF2B5EF4-FFF2-40B4-BE49-F238E27FC236}">
                  <a16:creationId xmlns:a16="http://schemas.microsoft.com/office/drawing/2014/main" id="{49EAB260-7F97-9D0C-2D2E-977AF29F1367}"/>
                </a:ext>
              </a:extLst>
            </p:cNvPr>
            <p:cNvSpPr>
              <a:spLocks noChangeArrowheads="1"/>
            </p:cNvSpPr>
            <p:nvPr/>
          </p:nvSpPr>
          <p:spPr bwMode="gray">
            <a:xfrm>
              <a:off x="7162883" y="2422266"/>
              <a:ext cx="1885662" cy="265140"/>
            </a:xfrm>
            <a:prstGeom prst="rect">
              <a:avLst/>
            </a:prstGeom>
            <a:solidFill>
              <a:srgbClr val="002060"/>
            </a:solidFill>
            <a:ln w="9525">
              <a:solidFill>
                <a:schemeClr val="tx1"/>
              </a:solidFill>
              <a:miter lim="800000"/>
              <a:headEnd/>
              <a:tailEnd/>
            </a:ln>
            <a:effectLst/>
          </p:spPr>
          <p:txBody>
            <a:bodyPr wrap="square" lIns="72000" tIns="72000" rIns="72000" bIns="72000" anchor="t">
              <a:noAutofit/>
            </a:bodyPr>
            <a:lstStyle/>
            <a:p>
              <a:r>
                <a:rPr lang="en-US" sz="1200" b="1" dirty="0">
                  <a:solidFill>
                    <a:schemeClr val="bg1"/>
                  </a:solidFill>
                  <a:latin typeface="Calibri" panose="020F0502020204030204" pitchFamily="34" charset="0"/>
                  <a:cs typeface="Calibri" panose="020F0502020204030204" pitchFamily="34" charset="0"/>
                </a:rPr>
                <a:t> China Chopper web shell</a:t>
              </a:r>
            </a:p>
          </p:txBody>
        </p:sp>
      </p:grpSp>
      <p:sp>
        <p:nvSpPr>
          <p:cNvPr id="59" name="Rechteck 29">
            <a:extLst>
              <a:ext uri="{FF2B5EF4-FFF2-40B4-BE49-F238E27FC236}">
                <a16:creationId xmlns:a16="http://schemas.microsoft.com/office/drawing/2014/main" id="{CE44D709-770E-E9BB-1733-C4B8466D01B0}"/>
              </a:ext>
            </a:extLst>
          </p:cNvPr>
          <p:cNvSpPr/>
          <p:nvPr/>
        </p:nvSpPr>
        <p:spPr>
          <a:xfrm>
            <a:off x="1868817" y="3886339"/>
            <a:ext cx="519373" cy="252377"/>
          </a:xfrm>
          <a:prstGeom prst="rect">
            <a:avLst/>
          </a:prstGeom>
          <a:ln>
            <a:solidFill>
              <a:schemeClr val="bg1"/>
            </a:solidFill>
          </a:ln>
        </p:spPr>
        <p:txBody>
          <a:bodyPr wrap="none" lIns="0" tIns="0" rIns="0" bIns="0">
            <a:spAutoFit/>
          </a:bodyPr>
          <a:lstStyle/>
          <a:p>
            <a:pPr>
              <a:lnSpc>
                <a:spcPct val="80000"/>
              </a:lnSpc>
            </a:pPr>
            <a:r>
              <a:rPr lang="en-US" sz="2000" b="1" dirty="0">
                <a:solidFill>
                  <a:srgbClr val="38396B"/>
                </a:solidFill>
                <a:latin typeface="Calibri" panose="020F0502020204030204" pitchFamily="34" charset="0"/>
                <a:cs typeface="Calibri" panose="020F0502020204030204" pitchFamily="34" charset="0"/>
              </a:rPr>
              <a:t>2014</a:t>
            </a:r>
          </a:p>
        </p:txBody>
      </p:sp>
      <p:sp>
        <p:nvSpPr>
          <p:cNvPr id="70" name="Rechteck 29">
            <a:extLst>
              <a:ext uri="{FF2B5EF4-FFF2-40B4-BE49-F238E27FC236}">
                <a16:creationId xmlns:a16="http://schemas.microsoft.com/office/drawing/2014/main" id="{7D089B11-13A9-E028-74F1-3A19B3687CE0}"/>
              </a:ext>
            </a:extLst>
          </p:cNvPr>
          <p:cNvSpPr/>
          <p:nvPr/>
        </p:nvSpPr>
        <p:spPr>
          <a:xfrm>
            <a:off x="200198" y="4398135"/>
            <a:ext cx="519373" cy="252377"/>
          </a:xfrm>
          <a:prstGeom prst="rect">
            <a:avLst/>
          </a:prstGeom>
          <a:ln>
            <a:solidFill>
              <a:schemeClr val="bg1"/>
            </a:solidFill>
          </a:ln>
        </p:spPr>
        <p:txBody>
          <a:bodyPr wrap="none" lIns="0" tIns="0" rIns="0" bIns="0">
            <a:spAutoFit/>
          </a:bodyPr>
          <a:lstStyle/>
          <a:p>
            <a:pPr>
              <a:lnSpc>
                <a:spcPct val="80000"/>
              </a:lnSpc>
            </a:pPr>
            <a:r>
              <a:rPr lang="en-US" sz="2000" b="1" dirty="0">
                <a:solidFill>
                  <a:srgbClr val="38396B"/>
                </a:solidFill>
                <a:latin typeface="Calibri" panose="020F0502020204030204" pitchFamily="34" charset="0"/>
                <a:cs typeface="Calibri" panose="020F0502020204030204" pitchFamily="34" charset="0"/>
              </a:rPr>
              <a:t>1989</a:t>
            </a:r>
          </a:p>
        </p:txBody>
      </p:sp>
      <p:sp>
        <p:nvSpPr>
          <p:cNvPr id="71" name="Rechteck 29">
            <a:extLst>
              <a:ext uri="{FF2B5EF4-FFF2-40B4-BE49-F238E27FC236}">
                <a16:creationId xmlns:a16="http://schemas.microsoft.com/office/drawing/2014/main" id="{6915CDA6-266A-E55A-2DAE-4347D527ACF3}"/>
              </a:ext>
            </a:extLst>
          </p:cNvPr>
          <p:cNvSpPr/>
          <p:nvPr/>
        </p:nvSpPr>
        <p:spPr>
          <a:xfrm>
            <a:off x="5331263" y="2766032"/>
            <a:ext cx="519373" cy="252377"/>
          </a:xfrm>
          <a:prstGeom prst="rect">
            <a:avLst/>
          </a:prstGeom>
          <a:ln>
            <a:solidFill>
              <a:schemeClr val="bg1"/>
            </a:solidFill>
          </a:ln>
        </p:spPr>
        <p:txBody>
          <a:bodyPr wrap="none" lIns="0" tIns="0" rIns="0" bIns="0">
            <a:spAutoFit/>
          </a:bodyPr>
          <a:lstStyle/>
          <a:p>
            <a:pPr>
              <a:lnSpc>
                <a:spcPct val="80000"/>
              </a:lnSpc>
            </a:pPr>
            <a:r>
              <a:rPr lang="en-US" sz="2000" b="1" dirty="0">
                <a:solidFill>
                  <a:srgbClr val="38396B"/>
                </a:solidFill>
                <a:latin typeface="Calibri" panose="020F0502020204030204" pitchFamily="34" charset="0"/>
                <a:cs typeface="Calibri" panose="020F0502020204030204" pitchFamily="34" charset="0"/>
              </a:rPr>
              <a:t>2017</a:t>
            </a:r>
          </a:p>
        </p:txBody>
      </p:sp>
      <p:sp>
        <p:nvSpPr>
          <p:cNvPr id="72" name="Rechteck 29">
            <a:extLst>
              <a:ext uri="{FF2B5EF4-FFF2-40B4-BE49-F238E27FC236}">
                <a16:creationId xmlns:a16="http://schemas.microsoft.com/office/drawing/2014/main" id="{FADD2EF0-553C-DD8D-DE95-71F928934AAA}"/>
              </a:ext>
            </a:extLst>
          </p:cNvPr>
          <p:cNvSpPr/>
          <p:nvPr/>
        </p:nvSpPr>
        <p:spPr>
          <a:xfrm>
            <a:off x="7289475" y="2131073"/>
            <a:ext cx="519373" cy="252377"/>
          </a:xfrm>
          <a:prstGeom prst="rect">
            <a:avLst/>
          </a:prstGeom>
          <a:ln>
            <a:solidFill>
              <a:schemeClr val="bg1"/>
            </a:solidFill>
          </a:ln>
        </p:spPr>
        <p:txBody>
          <a:bodyPr wrap="none" lIns="0" tIns="0" rIns="0" bIns="0">
            <a:spAutoFit/>
          </a:bodyPr>
          <a:lstStyle/>
          <a:p>
            <a:pPr>
              <a:lnSpc>
                <a:spcPct val="80000"/>
              </a:lnSpc>
            </a:pPr>
            <a:r>
              <a:rPr lang="en-US" sz="2000" b="1" dirty="0">
                <a:solidFill>
                  <a:srgbClr val="38396B"/>
                </a:solidFill>
                <a:latin typeface="Calibri" panose="020F0502020204030204" pitchFamily="34" charset="0"/>
                <a:cs typeface="Calibri" panose="020F0502020204030204" pitchFamily="34" charset="0"/>
              </a:rPr>
              <a:t>2019</a:t>
            </a:r>
          </a:p>
        </p:txBody>
      </p:sp>
      <p:sp>
        <p:nvSpPr>
          <p:cNvPr id="74" name="ZoneTexte 73">
            <a:extLst>
              <a:ext uri="{FF2B5EF4-FFF2-40B4-BE49-F238E27FC236}">
                <a16:creationId xmlns:a16="http://schemas.microsoft.com/office/drawing/2014/main" id="{56C4BB7C-AFDA-1C15-361A-A0933BF64888}"/>
              </a:ext>
            </a:extLst>
          </p:cNvPr>
          <p:cNvSpPr txBox="1"/>
          <p:nvPr/>
        </p:nvSpPr>
        <p:spPr>
          <a:xfrm>
            <a:off x="7438286" y="6167297"/>
            <a:ext cx="6214368" cy="276999"/>
          </a:xfrm>
          <a:prstGeom prst="rect">
            <a:avLst/>
          </a:prstGeom>
          <a:noFill/>
        </p:spPr>
        <p:txBody>
          <a:bodyPr wrap="square">
            <a:spAutoFit/>
          </a:bodyPr>
          <a:lstStyle/>
          <a:p>
            <a:pPr algn="ctr"/>
            <a:r>
              <a:rPr lang="en-US" sz="1200" b="1" dirty="0">
                <a:solidFill>
                  <a:schemeClr val="bg2">
                    <a:lumMod val="50000"/>
                  </a:schemeClr>
                </a:solidFill>
              </a:rPr>
              <a:t>Source: Forbes magazine</a:t>
            </a:r>
          </a:p>
        </p:txBody>
      </p:sp>
      <p:sp>
        <p:nvSpPr>
          <p:cNvPr id="78" name="Bogen 33">
            <a:extLst>
              <a:ext uri="{FF2B5EF4-FFF2-40B4-BE49-F238E27FC236}">
                <a16:creationId xmlns:a16="http://schemas.microsoft.com/office/drawing/2014/main" id="{6BFA14C4-1CB3-2AFF-2DD1-683963FEA35C}"/>
              </a:ext>
            </a:extLst>
          </p:cNvPr>
          <p:cNvSpPr/>
          <p:nvPr/>
        </p:nvSpPr>
        <p:spPr>
          <a:xfrm rot="20835919">
            <a:off x="3630332" y="2749801"/>
            <a:ext cx="2283132" cy="2303126"/>
          </a:xfrm>
          <a:prstGeom prst="arc">
            <a:avLst>
              <a:gd name="adj1" fmla="val 13569498"/>
              <a:gd name="adj2" fmla="val 18003372"/>
            </a:avLst>
          </a:prstGeom>
          <a:ln w="19050" cap="flat">
            <a:solidFill>
              <a:schemeClr val="accent4">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79" name="Bogen 33">
            <a:extLst>
              <a:ext uri="{FF2B5EF4-FFF2-40B4-BE49-F238E27FC236}">
                <a16:creationId xmlns:a16="http://schemas.microsoft.com/office/drawing/2014/main" id="{98B002BC-C19D-12FC-4994-0D808A2346FA}"/>
              </a:ext>
            </a:extLst>
          </p:cNvPr>
          <p:cNvSpPr/>
          <p:nvPr/>
        </p:nvSpPr>
        <p:spPr>
          <a:xfrm rot="20766927">
            <a:off x="1925280" y="3294592"/>
            <a:ext cx="2283132" cy="2303126"/>
          </a:xfrm>
          <a:prstGeom prst="arc">
            <a:avLst>
              <a:gd name="adj1" fmla="val 13569498"/>
              <a:gd name="adj2" fmla="val 18003372"/>
            </a:avLst>
          </a:prstGeom>
          <a:ln w="19050" cap="flat">
            <a:solidFill>
              <a:schemeClr val="accent4">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0" name="Bogen 33">
            <a:extLst>
              <a:ext uri="{FF2B5EF4-FFF2-40B4-BE49-F238E27FC236}">
                <a16:creationId xmlns:a16="http://schemas.microsoft.com/office/drawing/2014/main" id="{B58E2F7A-3F36-3F57-21E5-955DCD82F286}"/>
              </a:ext>
            </a:extLst>
          </p:cNvPr>
          <p:cNvSpPr/>
          <p:nvPr/>
        </p:nvSpPr>
        <p:spPr>
          <a:xfrm rot="20774058">
            <a:off x="365550" y="3837232"/>
            <a:ext cx="2283132" cy="2303126"/>
          </a:xfrm>
          <a:prstGeom prst="arc">
            <a:avLst>
              <a:gd name="adj1" fmla="val 13569498"/>
              <a:gd name="adj2" fmla="val 18003372"/>
            </a:avLst>
          </a:prstGeom>
          <a:ln w="19050" cap="flat">
            <a:solidFill>
              <a:schemeClr val="accent4">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2" name="Espace réservé du numéro de diapositive 5">
            <a:extLst>
              <a:ext uri="{FF2B5EF4-FFF2-40B4-BE49-F238E27FC236}">
                <a16:creationId xmlns:a16="http://schemas.microsoft.com/office/drawing/2014/main" id="{D28753E8-A1F9-19B6-93CF-55DB42067F01}"/>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2</a:t>
            </a:fld>
            <a:endParaRPr lang="en-US" sz="1400" dirty="0">
              <a:solidFill>
                <a:schemeClr val="bg2">
                  <a:lumMod val="75000"/>
                </a:schemeClr>
              </a:solidFill>
            </a:endParaRPr>
          </a:p>
        </p:txBody>
      </p:sp>
      <p:sp>
        <p:nvSpPr>
          <p:cNvPr id="33" name="Rechteck 29">
            <a:extLst>
              <a:ext uri="{FF2B5EF4-FFF2-40B4-BE49-F238E27FC236}">
                <a16:creationId xmlns:a16="http://schemas.microsoft.com/office/drawing/2014/main" id="{BCF6FDFF-C50A-46A1-858D-09DC05F1FC5C}"/>
              </a:ext>
            </a:extLst>
          </p:cNvPr>
          <p:cNvSpPr/>
          <p:nvPr/>
        </p:nvSpPr>
        <p:spPr>
          <a:xfrm rot="19900550">
            <a:off x="7528237" y="1128247"/>
            <a:ext cx="810671" cy="252377"/>
          </a:xfrm>
          <a:prstGeom prst="rect">
            <a:avLst/>
          </a:prstGeom>
          <a:ln>
            <a:solidFill>
              <a:schemeClr val="bg1"/>
            </a:solidFill>
          </a:ln>
        </p:spPr>
        <p:txBody>
          <a:bodyPr wrap="none" lIns="0" tIns="0" rIns="0" bIns="0">
            <a:spAutoFit/>
          </a:bodyPr>
          <a:lstStyle/>
          <a:p>
            <a:pPr>
              <a:lnSpc>
                <a:spcPct val="80000"/>
              </a:lnSpc>
            </a:pPr>
            <a:r>
              <a:rPr lang="en-US" sz="2000" b="1" dirty="0">
                <a:solidFill>
                  <a:srgbClr val="38396B"/>
                </a:solidFill>
                <a:latin typeface="Calibri" panose="020F0502020204030204" pitchFamily="34" charset="0"/>
                <a:cs typeface="Calibri" panose="020F0502020204030204" pitchFamily="34" charset="0"/>
              </a:rPr>
              <a:t>Present</a:t>
            </a:r>
          </a:p>
        </p:txBody>
      </p:sp>
    </p:spTree>
    <p:extLst>
      <p:ext uri="{BB962C8B-B14F-4D97-AF65-F5344CB8AC3E}">
        <p14:creationId xmlns:p14="http://schemas.microsoft.com/office/powerpoint/2010/main" val="3783385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614" y="82615"/>
            <a:ext cx="11157817" cy="545945"/>
          </a:xfrm>
          <a:prstGeom prst="rect">
            <a:avLst/>
          </a:prstGeom>
        </p:spPr>
        <p:txBody>
          <a:bodyPr>
            <a:normAutofit/>
          </a:bodyPr>
          <a:lstStyle/>
          <a:p>
            <a:r>
              <a:rPr lang="en-US" sz="3600" b="1" dirty="0">
                <a:solidFill>
                  <a:srgbClr val="002060"/>
                </a:solidFill>
              </a:rPr>
              <a:t>Motivation: Problematic and limitations</a:t>
            </a:r>
          </a:p>
        </p:txBody>
      </p:sp>
      <p:grpSp>
        <p:nvGrpSpPr>
          <p:cNvPr id="2" name="Groupe 1">
            <a:extLst>
              <a:ext uri="{FF2B5EF4-FFF2-40B4-BE49-F238E27FC236}">
                <a16:creationId xmlns:a16="http://schemas.microsoft.com/office/drawing/2014/main" id="{0B4D0F7C-8DD7-8ACD-9480-E81184348877}"/>
              </a:ext>
            </a:extLst>
          </p:cNvPr>
          <p:cNvGrpSpPr/>
          <p:nvPr/>
        </p:nvGrpSpPr>
        <p:grpSpPr>
          <a:xfrm>
            <a:off x="45614" y="1208057"/>
            <a:ext cx="11997296" cy="5485306"/>
            <a:chOff x="256010" y="788786"/>
            <a:chExt cx="11997296" cy="5485306"/>
          </a:xfrm>
        </p:grpSpPr>
        <p:sp>
          <p:nvSpPr>
            <p:cNvPr id="35" name="Oval 56">
              <a:extLst>
                <a:ext uri="{FF2B5EF4-FFF2-40B4-BE49-F238E27FC236}">
                  <a16:creationId xmlns:a16="http://schemas.microsoft.com/office/drawing/2014/main" id="{7560A2A5-C37B-466C-6889-28AF54AE2000}"/>
                </a:ext>
              </a:extLst>
            </p:cNvPr>
            <p:cNvSpPr/>
            <p:nvPr/>
          </p:nvSpPr>
          <p:spPr bwMode="auto">
            <a:xfrm>
              <a:off x="5070048" y="2196353"/>
              <a:ext cx="2051907" cy="2051904"/>
            </a:xfrm>
            <a:prstGeom prst="ellipse">
              <a:avLst/>
            </a:prstGeom>
            <a:solidFill>
              <a:schemeClr val="accent4">
                <a:lumMod val="75000"/>
              </a:schemeClr>
            </a:solidFill>
            <a:ln w="9525">
              <a:noFill/>
              <a:round/>
              <a:headEnd/>
              <a:tailEnd/>
            </a:ln>
          </p:spPr>
          <p:txBody>
            <a:bodyPr vert="horz" wrap="square" lIns="0" tIns="0" rIns="0" bIns="0" numCol="1" rtlCol="0" anchor="ctr" anchorCtr="0" compatLnSpc="1">
              <a:prstTxWarp prst="textNoShape">
                <a:avLst/>
              </a:prstTxWarp>
            </a:bodyPr>
            <a:lstStyle/>
            <a:p>
              <a:pPr algn="ctr"/>
              <a:r>
                <a:rPr lang="en-US" sz="1867" b="1" dirty="0">
                  <a:solidFill>
                    <a:schemeClr val="bg1"/>
                  </a:solidFill>
                </a:rPr>
                <a:t>Problematic and limitations</a:t>
              </a:r>
            </a:p>
          </p:txBody>
        </p:sp>
        <p:grpSp>
          <p:nvGrpSpPr>
            <p:cNvPr id="36" name="Group 29">
              <a:extLst>
                <a:ext uri="{FF2B5EF4-FFF2-40B4-BE49-F238E27FC236}">
                  <a16:creationId xmlns:a16="http://schemas.microsoft.com/office/drawing/2014/main" id="{A315ABCD-31AF-FAF6-9311-C638A655C4A5}"/>
                </a:ext>
              </a:extLst>
            </p:cNvPr>
            <p:cNvGrpSpPr/>
            <p:nvPr/>
          </p:nvGrpSpPr>
          <p:grpSpPr>
            <a:xfrm>
              <a:off x="4753800" y="1876815"/>
              <a:ext cx="2684400" cy="4397277"/>
              <a:chOff x="3565350" y="1580273"/>
              <a:chExt cx="2013300" cy="3297958"/>
            </a:xfrm>
            <a:solidFill>
              <a:srgbClr val="002060"/>
            </a:solidFill>
          </p:grpSpPr>
          <p:grpSp>
            <p:nvGrpSpPr>
              <p:cNvPr id="37" name="Group 30">
                <a:extLst>
                  <a:ext uri="{FF2B5EF4-FFF2-40B4-BE49-F238E27FC236}">
                    <a16:creationId xmlns:a16="http://schemas.microsoft.com/office/drawing/2014/main" id="{FA0353C2-0A34-24A2-96EB-710ACA98613E}"/>
                  </a:ext>
                </a:extLst>
              </p:cNvPr>
              <p:cNvGrpSpPr/>
              <p:nvPr/>
            </p:nvGrpSpPr>
            <p:grpSpPr>
              <a:xfrm>
                <a:off x="4419600" y="3486150"/>
                <a:ext cx="304800" cy="1392081"/>
                <a:chOff x="4419600" y="3418921"/>
                <a:chExt cx="304800" cy="1392081"/>
              </a:xfrm>
              <a:grpFill/>
            </p:grpSpPr>
            <p:sp>
              <p:nvSpPr>
                <p:cNvPr id="39" name="Rounded Rectangle 91">
                  <a:extLst>
                    <a:ext uri="{FF2B5EF4-FFF2-40B4-BE49-F238E27FC236}">
                      <a16:creationId xmlns:a16="http://schemas.microsoft.com/office/drawing/2014/main" id="{31189415-BD83-782A-3B1D-D03E95E79FD3}"/>
                    </a:ext>
                  </a:extLst>
                </p:cNvPr>
                <p:cNvSpPr/>
                <p:nvPr/>
              </p:nvSpPr>
              <p:spPr bwMode="auto">
                <a:xfrm>
                  <a:off x="4419600" y="3929867"/>
                  <a:ext cx="304800" cy="881135"/>
                </a:xfrm>
                <a:prstGeom prst="roundRect">
                  <a:avLst/>
                </a:prstGeom>
                <a:solidFill>
                  <a:schemeClr val="bg2">
                    <a:lumMod val="50000"/>
                  </a:schemeClr>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p>
              </p:txBody>
            </p:sp>
            <p:sp>
              <p:nvSpPr>
                <p:cNvPr id="42" name="Rounded Rectangle 92">
                  <a:extLst>
                    <a:ext uri="{FF2B5EF4-FFF2-40B4-BE49-F238E27FC236}">
                      <a16:creationId xmlns:a16="http://schemas.microsoft.com/office/drawing/2014/main" id="{15C606E8-B951-A182-3956-609D7EE55C6F}"/>
                    </a:ext>
                  </a:extLst>
                </p:cNvPr>
                <p:cNvSpPr/>
                <p:nvPr/>
              </p:nvSpPr>
              <p:spPr bwMode="auto">
                <a:xfrm>
                  <a:off x="4503124" y="3418921"/>
                  <a:ext cx="137752" cy="592220"/>
                </a:xfrm>
                <a:prstGeom prst="roundRect">
                  <a:avLst/>
                </a:prstGeom>
                <a:solidFill>
                  <a:schemeClr val="bg2">
                    <a:lumMod val="50000"/>
                  </a:schemeClr>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p>
              </p:txBody>
            </p:sp>
            <p:sp>
              <p:nvSpPr>
                <p:cNvPr id="43" name="Rectangle 42">
                  <a:extLst>
                    <a:ext uri="{FF2B5EF4-FFF2-40B4-BE49-F238E27FC236}">
                      <a16:creationId xmlns:a16="http://schemas.microsoft.com/office/drawing/2014/main" id="{75BF3E17-9995-901D-FE80-04CD1185688A}"/>
                    </a:ext>
                  </a:extLst>
                </p:cNvPr>
                <p:cNvSpPr/>
                <p:nvPr/>
              </p:nvSpPr>
              <p:spPr bwMode="auto">
                <a:xfrm>
                  <a:off x="4419600" y="4054823"/>
                  <a:ext cx="304800" cy="76200"/>
                </a:xfrm>
                <a:prstGeom prst="rect">
                  <a:avLst/>
                </a:prstGeom>
                <a:solidFill>
                  <a:schemeClr val="bg1">
                    <a:lumMod val="65000"/>
                  </a:schemeClr>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p>
              </p:txBody>
            </p:sp>
            <p:sp>
              <p:nvSpPr>
                <p:cNvPr id="48" name="Rectangle 47">
                  <a:extLst>
                    <a:ext uri="{FF2B5EF4-FFF2-40B4-BE49-F238E27FC236}">
                      <a16:creationId xmlns:a16="http://schemas.microsoft.com/office/drawing/2014/main" id="{838FC4CF-D6B2-8CEA-47E1-A616ABFB4E93}"/>
                    </a:ext>
                  </a:extLst>
                </p:cNvPr>
                <p:cNvSpPr/>
                <p:nvPr/>
              </p:nvSpPr>
              <p:spPr bwMode="auto">
                <a:xfrm>
                  <a:off x="4419600" y="4598287"/>
                  <a:ext cx="304800" cy="76200"/>
                </a:xfrm>
                <a:prstGeom prst="rect">
                  <a:avLst/>
                </a:prstGeom>
                <a:solidFill>
                  <a:schemeClr val="bg1">
                    <a:lumMod val="65000"/>
                  </a:schemeClr>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p>
              </p:txBody>
            </p:sp>
          </p:grpSp>
          <p:sp>
            <p:nvSpPr>
              <p:cNvPr id="38" name="Donut 90">
                <a:extLst>
                  <a:ext uri="{FF2B5EF4-FFF2-40B4-BE49-F238E27FC236}">
                    <a16:creationId xmlns:a16="http://schemas.microsoft.com/office/drawing/2014/main" id="{749F899C-264B-1201-3322-34867DE7CCB1}"/>
                  </a:ext>
                </a:extLst>
              </p:cNvPr>
              <p:cNvSpPr/>
              <p:nvPr/>
            </p:nvSpPr>
            <p:spPr>
              <a:xfrm>
                <a:off x="3565350" y="1580273"/>
                <a:ext cx="2013300" cy="2013298"/>
              </a:xfrm>
              <a:prstGeom prst="donut">
                <a:avLst>
                  <a:gd name="adj" fmla="val 6095"/>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grpSp>
        <p:sp>
          <p:nvSpPr>
            <p:cNvPr id="51" name="Oval 58">
              <a:extLst>
                <a:ext uri="{FF2B5EF4-FFF2-40B4-BE49-F238E27FC236}">
                  <a16:creationId xmlns:a16="http://schemas.microsoft.com/office/drawing/2014/main" id="{E6C3EF04-7114-3281-EE70-30D269F31763}"/>
                </a:ext>
              </a:extLst>
            </p:cNvPr>
            <p:cNvSpPr/>
            <p:nvPr/>
          </p:nvSpPr>
          <p:spPr>
            <a:xfrm>
              <a:off x="3302948" y="2841207"/>
              <a:ext cx="755613" cy="755613"/>
            </a:xfrm>
            <a:prstGeom prst="ellipse">
              <a:avLst/>
            </a:prstGeom>
            <a:solidFill>
              <a:schemeClr val="accent4">
                <a:lumMod val="75000"/>
              </a:schemeClr>
            </a:solidFill>
            <a:ln>
              <a:solidFill>
                <a:schemeClr val="accent4">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867" b="1" dirty="0">
                  <a:latin typeface="+mj-lt"/>
                </a:rPr>
                <a:t>02</a:t>
              </a:r>
            </a:p>
          </p:txBody>
        </p:sp>
        <p:sp>
          <p:nvSpPr>
            <p:cNvPr id="52" name="Oval 59">
              <a:extLst>
                <a:ext uri="{FF2B5EF4-FFF2-40B4-BE49-F238E27FC236}">
                  <a16:creationId xmlns:a16="http://schemas.microsoft.com/office/drawing/2014/main" id="{5013AA6D-5F8B-0E67-49C1-2B19B8CD598D}"/>
                </a:ext>
              </a:extLst>
            </p:cNvPr>
            <p:cNvSpPr/>
            <p:nvPr/>
          </p:nvSpPr>
          <p:spPr>
            <a:xfrm>
              <a:off x="3926860" y="1537443"/>
              <a:ext cx="755613" cy="755613"/>
            </a:xfrm>
            <a:prstGeom prst="ellipse">
              <a:avLst/>
            </a:prstGeom>
            <a:solidFill>
              <a:schemeClr val="accent4">
                <a:lumMod val="75000"/>
              </a:schemeClr>
            </a:solidFill>
            <a:ln>
              <a:solidFill>
                <a:schemeClr val="accent4">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867" b="1" dirty="0">
                  <a:latin typeface="+mj-lt"/>
                </a:rPr>
                <a:t>01</a:t>
              </a:r>
            </a:p>
          </p:txBody>
        </p:sp>
        <p:cxnSp>
          <p:nvCxnSpPr>
            <p:cNvPr id="53" name="Straight Connector 60">
              <a:extLst>
                <a:ext uri="{FF2B5EF4-FFF2-40B4-BE49-F238E27FC236}">
                  <a16:creationId xmlns:a16="http://schemas.microsoft.com/office/drawing/2014/main" id="{DF53CC90-E512-4D28-2A4B-A5EA59C0CAF3}"/>
                </a:ext>
              </a:extLst>
            </p:cNvPr>
            <p:cNvCxnSpPr>
              <a:stCxn id="52" idx="5"/>
            </p:cNvCxnSpPr>
            <p:nvPr/>
          </p:nvCxnSpPr>
          <p:spPr>
            <a:xfrm>
              <a:off x="4571816" y="2182400"/>
              <a:ext cx="400235" cy="305185"/>
            </a:xfrm>
            <a:prstGeom prst="line">
              <a:avLst/>
            </a:prstGeom>
            <a:solidFill>
              <a:schemeClr val="accent4">
                <a:lumMod val="75000"/>
              </a:schemeClr>
            </a:solidFill>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61">
              <a:extLst>
                <a:ext uri="{FF2B5EF4-FFF2-40B4-BE49-F238E27FC236}">
                  <a16:creationId xmlns:a16="http://schemas.microsoft.com/office/drawing/2014/main" id="{F2C7EC5E-A062-516C-17F1-A466EBA413D3}"/>
                </a:ext>
              </a:extLst>
            </p:cNvPr>
            <p:cNvCxnSpPr>
              <a:cxnSpLocks/>
              <a:stCxn id="51" idx="6"/>
            </p:cNvCxnSpPr>
            <p:nvPr/>
          </p:nvCxnSpPr>
          <p:spPr>
            <a:xfrm>
              <a:off x="4058562" y="3219013"/>
              <a:ext cx="688889" cy="0"/>
            </a:xfrm>
            <a:prstGeom prst="line">
              <a:avLst/>
            </a:prstGeom>
            <a:solidFill>
              <a:schemeClr val="accent4">
                <a:lumMod val="75000"/>
              </a:schemeClr>
            </a:solidFill>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DD50416F-383F-7D6E-CFA2-EA6E982415C7}"/>
                </a:ext>
              </a:extLst>
            </p:cNvPr>
            <p:cNvSpPr/>
            <p:nvPr/>
          </p:nvSpPr>
          <p:spPr>
            <a:xfrm flipH="1">
              <a:off x="7509528" y="4144971"/>
              <a:ext cx="755613" cy="755613"/>
            </a:xfrm>
            <a:prstGeom prst="ellipse">
              <a:avLst/>
            </a:prstGeom>
            <a:solidFill>
              <a:schemeClr val="accent4">
                <a:lumMod val="75000"/>
              </a:schemeClr>
            </a:solidFill>
            <a:ln>
              <a:solidFill>
                <a:schemeClr val="accent4">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867" b="1" dirty="0">
                  <a:latin typeface="+mj-lt"/>
                </a:rPr>
                <a:t>07</a:t>
              </a:r>
            </a:p>
          </p:txBody>
        </p:sp>
        <p:sp>
          <p:nvSpPr>
            <p:cNvPr id="65" name="Oval 64">
              <a:extLst>
                <a:ext uri="{FF2B5EF4-FFF2-40B4-BE49-F238E27FC236}">
                  <a16:creationId xmlns:a16="http://schemas.microsoft.com/office/drawing/2014/main" id="{BFCC37CA-DF59-372A-3A31-9D2C5D955192}"/>
                </a:ext>
              </a:extLst>
            </p:cNvPr>
            <p:cNvSpPr/>
            <p:nvPr/>
          </p:nvSpPr>
          <p:spPr>
            <a:xfrm flipH="1">
              <a:off x="8133439" y="2841207"/>
              <a:ext cx="755613" cy="755613"/>
            </a:xfrm>
            <a:prstGeom prst="ellipse">
              <a:avLst/>
            </a:prstGeom>
            <a:solidFill>
              <a:schemeClr val="accent4">
                <a:lumMod val="75000"/>
              </a:schemeClr>
            </a:solidFill>
            <a:ln>
              <a:solidFill>
                <a:schemeClr val="accent4">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867" b="1" dirty="0">
                  <a:latin typeface="+mj-lt"/>
                </a:rPr>
                <a:t>06</a:t>
              </a:r>
            </a:p>
          </p:txBody>
        </p:sp>
        <p:sp>
          <p:nvSpPr>
            <p:cNvPr id="66" name="Oval 65">
              <a:extLst>
                <a:ext uri="{FF2B5EF4-FFF2-40B4-BE49-F238E27FC236}">
                  <a16:creationId xmlns:a16="http://schemas.microsoft.com/office/drawing/2014/main" id="{0761FCB3-C7A3-7ECC-9C59-2ED6AFABAE6F}"/>
                </a:ext>
              </a:extLst>
            </p:cNvPr>
            <p:cNvSpPr/>
            <p:nvPr/>
          </p:nvSpPr>
          <p:spPr>
            <a:xfrm flipH="1">
              <a:off x="7509528" y="1537443"/>
              <a:ext cx="755613" cy="755613"/>
            </a:xfrm>
            <a:prstGeom prst="ellipse">
              <a:avLst/>
            </a:prstGeom>
            <a:solidFill>
              <a:schemeClr val="accent4">
                <a:lumMod val="75000"/>
              </a:schemeClr>
            </a:solidFill>
            <a:ln>
              <a:solidFill>
                <a:schemeClr val="accent4">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867" b="1" dirty="0">
                  <a:latin typeface="+mj-lt"/>
                </a:rPr>
                <a:t>05</a:t>
              </a:r>
            </a:p>
          </p:txBody>
        </p:sp>
        <p:cxnSp>
          <p:nvCxnSpPr>
            <p:cNvPr id="68" name="Straight Connector 66">
              <a:extLst>
                <a:ext uri="{FF2B5EF4-FFF2-40B4-BE49-F238E27FC236}">
                  <a16:creationId xmlns:a16="http://schemas.microsoft.com/office/drawing/2014/main" id="{D851F3BB-86D4-72B0-4291-EDCE25C80638}"/>
                </a:ext>
              </a:extLst>
            </p:cNvPr>
            <p:cNvCxnSpPr>
              <a:stCxn id="66" idx="5"/>
            </p:cNvCxnSpPr>
            <p:nvPr/>
          </p:nvCxnSpPr>
          <p:spPr>
            <a:xfrm flipH="1">
              <a:off x="7219951" y="2182400"/>
              <a:ext cx="400235" cy="305185"/>
            </a:xfrm>
            <a:prstGeom prst="line">
              <a:avLst/>
            </a:prstGeom>
            <a:solidFill>
              <a:schemeClr val="accent4">
                <a:lumMod val="75000"/>
              </a:schemeClr>
            </a:solidFill>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7">
              <a:extLst>
                <a:ext uri="{FF2B5EF4-FFF2-40B4-BE49-F238E27FC236}">
                  <a16:creationId xmlns:a16="http://schemas.microsoft.com/office/drawing/2014/main" id="{3F777C92-4EE1-0EFA-6790-3FEB980A31B6}"/>
                </a:ext>
              </a:extLst>
            </p:cNvPr>
            <p:cNvCxnSpPr>
              <a:stCxn id="65" idx="6"/>
            </p:cNvCxnSpPr>
            <p:nvPr/>
          </p:nvCxnSpPr>
          <p:spPr>
            <a:xfrm flipH="1">
              <a:off x="7444551" y="3219013"/>
              <a:ext cx="688888" cy="0"/>
            </a:xfrm>
            <a:prstGeom prst="line">
              <a:avLst/>
            </a:prstGeom>
            <a:solidFill>
              <a:schemeClr val="accent4">
                <a:lumMod val="75000"/>
              </a:schemeClr>
            </a:solidFill>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68">
              <a:extLst>
                <a:ext uri="{FF2B5EF4-FFF2-40B4-BE49-F238E27FC236}">
                  <a16:creationId xmlns:a16="http://schemas.microsoft.com/office/drawing/2014/main" id="{B1A14A6D-D555-2D6A-D2FC-2603A4B5D450}"/>
                </a:ext>
              </a:extLst>
            </p:cNvPr>
            <p:cNvCxnSpPr>
              <a:stCxn id="64" idx="7"/>
            </p:cNvCxnSpPr>
            <p:nvPr/>
          </p:nvCxnSpPr>
          <p:spPr>
            <a:xfrm flipH="1" flipV="1">
              <a:off x="7219951" y="3909985"/>
              <a:ext cx="400235" cy="345643"/>
            </a:xfrm>
            <a:prstGeom prst="line">
              <a:avLst/>
            </a:prstGeom>
            <a:solidFill>
              <a:schemeClr val="accent4">
                <a:lumMod val="75000"/>
              </a:schemeClr>
            </a:solidFill>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81" name="Inhaltsplatzhalter 4">
              <a:extLst>
                <a:ext uri="{FF2B5EF4-FFF2-40B4-BE49-F238E27FC236}">
                  <a16:creationId xmlns:a16="http://schemas.microsoft.com/office/drawing/2014/main" id="{A647B6F7-7064-F6A6-3A0A-8E01BE6C5FFB}"/>
                </a:ext>
              </a:extLst>
            </p:cNvPr>
            <p:cNvSpPr txBox="1">
              <a:spLocks/>
            </p:cNvSpPr>
            <p:nvPr/>
          </p:nvSpPr>
          <p:spPr>
            <a:xfrm>
              <a:off x="256010" y="3102226"/>
              <a:ext cx="327798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000" dirty="0">
                  <a:solidFill>
                    <a:srgbClr val="002060"/>
                  </a:solidFill>
                  <a:latin typeface="+mn-lt"/>
                </a:rPr>
                <a:t>Multiple target platforms </a:t>
              </a:r>
            </a:p>
          </p:txBody>
        </p:sp>
        <p:sp>
          <p:nvSpPr>
            <p:cNvPr id="82" name="Inhaltsplatzhalter 4">
              <a:extLst>
                <a:ext uri="{FF2B5EF4-FFF2-40B4-BE49-F238E27FC236}">
                  <a16:creationId xmlns:a16="http://schemas.microsoft.com/office/drawing/2014/main" id="{2804BA09-391F-A7D6-8B97-64681C96C6A9}"/>
                </a:ext>
              </a:extLst>
            </p:cNvPr>
            <p:cNvSpPr txBox="1">
              <a:spLocks/>
            </p:cNvSpPr>
            <p:nvPr/>
          </p:nvSpPr>
          <p:spPr>
            <a:xfrm>
              <a:off x="8336469" y="1685689"/>
              <a:ext cx="3279648"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000" dirty="0">
                  <a:solidFill>
                    <a:srgbClr val="002060"/>
                  </a:solidFill>
                  <a:latin typeface="+mn-lt"/>
                </a:rPr>
                <a:t>Multiple sources of Logs</a:t>
              </a:r>
            </a:p>
          </p:txBody>
        </p:sp>
        <p:sp>
          <p:nvSpPr>
            <p:cNvPr id="85" name="Inhaltsplatzhalter 4">
              <a:extLst>
                <a:ext uri="{FF2B5EF4-FFF2-40B4-BE49-F238E27FC236}">
                  <a16:creationId xmlns:a16="http://schemas.microsoft.com/office/drawing/2014/main" id="{1ACD8BFD-252A-16B2-D4C4-9A9C24A1369D}"/>
                </a:ext>
              </a:extLst>
            </p:cNvPr>
            <p:cNvSpPr txBox="1">
              <a:spLocks/>
            </p:cNvSpPr>
            <p:nvPr/>
          </p:nvSpPr>
          <p:spPr>
            <a:xfrm>
              <a:off x="8889052" y="2930574"/>
              <a:ext cx="3364254" cy="553998"/>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000" dirty="0">
                  <a:solidFill>
                    <a:srgbClr val="002060"/>
                  </a:solidFill>
                  <a:latin typeface="+mn-lt"/>
                </a:rPr>
                <a:t>Complexity of implementation of rules </a:t>
              </a:r>
            </a:p>
          </p:txBody>
        </p:sp>
        <p:sp>
          <p:nvSpPr>
            <p:cNvPr id="86" name="Inhaltsplatzhalter 4">
              <a:extLst>
                <a:ext uri="{FF2B5EF4-FFF2-40B4-BE49-F238E27FC236}">
                  <a16:creationId xmlns:a16="http://schemas.microsoft.com/office/drawing/2014/main" id="{28E993DC-FF49-E686-96EE-E2E2CA811766}"/>
                </a:ext>
              </a:extLst>
            </p:cNvPr>
            <p:cNvSpPr txBox="1">
              <a:spLocks/>
            </p:cNvSpPr>
            <p:nvPr/>
          </p:nvSpPr>
          <p:spPr>
            <a:xfrm>
              <a:off x="461469" y="4427244"/>
              <a:ext cx="327798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sz="2000" dirty="0">
                  <a:solidFill>
                    <a:srgbClr val="002060"/>
                  </a:solidFill>
                  <a:latin typeface="+mn-lt"/>
                </a:rPr>
                <a:t>Multiple malicious code</a:t>
              </a:r>
            </a:p>
          </p:txBody>
        </p:sp>
        <p:sp>
          <p:nvSpPr>
            <p:cNvPr id="87" name="Oval 58">
              <a:extLst>
                <a:ext uri="{FF2B5EF4-FFF2-40B4-BE49-F238E27FC236}">
                  <a16:creationId xmlns:a16="http://schemas.microsoft.com/office/drawing/2014/main" id="{45C6F28F-1121-0950-6102-D3BCE2B21AFF}"/>
                </a:ext>
              </a:extLst>
            </p:cNvPr>
            <p:cNvSpPr/>
            <p:nvPr/>
          </p:nvSpPr>
          <p:spPr>
            <a:xfrm>
              <a:off x="3645682" y="4177130"/>
              <a:ext cx="755613" cy="755613"/>
            </a:xfrm>
            <a:prstGeom prst="ellipse">
              <a:avLst/>
            </a:prstGeom>
            <a:solidFill>
              <a:schemeClr val="accent4">
                <a:lumMod val="75000"/>
              </a:schemeClr>
            </a:solidFill>
            <a:ln>
              <a:solidFill>
                <a:schemeClr val="accent4">
                  <a:lumMod val="7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867" b="1" dirty="0">
                  <a:latin typeface="+mj-lt"/>
                </a:rPr>
                <a:t>03</a:t>
              </a:r>
            </a:p>
          </p:txBody>
        </p:sp>
        <p:cxnSp>
          <p:nvCxnSpPr>
            <p:cNvPr id="88" name="Straight Connector 61">
              <a:extLst>
                <a:ext uri="{FF2B5EF4-FFF2-40B4-BE49-F238E27FC236}">
                  <a16:creationId xmlns:a16="http://schemas.microsoft.com/office/drawing/2014/main" id="{AD03D85F-A3E4-3946-8BB8-96681F05EA0E}"/>
                </a:ext>
              </a:extLst>
            </p:cNvPr>
            <p:cNvCxnSpPr>
              <a:cxnSpLocks/>
            </p:cNvCxnSpPr>
            <p:nvPr/>
          </p:nvCxnSpPr>
          <p:spPr>
            <a:xfrm flipV="1">
              <a:off x="4425093" y="4085503"/>
              <a:ext cx="609884" cy="356360"/>
            </a:xfrm>
            <a:prstGeom prst="line">
              <a:avLst/>
            </a:prstGeom>
            <a:solidFill>
              <a:schemeClr val="accent4">
                <a:lumMod val="75000"/>
              </a:schemeClr>
            </a:solidFill>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89" name="Oval 63">
              <a:extLst>
                <a:ext uri="{FF2B5EF4-FFF2-40B4-BE49-F238E27FC236}">
                  <a16:creationId xmlns:a16="http://schemas.microsoft.com/office/drawing/2014/main" id="{9A7B3FE7-E8C6-54FC-995D-C94B76D2C2B3}"/>
                </a:ext>
              </a:extLst>
            </p:cNvPr>
            <p:cNvSpPr/>
            <p:nvPr/>
          </p:nvSpPr>
          <p:spPr>
            <a:xfrm flipH="1">
              <a:off x="5599168" y="788786"/>
              <a:ext cx="755613" cy="755613"/>
            </a:xfrm>
            <a:prstGeom prst="ellipse">
              <a:avLst/>
            </a:prstGeom>
            <a:solidFill>
              <a:schemeClr val="accent4">
                <a:lumMod val="7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0" tIns="0" rIns="0" bIns="0" anchor="ctr"/>
            <a:lstStyle/>
            <a:p>
              <a:pPr algn="ctr"/>
              <a:r>
                <a:rPr lang="en-US" sz="1867" b="1" dirty="0">
                  <a:latin typeface="+mj-lt"/>
                </a:rPr>
                <a:t>04</a:t>
              </a:r>
            </a:p>
          </p:txBody>
        </p:sp>
        <p:cxnSp>
          <p:nvCxnSpPr>
            <p:cNvPr id="90" name="Straight Connector 68">
              <a:extLst>
                <a:ext uri="{FF2B5EF4-FFF2-40B4-BE49-F238E27FC236}">
                  <a16:creationId xmlns:a16="http://schemas.microsoft.com/office/drawing/2014/main" id="{37313BD4-6613-B32E-F107-4E0F384BA20E}"/>
                </a:ext>
              </a:extLst>
            </p:cNvPr>
            <p:cNvCxnSpPr>
              <a:cxnSpLocks/>
            </p:cNvCxnSpPr>
            <p:nvPr/>
          </p:nvCxnSpPr>
          <p:spPr>
            <a:xfrm flipV="1">
              <a:off x="5976975" y="1532673"/>
              <a:ext cx="0" cy="33109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91" name="Inhaltsplatzhalter 4">
              <a:extLst>
                <a:ext uri="{FF2B5EF4-FFF2-40B4-BE49-F238E27FC236}">
                  <a16:creationId xmlns:a16="http://schemas.microsoft.com/office/drawing/2014/main" id="{1295FD1A-79E2-A0DB-3CCA-24BF7358CA9D}"/>
                </a:ext>
              </a:extLst>
            </p:cNvPr>
            <p:cNvSpPr txBox="1">
              <a:spLocks/>
            </p:cNvSpPr>
            <p:nvPr/>
          </p:nvSpPr>
          <p:spPr>
            <a:xfrm>
              <a:off x="8577078" y="4452459"/>
              <a:ext cx="3279648"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fr-FR" sz="2000" dirty="0">
                  <a:solidFill>
                    <a:srgbClr val="002060"/>
                  </a:solidFill>
                  <a:latin typeface="+mn-lt"/>
                </a:rPr>
                <a:t>Maturity of security teams</a:t>
              </a:r>
              <a:endParaRPr lang="en-US" sz="2000" dirty="0">
                <a:solidFill>
                  <a:srgbClr val="002060"/>
                </a:solidFill>
                <a:latin typeface="+mn-lt"/>
              </a:endParaRPr>
            </a:p>
          </p:txBody>
        </p:sp>
      </p:grpSp>
      <p:sp>
        <p:nvSpPr>
          <p:cNvPr id="34" name="Espace réservé du numéro de diapositive 5">
            <a:extLst>
              <a:ext uri="{FF2B5EF4-FFF2-40B4-BE49-F238E27FC236}">
                <a16:creationId xmlns:a16="http://schemas.microsoft.com/office/drawing/2014/main" id="{62939201-AF97-836E-C0C5-97D2760AE6E5}"/>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3</a:t>
            </a:fld>
            <a:endParaRPr lang="en-US" sz="1400" dirty="0">
              <a:solidFill>
                <a:schemeClr val="bg2">
                  <a:lumMod val="75000"/>
                </a:schemeClr>
              </a:solidFill>
            </a:endParaRPr>
          </a:p>
        </p:txBody>
      </p:sp>
      <p:sp>
        <p:nvSpPr>
          <p:cNvPr id="40" name="ZoneTexte 39">
            <a:extLst>
              <a:ext uri="{FF2B5EF4-FFF2-40B4-BE49-F238E27FC236}">
                <a16:creationId xmlns:a16="http://schemas.microsoft.com/office/drawing/2014/main" id="{FF9BE0EA-CB1F-7FC0-47FA-73DB79D566D5}"/>
              </a:ext>
            </a:extLst>
          </p:cNvPr>
          <p:cNvSpPr txBox="1"/>
          <p:nvPr/>
        </p:nvSpPr>
        <p:spPr>
          <a:xfrm>
            <a:off x="-802934" y="1900699"/>
            <a:ext cx="6221894" cy="707886"/>
          </a:xfrm>
          <a:prstGeom prst="rect">
            <a:avLst/>
          </a:prstGeom>
          <a:noFill/>
        </p:spPr>
        <p:txBody>
          <a:bodyPr wrap="square">
            <a:spAutoFit/>
          </a:bodyPr>
          <a:lstStyle/>
          <a:p>
            <a:pPr marL="0" indent="0" algn="ctr">
              <a:lnSpc>
                <a:spcPct val="100000"/>
              </a:lnSpc>
              <a:buNone/>
            </a:pPr>
            <a:r>
              <a:rPr lang="en-US" sz="2000" dirty="0">
                <a:solidFill>
                  <a:srgbClr val="002060"/>
                </a:solidFill>
                <a:latin typeface="+mn-lt"/>
              </a:rPr>
              <a:t>Multiple techniques used </a:t>
            </a:r>
          </a:p>
          <a:p>
            <a:pPr marL="0" indent="0" algn="ctr">
              <a:lnSpc>
                <a:spcPct val="100000"/>
              </a:lnSpc>
              <a:buNone/>
            </a:pPr>
            <a:r>
              <a:rPr lang="en-US" sz="2000" dirty="0">
                <a:solidFill>
                  <a:srgbClr val="002060"/>
                </a:solidFill>
                <a:latin typeface="+mn-lt"/>
              </a:rPr>
              <a:t>by hackers</a:t>
            </a:r>
          </a:p>
        </p:txBody>
      </p:sp>
      <p:sp>
        <p:nvSpPr>
          <p:cNvPr id="41" name="ZoneTexte 40">
            <a:extLst>
              <a:ext uri="{FF2B5EF4-FFF2-40B4-BE49-F238E27FC236}">
                <a16:creationId xmlns:a16="http://schemas.microsoft.com/office/drawing/2014/main" id="{3754A478-C02E-258B-9AE2-CC80CFC33661}"/>
              </a:ext>
            </a:extLst>
          </p:cNvPr>
          <p:cNvSpPr txBox="1"/>
          <p:nvPr/>
        </p:nvSpPr>
        <p:spPr>
          <a:xfrm>
            <a:off x="4426843" y="1135023"/>
            <a:ext cx="6500190" cy="707886"/>
          </a:xfrm>
          <a:prstGeom prst="rect">
            <a:avLst/>
          </a:prstGeom>
          <a:noFill/>
        </p:spPr>
        <p:txBody>
          <a:bodyPr wrap="square">
            <a:spAutoFit/>
          </a:bodyPr>
          <a:lstStyle/>
          <a:p>
            <a:pPr marL="0" indent="0" algn="ctr">
              <a:buNone/>
            </a:pPr>
            <a:r>
              <a:rPr lang="fr-FR" sz="2000" dirty="0">
                <a:solidFill>
                  <a:srgbClr val="002060"/>
                </a:solidFill>
                <a:latin typeface="+mn-lt"/>
              </a:rPr>
              <a:t>Lack of Framework dedicated</a:t>
            </a:r>
          </a:p>
          <a:p>
            <a:pPr marL="0" indent="0" algn="ctr">
              <a:buNone/>
            </a:pPr>
            <a:r>
              <a:rPr lang="fr-FR" sz="2000" dirty="0">
                <a:solidFill>
                  <a:srgbClr val="002060"/>
                </a:solidFill>
                <a:latin typeface="+mn-lt"/>
              </a:rPr>
              <a:t> to mapping rules</a:t>
            </a:r>
            <a:endParaRPr lang="en-US" sz="2000" dirty="0">
              <a:solidFill>
                <a:srgbClr val="002060"/>
              </a:solidFill>
              <a:latin typeface="+mn-lt"/>
            </a:endParaRPr>
          </a:p>
        </p:txBody>
      </p:sp>
    </p:spTree>
    <p:extLst>
      <p:ext uri="{BB962C8B-B14F-4D97-AF65-F5344CB8AC3E}">
        <p14:creationId xmlns:p14="http://schemas.microsoft.com/office/powerpoint/2010/main" val="2631330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614" y="82615"/>
            <a:ext cx="11157817" cy="545945"/>
          </a:xfrm>
          <a:prstGeom prst="rect">
            <a:avLst/>
          </a:prstGeom>
        </p:spPr>
        <p:txBody>
          <a:bodyPr>
            <a:normAutofit/>
          </a:bodyPr>
          <a:lstStyle/>
          <a:p>
            <a:r>
              <a:rPr lang="en-US" sz="3600" b="1" dirty="0">
                <a:solidFill>
                  <a:srgbClr val="002060"/>
                </a:solidFill>
              </a:rPr>
              <a:t>Motivation: Context of Project and Proposed solution</a:t>
            </a:r>
          </a:p>
        </p:txBody>
      </p:sp>
      <p:grpSp>
        <p:nvGrpSpPr>
          <p:cNvPr id="2" name="Groupe 1">
            <a:extLst>
              <a:ext uri="{FF2B5EF4-FFF2-40B4-BE49-F238E27FC236}">
                <a16:creationId xmlns:a16="http://schemas.microsoft.com/office/drawing/2014/main" id="{520AB69A-69F6-DF62-8457-C163BD05EA74}"/>
              </a:ext>
            </a:extLst>
          </p:cNvPr>
          <p:cNvGrpSpPr/>
          <p:nvPr/>
        </p:nvGrpSpPr>
        <p:grpSpPr>
          <a:xfrm>
            <a:off x="60523" y="913726"/>
            <a:ext cx="11981576" cy="5703734"/>
            <a:chOff x="213152" y="1191034"/>
            <a:chExt cx="11736879" cy="5210426"/>
          </a:xfrm>
        </p:grpSpPr>
        <p:sp>
          <p:nvSpPr>
            <p:cNvPr id="107" name="Textplatzhalter 2">
              <a:extLst>
                <a:ext uri="{FF2B5EF4-FFF2-40B4-BE49-F238E27FC236}">
                  <a16:creationId xmlns:a16="http://schemas.microsoft.com/office/drawing/2014/main" id="{3BB4557D-69A6-2AA5-A41B-1132CF42CEC5}"/>
                </a:ext>
              </a:extLst>
            </p:cNvPr>
            <p:cNvSpPr txBox="1">
              <a:spLocks/>
            </p:cNvSpPr>
            <p:nvPr/>
          </p:nvSpPr>
          <p:spPr>
            <a:xfrm>
              <a:off x="4612994" y="1633208"/>
              <a:ext cx="7278230" cy="3687743"/>
            </a:xfrm>
            <a:prstGeom prst="rect">
              <a:avLst/>
            </a:prstGeom>
            <a:noFill/>
            <a:ln>
              <a:solidFill>
                <a:srgbClr val="38396B"/>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sz="1200" dirty="0">
                <a:solidFill>
                  <a:srgbClr val="38396B"/>
                </a:solidFill>
                <a:latin typeface="Calibri" panose="020F0502020204030204" pitchFamily="34" charset="0"/>
                <a:cs typeface="Calibri" panose="020F0502020204030204" pitchFamily="34" charset="0"/>
              </a:endParaRPr>
            </a:p>
          </p:txBody>
        </p:sp>
        <p:sp>
          <p:nvSpPr>
            <p:cNvPr id="67" name="Rectangle 66">
              <a:extLst>
                <a:ext uri="{FF2B5EF4-FFF2-40B4-BE49-F238E27FC236}">
                  <a16:creationId xmlns:a16="http://schemas.microsoft.com/office/drawing/2014/main" id="{48058CEC-19F3-5E26-A404-E251FCE791CA}"/>
                </a:ext>
              </a:extLst>
            </p:cNvPr>
            <p:cNvSpPr>
              <a:spLocks noChangeArrowheads="1"/>
            </p:cNvSpPr>
            <p:nvPr/>
          </p:nvSpPr>
          <p:spPr bwMode="gray">
            <a:xfrm>
              <a:off x="241969" y="1197994"/>
              <a:ext cx="4177977" cy="288000"/>
            </a:xfrm>
            <a:prstGeom prst="rect">
              <a:avLst/>
            </a:prstGeom>
            <a:solidFill>
              <a:srgbClr val="38396B"/>
            </a:solidFill>
            <a:ln w="9525">
              <a:solidFill>
                <a:srgbClr val="38396B"/>
              </a:solidFill>
              <a:miter lim="800000"/>
              <a:headEnd/>
              <a:tailEnd/>
            </a:ln>
            <a:effectLst/>
          </p:spPr>
          <p:txBody>
            <a:bodyPr wrap="square" lIns="72000" tIns="72000" rIns="72000" bIns="72000" anchor="t">
              <a:noAutofit/>
            </a:bodyPr>
            <a:lstStyle/>
            <a:p>
              <a:pPr algn="ctr"/>
              <a:r>
                <a:rPr lang="en-US" sz="1600" b="1" dirty="0">
                  <a:solidFill>
                    <a:schemeClr val="bg1"/>
                  </a:solidFill>
                  <a:latin typeface="Calibri" panose="020F0502020204030204" pitchFamily="34" charset="0"/>
                  <a:cs typeface="Calibri" panose="020F0502020204030204" pitchFamily="34" charset="0"/>
                </a:rPr>
                <a:t>SAMA PARTNERS BUSINESS SOLUTIONS</a:t>
              </a:r>
            </a:p>
          </p:txBody>
        </p:sp>
        <p:sp>
          <p:nvSpPr>
            <p:cNvPr id="70" name="Textplatzhalter 2">
              <a:extLst>
                <a:ext uri="{FF2B5EF4-FFF2-40B4-BE49-F238E27FC236}">
                  <a16:creationId xmlns:a16="http://schemas.microsoft.com/office/drawing/2014/main" id="{81A9AE3E-129E-2D85-2020-202B789DD935}"/>
                </a:ext>
              </a:extLst>
            </p:cNvPr>
            <p:cNvSpPr txBox="1">
              <a:spLocks/>
            </p:cNvSpPr>
            <p:nvPr/>
          </p:nvSpPr>
          <p:spPr>
            <a:xfrm>
              <a:off x="213152" y="1633208"/>
              <a:ext cx="4177977" cy="4745141"/>
            </a:xfrm>
            <a:prstGeom prst="rect">
              <a:avLst/>
            </a:prstGeom>
            <a:noFill/>
            <a:ln>
              <a:solidFill>
                <a:srgbClr val="38396B"/>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indent="-171450">
                <a:buFont typeface="Arial" panose="020B0604020202020204" pitchFamily="34" charset="0"/>
                <a:buChar char="•"/>
              </a:pPr>
              <a:r>
                <a:rPr lang="en-US" sz="1600" dirty="0">
                  <a:solidFill>
                    <a:srgbClr val="002060"/>
                  </a:solidFill>
                  <a:latin typeface="Calibri" panose="020F0502020204030204" pitchFamily="34" charset="0"/>
                  <a:cs typeface="Calibri" panose="020F0502020204030204" pitchFamily="34" charset="0"/>
                </a:rPr>
                <a:t>IT &amp; Engineering Consulting Company </a:t>
              </a:r>
            </a:p>
            <a:p>
              <a:pPr marL="171450" indent="-171450">
                <a:buFont typeface="Arial" panose="020B0604020202020204" pitchFamily="34" charset="0"/>
                <a:buChar char="•"/>
              </a:pPr>
              <a:r>
                <a:rPr lang="en-US" sz="1600" dirty="0">
                  <a:solidFill>
                    <a:srgbClr val="002060"/>
                  </a:solidFill>
                  <a:latin typeface="Calibri" panose="020F0502020204030204" pitchFamily="34" charset="0"/>
                  <a:cs typeface="Calibri" panose="020F0502020204030204" pitchFamily="34" charset="0"/>
                </a:rPr>
                <a:t>Founded in 2010 </a:t>
              </a:r>
            </a:p>
            <a:p>
              <a:pPr marL="171450" indent="-171450">
                <a:buFont typeface="Arial" panose="020B0604020202020204" pitchFamily="34" charset="0"/>
                <a:buChar char="•"/>
              </a:pPr>
              <a:r>
                <a:rPr lang="en-US" sz="1600" dirty="0">
                  <a:solidFill>
                    <a:srgbClr val="002060"/>
                  </a:solidFill>
                  <a:latin typeface="Calibri" panose="020F0502020204030204" pitchFamily="34" charset="0"/>
                  <a:cs typeface="Calibri" panose="020F0502020204030204" pitchFamily="34" charset="0"/>
                </a:rPr>
                <a:t>70 employees</a:t>
              </a:r>
            </a:p>
            <a:p>
              <a:pPr marL="171450" indent="-171450">
                <a:buFont typeface="Arial" panose="020B0604020202020204" pitchFamily="34" charset="0"/>
                <a:buChar char="•"/>
              </a:pPr>
              <a:r>
                <a:rPr lang="en-US" sz="1600" dirty="0">
                  <a:solidFill>
                    <a:srgbClr val="002060"/>
                  </a:solidFill>
                  <a:latin typeface="Calibri" panose="020F0502020204030204" pitchFamily="34" charset="0"/>
                  <a:cs typeface="Calibri" panose="020F0502020204030204" pitchFamily="34" charset="0"/>
                </a:rPr>
                <a:t>Specialized in Cyber and Information Security</a:t>
              </a:r>
            </a:p>
            <a:p>
              <a:pPr marL="171450" indent="-171450">
                <a:buFont typeface="Arial" panose="020B0604020202020204" pitchFamily="34" charset="0"/>
                <a:buChar char="•"/>
              </a:pPr>
              <a:r>
                <a:rPr lang="en-US" sz="1600" dirty="0">
                  <a:solidFill>
                    <a:srgbClr val="002060"/>
                  </a:solidFill>
                  <a:latin typeface="Calibri" panose="020F0502020204030204" pitchFamily="34" charset="0"/>
                  <a:cs typeface="Calibri" panose="020F0502020204030204" pitchFamily="34" charset="0"/>
                </a:rPr>
                <a:t>Headquarter in Mannheim Germany, offices in Munich (Germany) and Tunis (Tunisia)</a:t>
              </a:r>
            </a:p>
            <a:p>
              <a:pPr marL="171450" indent="-171450">
                <a:buFont typeface="Arial" panose="020B0604020202020204" pitchFamily="34" charset="0"/>
                <a:buChar char="•"/>
              </a:pPr>
              <a:r>
                <a:rPr lang="en-US" sz="1600" dirty="0">
                  <a:solidFill>
                    <a:srgbClr val="002060"/>
                  </a:solidFill>
                  <a:latin typeface="Calibri" panose="020F0502020204030204" pitchFamily="34" charset="0"/>
                  <a:cs typeface="Calibri" panose="020F0502020204030204" pitchFamily="34" charset="0"/>
                </a:rPr>
                <a:t>Certified according to ISO/IEC 27001: 2013 </a:t>
              </a:r>
            </a:p>
            <a:p>
              <a:pPr marL="171450" indent="-171450">
                <a:buFont typeface="Arial" panose="020B0604020202020204" pitchFamily="34" charset="0"/>
                <a:buChar char="•"/>
              </a:pPr>
              <a:r>
                <a:rPr lang="en-US" sz="1600" dirty="0">
                  <a:solidFill>
                    <a:srgbClr val="002060"/>
                  </a:solidFill>
                  <a:latin typeface="Calibri" panose="020F0502020204030204" pitchFamily="34" charset="0"/>
                  <a:cs typeface="Calibri" panose="020F0502020204030204" pitchFamily="34" charset="0"/>
                </a:rPr>
                <a:t>Operates its own Cyber Security Academy offering several security courses and certifications</a:t>
              </a:r>
            </a:p>
            <a:p>
              <a:pPr marL="171450" indent="-171450">
                <a:buFont typeface="Arial" panose="020B0604020202020204" pitchFamily="34" charset="0"/>
                <a:buChar char="•"/>
              </a:pPr>
              <a:r>
                <a:rPr lang="en-US" sz="1600" dirty="0">
                  <a:solidFill>
                    <a:srgbClr val="002060"/>
                  </a:solidFill>
                  <a:latin typeface="Calibri" panose="020F0502020204030204" pitchFamily="34" charset="0"/>
                  <a:cs typeface="Calibri" panose="020F0502020204030204" pitchFamily="34" charset="0"/>
                </a:rPr>
                <a:t>Operates its own Security Operation Center (SoC) as a service</a:t>
              </a:r>
            </a:p>
            <a:p>
              <a:r>
                <a:rPr lang="en-US" sz="1600" dirty="0">
                  <a:solidFill>
                    <a:srgbClr val="38396B"/>
                  </a:solidFill>
                  <a:latin typeface="Calibri" panose="020F0502020204030204" pitchFamily="34" charset="0"/>
                  <a:cs typeface="Calibri" panose="020F0502020204030204" pitchFamily="34" charset="0"/>
                </a:rPr>
                <a:t> </a:t>
              </a:r>
            </a:p>
            <a:p>
              <a:pPr marL="171450" indent="-171450">
                <a:buFont typeface="Arial" panose="020B0604020202020204" pitchFamily="34" charset="0"/>
                <a:buChar char="•"/>
              </a:pPr>
              <a:endParaRPr lang="en-US" sz="1200" dirty="0">
                <a:solidFill>
                  <a:srgbClr val="38396B"/>
                </a:solidFill>
                <a:latin typeface="Calibri" panose="020F0502020204030204" pitchFamily="34" charset="0"/>
                <a:cs typeface="Calibri" panose="020F0502020204030204" pitchFamily="34" charset="0"/>
              </a:endParaRPr>
            </a:p>
          </p:txBody>
        </p:sp>
        <p:pic>
          <p:nvPicPr>
            <p:cNvPr id="71" name="Image 70">
              <a:extLst>
                <a:ext uri="{FF2B5EF4-FFF2-40B4-BE49-F238E27FC236}">
                  <a16:creationId xmlns:a16="http://schemas.microsoft.com/office/drawing/2014/main" id="{C5F6E407-922E-2A89-A92B-DC161B28E2CE}"/>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17179" y="5079494"/>
              <a:ext cx="2283890" cy="825060"/>
            </a:xfrm>
            <a:prstGeom prst="rect">
              <a:avLst/>
            </a:prstGeom>
          </p:spPr>
        </p:pic>
        <p:sp>
          <p:nvSpPr>
            <p:cNvPr id="72" name="Inhaltsplatzhalter 4">
              <a:extLst>
                <a:ext uri="{FF2B5EF4-FFF2-40B4-BE49-F238E27FC236}">
                  <a16:creationId xmlns:a16="http://schemas.microsoft.com/office/drawing/2014/main" id="{184D996A-4867-D336-8A6D-CD0B1201DFC5}"/>
                </a:ext>
              </a:extLst>
            </p:cNvPr>
            <p:cNvSpPr txBox="1">
              <a:spLocks/>
            </p:cNvSpPr>
            <p:nvPr/>
          </p:nvSpPr>
          <p:spPr>
            <a:xfrm>
              <a:off x="7478162" y="3492677"/>
              <a:ext cx="3514599" cy="322332"/>
            </a:xfrm>
            <a:prstGeom prst="rect">
              <a:avLst/>
            </a:prstGeom>
            <a:solidFill>
              <a:schemeClr val="bg1"/>
            </a:solidFill>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30000"/>
                </a:lnSpc>
                <a:buNone/>
              </a:pPr>
              <a:endParaRPr lang="en-US" sz="1800" b="1" dirty="0">
                <a:solidFill>
                  <a:schemeClr val="accent2"/>
                </a:solidFill>
                <a:latin typeface="Lao UI" panose="020B0502040204020203" pitchFamily="34" charset="0"/>
                <a:cs typeface="Lao UI" panose="020B0502040204020203" pitchFamily="34" charset="0"/>
              </a:endParaRPr>
            </a:p>
          </p:txBody>
        </p:sp>
        <p:grpSp>
          <p:nvGrpSpPr>
            <p:cNvPr id="73" name="Groupe 72">
              <a:extLst>
                <a:ext uri="{FF2B5EF4-FFF2-40B4-BE49-F238E27FC236}">
                  <a16:creationId xmlns:a16="http://schemas.microsoft.com/office/drawing/2014/main" id="{5FADB19E-5349-6D3E-B9D4-8C175ABB324A}"/>
                </a:ext>
              </a:extLst>
            </p:cNvPr>
            <p:cNvGrpSpPr/>
            <p:nvPr/>
          </p:nvGrpSpPr>
          <p:grpSpPr>
            <a:xfrm>
              <a:off x="4582088" y="1607608"/>
              <a:ext cx="7197211" cy="3972815"/>
              <a:chOff x="385244" y="1461493"/>
              <a:chExt cx="8323363" cy="3274063"/>
            </a:xfrm>
          </p:grpSpPr>
          <p:grpSp>
            <p:nvGrpSpPr>
              <p:cNvPr id="74" name="Group 39">
                <a:extLst>
                  <a:ext uri="{FF2B5EF4-FFF2-40B4-BE49-F238E27FC236}">
                    <a16:creationId xmlns:a16="http://schemas.microsoft.com/office/drawing/2014/main" id="{17C952B3-2D12-B89F-6C7C-E22F5F5985F7}"/>
                  </a:ext>
                </a:extLst>
              </p:cNvPr>
              <p:cNvGrpSpPr/>
              <p:nvPr/>
            </p:nvGrpSpPr>
            <p:grpSpPr>
              <a:xfrm>
                <a:off x="807897" y="1964637"/>
                <a:ext cx="1907970" cy="1768433"/>
                <a:chOff x="1752802" y="2054530"/>
                <a:chExt cx="1637398" cy="1517650"/>
              </a:xfrm>
            </p:grpSpPr>
            <p:sp>
              <p:nvSpPr>
                <p:cNvPr id="105" name="Block Arc 40">
                  <a:extLst>
                    <a:ext uri="{FF2B5EF4-FFF2-40B4-BE49-F238E27FC236}">
                      <a16:creationId xmlns:a16="http://schemas.microsoft.com/office/drawing/2014/main" id="{D552EC44-C3C9-9C6A-FB3C-397E2D63E07F}"/>
                    </a:ext>
                  </a:extLst>
                </p:cNvPr>
                <p:cNvSpPr/>
                <p:nvPr/>
              </p:nvSpPr>
              <p:spPr bwMode="auto">
                <a:xfrm>
                  <a:off x="1752802" y="2054530"/>
                  <a:ext cx="1517650" cy="1517650"/>
                </a:xfrm>
                <a:prstGeom prst="blockArc">
                  <a:avLst>
                    <a:gd name="adj1" fmla="val 3555861"/>
                    <a:gd name="adj2" fmla="val 19907927"/>
                    <a:gd name="adj3" fmla="val 11294"/>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106" name="Isosceles Triangle 41">
                  <a:extLst>
                    <a:ext uri="{FF2B5EF4-FFF2-40B4-BE49-F238E27FC236}">
                      <a16:creationId xmlns:a16="http://schemas.microsoft.com/office/drawing/2014/main" id="{3AA0EF45-6B38-3DA3-6EB4-D298CB9FC701}"/>
                    </a:ext>
                  </a:extLst>
                </p:cNvPr>
                <p:cNvSpPr/>
                <p:nvPr/>
              </p:nvSpPr>
              <p:spPr bwMode="auto">
                <a:xfrm rot="9090263">
                  <a:off x="2982247" y="2467935"/>
                  <a:ext cx="407953" cy="237388"/>
                </a:xfrm>
                <a:prstGeom prst="triangle">
                  <a:avLst>
                    <a:gd name="adj" fmla="val 65147"/>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grpSp>
          <p:grpSp>
            <p:nvGrpSpPr>
              <p:cNvPr id="78" name="Group 42">
                <a:extLst>
                  <a:ext uri="{FF2B5EF4-FFF2-40B4-BE49-F238E27FC236}">
                    <a16:creationId xmlns:a16="http://schemas.microsoft.com/office/drawing/2014/main" id="{D83F7F06-ED83-7EDB-4B0A-A8247499565F}"/>
                  </a:ext>
                </a:extLst>
              </p:cNvPr>
              <p:cNvGrpSpPr/>
              <p:nvPr/>
            </p:nvGrpSpPr>
            <p:grpSpPr>
              <a:xfrm flipV="1">
                <a:off x="2248394" y="2084512"/>
                <a:ext cx="1870039" cy="1768433"/>
                <a:chOff x="3559423" y="2038350"/>
                <a:chExt cx="1604846" cy="1517650"/>
              </a:xfrm>
              <a:solidFill>
                <a:schemeClr val="accent2"/>
              </a:solidFill>
            </p:grpSpPr>
            <p:sp>
              <p:nvSpPr>
                <p:cNvPr id="103" name="Block Arc 43">
                  <a:extLst>
                    <a:ext uri="{FF2B5EF4-FFF2-40B4-BE49-F238E27FC236}">
                      <a16:creationId xmlns:a16="http://schemas.microsoft.com/office/drawing/2014/main" id="{6B7A9841-1645-5A7D-480C-D8430BE7F985}"/>
                    </a:ext>
                  </a:extLst>
                </p:cNvPr>
                <p:cNvSpPr/>
                <p:nvPr/>
              </p:nvSpPr>
              <p:spPr bwMode="auto">
                <a:xfrm>
                  <a:off x="3559423" y="2038350"/>
                  <a:ext cx="1517650" cy="1517650"/>
                </a:xfrm>
                <a:prstGeom prst="blockArc">
                  <a:avLst>
                    <a:gd name="adj1" fmla="val 9481174"/>
                    <a:gd name="adj2" fmla="val 19907927"/>
                    <a:gd name="adj3" fmla="val 11294"/>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104" name="Isosceles Triangle 44">
                  <a:extLst>
                    <a:ext uri="{FF2B5EF4-FFF2-40B4-BE49-F238E27FC236}">
                      <a16:creationId xmlns:a16="http://schemas.microsoft.com/office/drawing/2014/main" id="{DA09AC1B-A5E9-6C28-DE18-6F9CBE36F728}"/>
                    </a:ext>
                  </a:extLst>
                </p:cNvPr>
                <p:cNvSpPr/>
                <p:nvPr/>
              </p:nvSpPr>
              <p:spPr bwMode="auto">
                <a:xfrm rot="9090263">
                  <a:off x="4756316" y="2463183"/>
                  <a:ext cx="407953" cy="237388"/>
                </a:xfrm>
                <a:prstGeom prst="triangle">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grpSp>
          <p:grpSp>
            <p:nvGrpSpPr>
              <p:cNvPr id="79" name="Group 45">
                <a:extLst>
                  <a:ext uri="{FF2B5EF4-FFF2-40B4-BE49-F238E27FC236}">
                    <a16:creationId xmlns:a16="http://schemas.microsoft.com/office/drawing/2014/main" id="{DA2BC2F6-E701-CBC4-3C2F-BF1B040EF4C0}"/>
                  </a:ext>
                </a:extLst>
              </p:cNvPr>
              <p:cNvGrpSpPr/>
              <p:nvPr/>
            </p:nvGrpSpPr>
            <p:grpSpPr>
              <a:xfrm>
                <a:off x="3686907" y="1951320"/>
                <a:ext cx="1918349" cy="1768433"/>
                <a:chOff x="3559423" y="2038350"/>
                <a:chExt cx="1646305" cy="1517650"/>
              </a:xfrm>
              <a:solidFill>
                <a:schemeClr val="accent3"/>
              </a:solidFill>
            </p:grpSpPr>
            <p:sp>
              <p:nvSpPr>
                <p:cNvPr id="101" name="Block Arc 46">
                  <a:extLst>
                    <a:ext uri="{FF2B5EF4-FFF2-40B4-BE49-F238E27FC236}">
                      <a16:creationId xmlns:a16="http://schemas.microsoft.com/office/drawing/2014/main" id="{7D04FAE6-74EB-E4B5-9435-6AB18401A791}"/>
                    </a:ext>
                  </a:extLst>
                </p:cNvPr>
                <p:cNvSpPr/>
                <p:nvPr/>
              </p:nvSpPr>
              <p:spPr bwMode="auto">
                <a:xfrm>
                  <a:off x="3559423" y="2038350"/>
                  <a:ext cx="1517650" cy="1517650"/>
                </a:xfrm>
                <a:prstGeom prst="blockArc">
                  <a:avLst>
                    <a:gd name="adj1" fmla="val 9481174"/>
                    <a:gd name="adj2" fmla="val 19907927"/>
                    <a:gd name="adj3" fmla="val 11294"/>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102" name="Isosceles Triangle 47">
                  <a:extLst>
                    <a:ext uri="{FF2B5EF4-FFF2-40B4-BE49-F238E27FC236}">
                      <a16:creationId xmlns:a16="http://schemas.microsoft.com/office/drawing/2014/main" id="{795896C0-6A1F-FAAB-69F6-0746A481814E}"/>
                    </a:ext>
                  </a:extLst>
                </p:cNvPr>
                <p:cNvSpPr/>
                <p:nvPr/>
              </p:nvSpPr>
              <p:spPr bwMode="auto">
                <a:xfrm rot="9090263">
                  <a:off x="4797775" y="2455417"/>
                  <a:ext cx="407953" cy="237388"/>
                </a:xfrm>
                <a:prstGeom prst="triangle">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grpSp>
          <p:grpSp>
            <p:nvGrpSpPr>
              <p:cNvPr id="80" name="Group 48">
                <a:extLst>
                  <a:ext uri="{FF2B5EF4-FFF2-40B4-BE49-F238E27FC236}">
                    <a16:creationId xmlns:a16="http://schemas.microsoft.com/office/drawing/2014/main" id="{C7B63CAD-D881-EC35-E6F1-62A11F6D31B7}"/>
                  </a:ext>
                </a:extLst>
              </p:cNvPr>
              <p:cNvGrpSpPr/>
              <p:nvPr/>
            </p:nvGrpSpPr>
            <p:grpSpPr>
              <a:xfrm flipV="1">
                <a:off x="5125976" y="2084512"/>
                <a:ext cx="1870039" cy="1768433"/>
                <a:chOff x="3559423" y="2038350"/>
                <a:chExt cx="1604846" cy="1517650"/>
              </a:xfrm>
              <a:solidFill>
                <a:schemeClr val="accent4"/>
              </a:solidFill>
            </p:grpSpPr>
            <p:sp>
              <p:nvSpPr>
                <p:cNvPr id="99" name="Block Arc 49">
                  <a:extLst>
                    <a:ext uri="{FF2B5EF4-FFF2-40B4-BE49-F238E27FC236}">
                      <a16:creationId xmlns:a16="http://schemas.microsoft.com/office/drawing/2014/main" id="{DAB71FDA-F142-94A7-6189-5EF87FBBC11D}"/>
                    </a:ext>
                  </a:extLst>
                </p:cNvPr>
                <p:cNvSpPr/>
                <p:nvPr/>
              </p:nvSpPr>
              <p:spPr bwMode="auto">
                <a:xfrm>
                  <a:off x="3559423" y="2038350"/>
                  <a:ext cx="1517650" cy="1517650"/>
                </a:xfrm>
                <a:prstGeom prst="blockArc">
                  <a:avLst>
                    <a:gd name="adj1" fmla="val 9481174"/>
                    <a:gd name="adj2" fmla="val 19907927"/>
                    <a:gd name="adj3" fmla="val 11294"/>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100" name="Isosceles Triangle 50">
                  <a:extLst>
                    <a:ext uri="{FF2B5EF4-FFF2-40B4-BE49-F238E27FC236}">
                      <a16:creationId xmlns:a16="http://schemas.microsoft.com/office/drawing/2014/main" id="{3D2076AC-17BE-5771-A2D4-F199811E060C}"/>
                    </a:ext>
                  </a:extLst>
                </p:cNvPr>
                <p:cNvSpPr/>
                <p:nvPr/>
              </p:nvSpPr>
              <p:spPr bwMode="auto">
                <a:xfrm rot="9090263">
                  <a:off x="4756316" y="2463183"/>
                  <a:ext cx="407953" cy="237388"/>
                </a:xfrm>
                <a:prstGeom prst="triangle">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grpSp>
          <p:sp>
            <p:nvSpPr>
              <p:cNvPr id="84" name="Block Arc 51">
                <a:extLst>
                  <a:ext uri="{FF2B5EF4-FFF2-40B4-BE49-F238E27FC236}">
                    <a16:creationId xmlns:a16="http://schemas.microsoft.com/office/drawing/2014/main" id="{F072D492-92A2-EDAC-87DF-E309BA137D41}"/>
                  </a:ext>
                </a:extLst>
              </p:cNvPr>
              <p:cNvSpPr/>
              <p:nvPr/>
            </p:nvSpPr>
            <p:spPr bwMode="auto">
              <a:xfrm>
                <a:off x="6567905" y="1951319"/>
                <a:ext cx="1768434" cy="1768433"/>
              </a:xfrm>
              <a:prstGeom prst="blockArc">
                <a:avLst>
                  <a:gd name="adj1" fmla="val 9481174"/>
                  <a:gd name="adj2" fmla="val 6755091"/>
                  <a:gd name="adj3" fmla="val 11353"/>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
            <p:nvSpPr>
              <p:cNvPr id="89" name="Oval 52">
                <a:extLst>
                  <a:ext uri="{FF2B5EF4-FFF2-40B4-BE49-F238E27FC236}">
                    <a16:creationId xmlns:a16="http://schemas.microsoft.com/office/drawing/2014/main" id="{2CF99E30-2290-6210-3DC9-A0FEB884AB0D}"/>
                  </a:ext>
                </a:extLst>
              </p:cNvPr>
              <p:cNvSpPr/>
              <p:nvPr/>
            </p:nvSpPr>
            <p:spPr>
              <a:xfrm>
                <a:off x="1177548" y="2327016"/>
                <a:ext cx="1005956" cy="1005955"/>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01</a:t>
                </a:r>
              </a:p>
            </p:txBody>
          </p:sp>
          <p:sp>
            <p:nvSpPr>
              <p:cNvPr id="90" name="Oval 53">
                <a:extLst>
                  <a:ext uri="{FF2B5EF4-FFF2-40B4-BE49-F238E27FC236}">
                    <a16:creationId xmlns:a16="http://schemas.microsoft.com/office/drawing/2014/main" id="{D7EB21E3-1311-AB6E-2938-4D4912A14695}"/>
                  </a:ext>
                </a:extLst>
              </p:cNvPr>
              <p:cNvSpPr/>
              <p:nvPr/>
            </p:nvSpPr>
            <p:spPr>
              <a:xfrm>
                <a:off x="4038433" y="2327014"/>
                <a:ext cx="1005956" cy="1005955"/>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03</a:t>
                </a:r>
              </a:p>
            </p:txBody>
          </p:sp>
          <p:sp>
            <p:nvSpPr>
              <p:cNvPr id="91" name="Oval 54">
                <a:extLst>
                  <a:ext uri="{FF2B5EF4-FFF2-40B4-BE49-F238E27FC236}">
                    <a16:creationId xmlns:a16="http://schemas.microsoft.com/office/drawing/2014/main" id="{EF79429F-F971-3041-8FF0-F844E823E0DE}"/>
                  </a:ext>
                </a:extLst>
              </p:cNvPr>
              <p:cNvSpPr/>
              <p:nvPr/>
            </p:nvSpPr>
            <p:spPr>
              <a:xfrm>
                <a:off x="6949144" y="2332559"/>
                <a:ext cx="1005956" cy="1005955"/>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05</a:t>
                </a:r>
              </a:p>
            </p:txBody>
          </p:sp>
          <p:sp>
            <p:nvSpPr>
              <p:cNvPr id="92" name="Oval 55">
                <a:extLst>
                  <a:ext uri="{FF2B5EF4-FFF2-40B4-BE49-F238E27FC236}">
                    <a16:creationId xmlns:a16="http://schemas.microsoft.com/office/drawing/2014/main" id="{7DA57F48-B92B-9851-3FF4-E86E68571CDA}"/>
                  </a:ext>
                </a:extLst>
              </p:cNvPr>
              <p:cNvSpPr/>
              <p:nvPr/>
            </p:nvSpPr>
            <p:spPr>
              <a:xfrm>
                <a:off x="5495863" y="2465749"/>
                <a:ext cx="1005956" cy="1005955"/>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04</a:t>
                </a:r>
              </a:p>
            </p:txBody>
          </p:sp>
          <p:sp>
            <p:nvSpPr>
              <p:cNvPr id="93" name="Oval 56">
                <a:extLst>
                  <a:ext uri="{FF2B5EF4-FFF2-40B4-BE49-F238E27FC236}">
                    <a16:creationId xmlns:a16="http://schemas.microsoft.com/office/drawing/2014/main" id="{41CAAC3B-D161-7085-461A-A5AE633D9D9A}"/>
                  </a:ext>
                </a:extLst>
              </p:cNvPr>
              <p:cNvSpPr/>
              <p:nvPr/>
            </p:nvSpPr>
            <p:spPr>
              <a:xfrm>
                <a:off x="2604041" y="2465748"/>
                <a:ext cx="1005956" cy="1005955"/>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02</a:t>
                </a:r>
              </a:p>
            </p:txBody>
          </p:sp>
          <p:sp>
            <p:nvSpPr>
              <p:cNvPr id="94" name="Inhaltsplatzhalter 4">
                <a:extLst>
                  <a:ext uri="{FF2B5EF4-FFF2-40B4-BE49-F238E27FC236}">
                    <a16:creationId xmlns:a16="http://schemas.microsoft.com/office/drawing/2014/main" id="{67D46635-23DB-5983-4994-13FBD4FD51B9}"/>
                  </a:ext>
                </a:extLst>
              </p:cNvPr>
              <p:cNvSpPr txBox="1">
                <a:spLocks/>
              </p:cNvSpPr>
              <p:nvPr/>
            </p:nvSpPr>
            <p:spPr>
              <a:xfrm>
                <a:off x="1322870" y="3951524"/>
                <a:ext cx="3362574" cy="68932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900"/>
                  </a:spcAft>
                  <a:buNone/>
                </a:pPr>
                <a:r>
                  <a:rPr lang="en-US" sz="1400" b="1" dirty="0">
                    <a:solidFill>
                      <a:srgbClr val="002060"/>
                    </a:solidFill>
                    <a:latin typeface="+mn-lt"/>
                    <a:cs typeface="Lao UI" panose="020B0502040204020203" pitchFamily="34" charset="0"/>
                  </a:rPr>
                  <a:t>Goal 02:</a:t>
                </a:r>
                <a:br>
                  <a:rPr lang="en-US" sz="1400" b="1" dirty="0">
                    <a:solidFill>
                      <a:srgbClr val="002060"/>
                    </a:solidFill>
                    <a:latin typeface="+mn-lt"/>
                    <a:cs typeface="Lao UI" panose="020B0502040204020203" pitchFamily="34" charset="0"/>
                  </a:rPr>
                </a:br>
                <a:r>
                  <a:rPr lang="en-US" sz="1400" b="1" dirty="0">
                    <a:solidFill>
                      <a:srgbClr val="002060"/>
                    </a:solidFill>
                    <a:latin typeface="+mn-lt"/>
                    <a:cs typeface="Lao UI" panose="020B0502040204020203" pitchFamily="34" charset="0"/>
                  </a:rPr>
                  <a:t>Inject Windows log files to SIEM Solution</a:t>
                </a:r>
              </a:p>
              <a:p>
                <a:pPr marL="0" indent="0" algn="ctr">
                  <a:lnSpc>
                    <a:spcPct val="100000"/>
                  </a:lnSpc>
                  <a:spcAft>
                    <a:spcPts val="900"/>
                  </a:spcAft>
                  <a:buNone/>
                </a:pPr>
                <a:endParaRPr lang="en-US" sz="1000" dirty="0">
                  <a:solidFill>
                    <a:schemeClr val="tx1">
                      <a:lumMod val="75000"/>
                      <a:lumOff val="25000"/>
                    </a:schemeClr>
                  </a:solidFill>
                  <a:latin typeface="+mj-lt"/>
                </a:endParaRPr>
              </a:p>
            </p:txBody>
          </p:sp>
          <p:sp>
            <p:nvSpPr>
              <p:cNvPr id="95" name="Inhaltsplatzhalter 4">
                <a:extLst>
                  <a:ext uri="{FF2B5EF4-FFF2-40B4-BE49-F238E27FC236}">
                    <a16:creationId xmlns:a16="http://schemas.microsoft.com/office/drawing/2014/main" id="{146980E6-6002-3495-DD1A-FB21D1F415A8}"/>
                  </a:ext>
                </a:extLst>
              </p:cNvPr>
              <p:cNvSpPr txBox="1">
                <a:spLocks/>
              </p:cNvSpPr>
              <p:nvPr/>
            </p:nvSpPr>
            <p:spPr>
              <a:xfrm>
                <a:off x="385244" y="1618697"/>
                <a:ext cx="2799193" cy="359145"/>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900"/>
                  </a:spcAft>
                  <a:buNone/>
                </a:pPr>
                <a:r>
                  <a:rPr lang="en-US" sz="1400" b="1" dirty="0">
                    <a:solidFill>
                      <a:srgbClr val="002060"/>
                    </a:solidFill>
                    <a:latin typeface="+mn-lt"/>
                    <a:cs typeface="Lao UI" panose="020B0502040204020203" pitchFamily="34" charset="0"/>
                  </a:rPr>
                  <a:t>Goal 01:</a:t>
                </a:r>
                <a:br>
                  <a:rPr lang="en-US" sz="1400" b="1" dirty="0">
                    <a:solidFill>
                      <a:srgbClr val="002060"/>
                    </a:solidFill>
                    <a:latin typeface="+mn-lt"/>
                    <a:cs typeface="Lao UI" panose="020B0502040204020203" pitchFamily="34" charset="0"/>
                  </a:rPr>
                </a:br>
                <a:r>
                  <a:rPr lang="en-US" sz="1400" b="1" dirty="0">
                    <a:solidFill>
                      <a:srgbClr val="002060"/>
                    </a:solidFill>
                    <a:latin typeface="+mn-lt"/>
                    <a:cs typeface="Lao UI" panose="020B0502040204020203" pitchFamily="34" charset="0"/>
                  </a:rPr>
                  <a:t> Collect windows events log </a:t>
                </a:r>
                <a:br>
                  <a:rPr lang="en-US" sz="300" b="1" dirty="0">
                    <a:solidFill>
                      <a:srgbClr val="002060"/>
                    </a:solidFill>
                    <a:latin typeface="+mj-lt"/>
                  </a:rPr>
                </a:br>
                <a:endParaRPr lang="en-US" sz="300" dirty="0">
                  <a:solidFill>
                    <a:srgbClr val="002060"/>
                  </a:solidFill>
                  <a:latin typeface="+mn-lt"/>
                </a:endParaRPr>
              </a:p>
            </p:txBody>
          </p:sp>
          <p:sp>
            <p:nvSpPr>
              <p:cNvPr id="96" name="Inhaltsplatzhalter 4">
                <a:extLst>
                  <a:ext uri="{FF2B5EF4-FFF2-40B4-BE49-F238E27FC236}">
                    <a16:creationId xmlns:a16="http://schemas.microsoft.com/office/drawing/2014/main" id="{20020C3F-950D-3238-88B0-2A80D27D87AB}"/>
                  </a:ext>
                </a:extLst>
              </p:cNvPr>
              <p:cNvSpPr txBox="1">
                <a:spLocks/>
              </p:cNvSpPr>
              <p:nvPr/>
            </p:nvSpPr>
            <p:spPr>
              <a:xfrm>
                <a:off x="4540123" y="3884034"/>
                <a:ext cx="3256848" cy="85152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900"/>
                  </a:spcAft>
                  <a:buNone/>
                </a:pPr>
                <a:r>
                  <a:rPr lang="en-US" sz="1400" b="1" dirty="0">
                    <a:solidFill>
                      <a:srgbClr val="002060"/>
                    </a:solidFill>
                    <a:latin typeface="+mn-lt"/>
                    <a:cs typeface="Lao UI" panose="020B0502040204020203" pitchFamily="34" charset="0"/>
                  </a:rPr>
                  <a:t>Goal 04:</a:t>
                </a:r>
                <a:br>
                  <a:rPr lang="en-US" sz="1400" b="1" dirty="0">
                    <a:solidFill>
                      <a:srgbClr val="002060"/>
                    </a:solidFill>
                    <a:latin typeface="+mn-lt"/>
                    <a:cs typeface="Lao UI" panose="020B0502040204020203" pitchFamily="34" charset="0"/>
                  </a:rPr>
                </a:br>
                <a:r>
                  <a:rPr lang="en-US" sz="1400" b="1" dirty="0">
                    <a:solidFill>
                      <a:srgbClr val="002060"/>
                    </a:solidFill>
                    <a:latin typeface="+mn-lt"/>
                    <a:cs typeface="Lao UI" panose="020B0502040204020203" pitchFamily="34" charset="0"/>
                  </a:rPr>
                  <a:t>Build a library of adversary emulation plans and  Create appropriate correlation rules</a:t>
                </a:r>
              </a:p>
              <a:p>
                <a:pPr marL="0" indent="0" algn="ctr">
                  <a:lnSpc>
                    <a:spcPct val="100000"/>
                  </a:lnSpc>
                  <a:spcAft>
                    <a:spcPts val="900"/>
                  </a:spcAft>
                  <a:buNone/>
                </a:pPr>
                <a:r>
                  <a:rPr lang="en-US" sz="1000" dirty="0">
                    <a:solidFill>
                      <a:schemeClr val="tx1">
                        <a:lumMod val="75000"/>
                        <a:lumOff val="25000"/>
                      </a:schemeClr>
                    </a:solidFill>
                    <a:latin typeface="+mj-lt"/>
                  </a:rPr>
                  <a:t>.</a:t>
                </a:r>
              </a:p>
            </p:txBody>
          </p:sp>
          <p:sp>
            <p:nvSpPr>
              <p:cNvPr id="97" name="Inhaltsplatzhalter 4">
                <a:extLst>
                  <a:ext uri="{FF2B5EF4-FFF2-40B4-BE49-F238E27FC236}">
                    <a16:creationId xmlns:a16="http://schemas.microsoft.com/office/drawing/2014/main" id="{B78FD064-B52B-80D4-DEC4-7E48F385A962}"/>
                  </a:ext>
                </a:extLst>
              </p:cNvPr>
              <p:cNvSpPr txBox="1">
                <a:spLocks/>
              </p:cNvSpPr>
              <p:nvPr/>
            </p:nvSpPr>
            <p:spPr>
              <a:xfrm>
                <a:off x="3250523" y="1461493"/>
                <a:ext cx="2869841" cy="48658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900"/>
                  </a:spcAft>
                  <a:buNone/>
                </a:pPr>
                <a:r>
                  <a:rPr lang="en-US" sz="1400" b="1" dirty="0">
                    <a:solidFill>
                      <a:srgbClr val="002060"/>
                    </a:solidFill>
                    <a:latin typeface="+mn-lt"/>
                    <a:cs typeface="Lao UI" panose="020B0502040204020203" pitchFamily="34" charset="0"/>
                  </a:rPr>
                  <a:t>Goal 03:</a:t>
                </a:r>
                <a:br>
                  <a:rPr lang="en-US" sz="1400" b="1" dirty="0">
                    <a:solidFill>
                      <a:srgbClr val="002060"/>
                    </a:solidFill>
                    <a:latin typeface="+mn-lt"/>
                    <a:cs typeface="Lao UI" panose="020B0502040204020203" pitchFamily="34" charset="0"/>
                  </a:rPr>
                </a:br>
                <a:r>
                  <a:rPr lang="en-US" sz="1400" b="1" dirty="0">
                    <a:solidFill>
                      <a:srgbClr val="002060"/>
                    </a:solidFill>
                    <a:latin typeface="+mn-lt"/>
                    <a:cs typeface="Lao UI" panose="020B0502040204020203" pitchFamily="34" charset="0"/>
                  </a:rPr>
                  <a:t>Emulate several Windows attack scenarios using emulation tools</a:t>
                </a:r>
                <a:endParaRPr lang="en-US" sz="1400" dirty="0">
                  <a:solidFill>
                    <a:srgbClr val="002060"/>
                  </a:solidFill>
                  <a:latin typeface="+mn-lt"/>
                  <a:cs typeface="Lao UI" panose="020B0502040204020203" pitchFamily="34" charset="0"/>
                </a:endParaRPr>
              </a:p>
            </p:txBody>
          </p:sp>
          <p:sp>
            <p:nvSpPr>
              <p:cNvPr id="98" name="Inhaltsplatzhalter 4">
                <a:extLst>
                  <a:ext uri="{FF2B5EF4-FFF2-40B4-BE49-F238E27FC236}">
                    <a16:creationId xmlns:a16="http://schemas.microsoft.com/office/drawing/2014/main" id="{7F297738-3A8C-C5E0-7A86-EEC5DC722B74}"/>
                  </a:ext>
                </a:extLst>
              </p:cNvPr>
              <p:cNvSpPr txBox="1">
                <a:spLocks/>
              </p:cNvSpPr>
              <p:nvPr/>
            </p:nvSpPr>
            <p:spPr>
              <a:xfrm>
                <a:off x="6118046" y="1463801"/>
                <a:ext cx="2590561" cy="48658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900"/>
                  </a:spcAft>
                  <a:buNone/>
                </a:pPr>
                <a:r>
                  <a:rPr lang="en-US" sz="1400" b="1" dirty="0">
                    <a:solidFill>
                      <a:srgbClr val="002060"/>
                    </a:solidFill>
                    <a:latin typeface="+mn-lt"/>
                    <a:cs typeface="Lao UI" panose="020B0502040204020203" pitchFamily="34" charset="0"/>
                  </a:rPr>
                  <a:t>Goal 05:</a:t>
                </a:r>
                <a:br>
                  <a:rPr lang="en-US" sz="1400" b="1" dirty="0">
                    <a:solidFill>
                      <a:srgbClr val="002060"/>
                    </a:solidFill>
                    <a:latin typeface="+mn-lt"/>
                    <a:cs typeface="Lao UI" panose="020B0502040204020203" pitchFamily="34" charset="0"/>
                  </a:rPr>
                </a:br>
                <a:r>
                  <a:rPr lang="en-US" sz="1400" b="1" dirty="0">
                    <a:solidFill>
                      <a:srgbClr val="002060"/>
                    </a:solidFill>
                    <a:latin typeface="+mn-lt"/>
                    <a:cs typeface="Lao UI" panose="020B0502040204020203" pitchFamily="34" charset="0"/>
                  </a:rPr>
                  <a:t>Automate installation and configuration</a:t>
                </a:r>
              </a:p>
            </p:txBody>
          </p:sp>
        </p:grpSp>
        <p:sp>
          <p:nvSpPr>
            <p:cNvPr id="108" name="Rectangle 107">
              <a:extLst>
                <a:ext uri="{FF2B5EF4-FFF2-40B4-BE49-F238E27FC236}">
                  <a16:creationId xmlns:a16="http://schemas.microsoft.com/office/drawing/2014/main" id="{DA589CD5-F52C-E15D-E6DE-A79B8C4D5BD4}"/>
                </a:ext>
              </a:extLst>
            </p:cNvPr>
            <p:cNvSpPr>
              <a:spLocks noChangeArrowheads="1"/>
            </p:cNvSpPr>
            <p:nvPr/>
          </p:nvSpPr>
          <p:spPr bwMode="gray">
            <a:xfrm>
              <a:off x="4612994" y="1191034"/>
              <a:ext cx="7337037" cy="288000"/>
            </a:xfrm>
            <a:prstGeom prst="rect">
              <a:avLst/>
            </a:prstGeom>
            <a:solidFill>
              <a:srgbClr val="38396B"/>
            </a:solidFill>
            <a:ln w="9525">
              <a:solidFill>
                <a:srgbClr val="38396B"/>
              </a:solidFill>
              <a:miter lim="800000"/>
              <a:headEnd/>
              <a:tailEnd/>
            </a:ln>
            <a:effectLst/>
          </p:spPr>
          <p:txBody>
            <a:bodyPr wrap="square" lIns="72000" tIns="72000" rIns="72000" bIns="72000" anchor="t">
              <a:noAutofit/>
            </a:bodyPr>
            <a:lstStyle/>
            <a:p>
              <a:pPr algn="ctr"/>
              <a:r>
                <a:rPr lang="en-US" sz="1600" b="1" dirty="0">
                  <a:solidFill>
                    <a:schemeClr val="bg1"/>
                  </a:solidFill>
                  <a:latin typeface="Calibri" panose="020F0502020204030204" pitchFamily="34" charset="0"/>
                  <a:cs typeface="Calibri" panose="020F0502020204030204" pitchFamily="34" charset="0"/>
                </a:rPr>
                <a:t>Proposed solution</a:t>
              </a:r>
            </a:p>
            <a:p>
              <a:pPr algn="ctr"/>
              <a:endParaRPr lang="en-US" sz="1600" b="1" dirty="0">
                <a:solidFill>
                  <a:schemeClr val="bg1"/>
                </a:solidFill>
                <a:latin typeface="Calibri" panose="020F0502020204030204" pitchFamily="34" charset="0"/>
                <a:cs typeface="Calibri" panose="020F0502020204030204" pitchFamily="34" charset="0"/>
              </a:endParaRPr>
            </a:p>
          </p:txBody>
        </p:sp>
        <p:sp>
          <p:nvSpPr>
            <p:cNvPr id="109" name="Rectangle 108">
              <a:extLst>
                <a:ext uri="{FF2B5EF4-FFF2-40B4-BE49-F238E27FC236}">
                  <a16:creationId xmlns:a16="http://schemas.microsoft.com/office/drawing/2014/main" id="{DCEDA376-EEBE-F99A-91AE-130AA3938D19}"/>
                </a:ext>
              </a:extLst>
            </p:cNvPr>
            <p:cNvSpPr>
              <a:spLocks noChangeArrowheads="1"/>
            </p:cNvSpPr>
            <p:nvPr/>
          </p:nvSpPr>
          <p:spPr bwMode="gray">
            <a:xfrm>
              <a:off x="4583590" y="5374795"/>
              <a:ext cx="7337037" cy="288000"/>
            </a:xfrm>
            <a:prstGeom prst="rect">
              <a:avLst/>
            </a:prstGeom>
            <a:solidFill>
              <a:srgbClr val="002060"/>
            </a:solidFill>
            <a:ln w="9525">
              <a:solidFill>
                <a:srgbClr val="38396B"/>
              </a:solidFill>
              <a:miter lim="800000"/>
              <a:headEnd/>
              <a:tailEnd/>
            </a:ln>
            <a:effectLst/>
          </p:spPr>
          <p:txBody>
            <a:bodyPr wrap="square" lIns="72000" tIns="72000" rIns="72000" bIns="72000" anchor="t">
              <a:noAutofit/>
            </a:bodyPr>
            <a:lstStyle/>
            <a:p>
              <a:pPr algn="ctr"/>
              <a:r>
                <a:rPr lang="en-US" sz="1600" b="1" dirty="0">
                  <a:solidFill>
                    <a:schemeClr val="bg1"/>
                  </a:solidFill>
                  <a:latin typeface="Calibri" panose="020F0502020204030204" pitchFamily="34" charset="0"/>
                  <a:cs typeface="Calibri" panose="020F0502020204030204" pitchFamily="34" charset="0"/>
                </a:rPr>
                <a:t>Scope of the project</a:t>
              </a:r>
            </a:p>
          </p:txBody>
        </p:sp>
        <p:sp>
          <p:nvSpPr>
            <p:cNvPr id="110" name="Textplatzhalter 2">
              <a:extLst>
                <a:ext uri="{FF2B5EF4-FFF2-40B4-BE49-F238E27FC236}">
                  <a16:creationId xmlns:a16="http://schemas.microsoft.com/office/drawing/2014/main" id="{CCB808D7-F529-729B-F196-E1C8199165D5}"/>
                </a:ext>
              </a:extLst>
            </p:cNvPr>
            <p:cNvSpPr txBox="1">
              <a:spLocks/>
            </p:cNvSpPr>
            <p:nvPr/>
          </p:nvSpPr>
          <p:spPr>
            <a:xfrm>
              <a:off x="4612994" y="5783551"/>
              <a:ext cx="7278230" cy="617909"/>
            </a:xfrm>
            <a:prstGeom prst="rect">
              <a:avLst/>
            </a:prstGeom>
            <a:noFill/>
            <a:ln>
              <a:solidFill>
                <a:srgbClr val="38396B"/>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indent="-171450">
                <a:buFont typeface="Arial" panose="020B0604020202020204" pitchFamily="34" charset="0"/>
                <a:buChar char="•"/>
              </a:pPr>
              <a:r>
                <a:rPr lang="en-US" b="1" dirty="0">
                  <a:solidFill>
                    <a:srgbClr val="002060"/>
                  </a:solidFill>
                  <a:cs typeface="Lao UI" panose="020B0502040204020203" pitchFamily="34" charset="0"/>
                </a:rPr>
                <a:t>This project interest only to windows use cases (is one of 6 parts of big project) </a:t>
              </a:r>
            </a:p>
            <a:p>
              <a:pPr marL="171450" indent="-171450">
                <a:buFont typeface="Arial" panose="020B0604020202020204" pitchFamily="34" charset="0"/>
                <a:buChar char="•"/>
              </a:pPr>
              <a:r>
                <a:rPr lang="en-US" b="1" dirty="0">
                  <a:solidFill>
                    <a:srgbClr val="002060"/>
                  </a:solidFill>
                  <a:cs typeface="Lao UI" panose="020B0502040204020203" pitchFamily="34" charset="0"/>
                </a:rPr>
                <a:t>The goals of this project is not to enumerate all windows use cases</a:t>
              </a:r>
            </a:p>
          </p:txBody>
        </p:sp>
      </p:grpSp>
      <p:sp>
        <p:nvSpPr>
          <p:cNvPr id="37" name="Espace réservé du numéro de diapositive 5">
            <a:extLst>
              <a:ext uri="{FF2B5EF4-FFF2-40B4-BE49-F238E27FC236}">
                <a16:creationId xmlns:a16="http://schemas.microsoft.com/office/drawing/2014/main" id="{04C879C2-F64B-A5B4-21C2-B96251AEB927}"/>
              </a:ext>
            </a:extLst>
          </p:cNvPr>
          <p:cNvSpPr txBox="1">
            <a:spLocks/>
          </p:cNvSpPr>
          <p:nvPr/>
        </p:nvSpPr>
        <p:spPr>
          <a:xfrm>
            <a:off x="11867807" y="6617460"/>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4</a:t>
            </a:fld>
            <a:endParaRPr lang="en-US" sz="1400" dirty="0">
              <a:solidFill>
                <a:schemeClr val="bg2">
                  <a:lumMod val="75000"/>
                </a:schemeClr>
              </a:solidFill>
            </a:endParaRPr>
          </a:p>
        </p:txBody>
      </p:sp>
      <p:sp>
        <p:nvSpPr>
          <p:cNvPr id="38" name="Isosceles Triangle 50">
            <a:extLst>
              <a:ext uri="{FF2B5EF4-FFF2-40B4-BE49-F238E27FC236}">
                <a16:creationId xmlns:a16="http://schemas.microsoft.com/office/drawing/2014/main" id="{C723D022-1A60-8C43-C716-C65542E7D306}"/>
              </a:ext>
            </a:extLst>
          </p:cNvPr>
          <p:cNvSpPr/>
          <p:nvPr/>
        </p:nvSpPr>
        <p:spPr bwMode="auto">
          <a:xfrm rot="7098065" flipV="1">
            <a:off x="10196914" y="3915074"/>
            <a:ext cx="419618" cy="367429"/>
          </a:xfrm>
          <a:prstGeom prst="triangle">
            <a:avLst>
              <a:gd name="adj" fmla="val 58803"/>
            </a:avLst>
          </a:prstGeom>
          <a:solidFill>
            <a:schemeClr val="accent4">
              <a:lumMod val="75000"/>
            </a:schemeClr>
          </a:solidFill>
          <a:ln w="19050">
            <a:noFill/>
            <a:round/>
            <a:headEnd/>
            <a:tailEnd/>
          </a:ln>
        </p:spPr>
        <p:txBody>
          <a:bodyPr vert="horz" wrap="none" lIns="91440" tIns="45720" rIns="91440" bIns="45720" numCol="1" rtlCol="0" anchor="ctr" anchorCtr="1" compatLnSpc="1">
            <a:prstTxWarp prst="textNoShape">
              <a:avLst/>
            </a:prstTxWarp>
          </a:bodyPr>
          <a:lstStyle/>
          <a:p>
            <a:pPr algn="ctr"/>
            <a:endParaRPr lang="en-US" sz="1200" b="1" dirty="0">
              <a:solidFill>
                <a:schemeClr val="tx1">
                  <a:lumMod val="75000"/>
                  <a:lumOff val="25000"/>
                </a:schemeClr>
              </a:solidFill>
            </a:endParaRPr>
          </a:p>
        </p:txBody>
      </p:sp>
    </p:spTree>
    <p:extLst>
      <p:ext uri="{BB962C8B-B14F-4D97-AF65-F5344CB8AC3E}">
        <p14:creationId xmlns:p14="http://schemas.microsoft.com/office/powerpoint/2010/main" val="375035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ight Arrow 36">
            <a:extLst>
              <a:ext uri="{FF2B5EF4-FFF2-40B4-BE49-F238E27FC236}">
                <a16:creationId xmlns:a16="http://schemas.microsoft.com/office/drawing/2014/main" id="{A24AF31A-1338-65D9-5BD5-640CEE68FC47}"/>
              </a:ext>
            </a:extLst>
          </p:cNvPr>
          <p:cNvSpPr/>
          <p:nvPr/>
        </p:nvSpPr>
        <p:spPr>
          <a:xfrm>
            <a:off x="4283931" y="1864360"/>
            <a:ext cx="673000" cy="324492"/>
          </a:xfrm>
          <a:prstGeom prst="rightArrow">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45614" y="82615"/>
            <a:ext cx="11157817" cy="545945"/>
          </a:xfrm>
          <a:prstGeom prst="rect">
            <a:avLst/>
          </a:prstGeom>
        </p:spPr>
        <p:txBody>
          <a:bodyPr>
            <a:normAutofit/>
          </a:bodyPr>
          <a:lstStyle/>
          <a:p>
            <a:r>
              <a:rPr lang="fr-FR" sz="3600" b="1" dirty="0">
                <a:solidFill>
                  <a:srgbClr val="002060"/>
                </a:solidFill>
              </a:rPr>
              <a:t>P</a:t>
            </a:r>
            <a:r>
              <a:rPr lang="en-US" sz="3600" b="1" dirty="0">
                <a:solidFill>
                  <a:srgbClr val="002060"/>
                </a:solidFill>
              </a:rPr>
              <a:t>LAN</a:t>
            </a:r>
          </a:p>
        </p:txBody>
      </p:sp>
      <p:grpSp>
        <p:nvGrpSpPr>
          <p:cNvPr id="4" name="Groupe 3">
            <a:extLst>
              <a:ext uri="{FF2B5EF4-FFF2-40B4-BE49-F238E27FC236}">
                <a16:creationId xmlns:a16="http://schemas.microsoft.com/office/drawing/2014/main" id="{75920160-007D-56BE-ADA2-8F0F35825EE4}"/>
              </a:ext>
            </a:extLst>
          </p:cNvPr>
          <p:cNvGrpSpPr/>
          <p:nvPr/>
        </p:nvGrpSpPr>
        <p:grpSpPr>
          <a:xfrm>
            <a:off x="32800" y="1112179"/>
            <a:ext cx="9627278" cy="4915857"/>
            <a:chOff x="106356" y="780753"/>
            <a:chExt cx="10247128" cy="5915063"/>
          </a:xfrm>
        </p:grpSpPr>
        <p:grpSp>
          <p:nvGrpSpPr>
            <p:cNvPr id="53" name="Groupe 52">
              <a:extLst>
                <a:ext uri="{FF2B5EF4-FFF2-40B4-BE49-F238E27FC236}">
                  <a16:creationId xmlns:a16="http://schemas.microsoft.com/office/drawing/2014/main" id="{BF696CD6-58E7-183A-E4BF-10966A9B9F44}"/>
                </a:ext>
              </a:extLst>
            </p:cNvPr>
            <p:cNvGrpSpPr/>
            <p:nvPr/>
          </p:nvGrpSpPr>
          <p:grpSpPr>
            <a:xfrm>
              <a:off x="129349" y="1378845"/>
              <a:ext cx="1613948" cy="1250726"/>
              <a:chOff x="742251" y="4624223"/>
              <a:chExt cx="1333014" cy="1250726"/>
            </a:xfrm>
            <a:solidFill>
              <a:srgbClr val="002060"/>
            </a:solidFill>
          </p:grpSpPr>
          <p:sp>
            <p:nvSpPr>
              <p:cNvPr id="54" name="Rounded Rectangle 4">
                <a:extLst>
                  <a:ext uri="{FF2B5EF4-FFF2-40B4-BE49-F238E27FC236}">
                    <a16:creationId xmlns:a16="http://schemas.microsoft.com/office/drawing/2014/main" id="{CEA9CB6C-97FD-9E5A-1F20-0100C4FA9AF2}"/>
                  </a:ext>
                </a:extLst>
              </p:cNvPr>
              <p:cNvSpPr/>
              <p:nvPr/>
            </p:nvSpPr>
            <p:spPr>
              <a:xfrm>
                <a:off x="884317" y="4793735"/>
                <a:ext cx="1190948" cy="1081214"/>
              </a:xfrm>
              <a:prstGeom prst="roundRect">
                <a:avLst/>
              </a:prstGeom>
              <a:grpFill/>
              <a:ln>
                <a:noFill/>
              </a:ln>
              <a:effectLst>
                <a:outerShdw blurRad="57150" dist="19050" dir="5400000" algn="ctr" rotWithShape="0">
                  <a:srgbClr val="000000">
                    <a:alpha val="63000"/>
                  </a:srgbClr>
                </a:outerShdw>
              </a:effectLst>
            </p:spPr>
            <p:txBody>
              <a:bodyPr rtlCol="0" anchor="ctr"/>
              <a:lstStyle/>
              <a:p>
                <a:pPr lvl="0" algn="ctr">
                  <a:defRPr/>
                </a:pPr>
                <a:r>
                  <a:rPr lang="en-US" sz="1400" b="1" kern="0" dirty="0">
                    <a:solidFill>
                      <a:prstClr val="white"/>
                    </a:solidFill>
                    <a:latin typeface="Calibri" panose="020F0502020204030204" pitchFamily="34" charset="0"/>
                    <a:cs typeface="Calibri" panose="020F0502020204030204" pitchFamily="34" charset="0"/>
                  </a:rPr>
                  <a:t>State of the art</a:t>
                </a:r>
              </a:p>
            </p:txBody>
          </p:sp>
          <p:sp>
            <p:nvSpPr>
              <p:cNvPr id="62" name="Oval 5">
                <a:extLst>
                  <a:ext uri="{FF2B5EF4-FFF2-40B4-BE49-F238E27FC236}">
                    <a16:creationId xmlns:a16="http://schemas.microsoft.com/office/drawing/2014/main" id="{B1545C10-D632-2E78-EDB7-313E0655C91F}"/>
                  </a:ext>
                </a:extLst>
              </p:cNvPr>
              <p:cNvSpPr/>
              <p:nvPr/>
            </p:nvSpPr>
            <p:spPr>
              <a:xfrm>
                <a:off x="742251" y="4624223"/>
                <a:ext cx="366893" cy="359102"/>
              </a:xfrm>
              <a:prstGeom prst="ellipse">
                <a:avLst/>
              </a:prstGeom>
              <a:grp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1</a:t>
                </a:r>
              </a:p>
            </p:txBody>
          </p:sp>
        </p:grpSp>
        <p:sp>
          <p:nvSpPr>
            <p:cNvPr id="64" name="Right Arrow 36">
              <a:extLst>
                <a:ext uri="{FF2B5EF4-FFF2-40B4-BE49-F238E27FC236}">
                  <a16:creationId xmlns:a16="http://schemas.microsoft.com/office/drawing/2014/main" id="{4EA46FB4-C9A6-64B0-A791-918A0DFDEFD9}"/>
                </a:ext>
              </a:extLst>
            </p:cNvPr>
            <p:cNvSpPr/>
            <p:nvPr/>
          </p:nvSpPr>
          <p:spPr>
            <a:xfrm>
              <a:off x="1900710" y="1891456"/>
              <a:ext cx="716331" cy="390449"/>
            </a:xfrm>
            <a:prstGeom prst="rightArrow">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grpSp>
          <p:nvGrpSpPr>
            <p:cNvPr id="65" name="Groupe 64">
              <a:extLst>
                <a:ext uri="{FF2B5EF4-FFF2-40B4-BE49-F238E27FC236}">
                  <a16:creationId xmlns:a16="http://schemas.microsoft.com/office/drawing/2014/main" id="{22AAFEEC-93CE-6EB6-DF2F-E6D0CF7309D5}"/>
                </a:ext>
              </a:extLst>
            </p:cNvPr>
            <p:cNvGrpSpPr/>
            <p:nvPr/>
          </p:nvGrpSpPr>
          <p:grpSpPr>
            <a:xfrm>
              <a:off x="2528644" y="1378845"/>
              <a:ext cx="1763025" cy="1250726"/>
              <a:chOff x="289930" y="4624223"/>
              <a:chExt cx="1333014" cy="1250726"/>
            </a:xfrm>
            <a:solidFill>
              <a:srgbClr val="002060"/>
            </a:solidFill>
          </p:grpSpPr>
          <p:sp>
            <p:nvSpPr>
              <p:cNvPr id="66" name="Rounded Rectangle 4">
                <a:extLst>
                  <a:ext uri="{FF2B5EF4-FFF2-40B4-BE49-F238E27FC236}">
                    <a16:creationId xmlns:a16="http://schemas.microsoft.com/office/drawing/2014/main" id="{C6166445-9661-FFF6-5D3D-339388E2E791}"/>
                  </a:ext>
                </a:extLst>
              </p:cNvPr>
              <p:cNvSpPr/>
              <p:nvPr/>
            </p:nvSpPr>
            <p:spPr>
              <a:xfrm>
                <a:off x="431996" y="4793735"/>
                <a:ext cx="1190948" cy="1081214"/>
              </a:xfrm>
              <a:prstGeom prst="roundRect">
                <a:avLst/>
              </a:prstGeom>
              <a:grpFill/>
              <a:ln>
                <a:noFill/>
              </a:ln>
              <a:effectLst>
                <a:outerShdw blurRad="57150" dist="19050" dir="5400000" algn="ctr" rotWithShape="0">
                  <a:srgbClr val="000000">
                    <a:alpha val="63000"/>
                  </a:srgbClr>
                </a:outerShdw>
              </a:effectLst>
            </p:spPr>
            <p:txBody>
              <a:bodyPr rtlCol="0" anchor="ctr"/>
              <a:lstStyle/>
              <a:p>
                <a:pPr lvl="0" algn="ctr">
                  <a:defRPr/>
                </a:pPr>
                <a:r>
                  <a:rPr lang="en-US" sz="1400" b="1" kern="0" dirty="0">
                    <a:solidFill>
                      <a:prstClr val="white"/>
                    </a:solidFill>
                    <a:latin typeface="Calibri" panose="020F0502020204030204" pitchFamily="34" charset="0"/>
                    <a:cs typeface="Calibri" panose="020F0502020204030204" pitchFamily="34" charset="0"/>
                  </a:rPr>
                  <a:t>Architecture of The Target Solution</a:t>
                </a:r>
              </a:p>
            </p:txBody>
          </p:sp>
          <p:sp>
            <p:nvSpPr>
              <p:cNvPr id="68" name="Oval 5">
                <a:extLst>
                  <a:ext uri="{FF2B5EF4-FFF2-40B4-BE49-F238E27FC236}">
                    <a16:creationId xmlns:a16="http://schemas.microsoft.com/office/drawing/2014/main" id="{C3157B65-D3D9-D93E-A78A-B053F7560CCB}"/>
                  </a:ext>
                </a:extLst>
              </p:cNvPr>
              <p:cNvSpPr/>
              <p:nvPr/>
            </p:nvSpPr>
            <p:spPr>
              <a:xfrm>
                <a:off x="289930" y="4624223"/>
                <a:ext cx="366893" cy="359102"/>
              </a:xfrm>
              <a:prstGeom prst="ellipse">
                <a:avLst/>
              </a:prstGeom>
              <a:grp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2</a:t>
                </a:r>
              </a:p>
            </p:txBody>
          </p:sp>
        </p:grpSp>
        <p:grpSp>
          <p:nvGrpSpPr>
            <p:cNvPr id="69" name="Groupe 68">
              <a:extLst>
                <a:ext uri="{FF2B5EF4-FFF2-40B4-BE49-F238E27FC236}">
                  <a16:creationId xmlns:a16="http://schemas.microsoft.com/office/drawing/2014/main" id="{A4FD880E-9DA6-2B7C-9A7E-EF19B2EE3ABC}"/>
                </a:ext>
              </a:extLst>
            </p:cNvPr>
            <p:cNvGrpSpPr/>
            <p:nvPr/>
          </p:nvGrpSpPr>
          <p:grpSpPr>
            <a:xfrm>
              <a:off x="5387870" y="1188460"/>
              <a:ext cx="1864735" cy="1404724"/>
              <a:chOff x="130698" y="4530178"/>
              <a:chExt cx="1422368" cy="1250728"/>
            </a:xfrm>
            <a:solidFill>
              <a:srgbClr val="002060"/>
            </a:solidFill>
          </p:grpSpPr>
          <p:sp>
            <p:nvSpPr>
              <p:cNvPr id="75" name="Rounded Rectangle 4">
                <a:extLst>
                  <a:ext uri="{FF2B5EF4-FFF2-40B4-BE49-F238E27FC236}">
                    <a16:creationId xmlns:a16="http://schemas.microsoft.com/office/drawing/2014/main" id="{C2D7BE62-1B5A-A365-9A76-83967C87E81F}"/>
                  </a:ext>
                </a:extLst>
              </p:cNvPr>
              <p:cNvSpPr/>
              <p:nvPr/>
            </p:nvSpPr>
            <p:spPr>
              <a:xfrm>
                <a:off x="272763" y="4699691"/>
                <a:ext cx="1280303" cy="1081215"/>
              </a:xfrm>
              <a:prstGeom prst="roundRect">
                <a:avLst/>
              </a:prstGeom>
              <a:grpFill/>
              <a:ln>
                <a:noFill/>
              </a:ln>
              <a:effectLst>
                <a:outerShdw blurRad="57150" dist="19050" dir="5400000" algn="ctr" rotWithShape="0">
                  <a:srgbClr val="000000">
                    <a:alpha val="63000"/>
                  </a:srgbClr>
                </a:outerShdw>
              </a:effectLst>
            </p:spPr>
            <p:txBody>
              <a:bodyPr rtlCol="0" anchor="ctr"/>
              <a:lstStyle/>
              <a:p>
                <a:pPr lvl="0" algn="ctr">
                  <a:defRPr/>
                </a:pPr>
                <a:r>
                  <a:rPr lang="en-US" sz="1400" b="1" kern="0" dirty="0">
                    <a:solidFill>
                      <a:prstClr val="white"/>
                    </a:solidFill>
                    <a:latin typeface="Calibri" panose="020F0502020204030204" pitchFamily="34" charset="0"/>
                    <a:cs typeface="Calibri" panose="020F0502020204030204" pitchFamily="34" charset="0"/>
                  </a:rPr>
                  <a:t>Realization and Implementation</a:t>
                </a:r>
              </a:p>
            </p:txBody>
          </p:sp>
          <p:sp>
            <p:nvSpPr>
              <p:cNvPr id="77" name="Oval 5">
                <a:extLst>
                  <a:ext uri="{FF2B5EF4-FFF2-40B4-BE49-F238E27FC236}">
                    <a16:creationId xmlns:a16="http://schemas.microsoft.com/office/drawing/2014/main" id="{E9381FDF-655C-CB1C-06D6-FD499065E4A4}"/>
                  </a:ext>
                </a:extLst>
              </p:cNvPr>
              <p:cNvSpPr/>
              <p:nvPr/>
            </p:nvSpPr>
            <p:spPr>
              <a:xfrm>
                <a:off x="130698" y="4530178"/>
                <a:ext cx="366893" cy="359101"/>
              </a:xfrm>
              <a:prstGeom prst="ellipse">
                <a:avLst/>
              </a:prstGeom>
              <a:grp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3</a:t>
                </a:r>
              </a:p>
            </p:txBody>
          </p:sp>
        </p:grpSp>
        <p:grpSp>
          <p:nvGrpSpPr>
            <p:cNvPr id="81" name="Groupe 80">
              <a:extLst>
                <a:ext uri="{FF2B5EF4-FFF2-40B4-BE49-F238E27FC236}">
                  <a16:creationId xmlns:a16="http://schemas.microsoft.com/office/drawing/2014/main" id="{447A4A36-70C2-2358-8D92-DFA00DABC6FE}"/>
                </a:ext>
              </a:extLst>
            </p:cNvPr>
            <p:cNvGrpSpPr/>
            <p:nvPr/>
          </p:nvGrpSpPr>
          <p:grpSpPr>
            <a:xfrm>
              <a:off x="8046988" y="1153175"/>
              <a:ext cx="1996404" cy="1274052"/>
              <a:chOff x="-44039" y="4483309"/>
              <a:chExt cx="1347034" cy="1274052"/>
            </a:xfrm>
            <a:solidFill>
              <a:schemeClr val="tx2">
                <a:lumMod val="50000"/>
                <a:lumOff val="50000"/>
              </a:schemeClr>
            </a:solidFill>
          </p:grpSpPr>
          <p:sp>
            <p:nvSpPr>
              <p:cNvPr id="82" name="Rounded Rectangle 4">
                <a:extLst>
                  <a:ext uri="{FF2B5EF4-FFF2-40B4-BE49-F238E27FC236}">
                    <a16:creationId xmlns:a16="http://schemas.microsoft.com/office/drawing/2014/main" id="{18472174-0F60-7938-A7B8-AE526895CA94}"/>
                  </a:ext>
                </a:extLst>
              </p:cNvPr>
              <p:cNvSpPr/>
              <p:nvPr/>
            </p:nvSpPr>
            <p:spPr>
              <a:xfrm>
                <a:off x="45776" y="4757299"/>
                <a:ext cx="1257219" cy="1000062"/>
              </a:xfrm>
              <a:prstGeom prst="roundRect">
                <a:avLst/>
              </a:prstGeom>
              <a:solidFill>
                <a:srgbClr val="002060"/>
              </a:solidFill>
              <a:ln>
                <a:noFill/>
              </a:ln>
              <a:effectLst>
                <a:outerShdw blurRad="57150" dist="19050" dir="5400000" algn="ctr" rotWithShape="0">
                  <a:srgbClr val="000000">
                    <a:alpha val="63000"/>
                  </a:srgbClr>
                </a:outerShdw>
              </a:effectLst>
            </p:spPr>
            <p:txBody>
              <a:bodyPr rtlCol="0" anchor="ctr"/>
              <a:lstStyle/>
              <a:p>
                <a:pPr marL="180000" lvl="1" algn="ctr" defTabSz="488950">
                  <a:lnSpc>
                    <a:spcPct val="90000"/>
                  </a:lnSpc>
                  <a:spcAft>
                    <a:spcPct val="15000"/>
                  </a:spcAft>
                </a:pPr>
                <a:r>
                  <a:rPr lang="en-US" sz="1400" b="1" i="0" kern="1200" dirty="0">
                    <a:solidFill>
                      <a:schemeClr val="bg1"/>
                    </a:solidFill>
                  </a:rPr>
                  <a:t>Solution Experimentation</a:t>
                </a:r>
              </a:p>
            </p:txBody>
          </p:sp>
          <p:sp>
            <p:nvSpPr>
              <p:cNvPr id="83" name="Oval 5">
                <a:extLst>
                  <a:ext uri="{FF2B5EF4-FFF2-40B4-BE49-F238E27FC236}">
                    <a16:creationId xmlns:a16="http://schemas.microsoft.com/office/drawing/2014/main" id="{213F1395-3E33-5ABB-363A-74A4D643EC75}"/>
                  </a:ext>
                </a:extLst>
              </p:cNvPr>
              <p:cNvSpPr/>
              <p:nvPr/>
            </p:nvSpPr>
            <p:spPr>
              <a:xfrm>
                <a:off x="-44039" y="4483309"/>
                <a:ext cx="347776" cy="423003"/>
              </a:xfrm>
              <a:prstGeom prst="ellipse">
                <a:avLst/>
              </a:prstGeom>
              <a:solidFill>
                <a:srgbClr val="002060"/>
              </a:solid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4</a:t>
                </a:r>
              </a:p>
            </p:txBody>
          </p:sp>
        </p:grpSp>
        <p:sp>
          <p:nvSpPr>
            <p:cNvPr id="86" name="Forme libre : forme 85">
              <a:extLst>
                <a:ext uri="{FF2B5EF4-FFF2-40B4-BE49-F238E27FC236}">
                  <a16:creationId xmlns:a16="http://schemas.microsoft.com/office/drawing/2014/main" id="{C7E34A20-D7ED-FD79-68CE-3D2FA4E5E3F4}"/>
                </a:ext>
              </a:extLst>
            </p:cNvPr>
            <p:cNvSpPr/>
            <p:nvPr/>
          </p:nvSpPr>
          <p:spPr>
            <a:xfrm rot="16200000">
              <a:off x="-105856" y="3925135"/>
              <a:ext cx="1212666" cy="256525"/>
            </a:xfrm>
            <a:custGeom>
              <a:avLst/>
              <a:gdLst>
                <a:gd name="connsiteX0" fmla="*/ 0 w 1212666"/>
                <a:gd name="connsiteY0" fmla="*/ 0 h 256525"/>
                <a:gd name="connsiteX1" fmla="*/ 1212666 w 1212666"/>
                <a:gd name="connsiteY1" fmla="*/ 0 h 256525"/>
                <a:gd name="connsiteX2" fmla="*/ 1212666 w 1212666"/>
                <a:gd name="connsiteY2" fmla="*/ 256525 h 256525"/>
                <a:gd name="connsiteX3" fmla="*/ 0 w 1212666"/>
                <a:gd name="connsiteY3" fmla="*/ 256525 h 256525"/>
                <a:gd name="connsiteX4" fmla="*/ 0 w 1212666"/>
                <a:gd name="connsiteY4" fmla="*/ 0 h 25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666" h="256525">
                  <a:moveTo>
                    <a:pt x="0" y="0"/>
                  </a:moveTo>
                  <a:lnTo>
                    <a:pt x="1212666" y="0"/>
                  </a:lnTo>
                  <a:lnTo>
                    <a:pt x="1212666" y="256525"/>
                  </a:lnTo>
                  <a:lnTo>
                    <a:pt x="0" y="25652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26241" bIns="0" numCol="1" spcCol="1270" anchor="t" anchorCtr="0">
              <a:noAutofit/>
            </a:bodyPr>
            <a:lstStyle/>
            <a:p>
              <a:pPr marL="0" lvl="0" indent="0" algn="r" defTabSz="533400">
                <a:lnSpc>
                  <a:spcPct val="90000"/>
                </a:lnSpc>
                <a:spcBef>
                  <a:spcPct val="0"/>
                </a:spcBef>
                <a:spcAft>
                  <a:spcPct val="35000"/>
                </a:spcAft>
                <a:buNone/>
              </a:pPr>
              <a:endParaRPr lang="fr-FR" sz="1200" b="1" kern="1200" dirty="0">
                <a:solidFill>
                  <a:srgbClr val="242852"/>
                </a:solidFill>
                <a:latin typeface="Calibri"/>
                <a:ea typeface="+mn-ea"/>
                <a:cs typeface="Calibri"/>
              </a:endParaRPr>
            </a:p>
          </p:txBody>
        </p:sp>
        <p:sp>
          <p:nvSpPr>
            <p:cNvPr id="87" name="Forme libre : forme 86">
              <a:extLst>
                <a:ext uri="{FF2B5EF4-FFF2-40B4-BE49-F238E27FC236}">
                  <a16:creationId xmlns:a16="http://schemas.microsoft.com/office/drawing/2014/main" id="{FA12528F-826B-D5EE-5925-ACF893E3A375}"/>
                </a:ext>
              </a:extLst>
            </p:cNvPr>
            <p:cNvSpPr/>
            <p:nvPr/>
          </p:nvSpPr>
          <p:spPr>
            <a:xfrm rot="16200000">
              <a:off x="2425830" y="3925135"/>
              <a:ext cx="1212666" cy="256525"/>
            </a:xfrm>
            <a:custGeom>
              <a:avLst/>
              <a:gdLst>
                <a:gd name="connsiteX0" fmla="*/ 0 w 1212666"/>
                <a:gd name="connsiteY0" fmla="*/ 0 h 256525"/>
                <a:gd name="connsiteX1" fmla="*/ 1212666 w 1212666"/>
                <a:gd name="connsiteY1" fmla="*/ 0 h 256525"/>
                <a:gd name="connsiteX2" fmla="*/ 1212666 w 1212666"/>
                <a:gd name="connsiteY2" fmla="*/ 256525 h 256525"/>
                <a:gd name="connsiteX3" fmla="*/ 0 w 1212666"/>
                <a:gd name="connsiteY3" fmla="*/ 256525 h 256525"/>
                <a:gd name="connsiteX4" fmla="*/ 0 w 1212666"/>
                <a:gd name="connsiteY4" fmla="*/ 0 h 25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666" h="256525">
                  <a:moveTo>
                    <a:pt x="0" y="0"/>
                  </a:moveTo>
                  <a:lnTo>
                    <a:pt x="1212666" y="0"/>
                  </a:lnTo>
                  <a:lnTo>
                    <a:pt x="1212666" y="256525"/>
                  </a:lnTo>
                  <a:lnTo>
                    <a:pt x="0" y="25652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26241" bIns="0" numCol="1" spcCol="1270" anchor="t" anchorCtr="0">
              <a:noAutofit/>
            </a:bodyPr>
            <a:lstStyle/>
            <a:p>
              <a:pPr marL="0" lvl="0" indent="0" algn="r" defTabSz="533400">
                <a:lnSpc>
                  <a:spcPct val="90000"/>
                </a:lnSpc>
                <a:spcBef>
                  <a:spcPct val="0"/>
                </a:spcBef>
                <a:spcAft>
                  <a:spcPct val="35000"/>
                </a:spcAft>
                <a:buClr>
                  <a:schemeClr val="dk2"/>
                </a:buClr>
                <a:buSzPts val="1050"/>
                <a:buFont typeface="Arial" panose="020B0604020202020204" pitchFamily="34" charset="0"/>
                <a:buNone/>
              </a:pPr>
              <a:endParaRPr lang="fr-FR" sz="1200" b="1" kern="1200" dirty="0">
                <a:solidFill>
                  <a:srgbClr val="242852"/>
                </a:solidFill>
                <a:latin typeface="Calibri"/>
                <a:ea typeface="+mn-ea"/>
                <a:cs typeface="Calibri"/>
              </a:endParaRPr>
            </a:p>
          </p:txBody>
        </p:sp>
        <p:sp>
          <p:nvSpPr>
            <p:cNvPr id="88" name="Forme libre : forme 87">
              <a:extLst>
                <a:ext uri="{FF2B5EF4-FFF2-40B4-BE49-F238E27FC236}">
                  <a16:creationId xmlns:a16="http://schemas.microsoft.com/office/drawing/2014/main" id="{DA694741-4E75-5B29-E72C-D81B385F9B4D}"/>
                </a:ext>
              </a:extLst>
            </p:cNvPr>
            <p:cNvSpPr/>
            <p:nvPr/>
          </p:nvSpPr>
          <p:spPr>
            <a:xfrm rot="16200000">
              <a:off x="4948235" y="3925135"/>
              <a:ext cx="1212666" cy="256525"/>
            </a:xfrm>
            <a:custGeom>
              <a:avLst/>
              <a:gdLst>
                <a:gd name="connsiteX0" fmla="*/ 0 w 1212666"/>
                <a:gd name="connsiteY0" fmla="*/ 0 h 256525"/>
                <a:gd name="connsiteX1" fmla="*/ 1212666 w 1212666"/>
                <a:gd name="connsiteY1" fmla="*/ 0 h 256525"/>
                <a:gd name="connsiteX2" fmla="*/ 1212666 w 1212666"/>
                <a:gd name="connsiteY2" fmla="*/ 256525 h 256525"/>
                <a:gd name="connsiteX3" fmla="*/ 0 w 1212666"/>
                <a:gd name="connsiteY3" fmla="*/ 256525 h 256525"/>
                <a:gd name="connsiteX4" fmla="*/ 0 w 1212666"/>
                <a:gd name="connsiteY4" fmla="*/ 0 h 25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666" h="256525">
                  <a:moveTo>
                    <a:pt x="0" y="0"/>
                  </a:moveTo>
                  <a:lnTo>
                    <a:pt x="1212666" y="0"/>
                  </a:lnTo>
                  <a:lnTo>
                    <a:pt x="1212666" y="256525"/>
                  </a:lnTo>
                  <a:lnTo>
                    <a:pt x="0" y="25652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26241" bIns="0" numCol="1" spcCol="1270" anchor="t" anchorCtr="0">
              <a:noAutofit/>
            </a:bodyPr>
            <a:lstStyle/>
            <a:p>
              <a:pPr marL="0" lvl="0" indent="0" algn="r" defTabSz="533400">
                <a:lnSpc>
                  <a:spcPct val="90000"/>
                </a:lnSpc>
                <a:spcBef>
                  <a:spcPct val="0"/>
                </a:spcBef>
                <a:spcAft>
                  <a:spcPct val="35000"/>
                </a:spcAft>
                <a:buNone/>
              </a:pPr>
              <a:endParaRPr lang="fr-FR" sz="1200" b="1" kern="1200" dirty="0">
                <a:solidFill>
                  <a:srgbClr val="242852"/>
                </a:solidFill>
                <a:latin typeface="Calibri"/>
                <a:ea typeface="+mn-ea"/>
                <a:cs typeface="Calibri"/>
              </a:endParaRPr>
            </a:p>
          </p:txBody>
        </p:sp>
        <p:sp>
          <p:nvSpPr>
            <p:cNvPr id="89" name="Forme libre : forme 88">
              <a:extLst>
                <a:ext uri="{FF2B5EF4-FFF2-40B4-BE49-F238E27FC236}">
                  <a16:creationId xmlns:a16="http://schemas.microsoft.com/office/drawing/2014/main" id="{727CEF50-591C-2F0A-5087-5E69BDB86F3C}"/>
                </a:ext>
              </a:extLst>
            </p:cNvPr>
            <p:cNvSpPr/>
            <p:nvPr/>
          </p:nvSpPr>
          <p:spPr>
            <a:xfrm rot="16200000">
              <a:off x="7430169" y="3925135"/>
              <a:ext cx="1212666" cy="256525"/>
            </a:xfrm>
            <a:custGeom>
              <a:avLst/>
              <a:gdLst>
                <a:gd name="connsiteX0" fmla="*/ 0 w 1212666"/>
                <a:gd name="connsiteY0" fmla="*/ 0 h 256525"/>
                <a:gd name="connsiteX1" fmla="*/ 1212666 w 1212666"/>
                <a:gd name="connsiteY1" fmla="*/ 0 h 256525"/>
                <a:gd name="connsiteX2" fmla="*/ 1212666 w 1212666"/>
                <a:gd name="connsiteY2" fmla="*/ 256525 h 256525"/>
                <a:gd name="connsiteX3" fmla="*/ 0 w 1212666"/>
                <a:gd name="connsiteY3" fmla="*/ 256525 h 256525"/>
                <a:gd name="connsiteX4" fmla="*/ 0 w 1212666"/>
                <a:gd name="connsiteY4" fmla="*/ 0 h 25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666" h="256525">
                  <a:moveTo>
                    <a:pt x="0" y="0"/>
                  </a:moveTo>
                  <a:lnTo>
                    <a:pt x="1212666" y="0"/>
                  </a:lnTo>
                  <a:lnTo>
                    <a:pt x="1212666" y="256525"/>
                  </a:lnTo>
                  <a:lnTo>
                    <a:pt x="0" y="25652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26241" bIns="0" numCol="1" spcCol="1270" anchor="t" anchorCtr="0">
              <a:noAutofit/>
            </a:bodyPr>
            <a:lstStyle/>
            <a:p>
              <a:pPr marL="0" lvl="0" indent="0" algn="r" defTabSz="533400">
                <a:lnSpc>
                  <a:spcPct val="90000"/>
                </a:lnSpc>
                <a:spcBef>
                  <a:spcPct val="0"/>
                </a:spcBef>
                <a:spcAft>
                  <a:spcPct val="35000"/>
                </a:spcAft>
                <a:buNone/>
              </a:pPr>
              <a:endParaRPr lang="fr-FR" sz="1200" b="1" kern="1200" dirty="0">
                <a:solidFill>
                  <a:srgbClr val="242852"/>
                </a:solidFill>
                <a:latin typeface="Calibri"/>
                <a:ea typeface="+mn-ea"/>
                <a:cs typeface="Calibri"/>
              </a:endParaRPr>
            </a:p>
          </p:txBody>
        </p:sp>
        <p:grpSp>
          <p:nvGrpSpPr>
            <p:cNvPr id="90" name="Groupe 89">
              <a:extLst>
                <a:ext uri="{FF2B5EF4-FFF2-40B4-BE49-F238E27FC236}">
                  <a16:creationId xmlns:a16="http://schemas.microsoft.com/office/drawing/2014/main" id="{63AD6F2F-0AF6-6BC2-3033-6044C28F00E2}"/>
                </a:ext>
              </a:extLst>
            </p:cNvPr>
            <p:cNvGrpSpPr/>
            <p:nvPr/>
          </p:nvGrpSpPr>
          <p:grpSpPr>
            <a:xfrm>
              <a:off x="106356" y="2940445"/>
              <a:ext cx="2036765" cy="3338541"/>
              <a:chOff x="505057" y="1176187"/>
              <a:chExt cx="2036765" cy="1416526"/>
            </a:xfrm>
          </p:grpSpPr>
          <p:sp>
            <p:nvSpPr>
              <p:cNvPr id="91" name="Forme libre : forme 90">
                <a:extLst>
                  <a:ext uri="{FF2B5EF4-FFF2-40B4-BE49-F238E27FC236}">
                    <a16:creationId xmlns:a16="http://schemas.microsoft.com/office/drawing/2014/main" id="{FA790DD6-7F66-6E5C-BA4D-5F778BCA8EE2}"/>
                  </a:ext>
                </a:extLst>
              </p:cNvPr>
              <p:cNvSpPr/>
              <p:nvPr/>
            </p:nvSpPr>
            <p:spPr>
              <a:xfrm>
                <a:off x="626666" y="1427550"/>
                <a:ext cx="1915156" cy="1165163"/>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351450" lvl="1" indent="-171450" defTabSz="488950">
                  <a:lnSpc>
                    <a:spcPct val="90000"/>
                  </a:lnSpc>
                  <a:spcAft>
                    <a:spcPct val="15000"/>
                  </a:spcAft>
                  <a:buFont typeface="Arial" panose="020B0604020202020204" pitchFamily="34" charset="0"/>
                  <a:buChar char="•"/>
                </a:pPr>
                <a:r>
                  <a:rPr lang="en-US" sz="1200" b="1" dirty="0">
                    <a:solidFill>
                      <a:srgbClr val="002060"/>
                    </a:solidFill>
                  </a:rPr>
                  <a:t>Comparative Study of SIEM Solutions.</a:t>
                </a:r>
              </a:p>
              <a:p>
                <a:pPr marL="351450" lvl="1" indent="-171450" defTabSz="488950">
                  <a:lnSpc>
                    <a:spcPct val="90000"/>
                  </a:lnSpc>
                  <a:spcAft>
                    <a:spcPct val="15000"/>
                  </a:spcAft>
                  <a:buFont typeface="Arial" panose="020B0604020202020204" pitchFamily="34" charset="0"/>
                  <a:buChar char="•"/>
                </a:pPr>
                <a:r>
                  <a:rPr lang="en-US" sz="1200" b="1" dirty="0">
                    <a:solidFill>
                      <a:srgbClr val="002060"/>
                    </a:solidFill>
                  </a:rPr>
                  <a:t>Threat hunting framework</a:t>
                </a:r>
              </a:p>
              <a:p>
                <a:pPr marL="351450" lvl="1" indent="-171450" defTabSz="488950">
                  <a:lnSpc>
                    <a:spcPct val="90000"/>
                  </a:lnSpc>
                  <a:spcAft>
                    <a:spcPct val="15000"/>
                  </a:spcAft>
                  <a:buFont typeface="Arial" panose="020B0604020202020204" pitchFamily="34" charset="0"/>
                  <a:buChar char="•"/>
                </a:pPr>
                <a:r>
                  <a:rPr lang="en-US" sz="1200" b="1" dirty="0">
                    <a:solidFill>
                      <a:srgbClr val="002060"/>
                    </a:solidFill>
                  </a:rPr>
                  <a:t>Comparative Study of Emulation platforms</a:t>
                </a:r>
              </a:p>
              <a:p>
                <a:pPr marL="351450" lvl="1" indent="-171450" defTabSz="488950">
                  <a:lnSpc>
                    <a:spcPct val="90000"/>
                  </a:lnSpc>
                  <a:spcAft>
                    <a:spcPct val="15000"/>
                  </a:spcAft>
                  <a:buFont typeface="Arial" panose="020B0604020202020204" pitchFamily="34" charset="0"/>
                  <a:buChar char="•"/>
                </a:pPr>
                <a:r>
                  <a:rPr lang="en-US" sz="1200" b="1" dirty="0">
                    <a:solidFill>
                      <a:srgbClr val="002060"/>
                    </a:solidFill>
                  </a:rPr>
                  <a:t>Comparative Study of Configuration management and automation tools</a:t>
                </a:r>
              </a:p>
              <a:p>
                <a:pPr marL="351450" lvl="1" indent="-171450" defTabSz="488950">
                  <a:lnSpc>
                    <a:spcPct val="90000"/>
                  </a:lnSpc>
                  <a:spcAft>
                    <a:spcPct val="15000"/>
                  </a:spcAft>
                  <a:buFont typeface="Arial" panose="020B0604020202020204" pitchFamily="34" charset="0"/>
                  <a:buChar char="•"/>
                </a:pPr>
                <a:endParaRPr lang="en-US" sz="1100" dirty="0"/>
              </a:p>
              <a:p>
                <a:pPr marL="351450" lvl="1" indent="-171450" defTabSz="488950">
                  <a:lnSpc>
                    <a:spcPct val="90000"/>
                  </a:lnSpc>
                  <a:spcAft>
                    <a:spcPct val="15000"/>
                  </a:spcAft>
                  <a:buFont typeface="Arial" panose="020B0604020202020204" pitchFamily="34" charset="0"/>
                  <a:buChar char="•"/>
                </a:pPr>
                <a:endParaRPr lang="en-US" sz="1100" dirty="0"/>
              </a:p>
              <a:p>
                <a:pPr marL="351450" lvl="1" indent="-171450" defTabSz="488950">
                  <a:lnSpc>
                    <a:spcPct val="90000"/>
                  </a:lnSpc>
                  <a:spcAft>
                    <a:spcPct val="15000"/>
                  </a:spcAft>
                  <a:buFont typeface="Arial" panose="020B0604020202020204" pitchFamily="34" charset="0"/>
                  <a:buChar char="•"/>
                </a:pPr>
                <a:endParaRPr lang="en-US" sz="1100" dirty="0"/>
              </a:p>
              <a:p>
                <a:pPr marL="351450" lvl="1" indent="-171450" defTabSz="488950">
                  <a:lnSpc>
                    <a:spcPct val="90000"/>
                  </a:lnSpc>
                  <a:spcAft>
                    <a:spcPct val="15000"/>
                  </a:spcAft>
                  <a:buFont typeface="Arial" panose="020B0604020202020204" pitchFamily="34" charset="0"/>
                  <a:buChar char="•"/>
                </a:pPr>
                <a:endParaRPr lang="en-US" sz="1100" dirty="0"/>
              </a:p>
              <a:p>
                <a:pPr marL="180000" lvl="1" defTabSz="488950">
                  <a:lnSpc>
                    <a:spcPct val="90000"/>
                  </a:lnSpc>
                  <a:spcAft>
                    <a:spcPct val="15000"/>
                  </a:spcAft>
                </a:pPr>
                <a:r>
                  <a:rPr lang="en-US" sz="1100" dirty="0"/>
                  <a:t> </a:t>
                </a:r>
                <a:endParaRPr lang="en-US" sz="1100" b="0" i="0" kern="1200" dirty="0"/>
              </a:p>
            </p:txBody>
          </p:sp>
          <p:sp>
            <p:nvSpPr>
              <p:cNvPr id="93" name="Rectangle 92">
                <a:extLst>
                  <a:ext uri="{FF2B5EF4-FFF2-40B4-BE49-F238E27FC236}">
                    <a16:creationId xmlns:a16="http://schemas.microsoft.com/office/drawing/2014/main" id="{16929771-A0A4-134E-60B5-6430F25D0A30}"/>
                  </a:ext>
                </a:extLst>
              </p:cNvPr>
              <p:cNvSpPr/>
              <p:nvPr/>
            </p:nvSpPr>
            <p:spPr>
              <a:xfrm>
                <a:off x="505057" y="1176187"/>
                <a:ext cx="507083" cy="321789"/>
              </a:xfrm>
              <a:prstGeom prst="rect">
                <a:avLst/>
              </a:pr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sp>
        </p:grpSp>
        <p:grpSp>
          <p:nvGrpSpPr>
            <p:cNvPr id="95" name="Groupe 94">
              <a:extLst>
                <a:ext uri="{FF2B5EF4-FFF2-40B4-BE49-F238E27FC236}">
                  <a16:creationId xmlns:a16="http://schemas.microsoft.com/office/drawing/2014/main" id="{18D577A6-885D-2C4D-B6A5-08ED53AEC903}"/>
                </a:ext>
              </a:extLst>
            </p:cNvPr>
            <p:cNvGrpSpPr/>
            <p:nvPr/>
          </p:nvGrpSpPr>
          <p:grpSpPr>
            <a:xfrm>
              <a:off x="2370086" y="2999329"/>
              <a:ext cx="2515559" cy="2437929"/>
              <a:chOff x="2368680" y="1196157"/>
              <a:chExt cx="2515559" cy="1534456"/>
            </a:xfrm>
          </p:grpSpPr>
          <p:sp>
            <p:nvSpPr>
              <p:cNvPr id="96" name="Forme libre : forme 95">
                <a:extLst>
                  <a:ext uri="{FF2B5EF4-FFF2-40B4-BE49-F238E27FC236}">
                    <a16:creationId xmlns:a16="http://schemas.microsoft.com/office/drawing/2014/main" id="{19C2CBEC-9F20-E170-9032-5681EEAB4D26}"/>
                  </a:ext>
                </a:extLst>
              </p:cNvPr>
              <p:cNvSpPr/>
              <p:nvPr/>
            </p:nvSpPr>
            <p:spPr>
              <a:xfrm>
                <a:off x="2641222" y="1517947"/>
                <a:ext cx="2243017" cy="1212666"/>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351450" lvl="1" indent="-171450" defTabSz="488950">
                  <a:lnSpc>
                    <a:spcPct val="90000"/>
                  </a:lnSpc>
                  <a:spcAft>
                    <a:spcPct val="15000"/>
                  </a:spcAft>
                  <a:buFont typeface="Arial" panose="020B0604020202020204" pitchFamily="34" charset="0"/>
                  <a:buChar char="•"/>
                </a:pPr>
                <a:r>
                  <a:rPr lang="en-US" sz="1400" b="1" i="0" kern="1200" dirty="0">
                    <a:solidFill>
                      <a:srgbClr val="002060"/>
                    </a:solidFill>
                  </a:rPr>
                  <a:t>The conception of the architecture of the targeted solution.</a:t>
                </a:r>
              </a:p>
              <a:p>
                <a:pPr marL="180000" lvl="1" defTabSz="488950">
                  <a:lnSpc>
                    <a:spcPct val="90000"/>
                  </a:lnSpc>
                  <a:spcAft>
                    <a:spcPct val="15000"/>
                  </a:spcAft>
                </a:pPr>
                <a:endParaRPr lang="en-US" sz="1100" b="0" i="0" kern="1200" dirty="0"/>
              </a:p>
              <a:p>
                <a:pPr marL="351450" lvl="1" indent="-171450" defTabSz="488950">
                  <a:lnSpc>
                    <a:spcPct val="90000"/>
                  </a:lnSpc>
                  <a:spcAft>
                    <a:spcPct val="15000"/>
                  </a:spcAft>
                  <a:buFont typeface="Arial" panose="020B0604020202020204" pitchFamily="34" charset="0"/>
                  <a:buChar char="•"/>
                </a:pPr>
                <a:endParaRPr lang="en-US" sz="1100" b="0" i="0" kern="1200" dirty="0"/>
              </a:p>
            </p:txBody>
          </p:sp>
          <p:sp>
            <p:nvSpPr>
              <p:cNvPr id="98" name="Rectangle 97">
                <a:extLst>
                  <a:ext uri="{FF2B5EF4-FFF2-40B4-BE49-F238E27FC236}">
                    <a16:creationId xmlns:a16="http://schemas.microsoft.com/office/drawing/2014/main" id="{D4EB63BA-3839-3BFC-F9A7-7D3485D4B29C}"/>
                  </a:ext>
                </a:extLst>
              </p:cNvPr>
              <p:cNvSpPr/>
              <p:nvPr/>
            </p:nvSpPr>
            <p:spPr>
              <a:xfrm>
                <a:off x="2368680" y="1196157"/>
                <a:ext cx="507084" cy="513051"/>
              </a:xfrm>
              <a:prstGeom prst="rect">
                <a:avLst/>
              </a:pr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sp>
        </p:grpSp>
        <p:grpSp>
          <p:nvGrpSpPr>
            <p:cNvPr id="100" name="Groupe 99">
              <a:extLst>
                <a:ext uri="{FF2B5EF4-FFF2-40B4-BE49-F238E27FC236}">
                  <a16:creationId xmlns:a16="http://schemas.microsoft.com/office/drawing/2014/main" id="{DD559E28-517B-770A-3C30-ECC11ABF8025}"/>
                </a:ext>
              </a:extLst>
            </p:cNvPr>
            <p:cNvGrpSpPr/>
            <p:nvPr/>
          </p:nvGrpSpPr>
          <p:grpSpPr>
            <a:xfrm>
              <a:off x="136303" y="2886008"/>
              <a:ext cx="7444215" cy="3809808"/>
              <a:chOff x="-279639" y="1135519"/>
              <a:chExt cx="7444215" cy="1550026"/>
            </a:xfrm>
          </p:grpSpPr>
          <p:sp>
            <p:nvSpPr>
              <p:cNvPr id="101" name="Forme libre : forme 100">
                <a:extLst>
                  <a:ext uri="{FF2B5EF4-FFF2-40B4-BE49-F238E27FC236}">
                    <a16:creationId xmlns:a16="http://schemas.microsoft.com/office/drawing/2014/main" id="{02871640-6F80-7CC0-3895-B24E21D678E4}"/>
                  </a:ext>
                </a:extLst>
              </p:cNvPr>
              <p:cNvSpPr/>
              <p:nvPr/>
            </p:nvSpPr>
            <p:spPr>
              <a:xfrm>
                <a:off x="4921559" y="1389781"/>
                <a:ext cx="2243017" cy="1295764"/>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351450" lvl="1" indent="-171450" defTabSz="488950">
                  <a:lnSpc>
                    <a:spcPct val="90000"/>
                  </a:lnSpc>
                  <a:spcAft>
                    <a:spcPct val="15000"/>
                  </a:spcAft>
                  <a:buFont typeface="Arial" panose="020B0604020202020204" pitchFamily="34" charset="0"/>
                  <a:buChar char="•"/>
                </a:pPr>
                <a:r>
                  <a:rPr lang="en-US" sz="1200" b="1" i="0" kern="1200" dirty="0">
                    <a:solidFill>
                      <a:srgbClr val="002060"/>
                    </a:solidFill>
                  </a:rPr>
                  <a:t>Installation of Ansible</a:t>
                </a:r>
              </a:p>
              <a:p>
                <a:pPr marL="351450" lvl="1" indent="-171450" defTabSz="488950">
                  <a:lnSpc>
                    <a:spcPct val="90000"/>
                  </a:lnSpc>
                  <a:spcAft>
                    <a:spcPct val="15000"/>
                  </a:spcAft>
                  <a:buFont typeface="Arial" panose="020B0604020202020204" pitchFamily="34" charset="0"/>
                  <a:buChar char="•"/>
                </a:pPr>
                <a:r>
                  <a:rPr lang="en-US" sz="1200" b="1" dirty="0">
                    <a:solidFill>
                      <a:srgbClr val="002060"/>
                    </a:solidFill>
                  </a:rPr>
                  <a:t>Installation of caldera and caldera agent</a:t>
                </a:r>
              </a:p>
              <a:p>
                <a:pPr marL="351450" lvl="1" indent="-171450" defTabSz="488950">
                  <a:lnSpc>
                    <a:spcPct val="90000"/>
                  </a:lnSpc>
                  <a:spcAft>
                    <a:spcPct val="15000"/>
                  </a:spcAft>
                  <a:buFont typeface="Arial" panose="020B0604020202020204" pitchFamily="34" charset="0"/>
                  <a:buChar char="•"/>
                </a:pPr>
                <a:r>
                  <a:rPr lang="en-US" sz="1200" b="1" i="0" kern="1200" dirty="0">
                    <a:solidFill>
                      <a:srgbClr val="002060"/>
                    </a:solidFill>
                  </a:rPr>
                  <a:t>Installation of Splunk and splunk forwarder</a:t>
                </a:r>
              </a:p>
              <a:p>
                <a:pPr marL="351450" lvl="1" indent="-171450" defTabSz="488950">
                  <a:lnSpc>
                    <a:spcPct val="90000"/>
                  </a:lnSpc>
                  <a:spcAft>
                    <a:spcPct val="15000"/>
                  </a:spcAft>
                  <a:buFont typeface="Arial" panose="020B0604020202020204" pitchFamily="34" charset="0"/>
                  <a:buChar char="•"/>
                </a:pPr>
                <a:r>
                  <a:rPr lang="en-US" sz="1200" b="1" i="0" kern="1200" dirty="0">
                    <a:solidFill>
                      <a:srgbClr val="002060"/>
                    </a:solidFill>
                  </a:rPr>
                  <a:t>Configuration of Sysmon</a:t>
                </a:r>
              </a:p>
              <a:p>
                <a:pPr marL="351450" lvl="1" indent="-171450" defTabSz="488950">
                  <a:lnSpc>
                    <a:spcPct val="90000"/>
                  </a:lnSpc>
                  <a:spcAft>
                    <a:spcPct val="15000"/>
                  </a:spcAft>
                  <a:buFont typeface="Arial" panose="020B0604020202020204" pitchFamily="34" charset="0"/>
                  <a:buChar char="•"/>
                </a:pPr>
                <a:r>
                  <a:rPr lang="en-US" sz="1200" b="1" dirty="0">
                    <a:solidFill>
                      <a:srgbClr val="002060"/>
                    </a:solidFill>
                  </a:rPr>
                  <a:t>Development of Script to inject evtx files to Splunk</a:t>
                </a:r>
              </a:p>
              <a:p>
                <a:pPr marL="351450" lvl="1" indent="-171450" defTabSz="488950">
                  <a:lnSpc>
                    <a:spcPct val="90000"/>
                  </a:lnSpc>
                  <a:spcAft>
                    <a:spcPct val="15000"/>
                  </a:spcAft>
                  <a:buFont typeface="Arial" panose="020B0604020202020204" pitchFamily="34" charset="0"/>
                  <a:buChar char="•"/>
                </a:pPr>
                <a:r>
                  <a:rPr lang="en-US" sz="1200" b="1" dirty="0">
                    <a:solidFill>
                      <a:srgbClr val="002060"/>
                    </a:solidFill>
                  </a:rPr>
                  <a:t>Investigation</a:t>
                </a:r>
              </a:p>
              <a:p>
                <a:pPr marL="351450" lvl="1" indent="-171450" defTabSz="488950">
                  <a:lnSpc>
                    <a:spcPct val="90000"/>
                  </a:lnSpc>
                  <a:spcAft>
                    <a:spcPct val="15000"/>
                  </a:spcAft>
                  <a:buFont typeface="Arial" panose="020B0604020202020204" pitchFamily="34" charset="0"/>
                  <a:buChar char="•"/>
                </a:pPr>
                <a:r>
                  <a:rPr lang="en-US" sz="1200" b="1" dirty="0">
                    <a:solidFill>
                      <a:srgbClr val="002060"/>
                    </a:solidFill>
                  </a:rPr>
                  <a:t>Implementation of correlation rules.</a:t>
                </a:r>
              </a:p>
              <a:p>
                <a:pPr marL="351450" lvl="1" indent="-171450" defTabSz="488950">
                  <a:lnSpc>
                    <a:spcPct val="90000"/>
                  </a:lnSpc>
                  <a:spcAft>
                    <a:spcPct val="15000"/>
                  </a:spcAft>
                  <a:buFont typeface="Arial" panose="020B0604020202020204" pitchFamily="34" charset="0"/>
                  <a:buChar char="•"/>
                </a:pPr>
                <a:r>
                  <a:rPr lang="en-US" sz="1200" b="1" i="0" kern="1200" dirty="0">
                    <a:solidFill>
                      <a:srgbClr val="002060"/>
                    </a:solidFill>
                  </a:rPr>
                  <a:t>Automating Installation Using Ansible.</a:t>
                </a:r>
              </a:p>
            </p:txBody>
          </p:sp>
          <p:grpSp>
            <p:nvGrpSpPr>
              <p:cNvPr id="102" name="Groupe 101">
                <a:extLst>
                  <a:ext uri="{FF2B5EF4-FFF2-40B4-BE49-F238E27FC236}">
                    <a16:creationId xmlns:a16="http://schemas.microsoft.com/office/drawing/2014/main" id="{8CF2E19D-BB63-0075-C1A7-090F858AEF22}"/>
                  </a:ext>
                </a:extLst>
              </p:cNvPr>
              <p:cNvGrpSpPr/>
              <p:nvPr/>
            </p:nvGrpSpPr>
            <p:grpSpPr>
              <a:xfrm>
                <a:off x="-279639" y="1135519"/>
                <a:ext cx="5548694" cy="337942"/>
                <a:chOff x="-279639" y="1135519"/>
                <a:chExt cx="5548694" cy="337942"/>
              </a:xfrm>
            </p:grpSpPr>
            <p:sp>
              <p:nvSpPr>
                <p:cNvPr id="103" name="Rectangle 102">
                  <a:extLst>
                    <a:ext uri="{FF2B5EF4-FFF2-40B4-BE49-F238E27FC236}">
                      <a16:creationId xmlns:a16="http://schemas.microsoft.com/office/drawing/2014/main" id="{6BECC4B0-9F1F-1BD4-CC5D-B6C7F46A0F8A}"/>
                    </a:ext>
                  </a:extLst>
                </p:cNvPr>
                <p:cNvSpPr/>
                <p:nvPr/>
              </p:nvSpPr>
              <p:spPr>
                <a:xfrm>
                  <a:off x="4761972" y="1135519"/>
                  <a:ext cx="507083" cy="337942"/>
                </a:xfrm>
                <a:prstGeom prst="rect">
                  <a:avLst/>
                </a:pr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sp>
            <p:sp>
              <p:nvSpPr>
                <p:cNvPr id="104" name="Ellipse 103">
                  <a:extLst>
                    <a:ext uri="{FF2B5EF4-FFF2-40B4-BE49-F238E27FC236}">
                      <a16:creationId xmlns:a16="http://schemas.microsoft.com/office/drawing/2014/main" id="{4F4AA553-50C1-853D-82A5-DD0A784F54CC}"/>
                    </a:ext>
                  </a:extLst>
                </p:cNvPr>
                <p:cNvSpPr/>
                <p:nvPr/>
              </p:nvSpPr>
              <p:spPr>
                <a:xfrm>
                  <a:off x="-279639" y="1169816"/>
                  <a:ext cx="468981" cy="292629"/>
                </a:xfrm>
                <a:prstGeom prst="ellipse">
                  <a:avLst/>
                </a:prstGeom>
                <a:blipFill rotWithShape="1">
                  <a:blip r:embed="rId3"/>
                  <a:srcRect/>
                  <a:stretch>
                    <a:fillRect l="-3000" r="-3000"/>
                  </a:stretch>
                </a:blipFill>
                <a:ln>
                  <a:noFill/>
                </a:ln>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txBody>
                <a:bodyPr/>
                <a:lstStyle/>
                <a:p>
                  <a:endParaRPr lang="de-DE" dirty="0"/>
                </a:p>
              </p:txBody>
            </p:sp>
          </p:grpSp>
        </p:grpSp>
        <p:grpSp>
          <p:nvGrpSpPr>
            <p:cNvPr id="105" name="Groupe 104">
              <a:extLst>
                <a:ext uri="{FF2B5EF4-FFF2-40B4-BE49-F238E27FC236}">
                  <a16:creationId xmlns:a16="http://schemas.microsoft.com/office/drawing/2014/main" id="{1C6A5158-3EBB-EF30-69C1-A5161EA8994F}"/>
                </a:ext>
              </a:extLst>
            </p:cNvPr>
            <p:cNvGrpSpPr/>
            <p:nvPr/>
          </p:nvGrpSpPr>
          <p:grpSpPr>
            <a:xfrm>
              <a:off x="5223151" y="2951472"/>
              <a:ext cx="5130333" cy="2231185"/>
              <a:chOff x="4405072" y="1180423"/>
              <a:chExt cx="5130333" cy="1557514"/>
            </a:xfrm>
          </p:grpSpPr>
          <p:sp>
            <p:nvSpPr>
              <p:cNvPr id="106" name="Forme libre : forme 105">
                <a:extLst>
                  <a:ext uri="{FF2B5EF4-FFF2-40B4-BE49-F238E27FC236}">
                    <a16:creationId xmlns:a16="http://schemas.microsoft.com/office/drawing/2014/main" id="{56B43CC2-3320-858D-9305-7127B3FEEB32}"/>
                  </a:ext>
                </a:extLst>
              </p:cNvPr>
              <p:cNvSpPr/>
              <p:nvPr/>
            </p:nvSpPr>
            <p:spPr>
              <a:xfrm>
                <a:off x="7263550" y="1456160"/>
                <a:ext cx="2271855" cy="1281777"/>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noFill/>
              <a:ln>
                <a:solidFill>
                  <a:schemeClr val="accent4">
                    <a:lumMod val="75000"/>
                  </a:schemeClr>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180000" lvl="1" defTabSz="488950">
                  <a:lnSpc>
                    <a:spcPct val="90000"/>
                  </a:lnSpc>
                  <a:spcAft>
                    <a:spcPct val="15000"/>
                  </a:spcAft>
                </a:pPr>
                <a:endParaRPr lang="en-US" sz="1100" dirty="0"/>
              </a:p>
              <a:p>
                <a:pPr marL="351450" lvl="1" indent="-171450" defTabSz="488950">
                  <a:lnSpc>
                    <a:spcPct val="90000"/>
                  </a:lnSpc>
                  <a:spcAft>
                    <a:spcPct val="15000"/>
                  </a:spcAft>
                  <a:buFont typeface="Arial" panose="020B0604020202020204" pitchFamily="34" charset="0"/>
                  <a:buChar char="•"/>
                </a:pPr>
                <a:r>
                  <a:rPr lang="en-US" sz="1100" b="1" dirty="0">
                    <a:solidFill>
                      <a:srgbClr val="002060"/>
                    </a:solidFill>
                  </a:rPr>
                  <a:t>Test and validation of correlation rules</a:t>
                </a:r>
              </a:p>
              <a:p>
                <a:pPr marL="465750" lvl="1" indent="-285750" defTabSz="488950">
                  <a:lnSpc>
                    <a:spcPct val="90000"/>
                  </a:lnSpc>
                  <a:spcAft>
                    <a:spcPct val="15000"/>
                  </a:spcAft>
                  <a:buFont typeface="Arial" panose="020B0604020202020204" pitchFamily="34" charset="0"/>
                  <a:buChar char="•"/>
                </a:pPr>
                <a:r>
                  <a:rPr lang="en-US" sz="1100" b="1" dirty="0">
                    <a:solidFill>
                      <a:srgbClr val="002060"/>
                    </a:solidFill>
                  </a:rPr>
                  <a:t>Mapping rules with MITRE ATT&amp;CK</a:t>
                </a:r>
                <a:endParaRPr lang="en-US" sz="1100" b="1" i="0" kern="1200" dirty="0">
                  <a:solidFill>
                    <a:srgbClr val="002060"/>
                  </a:solidFill>
                </a:endParaRPr>
              </a:p>
              <a:p>
                <a:pPr marL="180000" lvl="1" defTabSz="488950">
                  <a:lnSpc>
                    <a:spcPct val="90000"/>
                  </a:lnSpc>
                  <a:spcAft>
                    <a:spcPct val="15000"/>
                  </a:spcAft>
                </a:pPr>
                <a:endParaRPr lang="en-US" sz="1100" b="0" i="0" kern="1200" dirty="0"/>
              </a:p>
            </p:txBody>
          </p:sp>
          <p:pic>
            <p:nvPicPr>
              <p:cNvPr id="109" name="Image 108">
                <a:extLst>
                  <a:ext uri="{FF2B5EF4-FFF2-40B4-BE49-F238E27FC236}">
                    <a16:creationId xmlns:a16="http://schemas.microsoft.com/office/drawing/2014/main" id="{91EBC788-F1ED-3ABE-4985-30B56F749968}"/>
                  </a:ext>
                </a:extLst>
              </p:cNvPr>
              <p:cNvPicPr>
                <a:picLocks noChangeAspect="1"/>
              </p:cNvPicPr>
              <p:nvPr/>
            </p:nvPicPr>
            <p:blipFill>
              <a:blip r:embed="rId4" cstate="print">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405072" y="1180423"/>
                <a:ext cx="440934" cy="440934"/>
              </a:xfrm>
              <a:prstGeom prst="rect">
                <a:avLst/>
              </a:prstGeom>
              <a:solidFill>
                <a:schemeClr val="bg1"/>
              </a:solidFill>
            </p:spPr>
          </p:pic>
        </p:grpSp>
        <p:cxnSp>
          <p:nvCxnSpPr>
            <p:cNvPr id="110" name="Straight Connector 16">
              <a:extLst>
                <a:ext uri="{FF2B5EF4-FFF2-40B4-BE49-F238E27FC236}">
                  <a16:creationId xmlns:a16="http://schemas.microsoft.com/office/drawing/2014/main" id="{6CB31D03-36FC-940A-50C8-5006724E8A26}"/>
                </a:ext>
              </a:extLst>
            </p:cNvPr>
            <p:cNvCxnSpPr>
              <a:cxnSpLocks/>
            </p:cNvCxnSpPr>
            <p:nvPr/>
          </p:nvCxnSpPr>
          <p:spPr>
            <a:xfrm flipH="1">
              <a:off x="2287559" y="878830"/>
              <a:ext cx="6913" cy="5729693"/>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6">
              <a:extLst>
                <a:ext uri="{FF2B5EF4-FFF2-40B4-BE49-F238E27FC236}">
                  <a16:creationId xmlns:a16="http://schemas.microsoft.com/office/drawing/2014/main" id="{8C2A8293-52B5-673F-EE3A-F539C51CD9FA}"/>
                </a:ext>
              </a:extLst>
            </p:cNvPr>
            <p:cNvCxnSpPr>
              <a:cxnSpLocks/>
            </p:cNvCxnSpPr>
            <p:nvPr/>
          </p:nvCxnSpPr>
          <p:spPr>
            <a:xfrm flipH="1">
              <a:off x="5031380" y="780753"/>
              <a:ext cx="6128" cy="5827770"/>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12" name="Straight Connector 16">
            <a:extLst>
              <a:ext uri="{FF2B5EF4-FFF2-40B4-BE49-F238E27FC236}">
                <a16:creationId xmlns:a16="http://schemas.microsoft.com/office/drawing/2014/main" id="{F63A00A4-833F-4112-BA7D-6D01EFA07267}"/>
              </a:ext>
            </a:extLst>
          </p:cNvPr>
          <p:cNvCxnSpPr>
            <a:cxnSpLocks/>
          </p:cNvCxnSpPr>
          <p:nvPr/>
        </p:nvCxnSpPr>
        <p:spPr>
          <a:xfrm flipH="1">
            <a:off x="7141337" y="1072755"/>
            <a:ext cx="85" cy="4931545"/>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49">
            <a:extLst>
              <a:ext uri="{FF2B5EF4-FFF2-40B4-BE49-F238E27FC236}">
                <a16:creationId xmlns:a16="http://schemas.microsoft.com/office/drawing/2014/main" id="{487B1933-FE93-B7CB-8811-AD4F3AAB97C9}"/>
              </a:ext>
            </a:extLst>
          </p:cNvPr>
          <p:cNvCxnSpPr>
            <a:cxnSpLocks/>
          </p:cNvCxnSpPr>
          <p:nvPr/>
        </p:nvCxnSpPr>
        <p:spPr>
          <a:xfrm flipV="1">
            <a:off x="83663" y="2612270"/>
            <a:ext cx="11789652" cy="67068"/>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5" name="Right Arrow 36">
            <a:extLst>
              <a:ext uri="{FF2B5EF4-FFF2-40B4-BE49-F238E27FC236}">
                <a16:creationId xmlns:a16="http://schemas.microsoft.com/office/drawing/2014/main" id="{88450BC3-8B5E-252F-0B51-EE5F5C9DE5F8}"/>
              </a:ext>
            </a:extLst>
          </p:cNvPr>
          <p:cNvSpPr/>
          <p:nvPr/>
        </p:nvSpPr>
        <p:spPr>
          <a:xfrm>
            <a:off x="6813168" y="1845989"/>
            <a:ext cx="673000" cy="324492"/>
          </a:xfrm>
          <a:prstGeom prst="rightArrow">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sp>
        <p:nvSpPr>
          <p:cNvPr id="56" name="Right Arrow 36">
            <a:extLst>
              <a:ext uri="{FF2B5EF4-FFF2-40B4-BE49-F238E27FC236}">
                <a16:creationId xmlns:a16="http://schemas.microsoft.com/office/drawing/2014/main" id="{95B95DBB-0D71-1201-13EC-ED6F8ACD742D}"/>
              </a:ext>
            </a:extLst>
          </p:cNvPr>
          <p:cNvSpPr/>
          <p:nvPr/>
        </p:nvSpPr>
        <p:spPr>
          <a:xfrm>
            <a:off x="9517770" y="1718962"/>
            <a:ext cx="673000" cy="324492"/>
          </a:xfrm>
          <a:prstGeom prst="rightArrow">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sp>
        <p:nvSpPr>
          <p:cNvPr id="57" name="Rounded Rectangle 4">
            <a:extLst>
              <a:ext uri="{FF2B5EF4-FFF2-40B4-BE49-F238E27FC236}">
                <a16:creationId xmlns:a16="http://schemas.microsoft.com/office/drawing/2014/main" id="{45F1B3CD-3866-A986-A801-192DBE0F8243}"/>
              </a:ext>
            </a:extLst>
          </p:cNvPr>
          <p:cNvSpPr/>
          <p:nvPr/>
        </p:nvSpPr>
        <p:spPr>
          <a:xfrm>
            <a:off x="10258215" y="1537535"/>
            <a:ext cx="1750581" cy="831126"/>
          </a:xfrm>
          <a:prstGeom prst="roundRect">
            <a:avLst/>
          </a:prstGeom>
          <a:solidFill>
            <a:srgbClr val="002060"/>
          </a:solidFill>
          <a:ln>
            <a:noFill/>
          </a:ln>
          <a:effectLst>
            <a:outerShdw blurRad="57150" dist="19050" dir="5400000" algn="ctr" rotWithShape="0">
              <a:srgbClr val="000000">
                <a:alpha val="63000"/>
              </a:srgbClr>
            </a:outerShdw>
          </a:effectLst>
        </p:spPr>
        <p:txBody>
          <a:bodyPr rtlCol="0" anchor="ctr"/>
          <a:lstStyle/>
          <a:p>
            <a:pPr marL="180000" lvl="1" algn="ctr" defTabSz="488950">
              <a:lnSpc>
                <a:spcPct val="90000"/>
              </a:lnSpc>
              <a:spcAft>
                <a:spcPct val="15000"/>
              </a:spcAft>
            </a:pPr>
            <a:r>
              <a:rPr lang="en-US" sz="1400" b="1" dirty="0">
                <a:solidFill>
                  <a:schemeClr val="bg1"/>
                </a:solidFill>
                <a:latin typeface="+mj-lt"/>
                <a:cs typeface="Arial" pitchFamily="34" charset="0"/>
              </a:rPr>
              <a:t>Conclusion and perspectives</a:t>
            </a:r>
            <a:endParaRPr lang="en-US" sz="1400" b="1" i="0" kern="1200" dirty="0">
              <a:solidFill>
                <a:schemeClr val="bg1"/>
              </a:solidFill>
            </a:endParaRPr>
          </a:p>
        </p:txBody>
      </p:sp>
      <p:sp>
        <p:nvSpPr>
          <p:cNvPr id="58" name="Oval 5">
            <a:extLst>
              <a:ext uri="{FF2B5EF4-FFF2-40B4-BE49-F238E27FC236}">
                <a16:creationId xmlns:a16="http://schemas.microsoft.com/office/drawing/2014/main" id="{242EC84B-A3C4-98B7-9151-C008A858034C}"/>
              </a:ext>
            </a:extLst>
          </p:cNvPr>
          <p:cNvSpPr/>
          <p:nvPr/>
        </p:nvSpPr>
        <p:spPr>
          <a:xfrm>
            <a:off x="10123527" y="1309829"/>
            <a:ext cx="493879" cy="351547"/>
          </a:xfrm>
          <a:prstGeom prst="ellipse">
            <a:avLst/>
          </a:prstGeom>
          <a:solidFill>
            <a:srgbClr val="002060"/>
          </a:solidFill>
          <a:ln w="6350" cap="flat" cmpd="sng" algn="ctr">
            <a:noFill/>
            <a:prstDash val="solid"/>
            <a:miter lim="800000"/>
          </a:ln>
          <a:effectLst/>
        </p:spPr>
        <p:txBody>
          <a:bodyPr rtlCol="0" anchor="ctr"/>
          <a:lstStyle/>
          <a:p>
            <a:pPr algn="ctr">
              <a:defRPr/>
            </a:pPr>
            <a:r>
              <a:rPr lang="fr-FR" sz="1400" b="1" kern="0" dirty="0">
                <a:solidFill>
                  <a:prstClr val="white"/>
                </a:solidFill>
                <a:latin typeface="Calibri" panose="020F0502020204030204" pitchFamily="34" charset="0"/>
                <a:cs typeface="Calibri" panose="020F0502020204030204" pitchFamily="34" charset="0"/>
              </a:rPr>
              <a:t>5</a:t>
            </a:r>
            <a:endParaRPr lang="en-US" sz="1400" b="1" kern="0" dirty="0">
              <a:solidFill>
                <a:prstClr val="white"/>
              </a:solidFill>
              <a:latin typeface="Calibri" panose="020F0502020204030204" pitchFamily="34" charset="0"/>
              <a:cs typeface="Calibri" panose="020F0502020204030204" pitchFamily="34" charset="0"/>
            </a:endParaRPr>
          </a:p>
        </p:txBody>
      </p:sp>
      <p:sp>
        <p:nvSpPr>
          <p:cNvPr id="59" name="Forme libre : forme 58">
            <a:extLst>
              <a:ext uri="{FF2B5EF4-FFF2-40B4-BE49-F238E27FC236}">
                <a16:creationId xmlns:a16="http://schemas.microsoft.com/office/drawing/2014/main" id="{F21B3EF3-8B18-11A0-4D71-F3ED1CBE3766}"/>
              </a:ext>
            </a:extLst>
          </p:cNvPr>
          <p:cNvSpPr/>
          <p:nvPr/>
        </p:nvSpPr>
        <p:spPr>
          <a:xfrm>
            <a:off x="10258215" y="3219533"/>
            <a:ext cx="1745996" cy="1388446"/>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180000" lvl="1" defTabSz="488950">
              <a:lnSpc>
                <a:spcPct val="90000"/>
              </a:lnSpc>
              <a:spcAft>
                <a:spcPct val="15000"/>
              </a:spcAft>
            </a:pPr>
            <a:endParaRPr lang="en-US" sz="1100" dirty="0"/>
          </a:p>
          <a:p>
            <a:pPr marL="351450" lvl="1" indent="-171450" defTabSz="488950">
              <a:lnSpc>
                <a:spcPct val="90000"/>
              </a:lnSpc>
              <a:spcAft>
                <a:spcPct val="15000"/>
              </a:spcAft>
              <a:buFont typeface="Arial" panose="020B0604020202020204" pitchFamily="34" charset="0"/>
              <a:buChar char="•"/>
            </a:pPr>
            <a:r>
              <a:rPr lang="en-US" sz="1100" b="1" dirty="0">
                <a:solidFill>
                  <a:srgbClr val="002060"/>
                </a:solidFill>
              </a:rPr>
              <a:t>Test and validation of correlation rules</a:t>
            </a:r>
          </a:p>
          <a:p>
            <a:pPr marL="465750" lvl="1" indent="-285750" defTabSz="488950">
              <a:lnSpc>
                <a:spcPct val="90000"/>
              </a:lnSpc>
              <a:spcAft>
                <a:spcPct val="15000"/>
              </a:spcAft>
              <a:buFont typeface="Arial" panose="020B0604020202020204" pitchFamily="34" charset="0"/>
              <a:buChar char="•"/>
            </a:pPr>
            <a:r>
              <a:rPr lang="en-US" sz="1100" b="1" dirty="0">
                <a:solidFill>
                  <a:srgbClr val="002060"/>
                </a:solidFill>
              </a:rPr>
              <a:t>Mapping rules with MITRE ATT&amp;CK</a:t>
            </a:r>
            <a:endParaRPr lang="en-US" sz="1100" b="1" i="0" kern="1200" dirty="0">
              <a:solidFill>
                <a:srgbClr val="002060"/>
              </a:solidFill>
            </a:endParaRPr>
          </a:p>
          <a:p>
            <a:pPr marL="180000" lvl="1" defTabSz="488950">
              <a:lnSpc>
                <a:spcPct val="90000"/>
              </a:lnSpc>
              <a:spcAft>
                <a:spcPct val="15000"/>
              </a:spcAft>
            </a:pPr>
            <a:endParaRPr lang="en-US" sz="1100" b="0" i="0" kern="1200" dirty="0"/>
          </a:p>
        </p:txBody>
      </p:sp>
      <p:sp>
        <p:nvSpPr>
          <p:cNvPr id="60" name="Rectangle 59">
            <a:extLst>
              <a:ext uri="{FF2B5EF4-FFF2-40B4-BE49-F238E27FC236}">
                <a16:creationId xmlns:a16="http://schemas.microsoft.com/office/drawing/2014/main" id="{EA549C5D-9373-3579-70E6-0481C40A86CA}"/>
              </a:ext>
            </a:extLst>
          </p:cNvPr>
          <p:cNvSpPr/>
          <p:nvPr/>
        </p:nvSpPr>
        <p:spPr>
          <a:xfrm>
            <a:off x="10077935" y="2873333"/>
            <a:ext cx="476409" cy="610807"/>
          </a:xfrm>
          <a:prstGeom prst="rect">
            <a:avLst/>
          </a:pr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sp>
      <p:cxnSp>
        <p:nvCxnSpPr>
          <p:cNvPr id="61" name="Straight Connector 16">
            <a:extLst>
              <a:ext uri="{FF2B5EF4-FFF2-40B4-BE49-F238E27FC236}">
                <a16:creationId xmlns:a16="http://schemas.microsoft.com/office/drawing/2014/main" id="{90A5559F-FEAA-24B8-6EE8-7E74560D5091}"/>
              </a:ext>
            </a:extLst>
          </p:cNvPr>
          <p:cNvCxnSpPr>
            <a:cxnSpLocks/>
          </p:cNvCxnSpPr>
          <p:nvPr/>
        </p:nvCxnSpPr>
        <p:spPr>
          <a:xfrm flipH="1">
            <a:off x="9808869" y="1059094"/>
            <a:ext cx="85" cy="4931545"/>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AE5DE197-1C9D-7234-3F68-5FD6337C0A1A}"/>
              </a:ext>
            </a:extLst>
          </p:cNvPr>
          <p:cNvSpPr/>
          <p:nvPr/>
        </p:nvSpPr>
        <p:spPr>
          <a:xfrm>
            <a:off x="7265113" y="2818193"/>
            <a:ext cx="476409" cy="610807"/>
          </a:xfrm>
          <a:prstGeom prst="rect">
            <a:avLst/>
          </a:prstGeom>
          <a:solidFill>
            <a:schemeClr val="bg1"/>
          </a:solidFill>
          <a:ln>
            <a:solidFill>
              <a:schemeClr val="accent4">
                <a:lumMod val="75000"/>
              </a:schemeClr>
            </a:solidFill>
          </a:ln>
        </p:spPr>
        <p:style>
          <a:lnRef idx="2">
            <a:schemeClr val="dk1">
              <a:shade val="80000"/>
              <a:hueOff val="0"/>
              <a:satOff val="0"/>
              <a:lumOff val="0"/>
              <a:alphaOff val="0"/>
            </a:schemeClr>
          </a:lnRef>
          <a:fillRef idx="1">
            <a:schemeClr val="dk1">
              <a:tint val="40000"/>
              <a:hueOff val="0"/>
              <a:satOff val="0"/>
              <a:lumOff val="0"/>
              <a:alphaOff val="0"/>
            </a:schemeClr>
          </a:fillRef>
          <a:effectRef idx="0">
            <a:schemeClr val="dk1">
              <a:tint val="40000"/>
              <a:hueOff val="0"/>
              <a:satOff val="0"/>
              <a:lumOff val="0"/>
              <a:alphaOff val="0"/>
            </a:schemeClr>
          </a:effectRef>
          <a:fontRef idx="minor">
            <a:schemeClr val="lt1">
              <a:hueOff val="0"/>
              <a:satOff val="0"/>
              <a:lumOff val="0"/>
              <a:alphaOff val="0"/>
            </a:schemeClr>
          </a:fontRef>
        </p:style>
      </p:sp>
      <p:grpSp>
        <p:nvGrpSpPr>
          <p:cNvPr id="70" name="Google Shape;16405;p90">
            <a:extLst>
              <a:ext uri="{FF2B5EF4-FFF2-40B4-BE49-F238E27FC236}">
                <a16:creationId xmlns:a16="http://schemas.microsoft.com/office/drawing/2014/main" id="{AB1E3967-F8F9-C781-2373-D4FEC3271E5B}"/>
              </a:ext>
            </a:extLst>
          </p:cNvPr>
          <p:cNvGrpSpPr/>
          <p:nvPr/>
        </p:nvGrpSpPr>
        <p:grpSpPr>
          <a:xfrm>
            <a:off x="2199191" y="2979274"/>
            <a:ext cx="5310913" cy="430232"/>
            <a:chOff x="-3387638" y="1924850"/>
            <a:chExt cx="5310913" cy="430232"/>
          </a:xfrm>
        </p:grpSpPr>
        <p:sp>
          <p:nvSpPr>
            <p:cNvPr id="71" name="Google Shape;16406;p90">
              <a:extLst>
                <a:ext uri="{FF2B5EF4-FFF2-40B4-BE49-F238E27FC236}">
                  <a16:creationId xmlns:a16="http://schemas.microsoft.com/office/drawing/2014/main" id="{8BD23002-3A29-48B8-42B6-1B87DAE5ED4A}"/>
                </a:ext>
              </a:extLst>
            </p:cNvPr>
            <p:cNvSpPr/>
            <p:nvPr/>
          </p:nvSpPr>
          <p:spPr>
            <a:xfrm>
              <a:off x="-3387638" y="1990807"/>
              <a:ext cx="367625" cy="364275"/>
            </a:xfrm>
            <a:custGeom>
              <a:avLst/>
              <a:gdLst/>
              <a:ahLst/>
              <a:cxnLst/>
              <a:rect l="l" t="t" r="r" b="b"/>
              <a:pathLst>
                <a:path w="14705" h="14571" extrusionOk="0">
                  <a:moveTo>
                    <a:pt x="7901" y="5034"/>
                  </a:moveTo>
                  <a:lnTo>
                    <a:pt x="7901" y="6146"/>
                  </a:lnTo>
                  <a:lnTo>
                    <a:pt x="6759" y="6146"/>
                  </a:lnTo>
                  <a:lnTo>
                    <a:pt x="6759" y="5034"/>
                  </a:lnTo>
                  <a:close/>
                  <a:moveTo>
                    <a:pt x="5895" y="8398"/>
                  </a:moveTo>
                  <a:cubicBezTo>
                    <a:pt x="6049" y="8398"/>
                    <a:pt x="6204" y="8522"/>
                    <a:pt x="6204" y="8676"/>
                  </a:cubicBezTo>
                  <a:lnTo>
                    <a:pt x="6204" y="11978"/>
                  </a:lnTo>
                  <a:cubicBezTo>
                    <a:pt x="6204" y="12133"/>
                    <a:pt x="6049" y="12256"/>
                    <a:pt x="5895" y="12256"/>
                  </a:cubicBezTo>
                  <a:lnTo>
                    <a:pt x="926" y="12256"/>
                  </a:lnTo>
                  <a:cubicBezTo>
                    <a:pt x="772" y="12256"/>
                    <a:pt x="618" y="12133"/>
                    <a:pt x="618" y="11978"/>
                  </a:cubicBezTo>
                  <a:lnTo>
                    <a:pt x="618" y="8676"/>
                  </a:lnTo>
                  <a:cubicBezTo>
                    <a:pt x="618" y="8522"/>
                    <a:pt x="772" y="8398"/>
                    <a:pt x="926" y="8398"/>
                  </a:cubicBezTo>
                  <a:close/>
                  <a:moveTo>
                    <a:pt x="13734" y="8398"/>
                  </a:moveTo>
                  <a:cubicBezTo>
                    <a:pt x="13888" y="8398"/>
                    <a:pt x="14012" y="8522"/>
                    <a:pt x="14012" y="8676"/>
                  </a:cubicBezTo>
                  <a:lnTo>
                    <a:pt x="14012" y="11978"/>
                  </a:lnTo>
                  <a:cubicBezTo>
                    <a:pt x="14012" y="12133"/>
                    <a:pt x="13888" y="12256"/>
                    <a:pt x="13734" y="12256"/>
                  </a:cubicBezTo>
                  <a:lnTo>
                    <a:pt x="8734" y="12256"/>
                  </a:lnTo>
                  <a:cubicBezTo>
                    <a:pt x="8580" y="12256"/>
                    <a:pt x="8457" y="12133"/>
                    <a:pt x="8457" y="11978"/>
                  </a:cubicBezTo>
                  <a:lnTo>
                    <a:pt x="8457" y="8676"/>
                  </a:lnTo>
                  <a:cubicBezTo>
                    <a:pt x="8457" y="8522"/>
                    <a:pt x="8580" y="8398"/>
                    <a:pt x="8734" y="8398"/>
                  </a:cubicBezTo>
                  <a:close/>
                  <a:moveTo>
                    <a:pt x="3982" y="12812"/>
                  </a:moveTo>
                  <a:lnTo>
                    <a:pt x="3982" y="13984"/>
                  </a:lnTo>
                  <a:lnTo>
                    <a:pt x="2840" y="13984"/>
                  </a:lnTo>
                  <a:lnTo>
                    <a:pt x="2840" y="12812"/>
                  </a:lnTo>
                  <a:close/>
                  <a:moveTo>
                    <a:pt x="11821" y="12812"/>
                  </a:moveTo>
                  <a:lnTo>
                    <a:pt x="11821" y="13984"/>
                  </a:lnTo>
                  <a:lnTo>
                    <a:pt x="10679" y="13984"/>
                  </a:lnTo>
                  <a:lnTo>
                    <a:pt x="10679" y="12812"/>
                  </a:lnTo>
                  <a:close/>
                  <a:moveTo>
                    <a:pt x="6103" y="0"/>
                  </a:moveTo>
                  <a:cubicBezTo>
                    <a:pt x="6086" y="0"/>
                    <a:pt x="6068" y="1"/>
                    <a:pt x="6049" y="4"/>
                  </a:cubicBezTo>
                  <a:lnTo>
                    <a:pt x="4908" y="4"/>
                  </a:lnTo>
                  <a:cubicBezTo>
                    <a:pt x="4445" y="4"/>
                    <a:pt x="4043" y="374"/>
                    <a:pt x="4074" y="868"/>
                  </a:cubicBezTo>
                  <a:lnTo>
                    <a:pt x="4074" y="4139"/>
                  </a:lnTo>
                  <a:cubicBezTo>
                    <a:pt x="4043" y="4633"/>
                    <a:pt x="4445" y="5034"/>
                    <a:pt x="4908" y="5034"/>
                  </a:cubicBezTo>
                  <a:lnTo>
                    <a:pt x="6204" y="5034"/>
                  </a:lnTo>
                  <a:lnTo>
                    <a:pt x="6204" y="6146"/>
                  </a:lnTo>
                  <a:lnTo>
                    <a:pt x="340" y="6146"/>
                  </a:lnTo>
                  <a:cubicBezTo>
                    <a:pt x="0" y="6207"/>
                    <a:pt x="0" y="6670"/>
                    <a:pt x="340" y="6732"/>
                  </a:cubicBezTo>
                  <a:lnTo>
                    <a:pt x="3118" y="6732"/>
                  </a:lnTo>
                  <a:lnTo>
                    <a:pt x="3118" y="7843"/>
                  </a:lnTo>
                  <a:lnTo>
                    <a:pt x="926" y="7843"/>
                  </a:lnTo>
                  <a:cubicBezTo>
                    <a:pt x="433" y="7843"/>
                    <a:pt x="62" y="8213"/>
                    <a:pt x="62" y="8676"/>
                  </a:cubicBezTo>
                  <a:lnTo>
                    <a:pt x="62" y="11978"/>
                  </a:lnTo>
                  <a:cubicBezTo>
                    <a:pt x="62" y="12441"/>
                    <a:pt x="433" y="12843"/>
                    <a:pt x="926" y="12843"/>
                  </a:cubicBezTo>
                  <a:lnTo>
                    <a:pt x="2284" y="12843"/>
                  </a:lnTo>
                  <a:lnTo>
                    <a:pt x="2284" y="13984"/>
                  </a:lnTo>
                  <a:lnTo>
                    <a:pt x="1297" y="13984"/>
                  </a:lnTo>
                  <a:cubicBezTo>
                    <a:pt x="1112" y="13984"/>
                    <a:pt x="988" y="14108"/>
                    <a:pt x="988" y="14262"/>
                  </a:cubicBezTo>
                  <a:cubicBezTo>
                    <a:pt x="988" y="14416"/>
                    <a:pt x="1112" y="14540"/>
                    <a:pt x="1297" y="14571"/>
                  </a:cubicBezTo>
                  <a:lnTo>
                    <a:pt x="5525" y="14571"/>
                  </a:lnTo>
                  <a:cubicBezTo>
                    <a:pt x="5679" y="14540"/>
                    <a:pt x="5803" y="14416"/>
                    <a:pt x="5803" y="14262"/>
                  </a:cubicBezTo>
                  <a:cubicBezTo>
                    <a:pt x="5803" y="14108"/>
                    <a:pt x="5679" y="13984"/>
                    <a:pt x="5525" y="13984"/>
                  </a:cubicBezTo>
                  <a:lnTo>
                    <a:pt x="4537" y="13984"/>
                  </a:lnTo>
                  <a:lnTo>
                    <a:pt x="4537" y="12843"/>
                  </a:lnTo>
                  <a:lnTo>
                    <a:pt x="5895" y="12843"/>
                  </a:lnTo>
                  <a:cubicBezTo>
                    <a:pt x="6389" y="12843"/>
                    <a:pt x="6759" y="12441"/>
                    <a:pt x="6759" y="11978"/>
                  </a:cubicBezTo>
                  <a:lnTo>
                    <a:pt x="6759" y="8676"/>
                  </a:lnTo>
                  <a:cubicBezTo>
                    <a:pt x="6759" y="8213"/>
                    <a:pt x="6389" y="7843"/>
                    <a:pt x="5895" y="7843"/>
                  </a:cubicBezTo>
                  <a:lnTo>
                    <a:pt x="3704" y="7843"/>
                  </a:lnTo>
                  <a:lnTo>
                    <a:pt x="3704" y="6701"/>
                  </a:lnTo>
                  <a:lnTo>
                    <a:pt x="10956" y="6701"/>
                  </a:lnTo>
                  <a:lnTo>
                    <a:pt x="10956" y="7843"/>
                  </a:lnTo>
                  <a:lnTo>
                    <a:pt x="8734" y="7843"/>
                  </a:lnTo>
                  <a:cubicBezTo>
                    <a:pt x="8271" y="7843"/>
                    <a:pt x="7901" y="8213"/>
                    <a:pt x="7901" y="8676"/>
                  </a:cubicBezTo>
                  <a:lnTo>
                    <a:pt x="7901" y="11978"/>
                  </a:lnTo>
                  <a:cubicBezTo>
                    <a:pt x="7901" y="12441"/>
                    <a:pt x="8271" y="12843"/>
                    <a:pt x="8734" y="12843"/>
                  </a:cubicBezTo>
                  <a:lnTo>
                    <a:pt x="10123" y="12843"/>
                  </a:lnTo>
                  <a:lnTo>
                    <a:pt x="10123" y="13984"/>
                  </a:lnTo>
                  <a:lnTo>
                    <a:pt x="9105" y="13984"/>
                  </a:lnTo>
                  <a:cubicBezTo>
                    <a:pt x="8950" y="13984"/>
                    <a:pt x="8827" y="14108"/>
                    <a:pt x="8827" y="14262"/>
                  </a:cubicBezTo>
                  <a:cubicBezTo>
                    <a:pt x="8827" y="14416"/>
                    <a:pt x="8950" y="14571"/>
                    <a:pt x="9105" y="14571"/>
                  </a:cubicBezTo>
                  <a:lnTo>
                    <a:pt x="13364" y="14571"/>
                  </a:lnTo>
                  <a:cubicBezTo>
                    <a:pt x="13518" y="14571"/>
                    <a:pt x="13641" y="14416"/>
                    <a:pt x="13641" y="14262"/>
                  </a:cubicBezTo>
                  <a:cubicBezTo>
                    <a:pt x="13641" y="14108"/>
                    <a:pt x="13518" y="13984"/>
                    <a:pt x="13364" y="13984"/>
                  </a:cubicBezTo>
                  <a:lnTo>
                    <a:pt x="12376" y="13984"/>
                  </a:lnTo>
                  <a:lnTo>
                    <a:pt x="12376" y="12843"/>
                  </a:lnTo>
                  <a:lnTo>
                    <a:pt x="13734" y="12843"/>
                  </a:lnTo>
                  <a:cubicBezTo>
                    <a:pt x="14197" y="12843"/>
                    <a:pt x="14567" y="12441"/>
                    <a:pt x="14598" y="11978"/>
                  </a:cubicBezTo>
                  <a:lnTo>
                    <a:pt x="14598" y="8676"/>
                  </a:lnTo>
                  <a:cubicBezTo>
                    <a:pt x="14598" y="8213"/>
                    <a:pt x="14197" y="7843"/>
                    <a:pt x="13734" y="7843"/>
                  </a:cubicBezTo>
                  <a:lnTo>
                    <a:pt x="11512" y="7843"/>
                  </a:lnTo>
                  <a:lnTo>
                    <a:pt x="11512" y="6701"/>
                  </a:lnTo>
                  <a:lnTo>
                    <a:pt x="14320" y="6701"/>
                  </a:lnTo>
                  <a:cubicBezTo>
                    <a:pt x="14338" y="6704"/>
                    <a:pt x="14355" y="6705"/>
                    <a:pt x="14371" y="6705"/>
                  </a:cubicBezTo>
                  <a:cubicBezTo>
                    <a:pt x="14705" y="6705"/>
                    <a:pt x="14705" y="6142"/>
                    <a:pt x="14371" y="6142"/>
                  </a:cubicBezTo>
                  <a:cubicBezTo>
                    <a:pt x="14355" y="6142"/>
                    <a:pt x="14338" y="6143"/>
                    <a:pt x="14320" y="6146"/>
                  </a:cubicBezTo>
                  <a:lnTo>
                    <a:pt x="8457" y="6146"/>
                  </a:lnTo>
                  <a:lnTo>
                    <a:pt x="8457" y="5034"/>
                  </a:lnTo>
                  <a:lnTo>
                    <a:pt x="9753" y="5034"/>
                  </a:lnTo>
                  <a:cubicBezTo>
                    <a:pt x="10216" y="5004"/>
                    <a:pt x="10586" y="4633"/>
                    <a:pt x="10586" y="4170"/>
                  </a:cubicBezTo>
                  <a:lnTo>
                    <a:pt x="10586" y="868"/>
                  </a:lnTo>
                  <a:cubicBezTo>
                    <a:pt x="10586" y="374"/>
                    <a:pt x="10216" y="4"/>
                    <a:pt x="9753" y="4"/>
                  </a:cubicBezTo>
                  <a:lnTo>
                    <a:pt x="8580" y="4"/>
                  </a:lnTo>
                  <a:cubicBezTo>
                    <a:pt x="8241" y="35"/>
                    <a:pt x="8241" y="529"/>
                    <a:pt x="8580" y="560"/>
                  </a:cubicBezTo>
                  <a:lnTo>
                    <a:pt x="9753" y="560"/>
                  </a:lnTo>
                  <a:cubicBezTo>
                    <a:pt x="9907" y="560"/>
                    <a:pt x="10031" y="714"/>
                    <a:pt x="10031" y="868"/>
                  </a:cubicBezTo>
                  <a:lnTo>
                    <a:pt x="10031" y="4139"/>
                  </a:lnTo>
                  <a:cubicBezTo>
                    <a:pt x="10031" y="4294"/>
                    <a:pt x="9907" y="4417"/>
                    <a:pt x="9753" y="4417"/>
                  </a:cubicBezTo>
                  <a:lnTo>
                    <a:pt x="4908" y="4417"/>
                  </a:lnTo>
                  <a:cubicBezTo>
                    <a:pt x="4894" y="4420"/>
                    <a:pt x="4881" y="4421"/>
                    <a:pt x="4868" y="4421"/>
                  </a:cubicBezTo>
                  <a:cubicBezTo>
                    <a:pt x="4733" y="4421"/>
                    <a:pt x="4630" y="4280"/>
                    <a:pt x="4630" y="4139"/>
                  </a:cubicBezTo>
                  <a:lnTo>
                    <a:pt x="4630" y="868"/>
                  </a:lnTo>
                  <a:cubicBezTo>
                    <a:pt x="4630" y="714"/>
                    <a:pt x="4753" y="560"/>
                    <a:pt x="4908" y="560"/>
                  </a:cubicBezTo>
                  <a:lnTo>
                    <a:pt x="6049" y="560"/>
                  </a:lnTo>
                  <a:cubicBezTo>
                    <a:pt x="6068" y="562"/>
                    <a:pt x="6086" y="563"/>
                    <a:pt x="6103" y="563"/>
                  </a:cubicBezTo>
                  <a:cubicBezTo>
                    <a:pt x="6463" y="563"/>
                    <a:pt x="6463" y="0"/>
                    <a:pt x="6103" y="0"/>
                  </a:cubicBezTo>
                  <a:close/>
                </a:path>
              </a:pathLst>
            </a:custGeom>
            <a:solidFill>
              <a:srgbClr val="657E93"/>
            </a:solidFill>
            <a:ln>
              <a:solidFill>
                <a:srgbClr val="00206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6407;p90">
              <a:extLst>
                <a:ext uri="{FF2B5EF4-FFF2-40B4-BE49-F238E27FC236}">
                  <a16:creationId xmlns:a16="http://schemas.microsoft.com/office/drawing/2014/main" id="{A3096A49-EFD6-7A03-169C-3C5F9EC9F082}"/>
                </a:ext>
              </a:extLst>
            </p:cNvPr>
            <p:cNvSpPr/>
            <p:nvPr/>
          </p:nvSpPr>
          <p:spPr>
            <a:xfrm>
              <a:off x="1906275" y="1924850"/>
              <a:ext cx="17000" cy="14400"/>
            </a:xfrm>
            <a:custGeom>
              <a:avLst/>
              <a:gdLst/>
              <a:ahLst/>
              <a:cxnLst/>
              <a:rect l="l" t="t" r="r" b="b"/>
              <a:pathLst>
                <a:path w="680" h="576" extrusionOk="0">
                  <a:moveTo>
                    <a:pt x="371" y="0"/>
                  </a:moveTo>
                  <a:cubicBezTo>
                    <a:pt x="124" y="0"/>
                    <a:pt x="0" y="309"/>
                    <a:pt x="186" y="494"/>
                  </a:cubicBezTo>
                  <a:cubicBezTo>
                    <a:pt x="242" y="551"/>
                    <a:pt x="311" y="575"/>
                    <a:pt x="379" y="575"/>
                  </a:cubicBezTo>
                  <a:cubicBezTo>
                    <a:pt x="531" y="575"/>
                    <a:pt x="679" y="449"/>
                    <a:pt x="679" y="278"/>
                  </a:cubicBezTo>
                  <a:cubicBezTo>
                    <a:pt x="679" y="123"/>
                    <a:pt x="525" y="0"/>
                    <a:pt x="371" y="0"/>
                  </a:cubicBezTo>
                  <a:close/>
                </a:path>
              </a:pathLst>
            </a:custGeom>
            <a:solidFill>
              <a:srgbClr val="657E93"/>
            </a:solidFill>
            <a:ln>
              <a:solidFill>
                <a:srgbClr val="00206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 name="Google Shape;16369;p90">
            <a:extLst>
              <a:ext uri="{FF2B5EF4-FFF2-40B4-BE49-F238E27FC236}">
                <a16:creationId xmlns:a16="http://schemas.microsoft.com/office/drawing/2014/main" id="{C04A1892-EBA7-DD11-4183-9FA85E48E9D8}"/>
              </a:ext>
            </a:extLst>
          </p:cNvPr>
          <p:cNvGrpSpPr/>
          <p:nvPr/>
        </p:nvGrpSpPr>
        <p:grpSpPr>
          <a:xfrm>
            <a:off x="10123528" y="3045231"/>
            <a:ext cx="363400" cy="237175"/>
            <a:chOff x="3997175" y="1988000"/>
            <a:chExt cx="363400" cy="237175"/>
          </a:xfrm>
          <a:solidFill>
            <a:srgbClr val="002060"/>
          </a:solidFill>
        </p:grpSpPr>
        <p:sp>
          <p:nvSpPr>
            <p:cNvPr id="74" name="Google Shape;16370;p90">
              <a:extLst>
                <a:ext uri="{FF2B5EF4-FFF2-40B4-BE49-F238E27FC236}">
                  <a16:creationId xmlns:a16="http://schemas.microsoft.com/office/drawing/2014/main" id="{89986C5D-D501-FD6E-3AC8-1030E74ED260}"/>
                </a:ext>
              </a:extLst>
            </p:cNvPr>
            <p:cNvSpPr/>
            <p:nvPr/>
          </p:nvSpPr>
          <p:spPr>
            <a:xfrm>
              <a:off x="4254100" y="1988100"/>
              <a:ext cx="17000" cy="14425"/>
            </a:xfrm>
            <a:custGeom>
              <a:avLst/>
              <a:gdLst/>
              <a:ahLst/>
              <a:cxnLst/>
              <a:rect l="l" t="t" r="r" b="b"/>
              <a:pathLst>
                <a:path w="680" h="577" extrusionOk="0">
                  <a:moveTo>
                    <a:pt x="401" y="1"/>
                  </a:moveTo>
                  <a:cubicBezTo>
                    <a:pt x="124" y="1"/>
                    <a:pt x="0" y="309"/>
                    <a:pt x="185" y="494"/>
                  </a:cubicBezTo>
                  <a:cubicBezTo>
                    <a:pt x="242" y="551"/>
                    <a:pt x="311" y="576"/>
                    <a:pt x="378" y="576"/>
                  </a:cubicBezTo>
                  <a:cubicBezTo>
                    <a:pt x="531" y="576"/>
                    <a:pt x="679" y="450"/>
                    <a:pt x="679" y="278"/>
                  </a:cubicBezTo>
                  <a:cubicBezTo>
                    <a:pt x="679" y="124"/>
                    <a:pt x="556" y="1"/>
                    <a:pt x="401" y="1"/>
                  </a:cubicBezTo>
                  <a:close/>
                </a:path>
              </a:pathLst>
            </a:custGeom>
            <a:grpFill/>
            <a:ln>
              <a:solidFill>
                <a:srgbClr val="00206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6371;p90">
              <a:extLst>
                <a:ext uri="{FF2B5EF4-FFF2-40B4-BE49-F238E27FC236}">
                  <a16:creationId xmlns:a16="http://schemas.microsoft.com/office/drawing/2014/main" id="{54CCB291-7497-1745-B383-12C803112F42}"/>
                </a:ext>
              </a:extLst>
            </p:cNvPr>
            <p:cNvSpPr/>
            <p:nvPr/>
          </p:nvSpPr>
          <p:spPr>
            <a:xfrm>
              <a:off x="3997175" y="1988000"/>
              <a:ext cx="363400" cy="237175"/>
            </a:xfrm>
            <a:custGeom>
              <a:avLst/>
              <a:gdLst/>
              <a:ahLst/>
              <a:cxnLst/>
              <a:rect l="l" t="t" r="r" b="b"/>
              <a:pathLst>
                <a:path w="14536" h="9487" extrusionOk="0">
                  <a:moveTo>
                    <a:pt x="6635" y="560"/>
                  </a:moveTo>
                  <a:lnTo>
                    <a:pt x="4475" y="2690"/>
                  </a:lnTo>
                  <a:cubicBezTo>
                    <a:pt x="4444" y="2751"/>
                    <a:pt x="4413" y="2813"/>
                    <a:pt x="4413" y="2906"/>
                  </a:cubicBezTo>
                  <a:cubicBezTo>
                    <a:pt x="4382" y="2967"/>
                    <a:pt x="4413" y="3060"/>
                    <a:pt x="4475" y="3091"/>
                  </a:cubicBezTo>
                  <a:lnTo>
                    <a:pt x="4784" y="3399"/>
                  </a:lnTo>
                  <a:cubicBezTo>
                    <a:pt x="5092" y="3708"/>
                    <a:pt x="5493" y="3862"/>
                    <a:pt x="5895" y="3862"/>
                  </a:cubicBezTo>
                  <a:cubicBezTo>
                    <a:pt x="6296" y="3862"/>
                    <a:pt x="6697" y="3708"/>
                    <a:pt x="7006" y="3399"/>
                  </a:cubicBezTo>
                  <a:lnTo>
                    <a:pt x="7901" y="2504"/>
                  </a:lnTo>
                  <a:cubicBezTo>
                    <a:pt x="8009" y="2396"/>
                    <a:pt x="8155" y="2342"/>
                    <a:pt x="8302" y="2342"/>
                  </a:cubicBezTo>
                  <a:cubicBezTo>
                    <a:pt x="8449" y="2342"/>
                    <a:pt x="8595" y="2396"/>
                    <a:pt x="8703" y="2504"/>
                  </a:cubicBezTo>
                  <a:lnTo>
                    <a:pt x="12314" y="6115"/>
                  </a:lnTo>
                  <a:cubicBezTo>
                    <a:pt x="12530" y="6331"/>
                    <a:pt x="12530" y="6702"/>
                    <a:pt x="12314" y="6918"/>
                  </a:cubicBezTo>
                  <a:lnTo>
                    <a:pt x="12283" y="6949"/>
                  </a:lnTo>
                  <a:cubicBezTo>
                    <a:pt x="12175" y="7057"/>
                    <a:pt x="12028" y="7111"/>
                    <a:pt x="11882" y="7111"/>
                  </a:cubicBezTo>
                  <a:cubicBezTo>
                    <a:pt x="11735" y="7111"/>
                    <a:pt x="11589" y="7057"/>
                    <a:pt x="11481" y="6949"/>
                  </a:cubicBezTo>
                  <a:lnTo>
                    <a:pt x="8765" y="4233"/>
                  </a:lnTo>
                  <a:cubicBezTo>
                    <a:pt x="8727" y="4177"/>
                    <a:pt x="8679" y="4153"/>
                    <a:pt x="8627" y="4153"/>
                  </a:cubicBezTo>
                  <a:cubicBezTo>
                    <a:pt x="8423" y="4153"/>
                    <a:pt x="8173" y="4517"/>
                    <a:pt x="8394" y="4665"/>
                  </a:cubicBezTo>
                  <a:lnTo>
                    <a:pt x="10493" y="6733"/>
                  </a:lnTo>
                  <a:cubicBezTo>
                    <a:pt x="10897" y="7137"/>
                    <a:pt x="10514" y="7706"/>
                    <a:pt x="10062" y="7706"/>
                  </a:cubicBezTo>
                  <a:cubicBezTo>
                    <a:pt x="9928" y="7706"/>
                    <a:pt x="9787" y="7655"/>
                    <a:pt x="9660" y="7535"/>
                  </a:cubicBezTo>
                  <a:lnTo>
                    <a:pt x="7561" y="5436"/>
                  </a:lnTo>
                  <a:cubicBezTo>
                    <a:pt x="7512" y="5405"/>
                    <a:pt x="7461" y="5392"/>
                    <a:pt x="7413" y="5392"/>
                  </a:cubicBezTo>
                  <a:cubicBezTo>
                    <a:pt x="7221" y="5392"/>
                    <a:pt x="7067" y="5609"/>
                    <a:pt x="7191" y="5807"/>
                  </a:cubicBezTo>
                  <a:lnTo>
                    <a:pt x="8672" y="7319"/>
                  </a:lnTo>
                  <a:cubicBezTo>
                    <a:pt x="9100" y="7723"/>
                    <a:pt x="8722" y="8292"/>
                    <a:pt x="8272" y="8292"/>
                  </a:cubicBezTo>
                  <a:cubicBezTo>
                    <a:pt x="8138" y="8292"/>
                    <a:pt x="7997" y="8242"/>
                    <a:pt x="7870" y="8121"/>
                  </a:cubicBezTo>
                  <a:lnTo>
                    <a:pt x="6388" y="6609"/>
                  </a:lnTo>
                  <a:cubicBezTo>
                    <a:pt x="6341" y="6588"/>
                    <a:pt x="6295" y="6579"/>
                    <a:pt x="6252" y="6579"/>
                  </a:cubicBezTo>
                  <a:cubicBezTo>
                    <a:pt x="6038" y="6579"/>
                    <a:pt x="5885" y="6805"/>
                    <a:pt x="5987" y="7010"/>
                  </a:cubicBezTo>
                  <a:lnTo>
                    <a:pt x="6882" y="7905"/>
                  </a:lnTo>
                  <a:cubicBezTo>
                    <a:pt x="7098" y="8121"/>
                    <a:pt x="7098" y="8492"/>
                    <a:pt x="6882" y="8708"/>
                  </a:cubicBezTo>
                  <a:cubicBezTo>
                    <a:pt x="6774" y="8816"/>
                    <a:pt x="6628" y="8870"/>
                    <a:pt x="6481" y="8870"/>
                  </a:cubicBezTo>
                  <a:cubicBezTo>
                    <a:pt x="6334" y="8870"/>
                    <a:pt x="6188" y="8816"/>
                    <a:pt x="6080" y="8708"/>
                  </a:cubicBezTo>
                  <a:lnTo>
                    <a:pt x="5185" y="7813"/>
                  </a:lnTo>
                  <a:cubicBezTo>
                    <a:pt x="4475" y="7103"/>
                    <a:pt x="3889" y="6300"/>
                    <a:pt x="3426" y="5405"/>
                  </a:cubicBezTo>
                  <a:lnTo>
                    <a:pt x="2438" y="3523"/>
                  </a:lnTo>
                  <a:cubicBezTo>
                    <a:pt x="2376" y="3430"/>
                    <a:pt x="2284" y="3369"/>
                    <a:pt x="2191" y="3369"/>
                  </a:cubicBezTo>
                  <a:lnTo>
                    <a:pt x="586" y="3369"/>
                  </a:lnTo>
                  <a:lnTo>
                    <a:pt x="586" y="560"/>
                  </a:lnTo>
                  <a:close/>
                  <a:moveTo>
                    <a:pt x="9436" y="1"/>
                  </a:moveTo>
                  <a:cubicBezTo>
                    <a:pt x="9419" y="1"/>
                    <a:pt x="9401" y="2"/>
                    <a:pt x="9382" y="5"/>
                  </a:cubicBezTo>
                  <a:lnTo>
                    <a:pt x="278" y="5"/>
                  </a:lnTo>
                  <a:cubicBezTo>
                    <a:pt x="124" y="5"/>
                    <a:pt x="0" y="128"/>
                    <a:pt x="0" y="282"/>
                  </a:cubicBezTo>
                  <a:lnTo>
                    <a:pt x="0" y="3677"/>
                  </a:lnTo>
                  <a:cubicBezTo>
                    <a:pt x="0" y="3832"/>
                    <a:pt x="124" y="3955"/>
                    <a:pt x="278" y="3955"/>
                  </a:cubicBezTo>
                  <a:lnTo>
                    <a:pt x="1975" y="3955"/>
                  </a:lnTo>
                  <a:lnTo>
                    <a:pt x="2901" y="5714"/>
                  </a:lnTo>
                  <a:cubicBezTo>
                    <a:pt x="3395" y="6640"/>
                    <a:pt x="4012" y="7473"/>
                    <a:pt x="4753" y="8214"/>
                  </a:cubicBezTo>
                  <a:lnTo>
                    <a:pt x="5679" y="9140"/>
                  </a:lnTo>
                  <a:cubicBezTo>
                    <a:pt x="5905" y="9378"/>
                    <a:pt x="6194" y="9487"/>
                    <a:pt x="6480" y="9487"/>
                  </a:cubicBezTo>
                  <a:cubicBezTo>
                    <a:pt x="6972" y="9487"/>
                    <a:pt x="7455" y="9162"/>
                    <a:pt x="7592" y="8615"/>
                  </a:cubicBezTo>
                  <a:cubicBezTo>
                    <a:pt x="7796" y="8789"/>
                    <a:pt x="8038" y="8868"/>
                    <a:pt x="8277" y="8868"/>
                  </a:cubicBezTo>
                  <a:cubicBezTo>
                    <a:pt x="8761" y="8868"/>
                    <a:pt x="9238" y="8545"/>
                    <a:pt x="9382" y="8029"/>
                  </a:cubicBezTo>
                  <a:cubicBezTo>
                    <a:pt x="9595" y="8191"/>
                    <a:pt x="9841" y="8267"/>
                    <a:pt x="10083" y="8267"/>
                  </a:cubicBezTo>
                  <a:cubicBezTo>
                    <a:pt x="10579" y="8267"/>
                    <a:pt x="11058" y="7950"/>
                    <a:pt x="11203" y="7412"/>
                  </a:cubicBezTo>
                  <a:cubicBezTo>
                    <a:pt x="11434" y="7597"/>
                    <a:pt x="11676" y="7677"/>
                    <a:pt x="11907" y="7677"/>
                  </a:cubicBezTo>
                  <a:cubicBezTo>
                    <a:pt x="12788" y="7677"/>
                    <a:pt x="13498" y="6521"/>
                    <a:pt x="12715" y="5714"/>
                  </a:cubicBezTo>
                  <a:lnTo>
                    <a:pt x="12160" y="5189"/>
                  </a:lnTo>
                  <a:lnTo>
                    <a:pt x="12561" y="3955"/>
                  </a:lnTo>
                  <a:lnTo>
                    <a:pt x="14227" y="3955"/>
                  </a:lnTo>
                  <a:cubicBezTo>
                    <a:pt x="14382" y="3955"/>
                    <a:pt x="14536" y="3832"/>
                    <a:pt x="14536" y="3677"/>
                  </a:cubicBezTo>
                  <a:lnTo>
                    <a:pt x="14536" y="282"/>
                  </a:lnTo>
                  <a:cubicBezTo>
                    <a:pt x="14536" y="128"/>
                    <a:pt x="14382" y="5"/>
                    <a:pt x="14227" y="5"/>
                  </a:cubicBezTo>
                  <a:lnTo>
                    <a:pt x="11913" y="5"/>
                  </a:lnTo>
                  <a:cubicBezTo>
                    <a:pt x="11573" y="36"/>
                    <a:pt x="11573" y="529"/>
                    <a:pt x="11913" y="560"/>
                  </a:cubicBezTo>
                  <a:lnTo>
                    <a:pt x="13950" y="560"/>
                  </a:lnTo>
                  <a:lnTo>
                    <a:pt x="13950" y="3399"/>
                  </a:lnTo>
                  <a:lnTo>
                    <a:pt x="12345" y="3399"/>
                  </a:lnTo>
                  <a:cubicBezTo>
                    <a:pt x="12221" y="3399"/>
                    <a:pt x="12129" y="3492"/>
                    <a:pt x="12098" y="3616"/>
                  </a:cubicBezTo>
                  <a:lnTo>
                    <a:pt x="11697" y="4757"/>
                  </a:lnTo>
                  <a:lnTo>
                    <a:pt x="10030" y="3091"/>
                  </a:lnTo>
                  <a:cubicBezTo>
                    <a:pt x="10586" y="3091"/>
                    <a:pt x="11079" y="2906"/>
                    <a:pt x="11481" y="2504"/>
                  </a:cubicBezTo>
                  <a:cubicBezTo>
                    <a:pt x="11573" y="2412"/>
                    <a:pt x="11573" y="2227"/>
                    <a:pt x="11481" y="2134"/>
                  </a:cubicBezTo>
                  <a:cubicBezTo>
                    <a:pt x="11419" y="2072"/>
                    <a:pt x="11350" y="2042"/>
                    <a:pt x="11280" y="2042"/>
                  </a:cubicBezTo>
                  <a:cubicBezTo>
                    <a:pt x="11211" y="2042"/>
                    <a:pt x="11141" y="2072"/>
                    <a:pt x="11079" y="2134"/>
                  </a:cubicBezTo>
                  <a:cubicBezTo>
                    <a:pt x="10802" y="2412"/>
                    <a:pt x="10439" y="2551"/>
                    <a:pt x="10076" y="2551"/>
                  </a:cubicBezTo>
                  <a:cubicBezTo>
                    <a:pt x="9714" y="2551"/>
                    <a:pt x="9351" y="2412"/>
                    <a:pt x="9073" y="2134"/>
                  </a:cubicBezTo>
                  <a:cubicBezTo>
                    <a:pt x="8857" y="1903"/>
                    <a:pt x="8564" y="1787"/>
                    <a:pt x="8271" y="1787"/>
                  </a:cubicBezTo>
                  <a:cubicBezTo>
                    <a:pt x="7978" y="1787"/>
                    <a:pt x="7685" y="1903"/>
                    <a:pt x="7469" y="2134"/>
                  </a:cubicBezTo>
                  <a:lnTo>
                    <a:pt x="6574" y="3029"/>
                  </a:lnTo>
                  <a:cubicBezTo>
                    <a:pt x="6373" y="3214"/>
                    <a:pt x="6118" y="3307"/>
                    <a:pt x="5864" y="3307"/>
                  </a:cubicBezTo>
                  <a:cubicBezTo>
                    <a:pt x="5609" y="3307"/>
                    <a:pt x="5355" y="3214"/>
                    <a:pt x="5154" y="3029"/>
                  </a:cubicBezTo>
                  <a:lnTo>
                    <a:pt x="5061" y="2937"/>
                  </a:lnTo>
                  <a:lnTo>
                    <a:pt x="7407" y="560"/>
                  </a:lnTo>
                  <a:lnTo>
                    <a:pt x="9382" y="560"/>
                  </a:lnTo>
                  <a:cubicBezTo>
                    <a:pt x="9401" y="563"/>
                    <a:pt x="9419" y="564"/>
                    <a:pt x="9436" y="564"/>
                  </a:cubicBezTo>
                  <a:cubicBezTo>
                    <a:pt x="9796" y="564"/>
                    <a:pt x="9796" y="1"/>
                    <a:pt x="9436" y="1"/>
                  </a:cubicBezTo>
                  <a:close/>
                </a:path>
              </a:pathLst>
            </a:custGeom>
            <a:grpFill/>
            <a:ln>
              <a:solidFill>
                <a:srgbClr val="00206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 name="Google Shape;16179;p90">
            <a:extLst>
              <a:ext uri="{FF2B5EF4-FFF2-40B4-BE49-F238E27FC236}">
                <a16:creationId xmlns:a16="http://schemas.microsoft.com/office/drawing/2014/main" id="{3752CB23-02BE-2DA0-253C-BC0E87B1F0F4}"/>
              </a:ext>
            </a:extLst>
          </p:cNvPr>
          <p:cNvGrpSpPr/>
          <p:nvPr/>
        </p:nvGrpSpPr>
        <p:grpSpPr>
          <a:xfrm>
            <a:off x="7311391" y="2961984"/>
            <a:ext cx="363425" cy="364000"/>
            <a:chOff x="6979200" y="2485750"/>
            <a:chExt cx="363425" cy="364000"/>
          </a:xfrm>
          <a:solidFill>
            <a:srgbClr val="002060"/>
          </a:solidFill>
        </p:grpSpPr>
        <p:sp>
          <p:nvSpPr>
            <p:cNvPr id="80" name="Google Shape;16180;p90">
              <a:extLst>
                <a:ext uri="{FF2B5EF4-FFF2-40B4-BE49-F238E27FC236}">
                  <a16:creationId xmlns:a16="http://schemas.microsoft.com/office/drawing/2014/main" id="{AB00EAC7-F11B-4538-CDC7-8807230B2E1C}"/>
                </a:ext>
              </a:extLst>
            </p:cNvPr>
            <p:cNvSpPr/>
            <p:nvPr/>
          </p:nvSpPr>
          <p:spPr>
            <a:xfrm>
              <a:off x="7221450" y="2835850"/>
              <a:ext cx="15475" cy="13900"/>
            </a:xfrm>
            <a:custGeom>
              <a:avLst/>
              <a:gdLst/>
              <a:ahLst/>
              <a:cxnLst/>
              <a:rect l="l" t="t" r="r" b="b"/>
              <a:pathLst>
                <a:path w="619" h="556" extrusionOk="0">
                  <a:moveTo>
                    <a:pt x="309" y="0"/>
                  </a:moveTo>
                  <a:cubicBezTo>
                    <a:pt x="178" y="0"/>
                    <a:pt x="47" y="85"/>
                    <a:pt x="32" y="255"/>
                  </a:cubicBezTo>
                  <a:cubicBezTo>
                    <a:pt x="1" y="455"/>
                    <a:pt x="155" y="556"/>
                    <a:pt x="309" y="556"/>
                  </a:cubicBezTo>
                  <a:cubicBezTo>
                    <a:pt x="464" y="556"/>
                    <a:pt x="618" y="455"/>
                    <a:pt x="587" y="255"/>
                  </a:cubicBezTo>
                  <a:cubicBezTo>
                    <a:pt x="572" y="85"/>
                    <a:pt x="441" y="0"/>
                    <a:pt x="309" y="0"/>
                  </a:cubicBezTo>
                  <a:close/>
                </a:path>
              </a:pathLst>
            </a:custGeom>
            <a:grpFill/>
            <a:ln>
              <a:solidFill>
                <a:srgbClr val="00206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6181;p90">
              <a:extLst>
                <a:ext uri="{FF2B5EF4-FFF2-40B4-BE49-F238E27FC236}">
                  <a16:creationId xmlns:a16="http://schemas.microsoft.com/office/drawing/2014/main" id="{F07633BB-2E95-19F4-ACEB-84959529E1F5}"/>
                </a:ext>
              </a:extLst>
            </p:cNvPr>
            <p:cNvSpPr/>
            <p:nvPr/>
          </p:nvSpPr>
          <p:spPr>
            <a:xfrm>
              <a:off x="6979200" y="2485750"/>
              <a:ext cx="363425" cy="363425"/>
            </a:xfrm>
            <a:custGeom>
              <a:avLst/>
              <a:gdLst/>
              <a:ahLst/>
              <a:cxnLst/>
              <a:rect l="l" t="t" r="r" b="b"/>
              <a:pathLst>
                <a:path w="14537" h="14537" extrusionOk="0">
                  <a:moveTo>
                    <a:pt x="1420" y="556"/>
                  </a:moveTo>
                  <a:cubicBezTo>
                    <a:pt x="1574" y="556"/>
                    <a:pt x="1698" y="710"/>
                    <a:pt x="1698" y="865"/>
                  </a:cubicBezTo>
                  <a:lnTo>
                    <a:pt x="1698" y="3118"/>
                  </a:lnTo>
                  <a:cubicBezTo>
                    <a:pt x="1698" y="3272"/>
                    <a:pt x="1574" y="3395"/>
                    <a:pt x="1420" y="3395"/>
                  </a:cubicBezTo>
                  <a:lnTo>
                    <a:pt x="864" y="3395"/>
                  </a:lnTo>
                  <a:cubicBezTo>
                    <a:pt x="710" y="3395"/>
                    <a:pt x="587" y="3272"/>
                    <a:pt x="587" y="3118"/>
                  </a:cubicBezTo>
                  <a:lnTo>
                    <a:pt x="587" y="865"/>
                  </a:lnTo>
                  <a:cubicBezTo>
                    <a:pt x="587" y="710"/>
                    <a:pt x="710" y="556"/>
                    <a:pt x="864" y="556"/>
                  </a:cubicBezTo>
                  <a:close/>
                  <a:moveTo>
                    <a:pt x="10277" y="556"/>
                  </a:moveTo>
                  <a:cubicBezTo>
                    <a:pt x="10431" y="556"/>
                    <a:pt x="10555" y="710"/>
                    <a:pt x="10555" y="865"/>
                  </a:cubicBezTo>
                  <a:lnTo>
                    <a:pt x="10555" y="3118"/>
                  </a:lnTo>
                  <a:cubicBezTo>
                    <a:pt x="10555" y="3272"/>
                    <a:pt x="10431" y="3395"/>
                    <a:pt x="10277" y="3395"/>
                  </a:cubicBezTo>
                  <a:lnTo>
                    <a:pt x="9413" y="3395"/>
                  </a:lnTo>
                  <a:lnTo>
                    <a:pt x="9413" y="2840"/>
                  </a:lnTo>
                  <a:cubicBezTo>
                    <a:pt x="9413" y="2223"/>
                    <a:pt x="8919" y="1729"/>
                    <a:pt x="8302" y="1698"/>
                  </a:cubicBezTo>
                  <a:cubicBezTo>
                    <a:pt x="7685" y="1698"/>
                    <a:pt x="7160" y="2223"/>
                    <a:pt x="7160" y="2840"/>
                  </a:cubicBezTo>
                  <a:lnTo>
                    <a:pt x="7160" y="3426"/>
                  </a:lnTo>
                  <a:lnTo>
                    <a:pt x="6296" y="3426"/>
                  </a:lnTo>
                  <a:cubicBezTo>
                    <a:pt x="6142" y="3426"/>
                    <a:pt x="6018" y="3272"/>
                    <a:pt x="6018" y="3118"/>
                  </a:cubicBezTo>
                  <a:lnTo>
                    <a:pt x="6018" y="865"/>
                  </a:lnTo>
                  <a:cubicBezTo>
                    <a:pt x="6018" y="710"/>
                    <a:pt x="6142" y="556"/>
                    <a:pt x="6296" y="556"/>
                  </a:cubicBezTo>
                  <a:close/>
                  <a:moveTo>
                    <a:pt x="1420" y="5833"/>
                  </a:moveTo>
                  <a:cubicBezTo>
                    <a:pt x="1574" y="5833"/>
                    <a:pt x="1698" y="5988"/>
                    <a:pt x="1698" y="6142"/>
                  </a:cubicBezTo>
                  <a:lnTo>
                    <a:pt x="1698" y="8395"/>
                  </a:lnTo>
                  <a:cubicBezTo>
                    <a:pt x="1698" y="8549"/>
                    <a:pt x="1574" y="8673"/>
                    <a:pt x="1420" y="8673"/>
                  </a:cubicBezTo>
                  <a:lnTo>
                    <a:pt x="864" y="8673"/>
                  </a:lnTo>
                  <a:cubicBezTo>
                    <a:pt x="710" y="8673"/>
                    <a:pt x="587" y="8549"/>
                    <a:pt x="587" y="8395"/>
                  </a:cubicBezTo>
                  <a:lnTo>
                    <a:pt x="587" y="6142"/>
                  </a:lnTo>
                  <a:cubicBezTo>
                    <a:pt x="587" y="5988"/>
                    <a:pt x="710" y="5833"/>
                    <a:pt x="864" y="5833"/>
                  </a:cubicBezTo>
                  <a:close/>
                  <a:moveTo>
                    <a:pt x="1459" y="11138"/>
                  </a:moveTo>
                  <a:cubicBezTo>
                    <a:pt x="1595" y="11138"/>
                    <a:pt x="1698" y="11279"/>
                    <a:pt x="1698" y="11419"/>
                  </a:cubicBezTo>
                  <a:lnTo>
                    <a:pt x="1698" y="13672"/>
                  </a:lnTo>
                  <a:cubicBezTo>
                    <a:pt x="1698" y="13827"/>
                    <a:pt x="1574" y="13981"/>
                    <a:pt x="1420" y="13981"/>
                  </a:cubicBezTo>
                  <a:lnTo>
                    <a:pt x="864" y="13981"/>
                  </a:lnTo>
                  <a:cubicBezTo>
                    <a:pt x="710" y="13950"/>
                    <a:pt x="587" y="13827"/>
                    <a:pt x="587" y="13672"/>
                  </a:cubicBezTo>
                  <a:lnTo>
                    <a:pt x="587" y="11419"/>
                  </a:lnTo>
                  <a:cubicBezTo>
                    <a:pt x="587" y="11265"/>
                    <a:pt x="710" y="11142"/>
                    <a:pt x="864" y="11142"/>
                  </a:cubicBezTo>
                  <a:lnTo>
                    <a:pt x="1420" y="11142"/>
                  </a:lnTo>
                  <a:cubicBezTo>
                    <a:pt x="1433" y="11139"/>
                    <a:pt x="1446" y="11138"/>
                    <a:pt x="1459" y="11138"/>
                  </a:cubicBezTo>
                  <a:close/>
                  <a:moveTo>
                    <a:pt x="864" y="1"/>
                  </a:moveTo>
                  <a:cubicBezTo>
                    <a:pt x="401" y="1"/>
                    <a:pt x="0" y="371"/>
                    <a:pt x="0" y="865"/>
                  </a:cubicBezTo>
                  <a:lnTo>
                    <a:pt x="0" y="3118"/>
                  </a:lnTo>
                  <a:cubicBezTo>
                    <a:pt x="0" y="3581"/>
                    <a:pt x="401" y="3982"/>
                    <a:pt x="864" y="3982"/>
                  </a:cubicBezTo>
                  <a:lnTo>
                    <a:pt x="1420" y="3982"/>
                  </a:lnTo>
                  <a:cubicBezTo>
                    <a:pt x="1883" y="3982"/>
                    <a:pt x="2284" y="3581"/>
                    <a:pt x="2284" y="3118"/>
                  </a:cubicBezTo>
                  <a:lnTo>
                    <a:pt x="2284" y="2284"/>
                  </a:lnTo>
                  <a:lnTo>
                    <a:pt x="3580" y="2284"/>
                  </a:lnTo>
                  <a:lnTo>
                    <a:pt x="3580" y="6975"/>
                  </a:lnTo>
                  <a:lnTo>
                    <a:pt x="2284" y="6975"/>
                  </a:lnTo>
                  <a:lnTo>
                    <a:pt x="2284" y="6142"/>
                  </a:lnTo>
                  <a:cubicBezTo>
                    <a:pt x="2284" y="5648"/>
                    <a:pt x="1883" y="5278"/>
                    <a:pt x="1420" y="5278"/>
                  </a:cubicBezTo>
                  <a:lnTo>
                    <a:pt x="864" y="5278"/>
                  </a:lnTo>
                  <a:cubicBezTo>
                    <a:pt x="401" y="5278"/>
                    <a:pt x="0" y="5648"/>
                    <a:pt x="0" y="6142"/>
                  </a:cubicBezTo>
                  <a:lnTo>
                    <a:pt x="0" y="8395"/>
                  </a:lnTo>
                  <a:cubicBezTo>
                    <a:pt x="0" y="8858"/>
                    <a:pt x="401" y="9259"/>
                    <a:pt x="864" y="9259"/>
                  </a:cubicBezTo>
                  <a:lnTo>
                    <a:pt x="1420" y="9259"/>
                  </a:lnTo>
                  <a:cubicBezTo>
                    <a:pt x="1883" y="9259"/>
                    <a:pt x="2284" y="8858"/>
                    <a:pt x="2284" y="8395"/>
                  </a:cubicBezTo>
                  <a:lnTo>
                    <a:pt x="2284" y="7562"/>
                  </a:lnTo>
                  <a:lnTo>
                    <a:pt x="3580" y="7562"/>
                  </a:lnTo>
                  <a:lnTo>
                    <a:pt x="3580" y="12253"/>
                  </a:lnTo>
                  <a:lnTo>
                    <a:pt x="2284" y="12253"/>
                  </a:lnTo>
                  <a:lnTo>
                    <a:pt x="2284" y="11419"/>
                  </a:lnTo>
                  <a:cubicBezTo>
                    <a:pt x="2284" y="10926"/>
                    <a:pt x="1883" y="10555"/>
                    <a:pt x="1420" y="10555"/>
                  </a:cubicBezTo>
                  <a:lnTo>
                    <a:pt x="864" y="10555"/>
                  </a:lnTo>
                  <a:cubicBezTo>
                    <a:pt x="401" y="10555"/>
                    <a:pt x="0" y="10926"/>
                    <a:pt x="0" y="11419"/>
                  </a:cubicBezTo>
                  <a:lnTo>
                    <a:pt x="0" y="13672"/>
                  </a:lnTo>
                  <a:cubicBezTo>
                    <a:pt x="0" y="14135"/>
                    <a:pt x="401" y="14536"/>
                    <a:pt x="864" y="14536"/>
                  </a:cubicBezTo>
                  <a:lnTo>
                    <a:pt x="1420" y="14536"/>
                  </a:lnTo>
                  <a:cubicBezTo>
                    <a:pt x="1883" y="14536"/>
                    <a:pt x="2284" y="14166"/>
                    <a:pt x="2284" y="13672"/>
                  </a:cubicBezTo>
                  <a:lnTo>
                    <a:pt x="2284" y="12839"/>
                  </a:lnTo>
                  <a:lnTo>
                    <a:pt x="3858" y="12839"/>
                  </a:lnTo>
                  <a:cubicBezTo>
                    <a:pt x="4012" y="12839"/>
                    <a:pt x="4136" y="12716"/>
                    <a:pt x="4167" y="12561"/>
                  </a:cubicBezTo>
                  <a:lnTo>
                    <a:pt x="4167" y="2284"/>
                  </a:lnTo>
                  <a:lnTo>
                    <a:pt x="5463" y="2284"/>
                  </a:lnTo>
                  <a:lnTo>
                    <a:pt x="5463" y="3118"/>
                  </a:lnTo>
                  <a:cubicBezTo>
                    <a:pt x="5463" y="3581"/>
                    <a:pt x="5833" y="3982"/>
                    <a:pt x="6296" y="3982"/>
                  </a:cubicBezTo>
                  <a:lnTo>
                    <a:pt x="7160" y="3982"/>
                  </a:lnTo>
                  <a:lnTo>
                    <a:pt x="7160" y="7839"/>
                  </a:lnTo>
                  <a:lnTo>
                    <a:pt x="6574" y="7839"/>
                  </a:lnTo>
                  <a:cubicBezTo>
                    <a:pt x="5957" y="7839"/>
                    <a:pt x="5432" y="8364"/>
                    <a:pt x="5432" y="8981"/>
                  </a:cubicBezTo>
                  <a:lnTo>
                    <a:pt x="5432" y="10000"/>
                  </a:lnTo>
                  <a:cubicBezTo>
                    <a:pt x="5463" y="12006"/>
                    <a:pt x="6759" y="13734"/>
                    <a:pt x="8641" y="14320"/>
                  </a:cubicBezTo>
                  <a:cubicBezTo>
                    <a:pt x="8674" y="14334"/>
                    <a:pt x="8707" y="14340"/>
                    <a:pt x="8740" y="14340"/>
                  </a:cubicBezTo>
                  <a:cubicBezTo>
                    <a:pt x="8858" y="14340"/>
                    <a:pt x="8963" y="14257"/>
                    <a:pt x="9012" y="14135"/>
                  </a:cubicBezTo>
                  <a:cubicBezTo>
                    <a:pt x="9043" y="13981"/>
                    <a:pt x="8981" y="13827"/>
                    <a:pt x="8827" y="13796"/>
                  </a:cubicBezTo>
                  <a:cubicBezTo>
                    <a:pt x="7160" y="13271"/>
                    <a:pt x="6018" y="11728"/>
                    <a:pt x="6018" y="10000"/>
                  </a:cubicBezTo>
                  <a:lnTo>
                    <a:pt x="6018" y="8981"/>
                  </a:lnTo>
                  <a:cubicBezTo>
                    <a:pt x="6018" y="8642"/>
                    <a:pt x="6265" y="8395"/>
                    <a:pt x="6574" y="8395"/>
                  </a:cubicBezTo>
                  <a:lnTo>
                    <a:pt x="7160" y="8395"/>
                  </a:lnTo>
                  <a:lnTo>
                    <a:pt x="7160" y="10000"/>
                  </a:lnTo>
                  <a:cubicBezTo>
                    <a:pt x="7160" y="10154"/>
                    <a:pt x="7284" y="10278"/>
                    <a:pt x="7438" y="10278"/>
                  </a:cubicBezTo>
                  <a:cubicBezTo>
                    <a:pt x="7592" y="10278"/>
                    <a:pt x="7716" y="10154"/>
                    <a:pt x="7716" y="10000"/>
                  </a:cubicBezTo>
                  <a:lnTo>
                    <a:pt x="7716" y="2840"/>
                  </a:lnTo>
                  <a:cubicBezTo>
                    <a:pt x="7716" y="2469"/>
                    <a:pt x="8001" y="2284"/>
                    <a:pt x="8287" y="2284"/>
                  </a:cubicBezTo>
                  <a:cubicBezTo>
                    <a:pt x="8572" y="2284"/>
                    <a:pt x="8858" y="2469"/>
                    <a:pt x="8858" y="2840"/>
                  </a:cubicBezTo>
                  <a:lnTo>
                    <a:pt x="8858" y="8117"/>
                  </a:lnTo>
                  <a:cubicBezTo>
                    <a:pt x="8827" y="8333"/>
                    <a:pt x="8981" y="8441"/>
                    <a:pt x="9135" y="8441"/>
                  </a:cubicBezTo>
                  <a:cubicBezTo>
                    <a:pt x="9290" y="8441"/>
                    <a:pt x="9444" y="8333"/>
                    <a:pt x="9413" y="8117"/>
                  </a:cubicBezTo>
                  <a:lnTo>
                    <a:pt x="9413" y="6698"/>
                  </a:lnTo>
                  <a:cubicBezTo>
                    <a:pt x="9413" y="6327"/>
                    <a:pt x="9699" y="6142"/>
                    <a:pt x="9984" y="6142"/>
                  </a:cubicBezTo>
                  <a:cubicBezTo>
                    <a:pt x="10269" y="6142"/>
                    <a:pt x="10555" y="6327"/>
                    <a:pt x="10555" y="6698"/>
                  </a:cubicBezTo>
                  <a:lnTo>
                    <a:pt x="10555" y="8117"/>
                  </a:lnTo>
                  <a:cubicBezTo>
                    <a:pt x="10555" y="8272"/>
                    <a:pt x="10678" y="8395"/>
                    <a:pt x="10833" y="8395"/>
                  </a:cubicBezTo>
                  <a:cubicBezTo>
                    <a:pt x="10987" y="8395"/>
                    <a:pt x="11110" y="8272"/>
                    <a:pt x="11110" y="8117"/>
                  </a:cubicBezTo>
                  <a:lnTo>
                    <a:pt x="11110" y="7284"/>
                  </a:lnTo>
                  <a:cubicBezTo>
                    <a:pt x="11141" y="6929"/>
                    <a:pt x="11411" y="6752"/>
                    <a:pt x="11681" y="6752"/>
                  </a:cubicBezTo>
                  <a:cubicBezTo>
                    <a:pt x="11951" y="6752"/>
                    <a:pt x="12221" y="6929"/>
                    <a:pt x="12252" y="7284"/>
                  </a:cubicBezTo>
                  <a:lnTo>
                    <a:pt x="12252" y="8117"/>
                  </a:lnTo>
                  <a:cubicBezTo>
                    <a:pt x="12221" y="8333"/>
                    <a:pt x="12376" y="8441"/>
                    <a:pt x="12530" y="8441"/>
                  </a:cubicBezTo>
                  <a:cubicBezTo>
                    <a:pt x="12684" y="8441"/>
                    <a:pt x="12839" y="8333"/>
                    <a:pt x="12808" y="8117"/>
                  </a:cubicBezTo>
                  <a:lnTo>
                    <a:pt x="12808" y="7839"/>
                  </a:lnTo>
                  <a:cubicBezTo>
                    <a:pt x="12808" y="7454"/>
                    <a:pt x="13093" y="7261"/>
                    <a:pt x="13379" y="7261"/>
                  </a:cubicBezTo>
                  <a:cubicBezTo>
                    <a:pt x="13664" y="7261"/>
                    <a:pt x="13950" y="7454"/>
                    <a:pt x="13950" y="7839"/>
                  </a:cubicBezTo>
                  <a:lnTo>
                    <a:pt x="13950" y="10000"/>
                  </a:lnTo>
                  <a:cubicBezTo>
                    <a:pt x="13950" y="11728"/>
                    <a:pt x="12808" y="13271"/>
                    <a:pt x="11172" y="13796"/>
                  </a:cubicBezTo>
                  <a:cubicBezTo>
                    <a:pt x="10788" y="13851"/>
                    <a:pt x="10916" y="14345"/>
                    <a:pt x="11210" y="14345"/>
                  </a:cubicBezTo>
                  <a:cubicBezTo>
                    <a:pt x="11247" y="14345"/>
                    <a:pt x="11286" y="14337"/>
                    <a:pt x="11326" y="14320"/>
                  </a:cubicBezTo>
                  <a:cubicBezTo>
                    <a:pt x="13240" y="13734"/>
                    <a:pt x="14536" y="11975"/>
                    <a:pt x="14536" y="10000"/>
                  </a:cubicBezTo>
                  <a:lnTo>
                    <a:pt x="14536" y="7839"/>
                  </a:lnTo>
                  <a:cubicBezTo>
                    <a:pt x="14536" y="7191"/>
                    <a:pt x="14011" y="6698"/>
                    <a:pt x="13394" y="6698"/>
                  </a:cubicBezTo>
                  <a:cubicBezTo>
                    <a:pt x="13178" y="6698"/>
                    <a:pt x="12962" y="6759"/>
                    <a:pt x="12777" y="6883"/>
                  </a:cubicBezTo>
                  <a:cubicBezTo>
                    <a:pt x="12623" y="6420"/>
                    <a:pt x="12191" y="6111"/>
                    <a:pt x="11697" y="6111"/>
                  </a:cubicBezTo>
                  <a:cubicBezTo>
                    <a:pt x="11481" y="6111"/>
                    <a:pt x="11265" y="6173"/>
                    <a:pt x="11080" y="6327"/>
                  </a:cubicBezTo>
                  <a:cubicBezTo>
                    <a:pt x="10894" y="5864"/>
                    <a:pt x="10493" y="5556"/>
                    <a:pt x="9999" y="5556"/>
                  </a:cubicBezTo>
                  <a:cubicBezTo>
                    <a:pt x="9962" y="5550"/>
                    <a:pt x="9926" y="5548"/>
                    <a:pt x="9891" y="5548"/>
                  </a:cubicBezTo>
                  <a:cubicBezTo>
                    <a:pt x="9721" y="5548"/>
                    <a:pt x="9572" y="5608"/>
                    <a:pt x="9444" y="5710"/>
                  </a:cubicBezTo>
                  <a:lnTo>
                    <a:pt x="9444" y="3982"/>
                  </a:lnTo>
                  <a:lnTo>
                    <a:pt x="10277" y="3982"/>
                  </a:lnTo>
                  <a:cubicBezTo>
                    <a:pt x="10740" y="3982"/>
                    <a:pt x="11141" y="3581"/>
                    <a:pt x="11141" y="3118"/>
                  </a:cubicBezTo>
                  <a:lnTo>
                    <a:pt x="11141" y="865"/>
                  </a:lnTo>
                  <a:cubicBezTo>
                    <a:pt x="11141" y="371"/>
                    <a:pt x="10740" y="1"/>
                    <a:pt x="10277" y="1"/>
                  </a:cubicBezTo>
                  <a:lnTo>
                    <a:pt x="6296" y="1"/>
                  </a:lnTo>
                  <a:cubicBezTo>
                    <a:pt x="5833" y="1"/>
                    <a:pt x="5463" y="371"/>
                    <a:pt x="5463" y="865"/>
                  </a:cubicBezTo>
                  <a:lnTo>
                    <a:pt x="5463" y="1698"/>
                  </a:lnTo>
                  <a:lnTo>
                    <a:pt x="2284" y="1698"/>
                  </a:lnTo>
                  <a:lnTo>
                    <a:pt x="2284" y="865"/>
                  </a:lnTo>
                  <a:cubicBezTo>
                    <a:pt x="2284" y="371"/>
                    <a:pt x="1883" y="1"/>
                    <a:pt x="1420" y="1"/>
                  </a:cubicBezTo>
                  <a:close/>
                </a:path>
              </a:pathLst>
            </a:custGeom>
            <a:grpFill/>
            <a:ln>
              <a:solidFill>
                <a:srgbClr val="00206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Espace réservé du numéro de diapositive 5">
            <a:extLst>
              <a:ext uri="{FF2B5EF4-FFF2-40B4-BE49-F238E27FC236}">
                <a16:creationId xmlns:a16="http://schemas.microsoft.com/office/drawing/2014/main" id="{FF3BA997-EA3B-6C8F-B9AF-4AFE8E58DF2F}"/>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5</a:t>
            </a:fld>
            <a:endParaRPr lang="en-US" sz="1400" dirty="0">
              <a:solidFill>
                <a:schemeClr val="bg2">
                  <a:lumMod val="75000"/>
                </a:schemeClr>
              </a:solidFill>
            </a:endParaRPr>
          </a:p>
        </p:txBody>
      </p:sp>
    </p:spTree>
    <p:extLst>
      <p:ext uri="{BB962C8B-B14F-4D97-AF65-F5344CB8AC3E}">
        <p14:creationId xmlns:p14="http://schemas.microsoft.com/office/powerpoint/2010/main" val="3075518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B8608DC-8526-7E3C-B97B-41A64CFD8EE7}"/>
              </a:ext>
            </a:extLst>
          </p:cNvPr>
          <p:cNvSpPr>
            <a:spLocks noChangeArrowheads="1"/>
          </p:cNvSpPr>
          <p:nvPr/>
        </p:nvSpPr>
        <p:spPr bwMode="auto">
          <a:xfrm>
            <a:off x="0" y="2887656"/>
            <a:ext cx="11222567" cy="1950673"/>
          </a:xfrm>
          <a:prstGeom prst="rect">
            <a:avLst/>
          </a:prstGeom>
          <a:solidFill>
            <a:srgbClr val="002060"/>
          </a:solidFill>
          <a:ln>
            <a:solidFill>
              <a:schemeClr val="bg1">
                <a:lumMod val="85000"/>
              </a:schemeClr>
            </a:solid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en-US"/>
            </a:defPPr>
            <a:lvl1pPr algn="l" rtl="0" fontAlgn="base">
              <a:spcBef>
                <a:spcPct val="0"/>
              </a:spcBef>
              <a:spcAft>
                <a:spcPct val="0"/>
              </a:spcAft>
              <a:defRPr kumimoji="1" sz="1400" kern="1200">
                <a:solidFill>
                  <a:schemeClr val="dk1"/>
                </a:solidFill>
                <a:latin typeface="+mn-lt"/>
                <a:ea typeface="+mn-ea"/>
                <a:cs typeface="+mn-cs"/>
              </a:defRPr>
            </a:lvl1pPr>
            <a:lvl2pPr marL="457200" algn="l" rtl="0" fontAlgn="base">
              <a:spcBef>
                <a:spcPct val="0"/>
              </a:spcBef>
              <a:spcAft>
                <a:spcPct val="0"/>
              </a:spcAft>
              <a:defRPr kumimoji="1" sz="1400" kern="1200">
                <a:solidFill>
                  <a:schemeClr val="dk1"/>
                </a:solidFill>
                <a:latin typeface="+mn-lt"/>
                <a:ea typeface="+mn-ea"/>
                <a:cs typeface="+mn-cs"/>
              </a:defRPr>
            </a:lvl2pPr>
            <a:lvl3pPr marL="914400" algn="l" rtl="0" fontAlgn="base">
              <a:spcBef>
                <a:spcPct val="0"/>
              </a:spcBef>
              <a:spcAft>
                <a:spcPct val="0"/>
              </a:spcAft>
              <a:defRPr kumimoji="1" sz="1400" kern="1200">
                <a:solidFill>
                  <a:schemeClr val="dk1"/>
                </a:solidFill>
                <a:latin typeface="+mn-lt"/>
                <a:ea typeface="+mn-ea"/>
                <a:cs typeface="+mn-cs"/>
              </a:defRPr>
            </a:lvl3pPr>
            <a:lvl4pPr marL="1371600" algn="l" rtl="0" fontAlgn="base">
              <a:spcBef>
                <a:spcPct val="0"/>
              </a:spcBef>
              <a:spcAft>
                <a:spcPct val="0"/>
              </a:spcAft>
              <a:defRPr kumimoji="1" sz="1400" kern="1200">
                <a:solidFill>
                  <a:schemeClr val="dk1"/>
                </a:solidFill>
                <a:latin typeface="+mn-lt"/>
                <a:ea typeface="+mn-ea"/>
                <a:cs typeface="+mn-cs"/>
              </a:defRPr>
            </a:lvl4pPr>
            <a:lvl5pPr marL="1828800" algn="l" rtl="0" fontAlgn="base">
              <a:spcBef>
                <a:spcPct val="0"/>
              </a:spcBef>
              <a:spcAft>
                <a:spcPct val="0"/>
              </a:spcAft>
              <a:defRPr kumimoji="1" sz="1400" kern="1200">
                <a:solidFill>
                  <a:schemeClr val="dk1"/>
                </a:solidFill>
                <a:latin typeface="+mn-lt"/>
                <a:ea typeface="+mn-ea"/>
                <a:cs typeface="+mn-cs"/>
              </a:defRPr>
            </a:lvl5pPr>
            <a:lvl6pPr marL="2286000" algn="l" defTabSz="914400" rtl="0" eaLnBrk="1" latinLnBrk="0" hangingPunct="1">
              <a:defRPr kumimoji="1" sz="1400" kern="1200">
                <a:solidFill>
                  <a:schemeClr val="dk1"/>
                </a:solidFill>
                <a:latin typeface="+mn-lt"/>
                <a:ea typeface="+mn-ea"/>
                <a:cs typeface="+mn-cs"/>
              </a:defRPr>
            </a:lvl6pPr>
            <a:lvl7pPr marL="2743200" algn="l" defTabSz="914400" rtl="0" eaLnBrk="1" latinLnBrk="0" hangingPunct="1">
              <a:defRPr kumimoji="1" sz="1400" kern="1200">
                <a:solidFill>
                  <a:schemeClr val="dk1"/>
                </a:solidFill>
                <a:latin typeface="+mn-lt"/>
                <a:ea typeface="+mn-ea"/>
                <a:cs typeface="+mn-cs"/>
              </a:defRPr>
            </a:lvl7pPr>
            <a:lvl8pPr marL="3200400" algn="l" defTabSz="914400" rtl="0" eaLnBrk="1" latinLnBrk="0" hangingPunct="1">
              <a:defRPr kumimoji="1" sz="1400" kern="1200">
                <a:solidFill>
                  <a:schemeClr val="dk1"/>
                </a:solidFill>
                <a:latin typeface="+mn-lt"/>
                <a:ea typeface="+mn-ea"/>
                <a:cs typeface="+mn-cs"/>
              </a:defRPr>
            </a:lvl8pPr>
            <a:lvl9pPr marL="3657600" algn="l" defTabSz="914400" rtl="0" eaLnBrk="1" latinLnBrk="0" hangingPunct="1">
              <a:defRPr kumimoji="1" sz="1400" kern="1200">
                <a:solidFill>
                  <a:schemeClr val="dk1"/>
                </a:solidFill>
                <a:latin typeface="+mn-lt"/>
                <a:ea typeface="+mn-ea"/>
                <a:cs typeface="+mn-cs"/>
              </a:defRPr>
            </a:lvl9pPr>
          </a:lstStyle>
          <a:p>
            <a:pPr lvl="0">
              <a:buClr>
                <a:schemeClr val="dk1"/>
              </a:buClr>
              <a:buSzPts val="350"/>
            </a:pPr>
            <a:r>
              <a:rPr lang="en-US" sz="4800" dirty="0">
                <a:solidFill>
                  <a:schemeClr val="bg1"/>
                </a:solidFill>
                <a:latin typeface="Lao UI" panose="020B0502040204020203" pitchFamily="34" charset="0"/>
                <a:cs typeface="Lao UI" panose="020B0502040204020203" pitchFamily="34" charset="0"/>
                <a:sym typeface="Arial"/>
              </a:rPr>
              <a:t>1.State of the art</a:t>
            </a:r>
            <a:endParaRPr lang="fr-FR" sz="4800" dirty="0"/>
          </a:p>
        </p:txBody>
      </p:sp>
      <p:sp>
        <p:nvSpPr>
          <p:cNvPr id="4" name="Espace réservé du numéro de diapositive 5">
            <a:extLst>
              <a:ext uri="{FF2B5EF4-FFF2-40B4-BE49-F238E27FC236}">
                <a16:creationId xmlns:a16="http://schemas.microsoft.com/office/drawing/2014/main" id="{94ADEFDF-DA2A-8516-CB91-B8A28C158660}"/>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6</a:t>
            </a:fld>
            <a:endParaRPr lang="en-US" sz="1400" dirty="0">
              <a:solidFill>
                <a:schemeClr val="bg2">
                  <a:lumMod val="75000"/>
                </a:schemeClr>
              </a:solidFill>
            </a:endParaRPr>
          </a:p>
        </p:txBody>
      </p:sp>
    </p:spTree>
    <p:extLst>
      <p:ext uri="{BB962C8B-B14F-4D97-AF65-F5344CB8AC3E}">
        <p14:creationId xmlns:p14="http://schemas.microsoft.com/office/powerpoint/2010/main" val="202291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614" y="82615"/>
            <a:ext cx="12028017" cy="938317"/>
          </a:xfrm>
          <a:prstGeom prst="rect">
            <a:avLst/>
          </a:prstGeom>
        </p:spPr>
        <p:txBody>
          <a:bodyPr>
            <a:normAutofit/>
          </a:bodyPr>
          <a:lstStyle/>
          <a:p>
            <a:r>
              <a:rPr lang="en-US" sz="3600" b="1" dirty="0">
                <a:solidFill>
                  <a:srgbClr val="002060"/>
                </a:solidFill>
              </a:rPr>
              <a:t>SIEM tools comparative study</a:t>
            </a:r>
          </a:p>
        </p:txBody>
      </p:sp>
      <p:graphicFrame>
        <p:nvGraphicFramePr>
          <p:cNvPr id="5" name="Diagramme 4">
            <a:extLst>
              <a:ext uri="{FF2B5EF4-FFF2-40B4-BE49-F238E27FC236}">
                <a16:creationId xmlns:a16="http://schemas.microsoft.com/office/drawing/2014/main" id="{9CF8653F-B3E9-491E-6830-534AC13EC7E8}"/>
              </a:ext>
            </a:extLst>
          </p:cNvPr>
          <p:cNvGraphicFramePr/>
          <p:nvPr>
            <p:extLst>
              <p:ext uri="{D42A27DB-BD31-4B8C-83A1-F6EECF244321}">
                <p14:modId xmlns:p14="http://schemas.microsoft.com/office/powerpoint/2010/main" val="1680639390"/>
              </p:ext>
            </p:extLst>
          </p:nvPr>
        </p:nvGraphicFramePr>
        <p:xfrm>
          <a:off x="6755643" y="-158449"/>
          <a:ext cx="5179408" cy="148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Tableau 7">
            <a:extLst>
              <a:ext uri="{FF2B5EF4-FFF2-40B4-BE49-F238E27FC236}">
                <a16:creationId xmlns:a16="http://schemas.microsoft.com/office/drawing/2014/main" id="{AAEFE363-3B04-40DA-536E-DD25D2388EEB}"/>
              </a:ext>
            </a:extLst>
          </p:cNvPr>
          <p:cNvGraphicFramePr>
            <a:graphicFrameLocks/>
          </p:cNvGraphicFramePr>
          <p:nvPr>
            <p:extLst>
              <p:ext uri="{D42A27DB-BD31-4B8C-83A1-F6EECF244321}">
                <p14:modId xmlns:p14="http://schemas.microsoft.com/office/powerpoint/2010/main" val="3782556109"/>
              </p:ext>
            </p:extLst>
          </p:nvPr>
        </p:nvGraphicFramePr>
        <p:xfrm>
          <a:off x="94469" y="1312934"/>
          <a:ext cx="12003062" cy="5088528"/>
        </p:xfrm>
        <a:graphic>
          <a:graphicData uri="http://schemas.openxmlformats.org/drawingml/2006/table">
            <a:tbl>
              <a:tblPr firstRow="1" bandRow="1">
                <a:tableStyleId>{5C22544A-7EE6-4342-B048-85BDC9FD1C3A}</a:tableStyleId>
              </a:tblPr>
              <a:tblGrid>
                <a:gridCol w="2009313">
                  <a:extLst>
                    <a:ext uri="{9D8B030D-6E8A-4147-A177-3AD203B41FA5}">
                      <a16:colId xmlns:a16="http://schemas.microsoft.com/office/drawing/2014/main" val="3627149432"/>
                    </a:ext>
                  </a:extLst>
                </a:gridCol>
                <a:gridCol w="2627708">
                  <a:extLst>
                    <a:ext uri="{9D8B030D-6E8A-4147-A177-3AD203B41FA5}">
                      <a16:colId xmlns:a16="http://schemas.microsoft.com/office/drawing/2014/main" val="3052794895"/>
                    </a:ext>
                  </a:extLst>
                </a:gridCol>
                <a:gridCol w="2343219">
                  <a:extLst>
                    <a:ext uri="{9D8B030D-6E8A-4147-A177-3AD203B41FA5}">
                      <a16:colId xmlns:a16="http://schemas.microsoft.com/office/drawing/2014/main" val="3477099194"/>
                    </a:ext>
                  </a:extLst>
                </a:gridCol>
                <a:gridCol w="2511411">
                  <a:extLst>
                    <a:ext uri="{9D8B030D-6E8A-4147-A177-3AD203B41FA5}">
                      <a16:colId xmlns:a16="http://schemas.microsoft.com/office/drawing/2014/main" val="3320445892"/>
                    </a:ext>
                  </a:extLst>
                </a:gridCol>
                <a:gridCol w="2511411">
                  <a:extLst>
                    <a:ext uri="{9D8B030D-6E8A-4147-A177-3AD203B41FA5}">
                      <a16:colId xmlns:a16="http://schemas.microsoft.com/office/drawing/2014/main" val="3904217394"/>
                    </a:ext>
                  </a:extLst>
                </a:gridCol>
              </a:tblGrid>
              <a:tr h="507432">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endParaRPr lang="en-US" sz="1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txBody>
                  <a:tcPr>
                    <a:solidFill>
                      <a:schemeClr val="bg1"/>
                    </a:solidFill>
                  </a:tcPr>
                </a:tc>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200" dirty="0">
                          <a:latin typeface="Lao UI" panose="020B0502040204020203" pitchFamily="34" charset="0"/>
                          <a:cs typeface="Lao UI" panose="020B0502040204020203" pitchFamily="34" charset="0"/>
                        </a:rPr>
                        <a:t>QRADAR</a:t>
                      </a:r>
                      <a:endParaRPr lang="en-US" sz="1200" dirty="0">
                        <a:latin typeface="Lao UI" panose="020B0502040204020203" pitchFamily="34" charset="0"/>
                        <a:cs typeface="Lao UI" panose="020B0502040204020203" pitchFamily="34" charset="0"/>
                      </a:endParaRPr>
                    </a:p>
                    <a:p>
                      <a:endParaRPr lang="en-US" sz="1200" dirty="0">
                        <a:latin typeface="Lao UI" panose="020B0502040204020203" pitchFamily="34" charset="0"/>
                        <a:cs typeface="Lao UI" panose="020B0502040204020203" pitchFamily="34" charset="0"/>
                      </a:endParaRPr>
                    </a:p>
                  </a:txBody>
                  <a:tcPr>
                    <a:solidFill>
                      <a:srgbClr val="002060"/>
                    </a:solidFill>
                  </a:tcPr>
                </a:tc>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200" dirty="0">
                          <a:latin typeface="Lao UI" panose="020B0502040204020203" pitchFamily="34" charset="0"/>
                          <a:cs typeface="Lao UI" panose="020B0502040204020203" pitchFamily="34" charset="0"/>
                        </a:rPr>
                        <a:t>SPLUNK</a:t>
                      </a:r>
                      <a:endParaRPr lang="en-US" sz="1200" dirty="0">
                        <a:latin typeface="Lao UI" panose="020B0502040204020203" pitchFamily="34" charset="0"/>
                        <a:cs typeface="Lao UI" panose="020B0502040204020203" pitchFamily="34" charset="0"/>
                      </a:endParaRPr>
                    </a:p>
                    <a:p>
                      <a:endParaRPr lang="en-US" sz="1200" dirty="0">
                        <a:latin typeface="Lao UI" panose="020B0502040204020203" pitchFamily="34" charset="0"/>
                        <a:cs typeface="Lao UI" panose="020B0502040204020203" pitchFamily="34" charset="0"/>
                      </a:endParaRPr>
                    </a:p>
                  </a:txBody>
                  <a:tcPr>
                    <a:solidFill>
                      <a:srgbClr val="002060"/>
                    </a:solidFill>
                  </a:tcPr>
                </a:tc>
                <a:tc>
                  <a:txBody>
                    <a:bodyPr/>
                    <a:lstStyle/>
                    <a:p>
                      <a:r>
                        <a:rPr lang="en-US" sz="1200" dirty="0">
                          <a:latin typeface="Lao UI" panose="020B0502040204020203" pitchFamily="34" charset="0"/>
                          <a:cs typeface="Lao UI" panose="020B0502040204020203" pitchFamily="34" charset="0"/>
                        </a:rPr>
                        <a:t>LogRhythm</a:t>
                      </a:r>
                    </a:p>
                  </a:txBody>
                  <a:tcPr>
                    <a:solidFill>
                      <a:srgbClr val="002060"/>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fr-FR" sz="1200" dirty="0">
                          <a:latin typeface="Lao UI" panose="020B0502040204020203" pitchFamily="34" charset="0"/>
                          <a:cs typeface="Lao UI" panose="020B0502040204020203" pitchFamily="34" charset="0"/>
                        </a:rPr>
                        <a:t>EXABEAM</a:t>
                      </a:r>
                      <a:endParaRPr lang="en-US" sz="1200" dirty="0">
                        <a:latin typeface="Lao UI" panose="020B0502040204020203" pitchFamily="34" charset="0"/>
                        <a:cs typeface="Lao UI" panose="020B0502040204020203" pitchFamily="34" charset="0"/>
                      </a:endParaRPr>
                    </a:p>
                    <a:p>
                      <a:endParaRPr lang="en-US" sz="1200" dirty="0">
                        <a:latin typeface="Lao UI" panose="020B0502040204020203" pitchFamily="34" charset="0"/>
                        <a:cs typeface="Lao UI" panose="020B0502040204020203" pitchFamily="34" charset="0"/>
                      </a:endParaRPr>
                    </a:p>
                  </a:txBody>
                  <a:tcPr>
                    <a:solidFill>
                      <a:srgbClr val="002060"/>
                    </a:solidFill>
                  </a:tcPr>
                </a:tc>
                <a:extLst>
                  <a:ext uri="{0D108BD9-81ED-4DB2-BD59-A6C34878D82A}">
                    <a16:rowId xmlns:a16="http://schemas.microsoft.com/office/drawing/2014/main" val="1363783753"/>
                  </a:ext>
                </a:extLst>
              </a:tr>
              <a:tr h="304459">
                <a:tc>
                  <a:txBody>
                    <a:bodyPr/>
                    <a:lstStyle/>
                    <a:p>
                      <a:pPr algn="ctr"/>
                      <a:r>
                        <a:rPr lang="en-US"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Founded</a:t>
                      </a:r>
                    </a:p>
                  </a:txBody>
                  <a:tcPr>
                    <a:solidFill>
                      <a:srgbClr val="002060"/>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2010</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2005</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kumimoji="0" lang="fr-FR" sz="1200" b="0" kern="1200" dirty="0">
                          <a:solidFill>
                            <a:srgbClr val="002060"/>
                          </a:solidFill>
                          <a:latin typeface="Lao UI" panose="020B0502040204020203" pitchFamily="34" charset="0"/>
                          <a:cs typeface="Lao UI" panose="020B0502040204020203" pitchFamily="34" charset="0"/>
                        </a:rPr>
                        <a:t>2003</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fr-FR" sz="1200" b="0" kern="1200" dirty="0">
                          <a:solidFill>
                            <a:srgbClr val="002060"/>
                          </a:solidFill>
                          <a:latin typeface="Lao UI" panose="020B0502040204020203" pitchFamily="34" charset="0"/>
                          <a:cs typeface="Lao UI" panose="020B0502040204020203" pitchFamily="34" charset="0"/>
                        </a:rPr>
                        <a:t>2013</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746512773"/>
                  </a:ext>
                </a:extLst>
              </a:tr>
              <a:tr h="507432">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algn="ct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License</a:t>
                      </a:r>
                      <a:endParaRPr lang="en-US"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endParaRPr>
                    </a:p>
                  </a:txBody>
                  <a:tcPr>
                    <a:solidFill>
                      <a:srgbClr val="002060"/>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171450" indent="-171450">
                        <a:buFont typeface="Arial" panose="020B0604020202020204" pitchFamily="34" charset="0"/>
                        <a:buChar char="•"/>
                      </a:pPr>
                      <a:r>
                        <a:rPr kumimoji="0" lang="en-US" sz="1200" b="0" kern="1200" dirty="0">
                          <a:solidFill>
                            <a:srgbClr val="002060"/>
                          </a:solidFill>
                          <a:latin typeface="Lao UI" panose="020B0502040204020203" pitchFamily="34" charset="0"/>
                          <a:cs typeface="Lao UI" panose="020B0502040204020203" pitchFamily="34" charset="0"/>
                        </a:rPr>
                        <a:t>Flow Per Minute (FPM) Licensing</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kern="1200" dirty="0">
                          <a:solidFill>
                            <a:srgbClr val="002060"/>
                          </a:solidFill>
                          <a:latin typeface="Lao UI" panose="020B0502040204020203" pitchFamily="34" charset="0"/>
                          <a:cs typeface="Lao UI" panose="020B0502040204020203" pitchFamily="34" charset="0"/>
                        </a:rPr>
                        <a:t>Event Per Second (EPS) Licensing</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indexing volume (GB)</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subscription pricing tied to volume consumption</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en-US" sz="1200" b="0" kern="1200" dirty="0">
                          <a:solidFill>
                            <a:srgbClr val="002060"/>
                          </a:solidFill>
                          <a:effectLst/>
                          <a:latin typeface="Lao UI" panose="020B0502040204020203" pitchFamily="34" charset="0"/>
                          <a:cs typeface="Lao UI" panose="020B0502040204020203" pitchFamily="34" charset="0"/>
                        </a:rPr>
                        <a:t>Based on the number of users or on the volume of data</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3410047065"/>
                  </a:ext>
                </a:extLst>
              </a:tr>
              <a:tr h="710404">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User Behaviour Analytics (UBA)</a:t>
                      </a:r>
                    </a:p>
                  </a:txBody>
                  <a:tcPr>
                    <a:solidFill>
                      <a:srgbClr val="002060"/>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QRadar User Behavior Analytics (free of cost)</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Splunk User Behavior Analytics (Not free of cost)</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lang="en-US" sz="1200" b="0" dirty="0">
                          <a:solidFill>
                            <a:srgbClr val="002060"/>
                          </a:solidFill>
                          <a:latin typeface="Lao UI" panose="020B0502040204020203" pitchFamily="34" charset="0"/>
                          <a:cs typeface="Lao UI" panose="020B0502040204020203" pitchFamily="34" charset="0"/>
                        </a:rPr>
                        <a:t> </a:t>
                      </a:r>
                      <a:r>
                        <a:rPr lang="en-US" sz="1200" b="0" dirty="0" err="1">
                          <a:solidFill>
                            <a:srgbClr val="002060"/>
                          </a:solidFill>
                          <a:latin typeface="Lao UI" panose="020B0502040204020203" pitchFamily="34" charset="0"/>
                          <a:cs typeface="Lao UI" panose="020B0502040204020203" pitchFamily="34" charset="0"/>
                        </a:rPr>
                        <a:t>UserXDR</a:t>
                      </a:r>
                      <a:r>
                        <a:rPr lang="en-US" sz="1200" b="0" dirty="0">
                          <a:solidFill>
                            <a:srgbClr val="002060"/>
                          </a:solidFill>
                          <a:latin typeface="Lao UI" panose="020B0502040204020203" pitchFamily="34" charset="0"/>
                          <a:cs typeface="Lao UI" panose="020B0502040204020203" pitchFamily="34" charset="0"/>
                        </a:rPr>
                        <a:t>  (</a:t>
                      </a:r>
                      <a:r>
                        <a:rPr kumimoji="0" lang="en-US" sz="1200" b="0" kern="1200" dirty="0">
                          <a:solidFill>
                            <a:srgbClr val="002060"/>
                          </a:solidFill>
                          <a:effectLst/>
                          <a:latin typeface="Lao UI" panose="020B0502040204020203" pitchFamily="34" charset="0"/>
                          <a:cs typeface="Lao UI" panose="020B0502040204020203" pitchFamily="34" charset="0"/>
                        </a:rPr>
                        <a:t>not free of cost)</a:t>
                      </a:r>
                      <a:endParaRPr lang="en-US" sz="1200" b="0" dirty="0">
                        <a:solidFill>
                          <a:srgbClr val="002060"/>
                        </a:solidFill>
                        <a:latin typeface="Lao UI" panose="020B0502040204020203" pitchFamily="34" charset="0"/>
                        <a:cs typeface="Lao UI" panose="020B0502040204020203" pitchFamily="34" charset="0"/>
                      </a:endParaRPr>
                    </a:p>
                  </a:txBody>
                  <a:tcPr>
                    <a:solidFill>
                      <a:schemeClr val="accent1">
                        <a:lumMod val="20000"/>
                        <a:lumOff val="80000"/>
                      </a:schemeClr>
                    </a:solidFill>
                  </a:tcPr>
                </a:tc>
                <a:tc>
                  <a:txBody>
                    <a:bodyPr/>
                    <a:lstStyle/>
                    <a:p>
                      <a:pPr marL="0" indent="0" algn="l">
                        <a:buFont typeface="Arial" panose="020B0604020202020204" pitchFamily="34" charset="0"/>
                        <a:buNone/>
                      </a:pPr>
                      <a:r>
                        <a:rPr lang="fr-FR" sz="1200" b="0" dirty="0" err="1">
                          <a:solidFill>
                            <a:srgbClr val="002060"/>
                          </a:solidFill>
                          <a:latin typeface="Lao UI" panose="020B0502040204020203" pitchFamily="34" charset="0"/>
                          <a:cs typeface="Lao UI" panose="020B0502040204020203" pitchFamily="34" charset="0"/>
                        </a:rPr>
                        <a:t>Behavior</a:t>
                      </a:r>
                      <a:r>
                        <a:rPr lang="fr-FR" sz="1200" b="0" dirty="0">
                          <a:solidFill>
                            <a:srgbClr val="002060"/>
                          </a:solidFill>
                          <a:latin typeface="Lao UI" panose="020B0502040204020203" pitchFamily="34" charset="0"/>
                          <a:cs typeface="Lao UI" panose="020B0502040204020203" pitchFamily="34" charset="0"/>
                        </a:rPr>
                        <a:t> Analytics (Not free of </a:t>
                      </a:r>
                      <a:r>
                        <a:rPr lang="fr-FR" sz="1200" b="0" dirty="0" err="1">
                          <a:solidFill>
                            <a:srgbClr val="002060"/>
                          </a:solidFill>
                          <a:latin typeface="Lao UI" panose="020B0502040204020203" pitchFamily="34" charset="0"/>
                          <a:cs typeface="Lao UI" panose="020B0502040204020203" pitchFamily="34" charset="0"/>
                        </a:rPr>
                        <a:t>cost</a:t>
                      </a:r>
                      <a:r>
                        <a:rPr lang="fr-FR" sz="1200" b="0" dirty="0">
                          <a:solidFill>
                            <a:srgbClr val="002060"/>
                          </a:solidFill>
                          <a:latin typeface="Lao UI" panose="020B0502040204020203" pitchFamily="34" charset="0"/>
                          <a:cs typeface="Lao UI" panose="020B0502040204020203" pitchFamily="34" charset="0"/>
                        </a:rPr>
                        <a:t>)</a:t>
                      </a:r>
                      <a:endParaRPr lang="en-US" sz="1200" b="0" dirty="0">
                        <a:solidFill>
                          <a:srgbClr val="002060"/>
                        </a:solidFill>
                        <a:latin typeface="Lao UI" panose="020B0502040204020203" pitchFamily="34" charset="0"/>
                        <a:cs typeface="Lao UI" panose="020B0502040204020203" pitchFamily="34" charset="0"/>
                      </a:endParaRPr>
                    </a:p>
                    <a:p>
                      <a:pPr marL="0" indent="0" algn="l">
                        <a:buFont typeface="Arial" panose="020B0604020202020204" pitchFamily="34" charset="0"/>
                        <a:buNone/>
                      </a:pPr>
                      <a:endParaRPr lang="en-US" sz="1200" b="0" dirty="0">
                        <a:solidFill>
                          <a:srgbClr val="002060"/>
                        </a:solidFill>
                        <a:latin typeface="Lao UI" panose="020B0502040204020203" pitchFamily="34" charset="0"/>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1426352612"/>
                  </a:ext>
                </a:extLst>
              </a:tr>
              <a:tr h="507432">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algn="ctr"/>
                      <a:r>
                        <a:rPr lang="en-US"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automated incident response (SOAR)</a:t>
                      </a:r>
                    </a:p>
                  </a:txBody>
                  <a:tcPr>
                    <a:solidFill>
                      <a:srgbClr val="002060"/>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IBM Resilient SOAR</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Splunk Phantom</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1200" b="0" kern="1200" dirty="0" err="1">
                          <a:solidFill>
                            <a:srgbClr val="002060"/>
                          </a:solidFill>
                          <a:effectLst/>
                          <a:latin typeface="Lao UI" panose="020B0502040204020203" pitchFamily="34" charset="0"/>
                          <a:cs typeface="Lao UI" panose="020B0502040204020203" pitchFamily="34" charset="0"/>
                        </a:rPr>
                        <a:t>RespondX</a:t>
                      </a:r>
                      <a:endParaRPr kumimoji="0" lang="fr-FR" sz="1200" b="0" kern="1200" dirty="0">
                        <a:solidFill>
                          <a:srgbClr val="002060"/>
                        </a:solidFill>
                        <a:effectLst/>
                        <a:latin typeface="Lao UI" panose="020B0502040204020203" pitchFamily="34" charset="0"/>
                        <a:cs typeface="Lao UI" panose="020B0502040204020203" pitchFamily="34" charset="0"/>
                      </a:endParaRP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err="1">
                          <a:solidFill>
                            <a:srgbClr val="002060"/>
                          </a:solidFill>
                          <a:latin typeface="Lao UI" panose="020B0502040204020203" pitchFamily="34" charset="0"/>
                          <a:cs typeface="Lao UI" panose="020B0502040204020203" pitchFamily="34" charset="0"/>
                        </a:rPr>
                        <a:t>Exabeam</a:t>
                      </a:r>
                      <a:r>
                        <a:rPr kumimoji="0" lang="en-US" sz="1200" b="0" kern="1200" dirty="0">
                          <a:solidFill>
                            <a:srgbClr val="002060"/>
                          </a:solidFill>
                          <a:latin typeface="Lao UI" panose="020B0502040204020203" pitchFamily="34" charset="0"/>
                          <a:cs typeface="Lao UI" panose="020B0502040204020203" pitchFamily="34" charset="0"/>
                        </a:rPr>
                        <a:t> Fusion SIEM</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2682365643"/>
                  </a:ext>
                </a:extLst>
              </a:tr>
              <a:tr h="507432">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algn="ct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Threat Intelligence</a:t>
                      </a:r>
                      <a:endParaRPr lang="en-US"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endParaRPr>
                    </a:p>
                  </a:txBody>
                  <a:tcPr>
                    <a:solidFill>
                      <a:srgbClr val="002060"/>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fr-FR" sz="1200" b="0" kern="1200" dirty="0">
                          <a:solidFill>
                            <a:srgbClr val="002060"/>
                          </a:solidFill>
                          <a:latin typeface="Lao UI" panose="020B0502040204020203" pitchFamily="34" charset="0"/>
                          <a:cs typeface="Lao UI" panose="020B0502040204020203" pitchFamily="34" charset="0"/>
                        </a:rPr>
                        <a:t>X-Force QRadar Threat Intelligence</a:t>
                      </a:r>
                      <a:endParaRPr kumimoji="0" lang="fr-FR"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fr-FR" sz="1200" b="0" kern="1200" dirty="0">
                          <a:solidFill>
                            <a:srgbClr val="002060"/>
                          </a:solidFill>
                          <a:latin typeface="Lao UI" panose="020B0502040204020203" pitchFamily="34" charset="0"/>
                          <a:cs typeface="Lao UI" panose="020B0502040204020203" pitchFamily="34" charset="0"/>
                        </a:rPr>
                        <a:t>Enterprise Security Threat Intelligence </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rgbClr val="002060"/>
                          </a:solidFill>
                          <a:latin typeface="Lao UI" panose="020B0502040204020203" pitchFamily="34" charset="0"/>
                          <a:cs typeface="Lao UI" panose="020B0502040204020203" pitchFamily="34" charset="0"/>
                        </a:rPr>
                        <a:t>Should integrate external threat intelligence tools (Soltra Edge)</a:t>
                      </a: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err="1">
                          <a:solidFill>
                            <a:srgbClr val="002060"/>
                          </a:solidFill>
                          <a:latin typeface="Lao UI" panose="020B0502040204020203" pitchFamily="34" charset="0"/>
                          <a:cs typeface="Lao UI" panose="020B0502040204020203" pitchFamily="34" charset="0"/>
                        </a:rPr>
                        <a:t>Exabeam</a:t>
                      </a:r>
                      <a:r>
                        <a:rPr lang="en-US" sz="1200" b="0" dirty="0">
                          <a:solidFill>
                            <a:srgbClr val="002060"/>
                          </a:solidFill>
                          <a:latin typeface="Lao UI" panose="020B0502040204020203" pitchFamily="34" charset="0"/>
                          <a:cs typeface="Lao UI" panose="020B0502040204020203" pitchFamily="34" charset="0"/>
                        </a:rPr>
                        <a:t> Threat Intelligence Service is a cloud-based solution</a:t>
                      </a:r>
                    </a:p>
                  </a:txBody>
                  <a:tcPr>
                    <a:solidFill>
                      <a:schemeClr val="accent1">
                        <a:lumMod val="20000"/>
                        <a:lumOff val="80000"/>
                      </a:schemeClr>
                    </a:solidFill>
                  </a:tcPr>
                </a:tc>
                <a:extLst>
                  <a:ext uri="{0D108BD9-81ED-4DB2-BD59-A6C34878D82A}">
                    <a16:rowId xmlns:a16="http://schemas.microsoft.com/office/drawing/2014/main" val="3304988536"/>
                  </a:ext>
                </a:extLst>
              </a:tr>
              <a:tr h="50743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Delivery Model</a:t>
                      </a:r>
                    </a:p>
                  </a:txBody>
                  <a:tcPr>
                    <a:solidFill>
                      <a:srgbClr val="002060"/>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Deployed on the cloud / the on-premise hardware</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Deployed in a cloud /as software on-premise</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200" b="0" kern="1200" dirty="0">
                          <a:solidFill>
                            <a:srgbClr val="002060"/>
                          </a:solidFill>
                          <a:effectLst/>
                          <a:latin typeface="Lao UI" panose="020B0502040204020203" pitchFamily="34" charset="0"/>
                          <a:cs typeface="Lao UI" panose="020B0502040204020203" pitchFamily="34" charset="0"/>
                        </a:rPr>
                        <a:t>SaaS solution /Cloud /Web</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SaaS solution \ Cloud \Web</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995977745"/>
                  </a:ext>
                </a:extLst>
              </a:tr>
              <a:tr h="304459">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Dedicated Hardware </a:t>
                      </a:r>
                    </a:p>
                  </a:txBody>
                  <a:tcPr>
                    <a:solidFill>
                      <a:srgbClr val="002060"/>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YES </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NO </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kumimoji="0" lang="fr-FR" sz="1200" b="0" kern="1200" dirty="0">
                          <a:solidFill>
                            <a:srgbClr val="002060"/>
                          </a:solidFill>
                          <a:latin typeface="Lao UI" panose="020B0502040204020203" pitchFamily="34" charset="0"/>
                          <a:cs typeface="Lao UI" panose="020B0502040204020203" pitchFamily="34" charset="0"/>
                        </a:rPr>
                        <a:t>YES </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fr-FR" sz="1200" b="0" kern="1200" dirty="0">
                          <a:solidFill>
                            <a:srgbClr val="002060"/>
                          </a:solidFill>
                          <a:latin typeface="Lao UI" panose="020B0502040204020203" pitchFamily="34" charset="0"/>
                          <a:cs typeface="Lao UI" panose="020B0502040204020203" pitchFamily="34" charset="0"/>
                        </a:rPr>
                        <a:t>YES </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1436614389"/>
                  </a:ext>
                </a:extLst>
              </a:tr>
              <a:tr h="30445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Supported OS </a:t>
                      </a:r>
                    </a:p>
                  </a:txBody>
                  <a:tcPr>
                    <a:solidFill>
                      <a:srgbClr val="002060"/>
                    </a:solidFill>
                  </a:tcPr>
                </a:tc>
                <a:tc>
                  <a:txBody>
                    <a:body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Red hat</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Windows ,Linux </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Windows ,Linux </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Windows ,Linux </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3945897759"/>
                  </a:ext>
                </a:extLst>
              </a:tr>
              <a:tr h="30445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Agent </a:t>
                      </a:r>
                    </a:p>
                  </a:txBody>
                  <a:tcPr>
                    <a:solidFill>
                      <a:srgbClr val="002060"/>
                    </a:solidFill>
                  </a:tcPr>
                </a:tc>
                <a:tc>
                  <a:txBody>
                    <a:body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Wincollect  for windows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Splunk forwarder</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Data Collector</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Data Lake</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4186930087"/>
                  </a:ext>
                </a:extLst>
              </a:tr>
              <a:tr h="30445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High Availability </a:t>
                      </a:r>
                    </a:p>
                  </a:txBody>
                  <a:tcPr>
                    <a:solidFill>
                      <a:srgbClr val="002060"/>
                    </a:solidFill>
                  </a:tcPr>
                </a:tc>
                <a:tc>
                  <a:txBody>
                    <a:body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1200" b="0" kern="1200" dirty="0">
                          <a:solidFill>
                            <a:srgbClr val="002060"/>
                          </a:solidFill>
                          <a:latin typeface="Lao UI" panose="020B0502040204020203" pitchFamily="34" charset="0"/>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1200" b="0" kern="1200" dirty="0">
                          <a:solidFill>
                            <a:srgbClr val="002060"/>
                          </a:solidFill>
                          <a:latin typeface="Lao UI" panose="020B0502040204020203" pitchFamily="34" charset="0"/>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555512662"/>
                  </a:ext>
                </a:extLst>
              </a:tr>
              <a:tr h="318669">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200" b="1" dirty="0">
                          <a:solidFill>
                            <a:schemeClr val="bg1"/>
                          </a:solidFill>
                          <a:effectLst>
                            <a:outerShdw blurRad="38100" dist="38100" dir="2700000" algn="tl">
                              <a:srgbClr val="000000">
                                <a:alpha val="43137"/>
                              </a:srgbClr>
                            </a:outerShdw>
                          </a:effectLst>
                          <a:latin typeface="Lao UI" panose="020B0502040204020203" pitchFamily="34" charset="0"/>
                          <a:cs typeface="Lao UI" panose="020B0502040204020203" pitchFamily="34" charset="0"/>
                        </a:rPr>
                        <a:t>Distributed Architect</a:t>
                      </a:r>
                    </a:p>
                  </a:txBody>
                  <a:tcPr>
                    <a:solidFill>
                      <a:srgbClr val="002060"/>
                    </a:solidFill>
                  </a:tcPr>
                </a:tc>
                <a:tc>
                  <a:txBody>
                    <a:bodyPr/>
                    <a:lstStyle/>
                    <a:p>
                      <a:pPr marL="0" indent="0">
                        <a:buFont typeface="Arial" panose="020B0604020202020204" pitchFamily="34" charset="0"/>
                        <a:buNone/>
                      </a:pPr>
                      <a:r>
                        <a:rPr kumimoji="0" lang="en-US" sz="1200" b="0" kern="1200" dirty="0">
                          <a:solidFill>
                            <a:srgbClr val="002060"/>
                          </a:solidFill>
                          <a:latin typeface="Lao UI" panose="020B0502040204020203" pitchFamily="34" charset="0"/>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kern="1200" dirty="0">
                          <a:solidFill>
                            <a:srgbClr val="002060"/>
                          </a:solidFill>
                          <a:latin typeface="Lao UI" panose="020B0502040204020203" pitchFamily="34" charset="0"/>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1200" b="0" kern="1200" dirty="0">
                          <a:solidFill>
                            <a:srgbClr val="002060"/>
                          </a:solidFill>
                          <a:latin typeface="Lao UI" panose="020B0502040204020203" pitchFamily="34" charset="0"/>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fr-FR" sz="1200" b="0" kern="1200" dirty="0">
                          <a:solidFill>
                            <a:srgbClr val="002060"/>
                          </a:solidFill>
                          <a:latin typeface="Lao UI" panose="020B0502040204020203" pitchFamily="34" charset="0"/>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417560514"/>
                  </a:ext>
                </a:extLst>
              </a:tr>
            </a:tbl>
          </a:graphicData>
        </a:graphic>
      </p:graphicFrame>
      <p:sp>
        <p:nvSpPr>
          <p:cNvPr id="2" name="Rectangle 1">
            <a:extLst>
              <a:ext uri="{FF2B5EF4-FFF2-40B4-BE49-F238E27FC236}">
                <a16:creationId xmlns:a16="http://schemas.microsoft.com/office/drawing/2014/main" id="{E1B685F1-6334-DB06-8EDC-ED8353093774}"/>
              </a:ext>
            </a:extLst>
          </p:cNvPr>
          <p:cNvSpPr/>
          <p:nvPr/>
        </p:nvSpPr>
        <p:spPr>
          <a:xfrm>
            <a:off x="4698437" y="1312934"/>
            <a:ext cx="2286980" cy="50885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space réservé du numéro de diapositive 5">
            <a:extLst>
              <a:ext uri="{FF2B5EF4-FFF2-40B4-BE49-F238E27FC236}">
                <a16:creationId xmlns:a16="http://schemas.microsoft.com/office/drawing/2014/main" id="{A4A2169B-B978-735C-6577-AB8A918610C8}"/>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7</a:t>
            </a:fld>
            <a:endParaRPr lang="en-US" sz="1400" dirty="0">
              <a:solidFill>
                <a:schemeClr val="bg2">
                  <a:lumMod val="75000"/>
                </a:schemeClr>
              </a:solidFill>
            </a:endParaRPr>
          </a:p>
        </p:txBody>
      </p:sp>
    </p:spTree>
    <p:extLst>
      <p:ext uri="{BB962C8B-B14F-4D97-AF65-F5344CB8AC3E}">
        <p14:creationId xmlns:p14="http://schemas.microsoft.com/office/powerpoint/2010/main" val="99803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8369" y="102257"/>
            <a:ext cx="12028017" cy="938317"/>
          </a:xfrm>
          <a:prstGeom prst="rect">
            <a:avLst/>
          </a:prstGeom>
        </p:spPr>
        <p:txBody>
          <a:bodyPr>
            <a:noAutofit/>
          </a:bodyPr>
          <a:lstStyle/>
          <a:p>
            <a:r>
              <a:rPr lang="en-US" sz="3600" b="1" dirty="0">
                <a:solidFill>
                  <a:srgbClr val="002060"/>
                </a:solidFill>
              </a:rPr>
              <a:t>Threat Hunting, SIEM and</a:t>
            </a:r>
            <a:br>
              <a:rPr lang="en-US" sz="3600" b="1" dirty="0">
                <a:solidFill>
                  <a:srgbClr val="002060"/>
                </a:solidFill>
              </a:rPr>
            </a:br>
            <a:r>
              <a:rPr lang="en-US" sz="3600" b="1" dirty="0">
                <a:solidFill>
                  <a:srgbClr val="002060"/>
                </a:solidFill>
              </a:rPr>
              <a:t>Adversary emulation plan </a:t>
            </a:r>
          </a:p>
        </p:txBody>
      </p:sp>
      <p:grpSp>
        <p:nvGrpSpPr>
          <p:cNvPr id="26" name="Groupe 25">
            <a:extLst>
              <a:ext uri="{FF2B5EF4-FFF2-40B4-BE49-F238E27FC236}">
                <a16:creationId xmlns:a16="http://schemas.microsoft.com/office/drawing/2014/main" id="{12D46BC3-8510-3BEF-A967-C97F267B3256}"/>
              </a:ext>
            </a:extLst>
          </p:cNvPr>
          <p:cNvGrpSpPr/>
          <p:nvPr/>
        </p:nvGrpSpPr>
        <p:grpSpPr>
          <a:xfrm>
            <a:off x="351812" y="2058682"/>
            <a:ext cx="11488375" cy="4099741"/>
            <a:chOff x="778643" y="3152932"/>
            <a:chExt cx="10746018" cy="3293430"/>
          </a:xfrm>
        </p:grpSpPr>
        <p:grpSp>
          <p:nvGrpSpPr>
            <p:cNvPr id="2" name="Groupe 1">
              <a:extLst>
                <a:ext uri="{FF2B5EF4-FFF2-40B4-BE49-F238E27FC236}">
                  <a16:creationId xmlns:a16="http://schemas.microsoft.com/office/drawing/2014/main" id="{92BD72F2-DBE0-D06E-2E2D-9A01E107E66E}"/>
                </a:ext>
              </a:extLst>
            </p:cNvPr>
            <p:cNvGrpSpPr/>
            <p:nvPr/>
          </p:nvGrpSpPr>
          <p:grpSpPr>
            <a:xfrm>
              <a:off x="5814275" y="3152932"/>
              <a:ext cx="5710386" cy="3293430"/>
              <a:chOff x="155112" y="1763216"/>
              <a:chExt cx="8898647" cy="2672395"/>
            </a:xfrm>
          </p:grpSpPr>
          <p:sp>
            <p:nvSpPr>
              <p:cNvPr id="16" name="Rectangle 66">
                <a:extLst>
                  <a:ext uri="{FF2B5EF4-FFF2-40B4-BE49-F238E27FC236}">
                    <a16:creationId xmlns:a16="http://schemas.microsoft.com/office/drawing/2014/main" id="{407056D0-EC5B-59B8-EAB3-1BB0480756D8}"/>
                  </a:ext>
                </a:extLst>
              </p:cNvPr>
              <p:cNvSpPr>
                <a:spLocks noChangeArrowheads="1"/>
              </p:cNvSpPr>
              <p:nvPr/>
            </p:nvSpPr>
            <p:spPr bwMode="gray">
              <a:xfrm>
                <a:off x="4539044" y="1763216"/>
                <a:ext cx="4514711" cy="448195"/>
              </a:xfrm>
              <a:prstGeom prst="rect">
                <a:avLst/>
              </a:prstGeom>
              <a:solidFill>
                <a:srgbClr val="D8A713"/>
              </a:solidFill>
              <a:ln w="9525">
                <a:noFill/>
                <a:miter lim="800000"/>
                <a:headEnd/>
                <a:tailEnd/>
              </a:ln>
              <a:effectLst/>
            </p:spPr>
            <p:txBody>
              <a:bodyPr wrap="square" lIns="72000" tIns="72000" rIns="72000" bIns="72000" anchor="t">
                <a:noAutofit/>
              </a:bodyPr>
              <a:lstStyle/>
              <a:p>
                <a:pPr algn="ctr"/>
                <a:r>
                  <a:rPr lang="en-US" b="1" dirty="0">
                    <a:solidFill>
                      <a:schemeClr val="bg1"/>
                    </a:solidFill>
                  </a:rPr>
                  <a:t>Threat detection with Adversary Emulation plans</a:t>
                </a:r>
              </a:p>
            </p:txBody>
          </p:sp>
          <p:sp>
            <p:nvSpPr>
              <p:cNvPr id="17" name="Rectangle 66">
                <a:extLst>
                  <a:ext uri="{FF2B5EF4-FFF2-40B4-BE49-F238E27FC236}">
                    <a16:creationId xmlns:a16="http://schemas.microsoft.com/office/drawing/2014/main" id="{BAA3EB36-1DA4-A10D-2322-429A18F8A603}"/>
                  </a:ext>
                </a:extLst>
              </p:cNvPr>
              <p:cNvSpPr>
                <a:spLocks noChangeArrowheads="1"/>
              </p:cNvSpPr>
              <p:nvPr/>
            </p:nvSpPr>
            <p:spPr bwMode="gray">
              <a:xfrm>
                <a:off x="155114" y="1763216"/>
                <a:ext cx="4186801" cy="442110"/>
              </a:xfrm>
              <a:prstGeom prst="rect">
                <a:avLst/>
              </a:prstGeom>
              <a:solidFill>
                <a:srgbClr val="D8A713"/>
              </a:solidFill>
              <a:ln w="9525">
                <a:noFill/>
                <a:miter lim="800000"/>
                <a:headEnd/>
                <a:tailEnd/>
              </a:ln>
              <a:effectLst/>
            </p:spPr>
            <p:txBody>
              <a:bodyPr wrap="square" lIns="72000" tIns="72000" rIns="72000" bIns="72000" anchor="t">
                <a:noAutofit/>
              </a:bodyPr>
              <a:lstStyle/>
              <a:p>
                <a:pPr algn="ctr"/>
                <a:r>
                  <a:rPr lang="en-US" b="1" dirty="0">
                    <a:solidFill>
                      <a:schemeClr val="bg1"/>
                    </a:solidFill>
                  </a:rPr>
                  <a:t>Threat detection with Windows Event Logs</a:t>
                </a:r>
              </a:p>
            </p:txBody>
          </p:sp>
          <p:sp>
            <p:nvSpPr>
              <p:cNvPr id="18" name="Textplatzhalter 2">
                <a:extLst>
                  <a:ext uri="{FF2B5EF4-FFF2-40B4-BE49-F238E27FC236}">
                    <a16:creationId xmlns:a16="http://schemas.microsoft.com/office/drawing/2014/main" id="{6A7A496D-E89C-EC26-C779-BF8796137AF2}"/>
                  </a:ext>
                </a:extLst>
              </p:cNvPr>
              <p:cNvSpPr txBox="1">
                <a:spLocks/>
              </p:cNvSpPr>
              <p:nvPr/>
            </p:nvSpPr>
            <p:spPr>
              <a:xfrm>
                <a:off x="155112" y="2276954"/>
                <a:ext cx="4158045" cy="2158657"/>
              </a:xfrm>
              <a:prstGeom prst="rect">
                <a:avLst/>
              </a:prstGeom>
              <a:ln>
                <a:solidFill>
                  <a:schemeClr val="accent4">
                    <a:lumMod val="75000"/>
                  </a:schemeClr>
                </a:solidFill>
              </a:ln>
            </p:spPr>
            <p:txBody>
              <a:bodyPr vert="horz"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Investigate highly developed ready attack scenarios and implement new correlation rules.</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Helping to develop new SIEM use cases to save attack detection time.</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Monitor security coverage.</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Does not cover all types of attacks like Phishing</a:t>
                </a:r>
              </a:p>
              <a:p>
                <a:pPr marL="285750" indent="-285750">
                  <a:buFont typeface="Arial" panose="020B0604020202020204" pitchFamily="34" charset="0"/>
                  <a:buChar char="•"/>
                </a:pPr>
                <a:endParaRPr lang="en-US" sz="1200" dirty="0">
                  <a:solidFill>
                    <a:srgbClr val="38396B"/>
                  </a:solidFill>
                  <a:latin typeface="Calibri" panose="020F0502020204030204" pitchFamily="34" charset="0"/>
                  <a:cs typeface="Calibri" panose="020F0502020204030204" pitchFamily="34" charset="0"/>
                </a:endParaRPr>
              </a:p>
            </p:txBody>
          </p:sp>
          <p:sp>
            <p:nvSpPr>
              <p:cNvPr id="19" name="Textplatzhalter 2">
                <a:extLst>
                  <a:ext uri="{FF2B5EF4-FFF2-40B4-BE49-F238E27FC236}">
                    <a16:creationId xmlns:a16="http://schemas.microsoft.com/office/drawing/2014/main" id="{07539387-78B1-FFC7-B30A-3C064F5DA309}"/>
                  </a:ext>
                </a:extLst>
              </p:cNvPr>
              <p:cNvSpPr txBox="1">
                <a:spLocks/>
              </p:cNvSpPr>
              <p:nvPr/>
            </p:nvSpPr>
            <p:spPr>
              <a:xfrm>
                <a:off x="4539048" y="2276953"/>
                <a:ext cx="4514711" cy="2158657"/>
              </a:xfrm>
              <a:prstGeom prst="rect">
                <a:avLst/>
              </a:prstGeom>
              <a:ln>
                <a:solidFill>
                  <a:schemeClr val="accent4">
                    <a:lumMod val="75000"/>
                  </a:schemeClr>
                </a:solidFill>
              </a:ln>
            </p:spPr>
            <p:txBody>
              <a:bodyPr vert="horz"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Create a scenario to put various parts of an adversary's tactics, methods, and processes to the test.</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Test measures the defenses against the simulated attacker.</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Replicates a known danger to a company.</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Some attack scenarios require software installations like Active Directory attacks</a:t>
                </a:r>
              </a:p>
              <a:p>
                <a:pPr marL="285750" indent="-285750">
                  <a:buFont typeface="Arial" panose="020B0604020202020204" pitchFamily="34" charset="0"/>
                  <a:buChar char="•"/>
                </a:pPr>
                <a:endParaRPr lang="en-US" sz="1200" dirty="0">
                  <a:solidFill>
                    <a:srgbClr val="38396B"/>
                  </a:solidFill>
                  <a:latin typeface="Calibri" panose="020F0502020204030204" pitchFamily="34" charset="0"/>
                  <a:cs typeface="Calibri" panose="020F0502020204030204" pitchFamily="34" charset="0"/>
                </a:endParaRPr>
              </a:p>
            </p:txBody>
          </p:sp>
        </p:grpSp>
        <p:sp>
          <p:nvSpPr>
            <p:cNvPr id="8" name="Textplatzhalter 2">
              <a:extLst>
                <a:ext uri="{FF2B5EF4-FFF2-40B4-BE49-F238E27FC236}">
                  <a16:creationId xmlns:a16="http://schemas.microsoft.com/office/drawing/2014/main" id="{622DF93B-6C37-C209-15ED-90A1FB740952}"/>
                </a:ext>
              </a:extLst>
            </p:cNvPr>
            <p:cNvSpPr txBox="1">
              <a:spLocks/>
            </p:cNvSpPr>
            <p:nvPr/>
          </p:nvSpPr>
          <p:spPr>
            <a:xfrm>
              <a:off x="778644" y="3790676"/>
              <a:ext cx="2455377" cy="2655685"/>
            </a:xfrm>
            <a:prstGeom prst="rect">
              <a:avLst/>
            </a:prstGeom>
            <a:solidFill>
              <a:schemeClr val="bg1"/>
            </a:solidFill>
            <a:ln>
              <a:solidFill>
                <a:schemeClr val="accent4">
                  <a:lumMod val="75000"/>
                </a:schemeClr>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indent="-1714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Multiple false positive.</a:t>
              </a:r>
            </a:p>
            <a:p>
              <a:pPr marL="171450" indent="-1714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Insufficient understanding of the attack pattern.</a:t>
              </a:r>
            </a:p>
            <a:p>
              <a:pPr marL="171450" indent="-1714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security staff should filter through the "signals“.</a:t>
              </a:r>
            </a:p>
            <a:p>
              <a:pPr marL="171450" indent="-1714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losing valuable time and resources.</a:t>
              </a:r>
            </a:p>
            <a:p>
              <a:endParaRPr lang="en-US" sz="1200" dirty="0">
                <a:latin typeface="Calibri" panose="020F0502020204030204" pitchFamily="34" charset="0"/>
                <a:cs typeface="Calibri" panose="020F0502020204030204" pitchFamily="34" charset="0"/>
              </a:endParaRPr>
            </a:p>
          </p:txBody>
        </p:sp>
        <p:sp>
          <p:nvSpPr>
            <p:cNvPr id="9" name="Textplatzhalter 2">
              <a:extLst>
                <a:ext uri="{FF2B5EF4-FFF2-40B4-BE49-F238E27FC236}">
                  <a16:creationId xmlns:a16="http://schemas.microsoft.com/office/drawing/2014/main" id="{693C7CC3-A08F-9B7F-5635-32A55C9B222F}"/>
                </a:ext>
              </a:extLst>
            </p:cNvPr>
            <p:cNvSpPr txBox="1">
              <a:spLocks/>
            </p:cNvSpPr>
            <p:nvPr/>
          </p:nvSpPr>
          <p:spPr>
            <a:xfrm>
              <a:off x="3315725" y="3770689"/>
              <a:ext cx="2335141" cy="2675673"/>
            </a:xfrm>
            <a:prstGeom prst="rect">
              <a:avLst/>
            </a:prstGeom>
            <a:solidFill>
              <a:schemeClr val="bg1"/>
            </a:solidFill>
            <a:ln>
              <a:solidFill>
                <a:schemeClr val="accent4">
                  <a:lumMod val="75000"/>
                </a:schemeClr>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Examining for unknown vulnerabilities and undetected attacks.</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Collect and analyze data from numerous sources inside and outside the company</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Enable an organization to discover and respond to possible dangers</a:t>
              </a:r>
            </a:p>
            <a:p>
              <a:pPr marL="285750" indent="-285750">
                <a:buFont typeface="Arial" panose="020B0604020202020204" pitchFamily="34" charset="0"/>
                <a:buChar char="•"/>
              </a:pPr>
              <a:r>
                <a:rPr lang="en-US" sz="1600" b="1" dirty="0">
                  <a:solidFill>
                    <a:srgbClr val="38396B"/>
                  </a:solidFill>
                  <a:latin typeface="Calibri" panose="020F0502020204030204" pitchFamily="34" charset="0"/>
                  <a:cs typeface="Calibri" panose="020F0502020204030204" pitchFamily="34" charset="0"/>
                </a:rPr>
                <a:t>Mitigate the impact of breach.</a:t>
              </a:r>
            </a:p>
            <a:p>
              <a:endParaRPr lang="en-US" b="1" dirty="0">
                <a:latin typeface="Calibri" panose="020F0502020204030204" pitchFamily="34" charset="0"/>
                <a:cs typeface="Calibri" panose="020F0502020204030204" pitchFamily="34" charset="0"/>
              </a:endParaRPr>
            </a:p>
          </p:txBody>
        </p:sp>
        <p:sp>
          <p:nvSpPr>
            <p:cNvPr id="30" name="Rectangle 66">
              <a:extLst>
                <a:ext uri="{FF2B5EF4-FFF2-40B4-BE49-F238E27FC236}">
                  <a16:creationId xmlns:a16="http://schemas.microsoft.com/office/drawing/2014/main" id="{8C356712-12F5-4555-B646-4F572065D1B3}"/>
                </a:ext>
              </a:extLst>
            </p:cNvPr>
            <p:cNvSpPr>
              <a:spLocks noChangeArrowheads="1"/>
            </p:cNvSpPr>
            <p:nvPr/>
          </p:nvSpPr>
          <p:spPr bwMode="gray">
            <a:xfrm>
              <a:off x="778643" y="3152932"/>
              <a:ext cx="2455377" cy="544851"/>
            </a:xfrm>
            <a:prstGeom prst="rect">
              <a:avLst/>
            </a:prstGeom>
            <a:solidFill>
              <a:srgbClr val="D8A713"/>
            </a:solidFill>
            <a:ln w="9525">
              <a:noFill/>
              <a:miter lim="800000"/>
              <a:headEnd/>
              <a:tailEnd/>
            </a:ln>
            <a:effectLst/>
          </p:spPr>
          <p:txBody>
            <a:bodyPr wrap="square" lIns="72000" tIns="72000" rIns="72000" bIns="72000" anchor="t">
              <a:noAutofit/>
            </a:bodyPr>
            <a:lstStyle/>
            <a:p>
              <a:pPr algn="ctr"/>
              <a:r>
                <a:rPr lang="en-US" b="1" dirty="0">
                  <a:solidFill>
                    <a:schemeClr val="bg1"/>
                  </a:solidFill>
                </a:rPr>
                <a:t>SIEM  limitation </a:t>
              </a:r>
            </a:p>
          </p:txBody>
        </p:sp>
        <p:sp>
          <p:nvSpPr>
            <p:cNvPr id="31" name="Rectangle 66">
              <a:extLst>
                <a:ext uri="{FF2B5EF4-FFF2-40B4-BE49-F238E27FC236}">
                  <a16:creationId xmlns:a16="http://schemas.microsoft.com/office/drawing/2014/main" id="{1A9E7042-A332-78E1-7E16-7FC267662A11}"/>
                </a:ext>
              </a:extLst>
            </p:cNvPr>
            <p:cNvSpPr>
              <a:spLocks noChangeArrowheads="1"/>
            </p:cNvSpPr>
            <p:nvPr/>
          </p:nvSpPr>
          <p:spPr bwMode="gray">
            <a:xfrm>
              <a:off x="3315725" y="3160432"/>
              <a:ext cx="2335141" cy="544851"/>
            </a:xfrm>
            <a:prstGeom prst="rect">
              <a:avLst/>
            </a:prstGeom>
            <a:solidFill>
              <a:srgbClr val="D8A713"/>
            </a:solidFill>
            <a:ln w="9525">
              <a:noFill/>
              <a:miter lim="800000"/>
              <a:headEnd/>
              <a:tailEnd/>
            </a:ln>
            <a:effectLst/>
          </p:spPr>
          <p:txBody>
            <a:bodyPr wrap="square" lIns="72000" tIns="72000" rIns="72000" bIns="72000" anchor="t">
              <a:noAutofit/>
            </a:bodyPr>
            <a:lstStyle/>
            <a:p>
              <a:pPr algn="ctr"/>
              <a:r>
                <a:rPr lang="en-US" b="1" dirty="0">
                  <a:solidFill>
                    <a:schemeClr val="bg1"/>
                  </a:solidFill>
                </a:rPr>
                <a:t>Threat Hunting: Proactive approach </a:t>
              </a:r>
            </a:p>
          </p:txBody>
        </p:sp>
      </p:grpSp>
      <p:graphicFrame>
        <p:nvGraphicFramePr>
          <p:cNvPr id="33" name="Diagramme 32">
            <a:extLst>
              <a:ext uri="{FF2B5EF4-FFF2-40B4-BE49-F238E27FC236}">
                <a16:creationId xmlns:a16="http://schemas.microsoft.com/office/drawing/2014/main" id="{83C0CDA2-3D32-D4B5-0AA9-B2536AFA52B5}"/>
              </a:ext>
            </a:extLst>
          </p:cNvPr>
          <p:cNvGraphicFramePr/>
          <p:nvPr>
            <p:extLst>
              <p:ext uri="{D42A27DB-BD31-4B8C-83A1-F6EECF244321}">
                <p14:modId xmlns:p14="http://schemas.microsoft.com/office/powerpoint/2010/main" val="3775899398"/>
              </p:ext>
            </p:extLst>
          </p:nvPr>
        </p:nvGraphicFramePr>
        <p:xfrm>
          <a:off x="6966978" y="52781"/>
          <a:ext cx="5179408" cy="148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4" name="Espace réservé du numéro de diapositive 5">
            <a:extLst>
              <a:ext uri="{FF2B5EF4-FFF2-40B4-BE49-F238E27FC236}">
                <a16:creationId xmlns:a16="http://schemas.microsoft.com/office/drawing/2014/main" id="{0F269A4C-16E5-7526-C94B-299F383C2315}"/>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8</a:t>
            </a:fld>
            <a:endParaRPr lang="en-US" sz="1400" dirty="0">
              <a:solidFill>
                <a:schemeClr val="bg2">
                  <a:lumMod val="75000"/>
                </a:schemeClr>
              </a:solidFill>
            </a:endParaRPr>
          </a:p>
        </p:txBody>
      </p:sp>
    </p:spTree>
    <p:extLst>
      <p:ext uri="{BB962C8B-B14F-4D97-AF65-F5344CB8AC3E}">
        <p14:creationId xmlns:p14="http://schemas.microsoft.com/office/powerpoint/2010/main" val="2324315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4469" y="81737"/>
            <a:ext cx="12028017" cy="938317"/>
          </a:xfrm>
          <a:prstGeom prst="rect">
            <a:avLst/>
          </a:prstGeom>
        </p:spPr>
        <p:txBody>
          <a:bodyPr>
            <a:noAutofit/>
          </a:bodyPr>
          <a:lstStyle/>
          <a:p>
            <a:r>
              <a:rPr lang="en-US" sz="3600" b="1" dirty="0">
                <a:solidFill>
                  <a:srgbClr val="002060"/>
                </a:solidFill>
              </a:rPr>
              <a:t>Threat Hunting framework </a:t>
            </a:r>
            <a:br>
              <a:rPr lang="en-US" sz="3600" b="1" dirty="0">
                <a:solidFill>
                  <a:srgbClr val="002060"/>
                </a:solidFill>
              </a:rPr>
            </a:br>
            <a:r>
              <a:rPr lang="en-US" sz="3600" b="1" dirty="0">
                <a:solidFill>
                  <a:srgbClr val="002060"/>
                </a:solidFill>
              </a:rPr>
              <a:t>MITRE ATT&amp;CK</a:t>
            </a:r>
          </a:p>
        </p:txBody>
      </p:sp>
      <p:grpSp>
        <p:nvGrpSpPr>
          <p:cNvPr id="2" name="Groupe 1">
            <a:extLst>
              <a:ext uri="{FF2B5EF4-FFF2-40B4-BE49-F238E27FC236}">
                <a16:creationId xmlns:a16="http://schemas.microsoft.com/office/drawing/2014/main" id="{7CC91798-CE53-181D-788D-6EC162C1AF21}"/>
              </a:ext>
            </a:extLst>
          </p:cNvPr>
          <p:cNvGrpSpPr/>
          <p:nvPr/>
        </p:nvGrpSpPr>
        <p:grpSpPr>
          <a:xfrm>
            <a:off x="94469" y="1747210"/>
            <a:ext cx="3541176" cy="3726218"/>
            <a:chOff x="206788" y="1747211"/>
            <a:chExt cx="3541176" cy="3363579"/>
          </a:xfrm>
        </p:grpSpPr>
        <p:grpSp>
          <p:nvGrpSpPr>
            <p:cNvPr id="8" name="Groupe 7">
              <a:extLst>
                <a:ext uri="{FF2B5EF4-FFF2-40B4-BE49-F238E27FC236}">
                  <a16:creationId xmlns:a16="http://schemas.microsoft.com/office/drawing/2014/main" id="{2691AEEA-44EB-2F50-D9BF-273CD9070D58}"/>
                </a:ext>
              </a:extLst>
            </p:cNvPr>
            <p:cNvGrpSpPr/>
            <p:nvPr/>
          </p:nvGrpSpPr>
          <p:grpSpPr>
            <a:xfrm>
              <a:off x="206788" y="1747211"/>
              <a:ext cx="3541176" cy="3363579"/>
              <a:chOff x="-349155" y="2392672"/>
              <a:chExt cx="3541176" cy="3363579"/>
            </a:xfrm>
          </p:grpSpPr>
          <p:sp>
            <p:nvSpPr>
              <p:cNvPr id="9" name="Forme libre : forme 8">
                <a:extLst>
                  <a:ext uri="{FF2B5EF4-FFF2-40B4-BE49-F238E27FC236}">
                    <a16:creationId xmlns:a16="http://schemas.microsoft.com/office/drawing/2014/main" id="{08BE4935-E1D9-6287-FCA8-3A540A7C05FE}"/>
                  </a:ext>
                </a:extLst>
              </p:cNvPr>
              <p:cNvSpPr/>
              <p:nvPr/>
            </p:nvSpPr>
            <p:spPr>
              <a:xfrm>
                <a:off x="-349155" y="2392672"/>
                <a:ext cx="1692603" cy="1015562"/>
              </a:xfrm>
              <a:custGeom>
                <a:avLst/>
                <a:gdLst>
                  <a:gd name="connsiteX0" fmla="*/ 0 w 1692603"/>
                  <a:gd name="connsiteY0" fmla="*/ 0 h 1015562"/>
                  <a:gd name="connsiteX1" fmla="*/ 1692603 w 1692603"/>
                  <a:gd name="connsiteY1" fmla="*/ 0 h 1015562"/>
                  <a:gd name="connsiteX2" fmla="*/ 1692603 w 1692603"/>
                  <a:gd name="connsiteY2" fmla="*/ 1015562 h 1015562"/>
                  <a:gd name="connsiteX3" fmla="*/ 0 w 1692603"/>
                  <a:gd name="connsiteY3" fmla="*/ 1015562 h 1015562"/>
                  <a:gd name="connsiteX4" fmla="*/ 0 w 1692603"/>
                  <a:gd name="connsiteY4" fmla="*/ 0 h 1015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2603" h="1015562">
                    <a:moveTo>
                      <a:pt x="0" y="0"/>
                    </a:moveTo>
                    <a:lnTo>
                      <a:pt x="1692603" y="0"/>
                    </a:lnTo>
                    <a:lnTo>
                      <a:pt x="1692603" y="1015562"/>
                    </a:lnTo>
                    <a:lnTo>
                      <a:pt x="0" y="1015562"/>
                    </a:lnTo>
                    <a:lnTo>
                      <a:pt x="0" y="0"/>
                    </a:ln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400" kern="1200" dirty="0">
                    <a:solidFill>
                      <a:schemeClr val="bg1"/>
                    </a:solidFill>
                  </a:rPr>
                  <a:t>Accessible knowledge base of adversary tactics and techniques</a:t>
                </a:r>
              </a:p>
            </p:txBody>
          </p:sp>
          <p:sp>
            <p:nvSpPr>
              <p:cNvPr id="10" name="Forme libre : forme 9">
                <a:extLst>
                  <a:ext uri="{FF2B5EF4-FFF2-40B4-BE49-F238E27FC236}">
                    <a16:creationId xmlns:a16="http://schemas.microsoft.com/office/drawing/2014/main" id="{0257AAE1-EABA-5D7C-F1A7-E8BBCC6DA74E}"/>
                  </a:ext>
                </a:extLst>
              </p:cNvPr>
              <p:cNvSpPr/>
              <p:nvPr/>
            </p:nvSpPr>
            <p:spPr>
              <a:xfrm>
                <a:off x="1499416" y="2392672"/>
                <a:ext cx="1692603" cy="1015562"/>
              </a:xfrm>
              <a:custGeom>
                <a:avLst/>
                <a:gdLst>
                  <a:gd name="connsiteX0" fmla="*/ 0 w 1692603"/>
                  <a:gd name="connsiteY0" fmla="*/ 0 h 1015562"/>
                  <a:gd name="connsiteX1" fmla="*/ 1692603 w 1692603"/>
                  <a:gd name="connsiteY1" fmla="*/ 0 h 1015562"/>
                  <a:gd name="connsiteX2" fmla="*/ 1692603 w 1692603"/>
                  <a:gd name="connsiteY2" fmla="*/ 1015562 h 1015562"/>
                  <a:gd name="connsiteX3" fmla="*/ 0 w 1692603"/>
                  <a:gd name="connsiteY3" fmla="*/ 1015562 h 1015562"/>
                  <a:gd name="connsiteX4" fmla="*/ 0 w 1692603"/>
                  <a:gd name="connsiteY4" fmla="*/ 0 h 1015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2603" h="1015562">
                    <a:moveTo>
                      <a:pt x="0" y="0"/>
                    </a:moveTo>
                    <a:lnTo>
                      <a:pt x="1692603" y="0"/>
                    </a:lnTo>
                    <a:lnTo>
                      <a:pt x="1692603" y="1015562"/>
                    </a:lnTo>
                    <a:lnTo>
                      <a:pt x="0" y="1015562"/>
                    </a:lnTo>
                    <a:lnTo>
                      <a:pt x="0" y="0"/>
                    </a:lnTo>
                    <a:close/>
                  </a:path>
                </a:pathLst>
              </a:custGeom>
              <a:solidFill>
                <a:schemeClr val="bg2">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400" kern="1200" dirty="0">
                    <a:solidFill>
                      <a:schemeClr val="bg1"/>
                    </a:solidFill>
                  </a:rPr>
                  <a:t>E</a:t>
                </a:r>
                <a:r>
                  <a:rPr lang="en-US" sz="1400" i="0" u="none" strike="noStrike" kern="1200" baseline="0" dirty="0">
                    <a:solidFill>
                      <a:schemeClr val="bg1"/>
                    </a:solidFill>
                  </a:rPr>
                  <a:t>nabling the sharing of conflicting behaviors throughout the attack lifecycle</a:t>
                </a:r>
                <a:endParaRPr lang="en-US" sz="1400" kern="1200" dirty="0">
                  <a:solidFill>
                    <a:schemeClr val="bg1"/>
                  </a:solidFill>
                </a:endParaRPr>
              </a:p>
            </p:txBody>
          </p:sp>
          <p:sp>
            <p:nvSpPr>
              <p:cNvPr id="11" name="Forme libre : forme 10">
                <a:extLst>
                  <a:ext uri="{FF2B5EF4-FFF2-40B4-BE49-F238E27FC236}">
                    <a16:creationId xmlns:a16="http://schemas.microsoft.com/office/drawing/2014/main" id="{7ABF547C-CBCD-7571-085E-1D75A66A8A67}"/>
                  </a:ext>
                </a:extLst>
              </p:cNvPr>
              <p:cNvSpPr/>
              <p:nvPr/>
            </p:nvSpPr>
            <p:spPr>
              <a:xfrm>
                <a:off x="-349154" y="3556387"/>
                <a:ext cx="1692603" cy="1015562"/>
              </a:xfrm>
              <a:custGeom>
                <a:avLst/>
                <a:gdLst>
                  <a:gd name="connsiteX0" fmla="*/ 0 w 1692603"/>
                  <a:gd name="connsiteY0" fmla="*/ 0 h 1015562"/>
                  <a:gd name="connsiteX1" fmla="*/ 1692603 w 1692603"/>
                  <a:gd name="connsiteY1" fmla="*/ 0 h 1015562"/>
                  <a:gd name="connsiteX2" fmla="*/ 1692603 w 1692603"/>
                  <a:gd name="connsiteY2" fmla="*/ 1015562 h 1015562"/>
                  <a:gd name="connsiteX3" fmla="*/ 0 w 1692603"/>
                  <a:gd name="connsiteY3" fmla="*/ 1015562 h 1015562"/>
                  <a:gd name="connsiteX4" fmla="*/ 0 w 1692603"/>
                  <a:gd name="connsiteY4" fmla="*/ 0 h 1015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2603" h="1015562">
                    <a:moveTo>
                      <a:pt x="0" y="0"/>
                    </a:moveTo>
                    <a:lnTo>
                      <a:pt x="1692603" y="0"/>
                    </a:lnTo>
                    <a:lnTo>
                      <a:pt x="1692603" y="1015562"/>
                    </a:lnTo>
                    <a:lnTo>
                      <a:pt x="0" y="1015562"/>
                    </a:lnTo>
                    <a:lnTo>
                      <a:pt x="0" y="0"/>
                    </a:lnTo>
                    <a:close/>
                  </a:path>
                </a:pathLst>
              </a:custGeom>
              <a:solidFill>
                <a:srgbClr val="D8A71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400" kern="1200" dirty="0">
                    <a:solidFill>
                      <a:schemeClr val="bg1"/>
                    </a:solidFill>
                  </a:rPr>
                  <a:t>Providing a common taxonomy for threat analysis and research</a:t>
                </a:r>
              </a:p>
            </p:txBody>
          </p:sp>
          <p:sp>
            <p:nvSpPr>
              <p:cNvPr id="12" name="Forme libre : forme 11">
                <a:extLst>
                  <a:ext uri="{FF2B5EF4-FFF2-40B4-BE49-F238E27FC236}">
                    <a16:creationId xmlns:a16="http://schemas.microsoft.com/office/drawing/2014/main" id="{48AB255F-A792-C4FC-1831-5ACDBF06979C}"/>
                  </a:ext>
                </a:extLst>
              </p:cNvPr>
              <p:cNvSpPr/>
              <p:nvPr/>
            </p:nvSpPr>
            <p:spPr>
              <a:xfrm>
                <a:off x="1499418" y="3556387"/>
                <a:ext cx="1692603" cy="1015562"/>
              </a:xfrm>
              <a:custGeom>
                <a:avLst/>
                <a:gdLst>
                  <a:gd name="connsiteX0" fmla="*/ 0 w 1692603"/>
                  <a:gd name="connsiteY0" fmla="*/ 0 h 1015562"/>
                  <a:gd name="connsiteX1" fmla="*/ 1692603 w 1692603"/>
                  <a:gd name="connsiteY1" fmla="*/ 0 h 1015562"/>
                  <a:gd name="connsiteX2" fmla="*/ 1692603 w 1692603"/>
                  <a:gd name="connsiteY2" fmla="*/ 1015562 h 1015562"/>
                  <a:gd name="connsiteX3" fmla="*/ 0 w 1692603"/>
                  <a:gd name="connsiteY3" fmla="*/ 1015562 h 1015562"/>
                  <a:gd name="connsiteX4" fmla="*/ 0 w 1692603"/>
                  <a:gd name="connsiteY4" fmla="*/ 0 h 1015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2603" h="1015562">
                    <a:moveTo>
                      <a:pt x="0" y="0"/>
                    </a:moveTo>
                    <a:lnTo>
                      <a:pt x="1692603" y="0"/>
                    </a:lnTo>
                    <a:lnTo>
                      <a:pt x="1692603" y="1015562"/>
                    </a:lnTo>
                    <a:lnTo>
                      <a:pt x="0" y="1015562"/>
                    </a:lnTo>
                    <a:lnTo>
                      <a:pt x="0" y="0"/>
                    </a:lnTo>
                    <a:close/>
                  </a:path>
                </a:pathLst>
              </a:custGeom>
              <a:solidFill>
                <a:srgbClr val="00206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400" kern="1200" dirty="0">
                    <a:solidFill>
                      <a:schemeClr val="bg1"/>
                    </a:solidFill>
                  </a:rPr>
                  <a:t>Constructing specialized threat models and approaches</a:t>
                </a:r>
              </a:p>
            </p:txBody>
          </p:sp>
          <p:sp>
            <p:nvSpPr>
              <p:cNvPr id="13" name="Forme libre : forme 12">
                <a:extLst>
                  <a:ext uri="{FF2B5EF4-FFF2-40B4-BE49-F238E27FC236}">
                    <a16:creationId xmlns:a16="http://schemas.microsoft.com/office/drawing/2014/main" id="{726D1219-5539-7827-6FD5-38C02F71C64C}"/>
                  </a:ext>
                </a:extLst>
              </p:cNvPr>
              <p:cNvSpPr/>
              <p:nvPr/>
            </p:nvSpPr>
            <p:spPr>
              <a:xfrm>
                <a:off x="-349155" y="4740689"/>
                <a:ext cx="1692603" cy="1015562"/>
              </a:xfrm>
              <a:custGeom>
                <a:avLst/>
                <a:gdLst>
                  <a:gd name="connsiteX0" fmla="*/ 0 w 1692603"/>
                  <a:gd name="connsiteY0" fmla="*/ 0 h 1015562"/>
                  <a:gd name="connsiteX1" fmla="*/ 1692603 w 1692603"/>
                  <a:gd name="connsiteY1" fmla="*/ 0 h 1015562"/>
                  <a:gd name="connsiteX2" fmla="*/ 1692603 w 1692603"/>
                  <a:gd name="connsiteY2" fmla="*/ 1015562 h 1015562"/>
                  <a:gd name="connsiteX3" fmla="*/ 0 w 1692603"/>
                  <a:gd name="connsiteY3" fmla="*/ 1015562 h 1015562"/>
                  <a:gd name="connsiteX4" fmla="*/ 0 w 1692603"/>
                  <a:gd name="connsiteY4" fmla="*/ 0 h 1015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2603" h="1015562">
                    <a:moveTo>
                      <a:pt x="0" y="0"/>
                    </a:moveTo>
                    <a:lnTo>
                      <a:pt x="1692603" y="0"/>
                    </a:lnTo>
                    <a:lnTo>
                      <a:pt x="1692603" y="1015562"/>
                    </a:lnTo>
                    <a:lnTo>
                      <a:pt x="0" y="1015562"/>
                    </a:lnTo>
                    <a:lnTo>
                      <a:pt x="0" y="0"/>
                    </a:lnTo>
                    <a:close/>
                  </a:path>
                </a:pathLst>
              </a:custGeom>
              <a:solidFill>
                <a:schemeClr val="accent3">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400" kern="1200" dirty="0">
                    <a:solidFill>
                      <a:schemeClr val="bg1"/>
                    </a:solidFill>
                  </a:rPr>
                  <a:t>Uniting groups together to produce more effective cybersecurity</a:t>
                </a:r>
              </a:p>
            </p:txBody>
          </p:sp>
        </p:grpSp>
        <p:sp>
          <p:nvSpPr>
            <p:cNvPr id="14" name="Forme libre : forme 13">
              <a:extLst>
                <a:ext uri="{FF2B5EF4-FFF2-40B4-BE49-F238E27FC236}">
                  <a16:creationId xmlns:a16="http://schemas.microsoft.com/office/drawing/2014/main" id="{C5715C4B-C678-83B8-1968-072C3E8E3736}"/>
                </a:ext>
              </a:extLst>
            </p:cNvPr>
            <p:cNvSpPr/>
            <p:nvPr/>
          </p:nvSpPr>
          <p:spPr>
            <a:xfrm>
              <a:off x="2055358" y="4095228"/>
              <a:ext cx="1692603" cy="1015562"/>
            </a:xfrm>
            <a:custGeom>
              <a:avLst/>
              <a:gdLst>
                <a:gd name="connsiteX0" fmla="*/ 0 w 1692603"/>
                <a:gd name="connsiteY0" fmla="*/ 0 h 1015562"/>
                <a:gd name="connsiteX1" fmla="*/ 1692603 w 1692603"/>
                <a:gd name="connsiteY1" fmla="*/ 0 h 1015562"/>
                <a:gd name="connsiteX2" fmla="*/ 1692603 w 1692603"/>
                <a:gd name="connsiteY2" fmla="*/ 1015562 h 1015562"/>
                <a:gd name="connsiteX3" fmla="*/ 0 w 1692603"/>
                <a:gd name="connsiteY3" fmla="*/ 1015562 h 1015562"/>
                <a:gd name="connsiteX4" fmla="*/ 0 w 1692603"/>
                <a:gd name="connsiteY4" fmla="*/ 0 h 1015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2603" h="1015562">
                  <a:moveTo>
                    <a:pt x="0" y="0"/>
                  </a:moveTo>
                  <a:lnTo>
                    <a:pt x="1692603" y="0"/>
                  </a:lnTo>
                  <a:lnTo>
                    <a:pt x="1692603" y="1015562"/>
                  </a:lnTo>
                  <a:lnTo>
                    <a:pt x="0" y="1015562"/>
                  </a:lnTo>
                  <a:lnTo>
                    <a:pt x="0" y="0"/>
                  </a:lnTo>
                  <a:close/>
                </a:path>
              </a:pathLst>
            </a:custGeom>
            <a:solidFill>
              <a:srgbClr val="D8A713"/>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Font typeface="Arial" panose="020B0604020202020204" pitchFamily="34" charset="0"/>
                <a:buNone/>
              </a:pPr>
              <a:r>
                <a:rPr lang="en-US" sz="1400" i="0" u="none" strike="noStrike" baseline="0" dirty="0">
                  <a:cs typeface="Calibri" panose="020F0502020204030204" pitchFamily="34" charset="0"/>
                </a:rPr>
                <a:t>The MITRE ATT&amp;CK Enterprise Matrix consists of 14 tactics</a:t>
              </a:r>
              <a:endParaRPr lang="en-US" sz="1400" kern="1200" dirty="0">
                <a:solidFill>
                  <a:schemeClr val="bg1"/>
                </a:solidFill>
                <a:cs typeface="Calibri" panose="020F0502020204030204" pitchFamily="34" charset="0"/>
              </a:endParaRPr>
            </a:p>
          </p:txBody>
        </p:sp>
      </p:grpSp>
      <p:pic>
        <p:nvPicPr>
          <p:cNvPr id="15" name="Image 14">
            <a:extLst>
              <a:ext uri="{FF2B5EF4-FFF2-40B4-BE49-F238E27FC236}">
                <a16:creationId xmlns:a16="http://schemas.microsoft.com/office/drawing/2014/main" id="{6B9578D4-FF8D-AD99-3477-72A8D6D4F63C}"/>
              </a:ext>
            </a:extLst>
          </p:cNvPr>
          <p:cNvPicPr>
            <a:picLocks noChangeAspect="1"/>
          </p:cNvPicPr>
          <p:nvPr/>
        </p:nvPicPr>
        <p:blipFill>
          <a:blip r:embed="rId3"/>
          <a:stretch>
            <a:fillRect/>
          </a:stretch>
        </p:blipFill>
        <p:spPr>
          <a:xfrm>
            <a:off x="3853793" y="1747210"/>
            <a:ext cx="8089704" cy="3726218"/>
          </a:xfrm>
          <a:prstGeom prst="rect">
            <a:avLst/>
          </a:prstGeom>
          <a:ln>
            <a:solidFill>
              <a:schemeClr val="bg2">
                <a:lumMod val="10000"/>
              </a:schemeClr>
            </a:solidFill>
          </a:ln>
        </p:spPr>
      </p:pic>
      <p:graphicFrame>
        <p:nvGraphicFramePr>
          <p:cNvPr id="18" name="Diagramme 17">
            <a:extLst>
              <a:ext uri="{FF2B5EF4-FFF2-40B4-BE49-F238E27FC236}">
                <a16:creationId xmlns:a16="http://schemas.microsoft.com/office/drawing/2014/main" id="{ED5F9246-1BCC-EFE3-322E-81812E1A104C}"/>
              </a:ext>
            </a:extLst>
          </p:cNvPr>
          <p:cNvGraphicFramePr/>
          <p:nvPr>
            <p:extLst>
              <p:ext uri="{D42A27DB-BD31-4B8C-83A1-F6EECF244321}">
                <p14:modId xmlns:p14="http://schemas.microsoft.com/office/powerpoint/2010/main" val="1122955738"/>
              </p:ext>
            </p:extLst>
          </p:nvPr>
        </p:nvGraphicFramePr>
        <p:xfrm>
          <a:off x="6943078" y="-82428"/>
          <a:ext cx="5179408" cy="14822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9" name="Espace réservé du numéro de diapositive 5">
            <a:extLst>
              <a:ext uri="{FF2B5EF4-FFF2-40B4-BE49-F238E27FC236}">
                <a16:creationId xmlns:a16="http://schemas.microsoft.com/office/drawing/2014/main" id="{8651E01F-B8DD-6402-AAF7-7168367CC4BB}"/>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9</a:t>
            </a:fld>
            <a:endParaRPr lang="en-US" sz="1400" dirty="0">
              <a:solidFill>
                <a:schemeClr val="bg2">
                  <a:lumMod val="75000"/>
                </a:schemeClr>
              </a:solidFill>
            </a:endParaRPr>
          </a:p>
        </p:txBody>
      </p:sp>
      <p:cxnSp>
        <p:nvCxnSpPr>
          <p:cNvPr id="16" name="Straight Connector 16">
            <a:extLst>
              <a:ext uri="{FF2B5EF4-FFF2-40B4-BE49-F238E27FC236}">
                <a16:creationId xmlns:a16="http://schemas.microsoft.com/office/drawing/2014/main" id="{5D1EF64D-058D-39AF-3366-D8BD5C64A8A1}"/>
              </a:ext>
            </a:extLst>
          </p:cNvPr>
          <p:cNvCxnSpPr>
            <a:cxnSpLocks/>
          </p:cNvCxnSpPr>
          <p:nvPr/>
        </p:nvCxnSpPr>
        <p:spPr>
          <a:xfrm>
            <a:off x="3744716" y="1747210"/>
            <a:ext cx="0" cy="3726218"/>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3189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4469" y="81737"/>
            <a:ext cx="12028017" cy="938317"/>
          </a:xfrm>
          <a:prstGeom prst="rect">
            <a:avLst/>
          </a:prstGeom>
        </p:spPr>
        <p:txBody>
          <a:bodyPr>
            <a:noAutofit/>
          </a:bodyPr>
          <a:lstStyle/>
          <a:p>
            <a:r>
              <a:rPr lang="en-US" sz="3600" b="1" dirty="0">
                <a:solidFill>
                  <a:srgbClr val="002060"/>
                </a:solidFill>
              </a:rPr>
              <a:t>Threat Hunting playbook</a:t>
            </a:r>
          </a:p>
        </p:txBody>
      </p:sp>
      <p:pic>
        <p:nvPicPr>
          <p:cNvPr id="4" name="Image 3">
            <a:extLst>
              <a:ext uri="{FF2B5EF4-FFF2-40B4-BE49-F238E27FC236}">
                <a16:creationId xmlns:a16="http://schemas.microsoft.com/office/drawing/2014/main" id="{8042CBB5-6360-F79F-0822-6B39EDD9C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921" y="2109185"/>
            <a:ext cx="4733936" cy="3795486"/>
          </a:xfrm>
          <a:prstGeom prst="rect">
            <a:avLst/>
          </a:prstGeom>
          <a:ln>
            <a:solidFill>
              <a:schemeClr val="bg1"/>
            </a:solidFill>
          </a:ln>
        </p:spPr>
      </p:pic>
      <p:sp>
        <p:nvSpPr>
          <p:cNvPr id="23" name="Rectangle 66">
            <a:extLst>
              <a:ext uri="{FF2B5EF4-FFF2-40B4-BE49-F238E27FC236}">
                <a16:creationId xmlns:a16="http://schemas.microsoft.com/office/drawing/2014/main" id="{CD5D867C-9EB4-F5D7-643E-EF153E170366}"/>
              </a:ext>
            </a:extLst>
          </p:cNvPr>
          <p:cNvSpPr>
            <a:spLocks noChangeArrowheads="1"/>
          </p:cNvSpPr>
          <p:nvPr/>
        </p:nvSpPr>
        <p:spPr bwMode="gray">
          <a:xfrm>
            <a:off x="200921" y="1446207"/>
            <a:ext cx="4733936" cy="586248"/>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Targeted Hunting Integrating Threat Intelligence (TaHiTI) methodology</a:t>
            </a:r>
            <a:endParaRPr lang="en-US" sz="1200" b="1" dirty="0">
              <a:solidFill>
                <a:schemeClr val="bg1"/>
              </a:solidFill>
              <a:latin typeface="Calibri" panose="020F0502020204030204" pitchFamily="34" charset="0"/>
              <a:cs typeface="Calibri" panose="020F0502020204030204" pitchFamily="34" charset="0"/>
            </a:endParaRPr>
          </a:p>
        </p:txBody>
      </p:sp>
      <p:sp>
        <p:nvSpPr>
          <p:cNvPr id="25" name="Rectangle 66">
            <a:extLst>
              <a:ext uri="{FF2B5EF4-FFF2-40B4-BE49-F238E27FC236}">
                <a16:creationId xmlns:a16="http://schemas.microsoft.com/office/drawing/2014/main" id="{0F0B4C15-8060-B02C-412C-D043CF813AA7}"/>
              </a:ext>
            </a:extLst>
          </p:cNvPr>
          <p:cNvSpPr>
            <a:spLocks noChangeArrowheads="1"/>
          </p:cNvSpPr>
          <p:nvPr/>
        </p:nvSpPr>
        <p:spPr bwMode="gray">
          <a:xfrm>
            <a:off x="6096000" y="1446206"/>
            <a:ext cx="4840388" cy="586249"/>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Template of threat hunting Playbook</a:t>
            </a:r>
            <a:endParaRPr lang="en-US" sz="1200" b="1" dirty="0">
              <a:solidFill>
                <a:schemeClr val="bg1"/>
              </a:solidFill>
              <a:latin typeface="Calibri" panose="020F0502020204030204" pitchFamily="34" charset="0"/>
              <a:cs typeface="Calibri" panose="020F0502020204030204" pitchFamily="34" charset="0"/>
            </a:endParaRPr>
          </a:p>
        </p:txBody>
      </p:sp>
      <p:pic>
        <p:nvPicPr>
          <p:cNvPr id="26" name="Image 25">
            <a:extLst>
              <a:ext uri="{FF2B5EF4-FFF2-40B4-BE49-F238E27FC236}">
                <a16:creationId xmlns:a16="http://schemas.microsoft.com/office/drawing/2014/main" id="{EE899F6A-8B26-4A85-CAF8-801D11F771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8477" y="2032455"/>
            <a:ext cx="4858290" cy="3872216"/>
          </a:xfrm>
          <a:prstGeom prst="rect">
            <a:avLst/>
          </a:prstGeom>
        </p:spPr>
      </p:pic>
      <p:graphicFrame>
        <p:nvGraphicFramePr>
          <p:cNvPr id="28" name="Diagramme 27">
            <a:extLst>
              <a:ext uri="{FF2B5EF4-FFF2-40B4-BE49-F238E27FC236}">
                <a16:creationId xmlns:a16="http://schemas.microsoft.com/office/drawing/2014/main" id="{6A54DDF5-F51A-5974-8838-0943F2E238BC}"/>
              </a:ext>
            </a:extLst>
          </p:cNvPr>
          <p:cNvGraphicFramePr/>
          <p:nvPr>
            <p:extLst>
              <p:ext uri="{D42A27DB-BD31-4B8C-83A1-F6EECF244321}">
                <p14:modId xmlns:p14="http://schemas.microsoft.com/office/powerpoint/2010/main" val="3514787237"/>
              </p:ext>
            </p:extLst>
          </p:nvPr>
        </p:nvGraphicFramePr>
        <p:xfrm>
          <a:off x="6811671" y="0"/>
          <a:ext cx="5179408" cy="148228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9" name="Espace réservé du numéro de diapositive 5">
            <a:extLst>
              <a:ext uri="{FF2B5EF4-FFF2-40B4-BE49-F238E27FC236}">
                <a16:creationId xmlns:a16="http://schemas.microsoft.com/office/drawing/2014/main" id="{C721D384-E455-FE63-1B35-AD176F529950}"/>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10</a:t>
            </a:fld>
            <a:endParaRPr lang="en-US" sz="1400" dirty="0">
              <a:solidFill>
                <a:schemeClr val="bg2">
                  <a:lumMod val="75000"/>
                </a:schemeClr>
              </a:solidFill>
            </a:endParaRPr>
          </a:p>
        </p:txBody>
      </p:sp>
    </p:spTree>
    <p:extLst>
      <p:ext uri="{BB962C8B-B14F-4D97-AF65-F5344CB8AC3E}">
        <p14:creationId xmlns:p14="http://schemas.microsoft.com/office/powerpoint/2010/main" val="3611744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4469" y="81737"/>
            <a:ext cx="12028017" cy="938317"/>
          </a:xfrm>
          <a:prstGeom prst="rect">
            <a:avLst/>
          </a:prstGeom>
        </p:spPr>
        <p:txBody>
          <a:bodyPr>
            <a:normAutofit fontScale="90000"/>
          </a:bodyPr>
          <a:lstStyle/>
          <a:p>
            <a:r>
              <a:rPr lang="en-US" b="1" dirty="0">
                <a:solidFill>
                  <a:srgbClr val="002060"/>
                </a:solidFill>
              </a:rPr>
              <a:t> </a:t>
            </a:r>
            <a:r>
              <a:rPr lang="en-US" sz="4000" b="1" dirty="0">
                <a:solidFill>
                  <a:srgbClr val="002060"/>
                </a:solidFill>
              </a:rPr>
              <a:t>Adversary Emulation tools </a:t>
            </a:r>
            <a:br>
              <a:rPr lang="en-US" sz="4000" b="1" dirty="0">
                <a:solidFill>
                  <a:srgbClr val="002060"/>
                </a:solidFill>
              </a:rPr>
            </a:br>
            <a:r>
              <a:rPr lang="en-US" sz="4000" b="1" dirty="0">
                <a:solidFill>
                  <a:srgbClr val="002060"/>
                </a:solidFill>
              </a:rPr>
              <a:t>       comparative study</a:t>
            </a:r>
            <a:endParaRPr lang="en-US" sz="3600" b="1" dirty="0">
              <a:solidFill>
                <a:srgbClr val="002060"/>
              </a:solidFill>
            </a:endParaRPr>
          </a:p>
        </p:txBody>
      </p:sp>
      <p:graphicFrame>
        <p:nvGraphicFramePr>
          <p:cNvPr id="6" name="Tableau 7">
            <a:extLst>
              <a:ext uri="{FF2B5EF4-FFF2-40B4-BE49-F238E27FC236}">
                <a16:creationId xmlns:a16="http://schemas.microsoft.com/office/drawing/2014/main" id="{4BC172D1-DF41-44BC-0352-158AD6F88BE1}"/>
              </a:ext>
            </a:extLst>
          </p:cNvPr>
          <p:cNvGraphicFramePr>
            <a:graphicFrameLocks/>
          </p:cNvGraphicFramePr>
          <p:nvPr>
            <p:extLst>
              <p:ext uri="{D42A27DB-BD31-4B8C-83A1-F6EECF244321}">
                <p14:modId xmlns:p14="http://schemas.microsoft.com/office/powerpoint/2010/main" val="683944071"/>
              </p:ext>
            </p:extLst>
          </p:nvPr>
        </p:nvGraphicFramePr>
        <p:xfrm>
          <a:off x="340196" y="1770486"/>
          <a:ext cx="11387978" cy="4164154"/>
        </p:xfrm>
        <a:graphic>
          <a:graphicData uri="http://schemas.openxmlformats.org/drawingml/2006/table">
            <a:tbl>
              <a:tblPr firstRow="1" bandRow="1">
                <a:tableStyleId>{5C22544A-7EE6-4342-B048-85BDC9FD1C3A}</a:tableStyleId>
              </a:tblPr>
              <a:tblGrid>
                <a:gridCol w="1869066">
                  <a:extLst>
                    <a:ext uri="{9D8B030D-6E8A-4147-A177-3AD203B41FA5}">
                      <a16:colId xmlns:a16="http://schemas.microsoft.com/office/drawing/2014/main" val="3627149432"/>
                    </a:ext>
                  </a:extLst>
                </a:gridCol>
                <a:gridCol w="2444298">
                  <a:extLst>
                    <a:ext uri="{9D8B030D-6E8A-4147-A177-3AD203B41FA5}">
                      <a16:colId xmlns:a16="http://schemas.microsoft.com/office/drawing/2014/main" val="3052794895"/>
                    </a:ext>
                  </a:extLst>
                </a:gridCol>
                <a:gridCol w="2303831">
                  <a:extLst>
                    <a:ext uri="{9D8B030D-6E8A-4147-A177-3AD203B41FA5}">
                      <a16:colId xmlns:a16="http://schemas.microsoft.com/office/drawing/2014/main" val="3477099194"/>
                    </a:ext>
                  </a:extLst>
                </a:gridCol>
                <a:gridCol w="2211951">
                  <a:extLst>
                    <a:ext uri="{9D8B030D-6E8A-4147-A177-3AD203B41FA5}">
                      <a16:colId xmlns:a16="http://schemas.microsoft.com/office/drawing/2014/main" val="3320445892"/>
                    </a:ext>
                  </a:extLst>
                </a:gridCol>
                <a:gridCol w="2558832">
                  <a:extLst>
                    <a:ext uri="{9D8B030D-6E8A-4147-A177-3AD203B41FA5}">
                      <a16:colId xmlns:a16="http://schemas.microsoft.com/office/drawing/2014/main" val="3904217394"/>
                    </a:ext>
                  </a:extLst>
                </a:gridCol>
              </a:tblGrid>
              <a:tr h="550095">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endParaRPr lang="en-US" sz="1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txBody>
                  <a:tcPr>
                    <a:solidFill>
                      <a:schemeClr val="bg1"/>
                    </a:solidFill>
                  </a:tcPr>
                </a:tc>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dirty="0">
                          <a:latin typeface="+mn-lt"/>
                          <a:cs typeface="Lao UI" panose="020B0502040204020203" pitchFamily="34" charset="0"/>
                        </a:rPr>
                        <a:t>Atomic Red Team</a:t>
                      </a:r>
                    </a:p>
                  </a:txBody>
                  <a:tcPr>
                    <a:solidFill>
                      <a:srgbClr val="002060"/>
                    </a:solidFill>
                  </a:tcPr>
                </a:tc>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800" dirty="0">
                          <a:latin typeface="+mn-lt"/>
                          <a:cs typeface="Lao UI" panose="020B0502040204020203" pitchFamily="34" charset="0"/>
                        </a:rPr>
                        <a:t>Metta</a:t>
                      </a:r>
                      <a:endParaRPr lang="en-US" sz="1800" dirty="0">
                        <a:latin typeface="+mn-lt"/>
                        <a:cs typeface="Lao UI" panose="020B0502040204020203" pitchFamily="34" charset="0"/>
                      </a:endParaRPr>
                    </a:p>
                  </a:txBody>
                  <a:tcPr>
                    <a:solidFill>
                      <a:srgbClr val="002060"/>
                    </a:solidFill>
                  </a:tcPr>
                </a:tc>
                <a:tc>
                  <a:txBody>
                    <a:bodyPr/>
                    <a:lstStyle/>
                    <a:p>
                      <a:pPr algn="ctr"/>
                      <a:r>
                        <a:rPr lang="en-US" sz="1800" dirty="0">
                          <a:latin typeface="+mn-lt"/>
                          <a:cs typeface="Lao UI" panose="020B0502040204020203" pitchFamily="34" charset="0"/>
                        </a:rPr>
                        <a:t>Mordor</a:t>
                      </a:r>
                    </a:p>
                  </a:txBody>
                  <a:tcPr>
                    <a:solidFill>
                      <a:srgbClr val="002060"/>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800" dirty="0">
                          <a:latin typeface="+mn-lt"/>
                          <a:cs typeface="Lao UI" panose="020B0502040204020203" pitchFamily="34" charset="0"/>
                        </a:rPr>
                        <a:t>CALDERA</a:t>
                      </a:r>
                      <a:endParaRPr lang="en-US" sz="1800" dirty="0">
                        <a:latin typeface="+mn-lt"/>
                        <a:cs typeface="Lao UI" panose="020B0502040204020203" pitchFamily="34" charset="0"/>
                      </a:endParaRPr>
                    </a:p>
                  </a:txBody>
                  <a:tcPr>
                    <a:solidFill>
                      <a:srgbClr val="002060"/>
                    </a:solidFill>
                  </a:tcPr>
                </a:tc>
                <a:extLst>
                  <a:ext uri="{0D108BD9-81ED-4DB2-BD59-A6C34878D82A}">
                    <a16:rowId xmlns:a16="http://schemas.microsoft.com/office/drawing/2014/main" val="1363783753"/>
                  </a:ext>
                </a:extLst>
              </a:tr>
              <a:tr h="1237713">
                <a:tc>
                  <a:txBody>
                    <a:bodyPr/>
                    <a:lstStyle/>
                    <a:p>
                      <a:pPr algn="ctr"/>
                      <a:r>
                        <a:rPr lang="en-US"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coverage against MITRE ATT&amp;CK tactics</a:t>
                      </a:r>
                    </a:p>
                  </a:txBody>
                  <a:tcPr>
                    <a:solidFill>
                      <a:srgbClr val="002060"/>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Lao UI" panose="020B0502040204020203" pitchFamily="34" charset="0"/>
                          <a:ea typeface="+mn-ea"/>
                          <a:cs typeface="Lao UI" panose="020B0502040204020203" pitchFamily="34" charset="0"/>
                        </a:rPr>
                        <a:t>11 tactics of 14 tactics</a:t>
                      </a: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10 tactics of 14 tactics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7 tactics of 14 tactics</a:t>
                      </a: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13 tactics of 14 tactics</a:t>
                      </a:r>
                    </a:p>
                  </a:txBody>
                  <a:tcPr>
                    <a:solidFill>
                      <a:schemeClr val="accent1">
                        <a:lumMod val="20000"/>
                        <a:lumOff val="80000"/>
                      </a:schemeClr>
                    </a:solidFill>
                  </a:tcPr>
                </a:tc>
                <a:extLst>
                  <a:ext uri="{0D108BD9-81ED-4DB2-BD59-A6C34878D82A}">
                    <a16:rowId xmlns:a16="http://schemas.microsoft.com/office/drawing/2014/main" val="746512773"/>
                  </a:ext>
                </a:extLst>
              </a:tr>
              <a:tr h="682402">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algn="ctr"/>
                      <a:r>
                        <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Compatibility with MITRE TOOLS</a:t>
                      </a:r>
                      <a:endParaRPr lang="en-US" sz="1600" b="1" dirty="0">
                        <a:solidFill>
                          <a:schemeClr val="bg1"/>
                        </a:solidFill>
                        <a:effectLst>
                          <a:outerShdw blurRad="38100" dist="38100" dir="2700000" algn="tl">
                            <a:srgbClr val="000000">
                              <a:alpha val="43137"/>
                            </a:srgbClr>
                          </a:outerShdw>
                        </a:effectLst>
                        <a:latin typeface="+mn-lt"/>
                        <a:cs typeface="Lao UI" panose="020B0502040204020203" pitchFamily="34" charset="0"/>
                      </a:endParaRPr>
                    </a:p>
                  </a:txBody>
                  <a:tcPr>
                    <a:solidFill>
                      <a:srgbClr val="002060"/>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lgn="ctr">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NO</a:t>
                      </a: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lgn="ctr">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NO</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lgn="ctr">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NO</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lgn="ctr">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YES</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extLst>
                  <a:ext uri="{0D108BD9-81ED-4DB2-BD59-A6C34878D82A}">
                    <a16:rowId xmlns:a16="http://schemas.microsoft.com/office/drawing/2014/main" val="3410047065"/>
                  </a:ext>
                </a:extLst>
              </a:tr>
              <a:tr h="687619">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Extensibility</a:t>
                      </a:r>
                    </a:p>
                  </a:txBody>
                  <a:tcPr>
                    <a:solidFill>
                      <a:srgbClr val="002060"/>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lgn="ctr">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NO</a:t>
                      </a: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Lao UI" panose="020B0502040204020203" pitchFamily="34" charset="0"/>
                          <a:ea typeface="+mn-ea"/>
                          <a:cs typeface="Lao UI" panose="020B0502040204020203" pitchFamily="34" charset="0"/>
                        </a:rPr>
                        <a:t>NO</a:t>
                      </a:r>
                    </a:p>
                  </a:txBody>
                  <a:tcPr>
                    <a:solidFill>
                      <a:schemeClr val="accent1">
                        <a:lumMod val="20000"/>
                        <a:lumOff val="80000"/>
                      </a:schemeClr>
                    </a:solidFill>
                  </a:tcPr>
                </a:tc>
                <a:tc>
                  <a:txBody>
                    <a:bodyPr/>
                    <a:lstStyle/>
                    <a:p>
                      <a:pPr marL="0" indent="0" algn="ctr">
                        <a:buFont typeface="Arial" panose="020B0604020202020204" pitchFamily="34" charset="0"/>
                        <a:buNone/>
                      </a:pPr>
                      <a:r>
                        <a:rPr lang="en-US" sz="1600" b="0" dirty="0">
                          <a:solidFill>
                            <a:srgbClr val="002060"/>
                          </a:solidFill>
                          <a:latin typeface="Lao UI" panose="020B0502040204020203" pitchFamily="34" charset="0"/>
                          <a:cs typeface="Lao UI" panose="020B0502040204020203" pitchFamily="34" charset="0"/>
                        </a:rPr>
                        <a:t>NO</a:t>
                      </a:r>
                    </a:p>
                  </a:txBody>
                  <a:tcPr>
                    <a:solidFill>
                      <a:schemeClr val="accent1">
                        <a:lumMod val="20000"/>
                        <a:lumOff val="80000"/>
                      </a:schemeClr>
                    </a:solidFill>
                  </a:tcPr>
                </a:tc>
                <a:tc>
                  <a:txBody>
                    <a:bodyPr/>
                    <a:lstStyle/>
                    <a:p>
                      <a:pPr marL="0" indent="0" algn="ctr">
                        <a:buFont typeface="Arial" panose="020B0604020202020204" pitchFamily="34" charset="0"/>
                        <a:buNone/>
                      </a:pPr>
                      <a:r>
                        <a:rPr lang="en-US" sz="1600" b="0" dirty="0">
                          <a:solidFill>
                            <a:srgbClr val="002060"/>
                          </a:solidFill>
                          <a:latin typeface="Lao UI" panose="020B0502040204020203" pitchFamily="34" charset="0"/>
                          <a:cs typeface="Lao UI" panose="020B0502040204020203" pitchFamily="34" charset="0"/>
                        </a:rPr>
                        <a:t>Extensible with Atomic Red Team and Mordor tools</a:t>
                      </a:r>
                    </a:p>
                  </a:txBody>
                  <a:tcPr>
                    <a:solidFill>
                      <a:schemeClr val="accent1">
                        <a:lumMod val="20000"/>
                        <a:lumOff val="80000"/>
                      </a:schemeClr>
                    </a:solidFill>
                  </a:tcPr>
                </a:tc>
                <a:extLst>
                  <a:ext uri="{0D108BD9-81ED-4DB2-BD59-A6C34878D82A}">
                    <a16:rowId xmlns:a16="http://schemas.microsoft.com/office/drawing/2014/main" val="1426352612"/>
                  </a:ext>
                </a:extLst>
              </a:tr>
              <a:tr h="8709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Existence of a web interface</a:t>
                      </a:r>
                      <a:endPar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endParaRPr>
                    </a:p>
                  </a:txBody>
                  <a:tcPr>
                    <a:solidFill>
                      <a:srgbClr val="002060"/>
                    </a:solidFill>
                  </a:tcPr>
                </a:tc>
                <a:tc>
                  <a:txBody>
                    <a:bodyPr/>
                    <a:lstStyle/>
                    <a:p>
                      <a:pPr marL="0" indent="0" algn="ctr">
                        <a:buFont typeface="Arial" panose="020B0604020202020204" pitchFamily="34" charset="0"/>
                        <a:buNone/>
                      </a:pPr>
                      <a:r>
                        <a:rPr kumimoji="0" lang="en-US" sz="1600" b="0" kern="1200" dirty="0">
                          <a:solidFill>
                            <a:srgbClr val="002060"/>
                          </a:solidFill>
                          <a:latin typeface="Lao UI" panose="020B0502040204020203" pitchFamily="34" charset="0"/>
                          <a:ea typeface="+mn-ea"/>
                          <a:cs typeface="Lao UI" panose="020B0502040204020203" pitchFamily="34" charset="0"/>
                        </a:rPr>
                        <a:t>NO</a:t>
                      </a:r>
                    </a:p>
                  </a:txBody>
                  <a:tcPr>
                    <a:solidFill>
                      <a:schemeClr val="accent1">
                        <a:lumMod val="20000"/>
                        <a:lumOff val="8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Lao UI" panose="020B0502040204020203" pitchFamily="34" charset="0"/>
                          <a:ea typeface="+mn-ea"/>
                          <a:cs typeface="Lao UI" panose="020B0502040204020203" pitchFamily="34" charset="0"/>
                        </a:rPr>
                        <a:t>NO</a:t>
                      </a:r>
                      <a:endParaRPr kumimoji="0" lang="en-US" sz="1200" b="0" kern="1200" dirty="0">
                        <a:solidFill>
                          <a:srgbClr val="002060"/>
                        </a:solidFill>
                        <a:latin typeface="Lao UI" panose="020B0502040204020203" pitchFamily="34" charset="0"/>
                        <a:ea typeface="+mn-ea"/>
                        <a:cs typeface="Lao UI" panose="020B0502040204020203" pitchFamily="34" charset="0"/>
                      </a:endParaRPr>
                    </a:p>
                  </a:txBody>
                  <a:tcPr>
                    <a:solidFill>
                      <a:schemeClr val="accent1">
                        <a:lumMod val="20000"/>
                        <a:lumOff val="80000"/>
                      </a:schemeClr>
                    </a:solidFill>
                  </a:tcPr>
                </a:tc>
                <a:tc>
                  <a:txBody>
                    <a:bodyPr/>
                    <a:lstStyle/>
                    <a:p>
                      <a:pPr marL="0" indent="0" algn="ctr">
                        <a:buFont typeface="Arial" panose="020B0604020202020204" pitchFamily="34" charset="0"/>
                        <a:buNone/>
                      </a:pPr>
                      <a:r>
                        <a:rPr lang="en-US" sz="1600" b="0" dirty="0">
                          <a:solidFill>
                            <a:srgbClr val="002060"/>
                          </a:solidFill>
                          <a:latin typeface="Lao UI" panose="020B0502040204020203" pitchFamily="34" charset="0"/>
                          <a:cs typeface="Lao UI" panose="020B0502040204020203" pitchFamily="34" charset="0"/>
                        </a:rPr>
                        <a:t>NO</a:t>
                      </a:r>
                      <a:endParaRPr lang="en-US" sz="1200" b="0" dirty="0">
                        <a:solidFill>
                          <a:srgbClr val="002060"/>
                        </a:solidFill>
                        <a:latin typeface="Lao UI" panose="020B0502040204020203" pitchFamily="34" charset="0"/>
                        <a:cs typeface="Lao UI" panose="020B0502040204020203" pitchFamily="34" charset="0"/>
                      </a:endParaRPr>
                    </a:p>
                  </a:txBody>
                  <a:tcPr>
                    <a:solidFill>
                      <a:schemeClr val="accent1">
                        <a:lumMod val="20000"/>
                        <a:lumOff val="80000"/>
                      </a:schemeClr>
                    </a:solidFill>
                  </a:tcPr>
                </a:tc>
                <a:tc>
                  <a:txBody>
                    <a:bodyPr/>
                    <a:lstStyle/>
                    <a:p>
                      <a:pPr marL="0" indent="0" algn="ctr">
                        <a:buFont typeface="Arial" panose="020B0604020202020204" pitchFamily="34" charset="0"/>
                        <a:buNone/>
                      </a:pPr>
                      <a:r>
                        <a:rPr lang="en-US" sz="1600" b="0" dirty="0">
                          <a:solidFill>
                            <a:srgbClr val="002060"/>
                          </a:solidFill>
                          <a:latin typeface="Lao UI" panose="020B0502040204020203" pitchFamily="34" charset="0"/>
                          <a:cs typeface="Lao UI" panose="020B0502040204020203" pitchFamily="34" charset="0"/>
                        </a:rPr>
                        <a:t>YES</a:t>
                      </a:r>
                    </a:p>
                  </a:txBody>
                  <a:tcPr>
                    <a:solidFill>
                      <a:schemeClr val="accent1">
                        <a:lumMod val="20000"/>
                        <a:lumOff val="80000"/>
                      </a:schemeClr>
                    </a:solidFill>
                  </a:tcPr>
                </a:tc>
                <a:extLst>
                  <a:ext uri="{0D108BD9-81ED-4DB2-BD59-A6C34878D82A}">
                    <a16:rowId xmlns:a16="http://schemas.microsoft.com/office/drawing/2014/main" val="3384496153"/>
                  </a:ext>
                </a:extLst>
              </a:tr>
            </a:tbl>
          </a:graphicData>
        </a:graphic>
      </p:graphicFrame>
      <p:sp>
        <p:nvSpPr>
          <p:cNvPr id="2" name="Rectangle 1">
            <a:extLst>
              <a:ext uri="{FF2B5EF4-FFF2-40B4-BE49-F238E27FC236}">
                <a16:creationId xmlns:a16="http://schemas.microsoft.com/office/drawing/2014/main" id="{9304451B-53C7-AD8F-BA5B-987CFA34E5DE}"/>
              </a:ext>
            </a:extLst>
          </p:cNvPr>
          <p:cNvSpPr/>
          <p:nvPr/>
        </p:nvSpPr>
        <p:spPr>
          <a:xfrm>
            <a:off x="9183757" y="1795414"/>
            <a:ext cx="2544417" cy="41392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me 6">
            <a:extLst>
              <a:ext uri="{FF2B5EF4-FFF2-40B4-BE49-F238E27FC236}">
                <a16:creationId xmlns:a16="http://schemas.microsoft.com/office/drawing/2014/main" id="{88D21BC7-A114-5EEB-7106-8EEE422FA317}"/>
              </a:ext>
            </a:extLst>
          </p:cNvPr>
          <p:cNvGraphicFramePr/>
          <p:nvPr>
            <p:extLst>
              <p:ext uri="{D42A27DB-BD31-4B8C-83A1-F6EECF244321}">
                <p14:modId xmlns:p14="http://schemas.microsoft.com/office/powerpoint/2010/main" val="2278639535"/>
              </p:ext>
            </p:extLst>
          </p:nvPr>
        </p:nvGraphicFramePr>
        <p:xfrm>
          <a:off x="6943078" y="-21435"/>
          <a:ext cx="5179408" cy="148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Espace réservé du numéro de diapositive 5">
            <a:extLst>
              <a:ext uri="{FF2B5EF4-FFF2-40B4-BE49-F238E27FC236}">
                <a16:creationId xmlns:a16="http://schemas.microsoft.com/office/drawing/2014/main" id="{805D551F-7F7D-925C-B109-23217C61DA86}"/>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11</a:t>
            </a:fld>
            <a:endParaRPr lang="en-US" sz="1400" dirty="0">
              <a:solidFill>
                <a:schemeClr val="bg2">
                  <a:lumMod val="75000"/>
                </a:schemeClr>
              </a:solidFill>
            </a:endParaRPr>
          </a:p>
        </p:txBody>
      </p:sp>
    </p:spTree>
    <p:extLst>
      <p:ext uri="{BB962C8B-B14F-4D97-AF65-F5344CB8AC3E}">
        <p14:creationId xmlns:p14="http://schemas.microsoft.com/office/powerpoint/2010/main" val="184026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558" y="249167"/>
            <a:ext cx="12284765" cy="1068614"/>
          </a:xfrm>
          <a:prstGeom prst="rect">
            <a:avLst/>
          </a:prstGeom>
        </p:spPr>
        <p:txBody>
          <a:bodyPr>
            <a:normAutofit fontScale="90000"/>
          </a:bodyPr>
          <a:lstStyle/>
          <a:p>
            <a:r>
              <a:rPr lang="en-US" sz="4000" b="1" dirty="0">
                <a:solidFill>
                  <a:srgbClr val="002060"/>
                </a:solidFill>
              </a:rPr>
              <a:t>Configuration management </a:t>
            </a:r>
            <a:br>
              <a:rPr lang="en-US" sz="4000" b="1" dirty="0">
                <a:solidFill>
                  <a:srgbClr val="002060"/>
                </a:solidFill>
              </a:rPr>
            </a:br>
            <a:r>
              <a:rPr lang="en-US" sz="4000" b="1" dirty="0">
                <a:solidFill>
                  <a:srgbClr val="002060"/>
                </a:solidFill>
              </a:rPr>
              <a:t>and automation tools</a:t>
            </a:r>
            <a:br>
              <a:rPr lang="en-US" sz="4100" b="1" dirty="0">
                <a:solidFill>
                  <a:srgbClr val="002060"/>
                </a:solidFill>
              </a:rPr>
            </a:br>
            <a:endParaRPr lang="en-US" sz="4100" b="1" dirty="0">
              <a:solidFill>
                <a:srgbClr val="002060"/>
              </a:solidFill>
            </a:endParaRPr>
          </a:p>
        </p:txBody>
      </p:sp>
      <p:graphicFrame>
        <p:nvGraphicFramePr>
          <p:cNvPr id="6" name="Tableau 7">
            <a:extLst>
              <a:ext uri="{FF2B5EF4-FFF2-40B4-BE49-F238E27FC236}">
                <a16:creationId xmlns:a16="http://schemas.microsoft.com/office/drawing/2014/main" id="{4BC172D1-DF41-44BC-0352-158AD6F88BE1}"/>
              </a:ext>
            </a:extLst>
          </p:cNvPr>
          <p:cNvGraphicFramePr>
            <a:graphicFrameLocks/>
          </p:cNvGraphicFramePr>
          <p:nvPr>
            <p:extLst>
              <p:ext uri="{D42A27DB-BD31-4B8C-83A1-F6EECF244321}">
                <p14:modId xmlns:p14="http://schemas.microsoft.com/office/powerpoint/2010/main" val="314581698"/>
              </p:ext>
            </p:extLst>
          </p:nvPr>
        </p:nvGraphicFramePr>
        <p:xfrm>
          <a:off x="513366" y="3081736"/>
          <a:ext cx="11165263" cy="3636530"/>
        </p:xfrm>
        <a:graphic>
          <a:graphicData uri="http://schemas.openxmlformats.org/drawingml/2006/table">
            <a:tbl>
              <a:tblPr firstRow="1" bandRow="1">
                <a:tableStyleId>{5C22544A-7EE6-4342-B048-85BDC9FD1C3A}</a:tableStyleId>
              </a:tblPr>
              <a:tblGrid>
                <a:gridCol w="2482516">
                  <a:extLst>
                    <a:ext uri="{9D8B030D-6E8A-4147-A177-3AD203B41FA5}">
                      <a16:colId xmlns:a16="http://schemas.microsoft.com/office/drawing/2014/main" val="3627149432"/>
                    </a:ext>
                  </a:extLst>
                </a:gridCol>
                <a:gridCol w="1830848">
                  <a:extLst>
                    <a:ext uri="{9D8B030D-6E8A-4147-A177-3AD203B41FA5}">
                      <a16:colId xmlns:a16="http://schemas.microsoft.com/office/drawing/2014/main" val="3052794895"/>
                    </a:ext>
                  </a:extLst>
                </a:gridCol>
                <a:gridCol w="2179665">
                  <a:extLst>
                    <a:ext uri="{9D8B030D-6E8A-4147-A177-3AD203B41FA5}">
                      <a16:colId xmlns:a16="http://schemas.microsoft.com/office/drawing/2014/main" val="3477099194"/>
                    </a:ext>
                  </a:extLst>
                </a:gridCol>
                <a:gridCol w="2336117">
                  <a:extLst>
                    <a:ext uri="{9D8B030D-6E8A-4147-A177-3AD203B41FA5}">
                      <a16:colId xmlns:a16="http://schemas.microsoft.com/office/drawing/2014/main" val="3320445892"/>
                    </a:ext>
                  </a:extLst>
                </a:gridCol>
                <a:gridCol w="2336117">
                  <a:extLst>
                    <a:ext uri="{9D8B030D-6E8A-4147-A177-3AD203B41FA5}">
                      <a16:colId xmlns:a16="http://schemas.microsoft.com/office/drawing/2014/main" val="3904217394"/>
                    </a:ext>
                  </a:extLst>
                </a:gridCol>
              </a:tblGrid>
              <a:tr h="558050">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endParaRPr lang="en-US" sz="14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txBody>
                  <a:tcPr>
                    <a:solidFill>
                      <a:schemeClr val="bg1"/>
                    </a:solidFill>
                  </a:tcPr>
                </a:tc>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dirty="0">
                          <a:latin typeface="+mn-lt"/>
                          <a:cs typeface="Lao UI" panose="020B0502040204020203" pitchFamily="34" charset="0"/>
                        </a:rPr>
                        <a:t>Ansible</a:t>
                      </a:r>
                    </a:p>
                  </a:txBody>
                  <a:tcPr>
                    <a:solidFill>
                      <a:schemeClr val="accent1">
                        <a:lumMod val="75000"/>
                      </a:schemeClr>
                    </a:solidFill>
                  </a:tcPr>
                </a:tc>
                <a:tc>
                  <a:txBody>
                    <a:bodyPr/>
                    <a:lstStyle>
                      <a:lvl1pPr marL="0" algn="l" defTabSz="685800" rtl="0" eaLnBrk="1" latinLnBrk="0" hangingPunct="1">
                        <a:defRPr kumimoji="0" lang="de-DE" sz="1350" b="1" kern="1200">
                          <a:solidFill>
                            <a:schemeClr val="lt1"/>
                          </a:solidFill>
                          <a:latin typeface="Arial"/>
                        </a:defRPr>
                      </a:lvl1pPr>
                      <a:lvl2pPr marL="342900" algn="l" defTabSz="685800" rtl="0" eaLnBrk="1" latinLnBrk="0" hangingPunct="1">
                        <a:defRPr kumimoji="0" lang="de-DE" sz="1350" b="1" kern="1200">
                          <a:solidFill>
                            <a:schemeClr val="lt1"/>
                          </a:solidFill>
                          <a:latin typeface="Arial"/>
                        </a:defRPr>
                      </a:lvl2pPr>
                      <a:lvl3pPr marL="685800" algn="l" defTabSz="685800" rtl="0" eaLnBrk="1" latinLnBrk="0" hangingPunct="1">
                        <a:defRPr kumimoji="0" lang="de-DE" sz="1350" b="1" kern="1200">
                          <a:solidFill>
                            <a:schemeClr val="lt1"/>
                          </a:solidFill>
                          <a:latin typeface="Arial"/>
                        </a:defRPr>
                      </a:lvl3pPr>
                      <a:lvl4pPr marL="1028700" algn="l" defTabSz="685800" rtl="0" eaLnBrk="1" latinLnBrk="0" hangingPunct="1">
                        <a:defRPr kumimoji="0" lang="de-DE" sz="1350" b="1" kern="1200">
                          <a:solidFill>
                            <a:schemeClr val="lt1"/>
                          </a:solidFill>
                          <a:latin typeface="Arial"/>
                        </a:defRPr>
                      </a:lvl4pPr>
                      <a:lvl5pPr marL="1371600" algn="l" defTabSz="685800" rtl="0" eaLnBrk="1" latinLnBrk="0" hangingPunct="1">
                        <a:defRPr kumimoji="0" lang="de-DE" sz="1350" b="1" kern="1200">
                          <a:solidFill>
                            <a:schemeClr val="lt1"/>
                          </a:solidFill>
                          <a:latin typeface="Arial"/>
                        </a:defRPr>
                      </a:lvl5pPr>
                      <a:lvl6pPr marL="1714500" algn="l" defTabSz="685800" rtl="0" eaLnBrk="1" latinLnBrk="0" hangingPunct="1">
                        <a:defRPr kumimoji="0" lang="de-DE" sz="1350" b="1" kern="1200">
                          <a:solidFill>
                            <a:schemeClr val="lt1"/>
                          </a:solidFill>
                          <a:latin typeface="Arial"/>
                        </a:defRPr>
                      </a:lvl6pPr>
                      <a:lvl7pPr marL="2057400" algn="l" defTabSz="685800" rtl="0" eaLnBrk="1" latinLnBrk="0" hangingPunct="1">
                        <a:defRPr kumimoji="0" lang="de-DE" sz="1350" b="1" kern="1200">
                          <a:solidFill>
                            <a:schemeClr val="lt1"/>
                          </a:solidFill>
                          <a:latin typeface="Arial"/>
                        </a:defRPr>
                      </a:lvl7pPr>
                      <a:lvl8pPr marL="2400300" algn="l" defTabSz="685800" rtl="0" eaLnBrk="1" latinLnBrk="0" hangingPunct="1">
                        <a:defRPr kumimoji="0" lang="de-DE" sz="1350" b="1" kern="1200">
                          <a:solidFill>
                            <a:schemeClr val="lt1"/>
                          </a:solidFill>
                          <a:latin typeface="Arial"/>
                        </a:defRPr>
                      </a:lvl8pPr>
                      <a:lvl9pPr marL="2743200" algn="l" defTabSz="685800" rtl="0" eaLnBrk="1" latinLnBrk="0" hangingPunct="1">
                        <a:defRPr kumimoji="0" lang="de-DE" sz="1350" b="1" kern="1200">
                          <a:solidFill>
                            <a:schemeClr val="lt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800" dirty="0">
                          <a:latin typeface="+mn-lt"/>
                          <a:cs typeface="Lao UI" panose="020B0502040204020203" pitchFamily="34" charset="0"/>
                        </a:rPr>
                        <a:t>Chef</a:t>
                      </a:r>
                      <a:endParaRPr lang="en-US" sz="1800" dirty="0">
                        <a:latin typeface="+mn-lt"/>
                        <a:cs typeface="Lao UI" panose="020B0502040204020203" pitchFamily="34" charset="0"/>
                      </a:endParaRPr>
                    </a:p>
                  </a:txBody>
                  <a:tcPr>
                    <a:solidFill>
                      <a:schemeClr val="accent1">
                        <a:lumMod val="75000"/>
                      </a:schemeClr>
                    </a:solidFill>
                  </a:tcPr>
                </a:tc>
                <a:tc>
                  <a:txBody>
                    <a:bodyPr/>
                    <a:lstStyle/>
                    <a:p>
                      <a:pPr algn="ctr"/>
                      <a:r>
                        <a:rPr lang="en-US" sz="1800" dirty="0">
                          <a:latin typeface="+mn-lt"/>
                          <a:cs typeface="Lao UI" panose="020B0502040204020203" pitchFamily="34" charset="0"/>
                        </a:rPr>
                        <a:t>Puppet</a:t>
                      </a:r>
                    </a:p>
                  </a:txBody>
                  <a:tcPr>
                    <a:solidFill>
                      <a:schemeClr val="accent1">
                        <a:lumMod val="75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800" dirty="0">
                          <a:latin typeface="+mn-lt"/>
                          <a:cs typeface="Lao UI" panose="020B0502040204020203" pitchFamily="34" charset="0"/>
                        </a:rPr>
                        <a:t>SaltStack</a:t>
                      </a:r>
                      <a:endParaRPr lang="en-US" sz="1800" dirty="0">
                        <a:latin typeface="+mn-lt"/>
                        <a:cs typeface="Lao UI" panose="020B0502040204020203" pitchFamily="34" charset="0"/>
                      </a:endParaRPr>
                    </a:p>
                  </a:txBody>
                  <a:tcPr>
                    <a:solidFill>
                      <a:schemeClr val="accent1">
                        <a:lumMod val="75000"/>
                      </a:schemeClr>
                    </a:solidFill>
                  </a:tcPr>
                </a:tc>
                <a:extLst>
                  <a:ext uri="{0D108BD9-81ED-4DB2-BD59-A6C34878D82A}">
                    <a16:rowId xmlns:a16="http://schemas.microsoft.com/office/drawing/2014/main" val="1363783753"/>
                  </a:ext>
                </a:extLst>
              </a:tr>
              <a:tr h="210054">
                <a:tc>
                  <a:txBody>
                    <a:bodyPr/>
                    <a:lstStyle/>
                    <a:p>
                      <a:pPr algn="ctr"/>
                      <a:r>
                        <a:rPr lang="en-US"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Architecture deployment</a:t>
                      </a:r>
                    </a:p>
                  </a:txBody>
                  <a:tcPr>
                    <a:solidFill>
                      <a:schemeClr val="accent1">
                        <a:lumMod val="7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mn-lt"/>
                          <a:ea typeface="+mn-ea"/>
                          <a:cs typeface="Lao UI" panose="020B0502040204020203" pitchFamily="34" charset="0"/>
                        </a:rPr>
                        <a:t>Agentless</a:t>
                      </a: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mn-lt"/>
                          <a:ea typeface="+mn-ea"/>
                          <a:cs typeface="Lao UI" panose="020B0502040204020203" pitchFamily="34" charset="0"/>
                        </a:rPr>
                        <a:t>Client-server</a:t>
                      </a: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mn-lt"/>
                          <a:ea typeface="+mn-ea"/>
                          <a:cs typeface="Lao UI" panose="020B0502040204020203" pitchFamily="34" charset="0"/>
                        </a:rPr>
                        <a:t>Client-server</a:t>
                      </a: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mn-lt"/>
                          <a:ea typeface="+mn-ea"/>
                          <a:cs typeface="Lao UI" panose="020B0502040204020203" pitchFamily="34" charset="0"/>
                        </a:rPr>
                        <a:t>Client-server and Agentless</a:t>
                      </a:r>
                    </a:p>
                  </a:txBody>
                  <a:tcPr>
                    <a:solidFill>
                      <a:schemeClr val="accent1">
                        <a:lumMod val="20000"/>
                        <a:lumOff val="80000"/>
                      </a:schemeClr>
                    </a:solidFill>
                  </a:tcPr>
                </a:tc>
                <a:extLst>
                  <a:ext uri="{0D108BD9-81ED-4DB2-BD59-A6C34878D82A}">
                    <a16:rowId xmlns:a16="http://schemas.microsoft.com/office/drawing/2014/main" val="746512773"/>
                  </a:ext>
                </a:extLst>
              </a:tr>
              <a:tr h="212480">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algn="ctr"/>
                      <a:r>
                        <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Language for system development</a:t>
                      </a:r>
                      <a:endParaRPr lang="en-US" sz="1600" b="1" dirty="0">
                        <a:solidFill>
                          <a:schemeClr val="bg1"/>
                        </a:solidFill>
                        <a:effectLst>
                          <a:outerShdw blurRad="38100" dist="38100" dir="2700000" algn="tl">
                            <a:srgbClr val="000000">
                              <a:alpha val="43137"/>
                            </a:srgbClr>
                          </a:outerShdw>
                        </a:effectLst>
                        <a:latin typeface="+mn-lt"/>
                        <a:cs typeface="Lao UI" panose="020B0502040204020203" pitchFamily="34" charset="0"/>
                      </a:endParaRPr>
                    </a:p>
                  </a:txBody>
                  <a:tcPr>
                    <a:solidFill>
                      <a:schemeClr val="accent1">
                        <a:lumMod val="75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Python</a:t>
                      </a: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Ruby</a:t>
                      </a: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C++</a:t>
                      </a: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Python</a:t>
                      </a:r>
                    </a:p>
                  </a:txBody>
                  <a:tcPr>
                    <a:solidFill>
                      <a:schemeClr val="accent1">
                        <a:lumMod val="20000"/>
                        <a:lumOff val="80000"/>
                      </a:schemeClr>
                    </a:solidFill>
                  </a:tcPr>
                </a:tc>
                <a:extLst>
                  <a:ext uri="{0D108BD9-81ED-4DB2-BD59-A6C34878D82A}">
                    <a16:rowId xmlns:a16="http://schemas.microsoft.com/office/drawing/2014/main" val="3410047065"/>
                  </a:ext>
                </a:extLst>
              </a:tr>
              <a:tr h="335143">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License</a:t>
                      </a:r>
                    </a:p>
                  </a:txBody>
                  <a:tcPr>
                    <a:solidFill>
                      <a:schemeClr val="accent1">
                        <a:lumMod val="75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GPLv3+</a:t>
                      </a:r>
                    </a:p>
                  </a:txBody>
                  <a:tcPr>
                    <a:solidFill>
                      <a:schemeClr val="accent1">
                        <a:lumMod val="20000"/>
                        <a:lumOff val="80000"/>
                      </a:schemeClr>
                    </a:solidFill>
                  </a:tcPr>
                </a:tc>
                <a:tc>
                  <a:txBody>
                    <a:bodyPr/>
                    <a:lstStyle>
                      <a:lvl1pPr marL="0" algn="l" defTabSz="685800" rtl="0" eaLnBrk="1" latinLnBrk="0" hangingPunct="1">
                        <a:defRPr kumimoji="0" lang="de-DE" sz="1350" kern="1200">
                          <a:solidFill>
                            <a:schemeClr val="dk1"/>
                          </a:solidFill>
                          <a:latin typeface="Arial"/>
                        </a:defRPr>
                      </a:lvl1pPr>
                      <a:lvl2pPr marL="342900" algn="l" defTabSz="685800" rtl="0" eaLnBrk="1" latinLnBrk="0" hangingPunct="1">
                        <a:defRPr kumimoji="0" lang="de-DE" sz="1350" kern="1200">
                          <a:solidFill>
                            <a:schemeClr val="dk1"/>
                          </a:solidFill>
                          <a:latin typeface="Arial"/>
                        </a:defRPr>
                      </a:lvl2pPr>
                      <a:lvl3pPr marL="685800" algn="l" defTabSz="685800" rtl="0" eaLnBrk="1" latinLnBrk="0" hangingPunct="1">
                        <a:defRPr kumimoji="0" lang="de-DE" sz="1350" kern="1200">
                          <a:solidFill>
                            <a:schemeClr val="dk1"/>
                          </a:solidFill>
                          <a:latin typeface="Arial"/>
                        </a:defRPr>
                      </a:lvl3pPr>
                      <a:lvl4pPr marL="1028700" algn="l" defTabSz="685800" rtl="0" eaLnBrk="1" latinLnBrk="0" hangingPunct="1">
                        <a:defRPr kumimoji="0" lang="de-DE" sz="1350" kern="1200">
                          <a:solidFill>
                            <a:schemeClr val="dk1"/>
                          </a:solidFill>
                          <a:latin typeface="Arial"/>
                        </a:defRPr>
                      </a:lvl4pPr>
                      <a:lvl5pPr marL="1371600" algn="l" defTabSz="685800" rtl="0" eaLnBrk="1" latinLnBrk="0" hangingPunct="1">
                        <a:defRPr kumimoji="0" lang="de-DE" sz="1350" kern="1200">
                          <a:solidFill>
                            <a:schemeClr val="dk1"/>
                          </a:solidFill>
                          <a:latin typeface="Arial"/>
                        </a:defRPr>
                      </a:lvl5pPr>
                      <a:lvl6pPr marL="1714500" algn="l" defTabSz="685800" rtl="0" eaLnBrk="1" latinLnBrk="0" hangingPunct="1">
                        <a:defRPr kumimoji="0" lang="de-DE" sz="1350" kern="1200">
                          <a:solidFill>
                            <a:schemeClr val="dk1"/>
                          </a:solidFill>
                          <a:latin typeface="Arial"/>
                        </a:defRPr>
                      </a:lvl6pPr>
                      <a:lvl7pPr marL="2057400" algn="l" defTabSz="685800" rtl="0" eaLnBrk="1" latinLnBrk="0" hangingPunct="1">
                        <a:defRPr kumimoji="0" lang="de-DE" sz="1350" kern="1200">
                          <a:solidFill>
                            <a:schemeClr val="dk1"/>
                          </a:solidFill>
                          <a:latin typeface="Arial"/>
                        </a:defRPr>
                      </a:lvl7pPr>
                      <a:lvl8pPr marL="2400300" algn="l" defTabSz="685800" rtl="0" eaLnBrk="1" latinLnBrk="0" hangingPunct="1">
                        <a:defRPr kumimoji="0" lang="de-DE" sz="1350" kern="1200">
                          <a:solidFill>
                            <a:schemeClr val="dk1"/>
                          </a:solidFill>
                          <a:latin typeface="Arial"/>
                        </a:defRPr>
                      </a:lvl8pPr>
                      <a:lvl9pPr marL="2743200" algn="l" defTabSz="685800" rtl="0" eaLnBrk="1" latinLnBrk="0" hangingPunct="1">
                        <a:defRPr kumimoji="0" lang="de-DE" sz="1350" kern="1200">
                          <a:solidFill>
                            <a:schemeClr val="dk1"/>
                          </a:solidFill>
                          <a:latin typeface="Arial"/>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mn-lt"/>
                          <a:ea typeface="+mn-ea"/>
                          <a:cs typeface="Lao UI" panose="020B0502040204020203" pitchFamily="34" charset="0"/>
                        </a:rPr>
                        <a:t>Apache2.0</a:t>
                      </a: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Apache2.0</a:t>
                      </a: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Apache2.0</a:t>
                      </a:r>
                    </a:p>
                  </a:txBody>
                  <a:tcPr>
                    <a:solidFill>
                      <a:schemeClr val="accent1">
                        <a:lumMod val="20000"/>
                        <a:lumOff val="80000"/>
                      </a:schemeClr>
                    </a:solidFill>
                  </a:tcPr>
                </a:tc>
                <a:extLst>
                  <a:ext uri="{0D108BD9-81ED-4DB2-BD59-A6C34878D82A}">
                    <a16:rowId xmlns:a16="http://schemas.microsoft.com/office/drawing/2014/main" val="142635261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Transportation</a:t>
                      </a:r>
                      <a:endPar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endParaRPr>
                    </a:p>
                  </a:txBody>
                  <a:tcPr>
                    <a:solidFill>
                      <a:schemeClr val="accent1">
                        <a:lumMod val="75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SSH</a:t>
                      </a: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mn-lt"/>
                          <a:ea typeface="+mn-ea"/>
                          <a:cs typeface="Lao UI" panose="020B0502040204020203" pitchFamily="34" charset="0"/>
                        </a:rPr>
                        <a:t>RabbitMQ</a:t>
                      </a: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Mcollective</a:t>
                      </a: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ZeroMQ</a:t>
                      </a:r>
                    </a:p>
                  </a:txBody>
                  <a:tcPr>
                    <a:solidFill>
                      <a:schemeClr val="accent1">
                        <a:lumMod val="20000"/>
                        <a:lumOff val="80000"/>
                      </a:schemeClr>
                    </a:solidFill>
                  </a:tcPr>
                </a:tc>
                <a:extLst>
                  <a:ext uri="{0D108BD9-81ED-4DB2-BD59-A6C34878D82A}">
                    <a16:rowId xmlns:a16="http://schemas.microsoft.com/office/drawing/2014/main" val="3384496153"/>
                  </a:ext>
                </a:extLst>
              </a:tr>
              <a:tr h="12479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Delivery Methods</a:t>
                      </a:r>
                    </a:p>
                  </a:txBody>
                  <a:tcPr>
                    <a:solidFill>
                      <a:schemeClr val="accent1">
                        <a:lumMod val="75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Push</a:t>
                      </a: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mn-lt"/>
                          <a:ea typeface="+mn-ea"/>
                          <a:cs typeface="Lao UI" panose="020B0502040204020203" pitchFamily="34" charset="0"/>
                        </a:rPr>
                        <a:t>Pull</a:t>
                      </a: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Pull</a:t>
                      </a: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Push</a:t>
                      </a:r>
                    </a:p>
                  </a:txBody>
                  <a:tcPr>
                    <a:solidFill>
                      <a:schemeClr val="accent1">
                        <a:lumMod val="20000"/>
                        <a:lumOff val="80000"/>
                      </a:schemeClr>
                    </a:solidFill>
                  </a:tcPr>
                </a:tc>
                <a:extLst>
                  <a:ext uri="{0D108BD9-81ED-4DB2-BD59-A6C34878D82A}">
                    <a16:rowId xmlns:a16="http://schemas.microsoft.com/office/drawing/2014/main" val="1330927919"/>
                  </a:ext>
                </a:extLst>
              </a:tr>
              <a:tr h="12479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Complexity of setting up</a:t>
                      </a:r>
                      <a:endPar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endParaRPr>
                    </a:p>
                  </a:txBody>
                  <a:tcPr>
                    <a:solidFill>
                      <a:schemeClr val="accent1">
                        <a:lumMod val="75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easy</a:t>
                      </a:r>
                    </a:p>
                  </a:txBody>
                  <a:tcPr>
                    <a:solidFill>
                      <a:schemeClr val="accent1">
                        <a:lumMod val="20000"/>
                        <a:lumOff val="8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600" b="0" kern="1200" dirty="0">
                          <a:solidFill>
                            <a:srgbClr val="002060"/>
                          </a:solidFill>
                          <a:latin typeface="+mn-lt"/>
                          <a:ea typeface="+mn-ea"/>
                          <a:cs typeface="Lao UI" panose="020B0502040204020203" pitchFamily="34" charset="0"/>
                        </a:rPr>
                        <a:t>Hardly easy</a:t>
                      </a:r>
                    </a:p>
                  </a:txBody>
                  <a:tcPr>
                    <a:solidFill>
                      <a:schemeClr val="accent1">
                        <a:lumMod val="20000"/>
                        <a:lumOff val="80000"/>
                      </a:schemeClr>
                    </a:solidFill>
                  </a:tcPr>
                </a:tc>
                <a:tc>
                  <a:txBody>
                    <a:bodyPr/>
                    <a:lstStyle/>
                    <a:p>
                      <a:pPr marL="0" indent="0">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Hard</a:t>
                      </a:r>
                    </a:p>
                  </a:txBody>
                  <a:tcPr>
                    <a:solidFill>
                      <a:schemeClr val="accent1">
                        <a:lumMod val="20000"/>
                        <a:lumOff val="80000"/>
                      </a:schemeClr>
                    </a:solidFill>
                  </a:tcPr>
                </a:tc>
                <a:tc>
                  <a:txBody>
                    <a:bodyPr/>
                    <a:lstStyle/>
                    <a:p>
                      <a:pPr marL="0" indent="0" algn="l">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Hard</a:t>
                      </a:r>
                    </a:p>
                  </a:txBody>
                  <a:tcPr>
                    <a:solidFill>
                      <a:schemeClr val="accent1">
                        <a:lumMod val="20000"/>
                        <a:lumOff val="80000"/>
                      </a:schemeClr>
                    </a:solidFill>
                  </a:tcPr>
                </a:tc>
                <a:extLst>
                  <a:ext uri="{0D108BD9-81ED-4DB2-BD59-A6C34878D82A}">
                    <a16:rowId xmlns:a16="http://schemas.microsoft.com/office/drawing/2014/main" val="4210081628"/>
                  </a:ext>
                </a:extLst>
              </a:tr>
              <a:tr h="12479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fr-FR" sz="1600" b="1" dirty="0">
                          <a:solidFill>
                            <a:schemeClr val="bg1"/>
                          </a:solidFill>
                          <a:effectLst>
                            <a:outerShdw blurRad="38100" dist="38100" dir="2700000" algn="tl">
                              <a:srgbClr val="000000">
                                <a:alpha val="43137"/>
                              </a:srgbClr>
                            </a:outerShdw>
                          </a:effectLst>
                          <a:latin typeface="+mn-lt"/>
                          <a:cs typeface="Lao UI" panose="020B0502040204020203" pitchFamily="34" charset="0"/>
                        </a:rPr>
                        <a:t>Supported OS</a:t>
                      </a:r>
                    </a:p>
                  </a:txBody>
                  <a:tcPr>
                    <a:solidFill>
                      <a:schemeClr val="accent1">
                        <a:lumMod val="75000"/>
                      </a:schemeClr>
                    </a:solidFill>
                  </a:tcPr>
                </a:tc>
                <a:tc>
                  <a:txBody>
                    <a:bodyPr/>
                    <a:lstStyle/>
                    <a:p>
                      <a:r>
                        <a:rPr kumimoji="0" lang="en-US" sz="1600" b="0" kern="1200" dirty="0">
                          <a:solidFill>
                            <a:srgbClr val="002060"/>
                          </a:solidFill>
                          <a:latin typeface="+mn-lt"/>
                          <a:ea typeface="+mn-ea"/>
                          <a:cs typeface="Lao UI" panose="020B0502040204020203" pitchFamily="34" charset="0"/>
                        </a:rPr>
                        <a:t>Linux,MacOS,BSD</a:t>
                      </a:r>
                    </a:p>
                  </a:txBody>
                  <a:tcPr>
                    <a:solidFill>
                      <a:schemeClr val="accent1">
                        <a:lumMod val="20000"/>
                        <a:lumOff val="80000"/>
                      </a:schemeClr>
                    </a:solidFill>
                  </a:tcPr>
                </a:tc>
                <a:tc>
                  <a:txBody>
                    <a:bodyPr/>
                    <a:lstStyle/>
                    <a:p>
                      <a:pPr marL="0" indent="0" algn="l" defTabSz="914377" rtl="0" eaLnBrk="1" latinLnBrk="0" hangingPunct="1">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IBM AIX, BSD, Linux,</a:t>
                      </a:r>
                    </a:p>
                    <a:p>
                      <a:pPr marL="0" indent="0" algn="l" defTabSz="914377" rtl="0" eaLnBrk="1" latinLnBrk="0" hangingPunct="1">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MacOSX, Solaris</a:t>
                      </a:r>
                    </a:p>
                  </a:txBody>
                  <a:tcPr>
                    <a:solidFill>
                      <a:schemeClr val="accent1">
                        <a:lumMod val="20000"/>
                        <a:lumOff val="80000"/>
                      </a:schemeClr>
                    </a:solidFill>
                  </a:tcPr>
                </a:tc>
                <a:tc>
                  <a:txBody>
                    <a:bodyPr/>
                    <a:lstStyle/>
                    <a:p>
                      <a:pPr marL="0" indent="0" algn="l" defTabSz="914377" rtl="0" eaLnBrk="1" latinLnBrk="0" hangingPunct="1">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Linux</a:t>
                      </a:r>
                    </a:p>
                  </a:txBody>
                  <a:tcPr>
                    <a:solidFill>
                      <a:schemeClr val="accent1">
                        <a:lumMod val="20000"/>
                        <a:lumOff val="80000"/>
                      </a:schemeClr>
                    </a:solidFill>
                  </a:tcPr>
                </a:tc>
                <a:tc>
                  <a:txBody>
                    <a:bodyPr/>
                    <a:lstStyle/>
                    <a:p>
                      <a:pPr marL="0" indent="0" algn="l" defTabSz="914377" rtl="0" eaLnBrk="1" latinLnBrk="0" hangingPunct="1">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Linux, MacOS, Unix,</a:t>
                      </a:r>
                    </a:p>
                    <a:p>
                      <a:pPr marL="0" indent="0" algn="l" defTabSz="914377" rtl="0" eaLnBrk="1" latinLnBrk="0" hangingPunct="1">
                        <a:buFont typeface="Arial" panose="020B0604020202020204" pitchFamily="34" charset="0"/>
                        <a:buNone/>
                      </a:pPr>
                      <a:r>
                        <a:rPr kumimoji="0" lang="en-US" sz="1600" b="0" kern="1200" dirty="0">
                          <a:solidFill>
                            <a:srgbClr val="002060"/>
                          </a:solidFill>
                          <a:latin typeface="+mn-lt"/>
                          <a:ea typeface="+mn-ea"/>
                          <a:cs typeface="Lao UI" panose="020B0502040204020203" pitchFamily="34" charset="0"/>
                        </a:rPr>
                        <a:t>Windows</a:t>
                      </a:r>
                    </a:p>
                  </a:txBody>
                  <a:tcPr>
                    <a:solidFill>
                      <a:schemeClr val="accent1">
                        <a:lumMod val="20000"/>
                        <a:lumOff val="80000"/>
                      </a:schemeClr>
                    </a:solidFill>
                  </a:tcPr>
                </a:tc>
                <a:extLst>
                  <a:ext uri="{0D108BD9-81ED-4DB2-BD59-A6C34878D82A}">
                    <a16:rowId xmlns:a16="http://schemas.microsoft.com/office/drawing/2014/main" val="2956321951"/>
                  </a:ext>
                </a:extLst>
              </a:tr>
            </a:tbl>
          </a:graphicData>
        </a:graphic>
      </p:graphicFrame>
      <p:sp>
        <p:nvSpPr>
          <p:cNvPr id="9" name="Rectangle 66">
            <a:extLst>
              <a:ext uri="{FF2B5EF4-FFF2-40B4-BE49-F238E27FC236}">
                <a16:creationId xmlns:a16="http://schemas.microsoft.com/office/drawing/2014/main" id="{1C30C038-696B-1C2F-DFD1-931A9D200CA0}"/>
              </a:ext>
            </a:extLst>
          </p:cNvPr>
          <p:cNvSpPr>
            <a:spLocks noChangeArrowheads="1"/>
          </p:cNvSpPr>
          <p:nvPr/>
        </p:nvSpPr>
        <p:spPr bwMode="gray">
          <a:xfrm>
            <a:off x="513368" y="1593954"/>
            <a:ext cx="11165263" cy="330690"/>
          </a:xfrm>
          <a:prstGeom prst="rect">
            <a:avLst/>
          </a:prstGeom>
          <a:solidFill>
            <a:srgbClr val="002060"/>
          </a:solidFill>
          <a:ln w="9525">
            <a:noFill/>
            <a:miter lim="800000"/>
            <a:headEnd/>
            <a:tailEnd/>
          </a:ln>
          <a:effectLst/>
        </p:spPr>
        <p:txBody>
          <a:bodyPr wrap="square" lIns="72000" tIns="72000" rIns="72000" bIns="72000" anchor="t">
            <a:noAutofit/>
          </a:bodyPr>
          <a:lstStyle/>
          <a:p>
            <a:pPr algn="ctr"/>
            <a:r>
              <a:rPr lang="en-US" sz="1400" b="1" dirty="0">
                <a:solidFill>
                  <a:schemeClr val="bg1"/>
                </a:solidFill>
              </a:rPr>
              <a:t>Definition</a:t>
            </a:r>
          </a:p>
          <a:p>
            <a:endParaRPr lang="en-US" sz="1200" b="1" dirty="0">
              <a:solidFill>
                <a:schemeClr val="bg1"/>
              </a:solidFill>
              <a:latin typeface="Calibri" panose="020F0502020204030204" pitchFamily="34" charset="0"/>
              <a:cs typeface="Calibri" panose="020F0502020204030204" pitchFamily="34" charset="0"/>
            </a:endParaRPr>
          </a:p>
        </p:txBody>
      </p:sp>
      <p:sp>
        <p:nvSpPr>
          <p:cNvPr id="10" name="Textplatzhalter 2">
            <a:extLst>
              <a:ext uri="{FF2B5EF4-FFF2-40B4-BE49-F238E27FC236}">
                <a16:creationId xmlns:a16="http://schemas.microsoft.com/office/drawing/2014/main" id="{D109C64E-C863-2A0D-4F41-69394B354F0C}"/>
              </a:ext>
            </a:extLst>
          </p:cNvPr>
          <p:cNvSpPr txBox="1">
            <a:spLocks/>
          </p:cNvSpPr>
          <p:nvPr/>
        </p:nvSpPr>
        <p:spPr>
          <a:xfrm>
            <a:off x="513368" y="1954848"/>
            <a:ext cx="11165263" cy="571372"/>
          </a:xfrm>
          <a:prstGeom prst="rect">
            <a:avLst/>
          </a:prstGeom>
          <a:solidFill>
            <a:schemeClr val="bg1"/>
          </a:solidFill>
          <a:ln>
            <a:solidFill>
              <a:srgbClr val="002060"/>
            </a:solidFill>
          </a:ln>
        </p:spPr>
        <p:txBody>
          <a:bodyPr vert="horz" wrap="square" lIns="72000" tIns="72000" rIns="72000" bIns="72000" rtlCol="0">
            <a:noAutofit/>
          </a:bodyPr>
          <a:lstStyle>
            <a:lvl1pPr marL="0" indent="0" algn="l" defTabSz="914400" rtl="0" eaLnBrk="1" latinLnBrk="0" hangingPunct="1">
              <a:spcBef>
                <a:spcPts val="600"/>
              </a:spcBef>
              <a:spcAft>
                <a:spcPts val="0"/>
              </a:spcAft>
              <a:buSzPct val="90000"/>
              <a:buFont typeface="Wingdings" panose="05000000000000000000" pitchFamily="2" charset="2"/>
              <a:buNone/>
              <a:defRPr sz="1400" kern="1200">
                <a:solidFill>
                  <a:schemeClr val="tx1"/>
                </a:solidFill>
                <a:latin typeface="+mn-lt"/>
                <a:ea typeface="+mn-ea"/>
                <a:cs typeface="+mn-cs"/>
              </a:defRPr>
            </a:lvl1pPr>
            <a:lvl2pPr marL="180975"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2pPr>
            <a:lvl3pPr marL="357188" indent="-176213"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3pPr>
            <a:lvl4pPr marL="538163"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4pPr>
            <a:lvl5pPr marL="719138" indent="-180975" algn="l" defTabSz="914400" rtl="0" eaLnBrk="1" latinLnBrk="0" hangingPunct="1">
              <a:spcBef>
                <a:spcPts val="600"/>
              </a:spcBef>
              <a:spcAft>
                <a:spcPts val="0"/>
              </a:spcAft>
              <a:buSzPct val="90000"/>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b="1" dirty="0">
                <a:solidFill>
                  <a:srgbClr val="002060"/>
                </a:solidFill>
                <a:latin typeface="Calibri" panose="020F0502020204030204" pitchFamily="34" charset="0"/>
                <a:cs typeface="Calibri" panose="020F0502020204030204" pitchFamily="34" charset="0"/>
              </a:rPr>
              <a:t>Used to facilitate and automate the task of deploying applications.</a:t>
            </a:r>
          </a:p>
          <a:p>
            <a:pPr marL="285750" indent="-285750">
              <a:buFont typeface="Arial" panose="020B0604020202020204" pitchFamily="34" charset="0"/>
              <a:buChar char="•"/>
            </a:pPr>
            <a:r>
              <a:rPr lang="en-US" b="1" dirty="0">
                <a:solidFill>
                  <a:srgbClr val="002060"/>
                </a:solidFill>
                <a:latin typeface="Calibri" panose="020F0502020204030204" pitchFamily="34" charset="0"/>
                <a:cs typeface="Calibri" panose="020F0502020204030204" pitchFamily="34" charset="0"/>
              </a:rPr>
              <a:t>Install and prepare his work environment easily</a:t>
            </a:r>
          </a:p>
        </p:txBody>
      </p:sp>
      <p:sp>
        <p:nvSpPr>
          <p:cNvPr id="12" name="Rectangle 66">
            <a:extLst>
              <a:ext uri="{FF2B5EF4-FFF2-40B4-BE49-F238E27FC236}">
                <a16:creationId xmlns:a16="http://schemas.microsoft.com/office/drawing/2014/main" id="{FA4628D3-0552-E3E6-C864-D5A8CBF1F24B}"/>
              </a:ext>
            </a:extLst>
          </p:cNvPr>
          <p:cNvSpPr>
            <a:spLocks noChangeArrowheads="1"/>
          </p:cNvSpPr>
          <p:nvPr/>
        </p:nvSpPr>
        <p:spPr bwMode="gray">
          <a:xfrm>
            <a:off x="513365" y="2647124"/>
            <a:ext cx="11165263" cy="313708"/>
          </a:xfrm>
          <a:prstGeom prst="rect">
            <a:avLst/>
          </a:prstGeom>
          <a:solidFill>
            <a:srgbClr val="002060"/>
          </a:solidFill>
          <a:ln w="9525">
            <a:noFill/>
            <a:miter lim="800000"/>
            <a:headEnd/>
            <a:tailEnd/>
          </a:ln>
          <a:effectLst/>
        </p:spPr>
        <p:txBody>
          <a:bodyPr wrap="square" lIns="72000" tIns="72000" rIns="72000" bIns="72000" anchor="t">
            <a:noAutofit/>
          </a:bodyPr>
          <a:lstStyle/>
          <a:p>
            <a:pPr algn="ctr"/>
            <a:r>
              <a:rPr lang="en-US" sz="1400" b="1" dirty="0">
                <a:solidFill>
                  <a:schemeClr val="bg1"/>
                </a:solidFill>
              </a:rPr>
              <a:t>Comparative Study of Configuration management and automation tools</a:t>
            </a:r>
          </a:p>
          <a:p>
            <a:pPr algn="ctr"/>
            <a:r>
              <a:rPr lang="en-US" sz="1400" b="1" dirty="0">
                <a:solidFill>
                  <a:schemeClr val="bg1"/>
                </a:solidFill>
              </a:rPr>
              <a:t> </a:t>
            </a:r>
          </a:p>
          <a:p>
            <a:endParaRPr lang="en-US" sz="1200" b="1" dirty="0">
              <a:solidFill>
                <a:schemeClr val="bg1"/>
              </a:solidFill>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1353A3AC-92E1-777E-0ED7-2C3B463C7CA1}"/>
              </a:ext>
            </a:extLst>
          </p:cNvPr>
          <p:cNvSpPr/>
          <p:nvPr/>
        </p:nvSpPr>
        <p:spPr>
          <a:xfrm>
            <a:off x="3008243" y="3107362"/>
            <a:ext cx="1828799" cy="36333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Diagramme 10">
            <a:extLst>
              <a:ext uri="{FF2B5EF4-FFF2-40B4-BE49-F238E27FC236}">
                <a16:creationId xmlns:a16="http://schemas.microsoft.com/office/drawing/2014/main" id="{B3E681F0-BAF4-2559-B94F-08D68904C9D0}"/>
              </a:ext>
            </a:extLst>
          </p:cNvPr>
          <p:cNvGraphicFramePr/>
          <p:nvPr>
            <p:extLst>
              <p:ext uri="{D42A27DB-BD31-4B8C-83A1-F6EECF244321}">
                <p14:modId xmlns:p14="http://schemas.microsoft.com/office/powerpoint/2010/main" val="622499977"/>
              </p:ext>
            </p:extLst>
          </p:nvPr>
        </p:nvGraphicFramePr>
        <p:xfrm>
          <a:off x="6785297" y="54019"/>
          <a:ext cx="5179408" cy="148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Espace réservé du numéro de diapositive 5">
            <a:extLst>
              <a:ext uri="{FF2B5EF4-FFF2-40B4-BE49-F238E27FC236}">
                <a16:creationId xmlns:a16="http://schemas.microsoft.com/office/drawing/2014/main" id="{5F972271-20C3-2876-B51D-AC0C431533B2}"/>
              </a:ext>
            </a:extLst>
          </p:cNvPr>
          <p:cNvSpPr txBox="1">
            <a:spLocks/>
          </p:cNvSpPr>
          <p:nvPr/>
        </p:nvSpPr>
        <p:spPr>
          <a:xfrm>
            <a:off x="11845317" y="653570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12</a:t>
            </a:fld>
            <a:endParaRPr lang="en-US" sz="1400" dirty="0">
              <a:solidFill>
                <a:schemeClr val="bg2">
                  <a:lumMod val="75000"/>
                </a:schemeClr>
              </a:solidFill>
            </a:endParaRPr>
          </a:p>
        </p:txBody>
      </p:sp>
    </p:spTree>
    <p:extLst>
      <p:ext uri="{BB962C8B-B14F-4D97-AF65-F5344CB8AC3E}">
        <p14:creationId xmlns:p14="http://schemas.microsoft.com/office/powerpoint/2010/main" val="175870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B8608DC-8526-7E3C-B97B-41A64CFD8EE7}"/>
              </a:ext>
            </a:extLst>
          </p:cNvPr>
          <p:cNvSpPr>
            <a:spLocks noChangeArrowheads="1"/>
          </p:cNvSpPr>
          <p:nvPr/>
        </p:nvSpPr>
        <p:spPr bwMode="auto">
          <a:xfrm>
            <a:off x="0" y="2887656"/>
            <a:ext cx="11222567" cy="1950673"/>
          </a:xfrm>
          <a:prstGeom prst="rect">
            <a:avLst/>
          </a:prstGeom>
          <a:solidFill>
            <a:srgbClr val="002060"/>
          </a:solidFill>
          <a:ln>
            <a:solidFill>
              <a:schemeClr val="bg1">
                <a:lumMod val="85000"/>
              </a:schemeClr>
            </a:solid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en-US"/>
            </a:defPPr>
            <a:lvl1pPr algn="l" rtl="0" fontAlgn="base">
              <a:spcBef>
                <a:spcPct val="0"/>
              </a:spcBef>
              <a:spcAft>
                <a:spcPct val="0"/>
              </a:spcAft>
              <a:defRPr kumimoji="1" sz="1400" kern="1200">
                <a:solidFill>
                  <a:schemeClr val="dk1"/>
                </a:solidFill>
                <a:latin typeface="+mn-lt"/>
                <a:ea typeface="+mn-ea"/>
                <a:cs typeface="+mn-cs"/>
              </a:defRPr>
            </a:lvl1pPr>
            <a:lvl2pPr marL="457200" algn="l" rtl="0" fontAlgn="base">
              <a:spcBef>
                <a:spcPct val="0"/>
              </a:spcBef>
              <a:spcAft>
                <a:spcPct val="0"/>
              </a:spcAft>
              <a:defRPr kumimoji="1" sz="1400" kern="1200">
                <a:solidFill>
                  <a:schemeClr val="dk1"/>
                </a:solidFill>
                <a:latin typeface="+mn-lt"/>
                <a:ea typeface="+mn-ea"/>
                <a:cs typeface="+mn-cs"/>
              </a:defRPr>
            </a:lvl2pPr>
            <a:lvl3pPr marL="914400" algn="l" rtl="0" fontAlgn="base">
              <a:spcBef>
                <a:spcPct val="0"/>
              </a:spcBef>
              <a:spcAft>
                <a:spcPct val="0"/>
              </a:spcAft>
              <a:defRPr kumimoji="1" sz="1400" kern="1200">
                <a:solidFill>
                  <a:schemeClr val="dk1"/>
                </a:solidFill>
                <a:latin typeface="+mn-lt"/>
                <a:ea typeface="+mn-ea"/>
                <a:cs typeface="+mn-cs"/>
              </a:defRPr>
            </a:lvl3pPr>
            <a:lvl4pPr marL="1371600" algn="l" rtl="0" fontAlgn="base">
              <a:spcBef>
                <a:spcPct val="0"/>
              </a:spcBef>
              <a:spcAft>
                <a:spcPct val="0"/>
              </a:spcAft>
              <a:defRPr kumimoji="1" sz="1400" kern="1200">
                <a:solidFill>
                  <a:schemeClr val="dk1"/>
                </a:solidFill>
                <a:latin typeface="+mn-lt"/>
                <a:ea typeface="+mn-ea"/>
                <a:cs typeface="+mn-cs"/>
              </a:defRPr>
            </a:lvl4pPr>
            <a:lvl5pPr marL="1828800" algn="l" rtl="0" fontAlgn="base">
              <a:spcBef>
                <a:spcPct val="0"/>
              </a:spcBef>
              <a:spcAft>
                <a:spcPct val="0"/>
              </a:spcAft>
              <a:defRPr kumimoji="1" sz="1400" kern="1200">
                <a:solidFill>
                  <a:schemeClr val="dk1"/>
                </a:solidFill>
                <a:latin typeface="+mn-lt"/>
                <a:ea typeface="+mn-ea"/>
                <a:cs typeface="+mn-cs"/>
              </a:defRPr>
            </a:lvl5pPr>
            <a:lvl6pPr marL="2286000" algn="l" defTabSz="914400" rtl="0" eaLnBrk="1" latinLnBrk="0" hangingPunct="1">
              <a:defRPr kumimoji="1" sz="1400" kern="1200">
                <a:solidFill>
                  <a:schemeClr val="dk1"/>
                </a:solidFill>
                <a:latin typeface="+mn-lt"/>
                <a:ea typeface="+mn-ea"/>
                <a:cs typeface="+mn-cs"/>
              </a:defRPr>
            </a:lvl6pPr>
            <a:lvl7pPr marL="2743200" algn="l" defTabSz="914400" rtl="0" eaLnBrk="1" latinLnBrk="0" hangingPunct="1">
              <a:defRPr kumimoji="1" sz="1400" kern="1200">
                <a:solidFill>
                  <a:schemeClr val="dk1"/>
                </a:solidFill>
                <a:latin typeface="+mn-lt"/>
                <a:ea typeface="+mn-ea"/>
                <a:cs typeface="+mn-cs"/>
              </a:defRPr>
            </a:lvl7pPr>
            <a:lvl8pPr marL="3200400" algn="l" defTabSz="914400" rtl="0" eaLnBrk="1" latinLnBrk="0" hangingPunct="1">
              <a:defRPr kumimoji="1" sz="1400" kern="1200">
                <a:solidFill>
                  <a:schemeClr val="dk1"/>
                </a:solidFill>
                <a:latin typeface="+mn-lt"/>
                <a:ea typeface="+mn-ea"/>
                <a:cs typeface="+mn-cs"/>
              </a:defRPr>
            </a:lvl8pPr>
            <a:lvl9pPr marL="3657600" algn="l" defTabSz="914400" rtl="0" eaLnBrk="1" latinLnBrk="0" hangingPunct="1">
              <a:defRPr kumimoji="1" sz="1400" kern="1200">
                <a:solidFill>
                  <a:schemeClr val="dk1"/>
                </a:solidFill>
                <a:latin typeface="+mn-lt"/>
                <a:ea typeface="+mn-ea"/>
                <a:cs typeface="+mn-cs"/>
              </a:defRPr>
            </a:lvl9pPr>
          </a:lstStyle>
          <a:p>
            <a:pPr lvl="0">
              <a:buClr>
                <a:schemeClr val="dk1"/>
              </a:buClr>
              <a:buSzPts val="350"/>
            </a:pPr>
            <a:r>
              <a:rPr lang="en-US" sz="4800" dirty="0">
                <a:solidFill>
                  <a:schemeClr val="bg1"/>
                </a:solidFill>
                <a:latin typeface="Lao UI" panose="020B0502040204020203" pitchFamily="34" charset="0"/>
                <a:cs typeface="Lao UI" panose="020B0502040204020203" pitchFamily="34" charset="0"/>
                <a:sym typeface="Arial"/>
              </a:rPr>
              <a:t>2.Architecture of The Target Solution</a:t>
            </a:r>
          </a:p>
        </p:txBody>
      </p:sp>
      <p:sp>
        <p:nvSpPr>
          <p:cNvPr id="4" name="Espace réservé du numéro de diapositive 5">
            <a:extLst>
              <a:ext uri="{FF2B5EF4-FFF2-40B4-BE49-F238E27FC236}">
                <a16:creationId xmlns:a16="http://schemas.microsoft.com/office/drawing/2014/main" id="{341C4057-7344-CC18-CADB-37FF941E13B1}"/>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13</a:t>
            </a:fld>
            <a:endParaRPr lang="en-US" sz="1400" dirty="0">
              <a:solidFill>
                <a:schemeClr val="bg2">
                  <a:lumMod val="75000"/>
                </a:schemeClr>
              </a:solidFill>
            </a:endParaRPr>
          </a:p>
        </p:txBody>
      </p:sp>
    </p:spTree>
    <p:extLst>
      <p:ext uri="{BB962C8B-B14F-4D97-AF65-F5344CB8AC3E}">
        <p14:creationId xmlns:p14="http://schemas.microsoft.com/office/powerpoint/2010/main" val="2361506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4469" y="81737"/>
            <a:ext cx="12028017" cy="938317"/>
          </a:xfrm>
          <a:prstGeom prst="rect">
            <a:avLst/>
          </a:prstGeom>
        </p:spPr>
        <p:txBody>
          <a:bodyPr>
            <a:normAutofit/>
          </a:bodyPr>
          <a:lstStyle/>
          <a:p>
            <a:r>
              <a:rPr lang="en-US" sz="3600" b="1" dirty="0">
                <a:solidFill>
                  <a:srgbClr val="002060"/>
                </a:solidFill>
              </a:rPr>
              <a:t>Architecture of The Target Solution</a:t>
            </a:r>
          </a:p>
        </p:txBody>
      </p:sp>
      <p:pic>
        <p:nvPicPr>
          <p:cNvPr id="6" name="Image 5">
            <a:extLst>
              <a:ext uri="{FF2B5EF4-FFF2-40B4-BE49-F238E27FC236}">
                <a16:creationId xmlns:a16="http://schemas.microsoft.com/office/drawing/2014/main" id="{E36D4F9A-66DC-F390-5467-9FF0236B4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952" y="1536301"/>
            <a:ext cx="11933050" cy="4996026"/>
          </a:xfrm>
          <a:prstGeom prst="rect">
            <a:avLst/>
          </a:prstGeom>
        </p:spPr>
      </p:pic>
      <p:graphicFrame>
        <p:nvGraphicFramePr>
          <p:cNvPr id="7" name="Diagramme 6">
            <a:extLst>
              <a:ext uri="{FF2B5EF4-FFF2-40B4-BE49-F238E27FC236}">
                <a16:creationId xmlns:a16="http://schemas.microsoft.com/office/drawing/2014/main" id="{42517252-3483-EDB3-DD2F-69CD2F915702}"/>
              </a:ext>
            </a:extLst>
          </p:cNvPr>
          <p:cNvGraphicFramePr/>
          <p:nvPr>
            <p:extLst>
              <p:ext uri="{D42A27DB-BD31-4B8C-83A1-F6EECF244321}">
                <p14:modId xmlns:p14="http://schemas.microsoft.com/office/powerpoint/2010/main" val="2728050718"/>
              </p:ext>
            </p:extLst>
          </p:nvPr>
        </p:nvGraphicFramePr>
        <p:xfrm>
          <a:off x="6785297" y="54019"/>
          <a:ext cx="5179408" cy="14822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Espace réservé du numéro de diapositive 5">
            <a:extLst>
              <a:ext uri="{FF2B5EF4-FFF2-40B4-BE49-F238E27FC236}">
                <a16:creationId xmlns:a16="http://schemas.microsoft.com/office/drawing/2014/main" id="{034143B9-C361-BDCC-EA73-E20AE0198803}"/>
              </a:ext>
            </a:extLst>
          </p:cNvPr>
          <p:cNvSpPr txBox="1">
            <a:spLocks/>
          </p:cNvSpPr>
          <p:nvPr/>
        </p:nvSpPr>
        <p:spPr>
          <a:xfrm>
            <a:off x="11826499" y="6593700"/>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14</a:t>
            </a:fld>
            <a:endParaRPr lang="en-US" sz="1400" dirty="0">
              <a:solidFill>
                <a:schemeClr val="bg2">
                  <a:lumMod val="75000"/>
                </a:schemeClr>
              </a:solidFill>
            </a:endParaRPr>
          </a:p>
        </p:txBody>
      </p:sp>
    </p:spTree>
    <p:extLst>
      <p:ext uri="{BB962C8B-B14F-4D97-AF65-F5344CB8AC3E}">
        <p14:creationId xmlns:p14="http://schemas.microsoft.com/office/powerpoint/2010/main" val="4127291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B8608DC-8526-7E3C-B97B-41A64CFD8EE7}"/>
              </a:ext>
            </a:extLst>
          </p:cNvPr>
          <p:cNvSpPr>
            <a:spLocks noChangeArrowheads="1"/>
          </p:cNvSpPr>
          <p:nvPr/>
        </p:nvSpPr>
        <p:spPr bwMode="auto">
          <a:xfrm>
            <a:off x="0" y="2887656"/>
            <a:ext cx="11222567" cy="1950673"/>
          </a:xfrm>
          <a:prstGeom prst="rect">
            <a:avLst/>
          </a:prstGeom>
          <a:solidFill>
            <a:srgbClr val="002060"/>
          </a:solidFill>
          <a:ln>
            <a:solidFill>
              <a:schemeClr val="bg1">
                <a:lumMod val="85000"/>
              </a:schemeClr>
            </a:solid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en-US"/>
            </a:defPPr>
            <a:lvl1pPr algn="l" rtl="0" fontAlgn="base">
              <a:spcBef>
                <a:spcPct val="0"/>
              </a:spcBef>
              <a:spcAft>
                <a:spcPct val="0"/>
              </a:spcAft>
              <a:defRPr kumimoji="1" sz="1400" kern="1200">
                <a:solidFill>
                  <a:schemeClr val="dk1"/>
                </a:solidFill>
                <a:latin typeface="+mn-lt"/>
                <a:ea typeface="+mn-ea"/>
                <a:cs typeface="+mn-cs"/>
              </a:defRPr>
            </a:lvl1pPr>
            <a:lvl2pPr marL="457200" algn="l" rtl="0" fontAlgn="base">
              <a:spcBef>
                <a:spcPct val="0"/>
              </a:spcBef>
              <a:spcAft>
                <a:spcPct val="0"/>
              </a:spcAft>
              <a:defRPr kumimoji="1" sz="1400" kern="1200">
                <a:solidFill>
                  <a:schemeClr val="dk1"/>
                </a:solidFill>
                <a:latin typeface="+mn-lt"/>
                <a:ea typeface="+mn-ea"/>
                <a:cs typeface="+mn-cs"/>
              </a:defRPr>
            </a:lvl2pPr>
            <a:lvl3pPr marL="914400" algn="l" rtl="0" fontAlgn="base">
              <a:spcBef>
                <a:spcPct val="0"/>
              </a:spcBef>
              <a:spcAft>
                <a:spcPct val="0"/>
              </a:spcAft>
              <a:defRPr kumimoji="1" sz="1400" kern="1200">
                <a:solidFill>
                  <a:schemeClr val="dk1"/>
                </a:solidFill>
                <a:latin typeface="+mn-lt"/>
                <a:ea typeface="+mn-ea"/>
                <a:cs typeface="+mn-cs"/>
              </a:defRPr>
            </a:lvl3pPr>
            <a:lvl4pPr marL="1371600" algn="l" rtl="0" fontAlgn="base">
              <a:spcBef>
                <a:spcPct val="0"/>
              </a:spcBef>
              <a:spcAft>
                <a:spcPct val="0"/>
              </a:spcAft>
              <a:defRPr kumimoji="1" sz="1400" kern="1200">
                <a:solidFill>
                  <a:schemeClr val="dk1"/>
                </a:solidFill>
                <a:latin typeface="+mn-lt"/>
                <a:ea typeface="+mn-ea"/>
                <a:cs typeface="+mn-cs"/>
              </a:defRPr>
            </a:lvl4pPr>
            <a:lvl5pPr marL="1828800" algn="l" rtl="0" fontAlgn="base">
              <a:spcBef>
                <a:spcPct val="0"/>
              </a:spcBef>
              <a:spcAft>
                <a:spcPct val="0"/>
              </a:spcAft>
              <a:defRPr kumimoji="1" sz="1400" kern="1200">
                <a:solidFill>
                  <a:schemeClr val="dk1"/>
                </a:solidFill>
                <a:latin typeface="+mn-lt"/>
                <a:ea typeface="+mn-ea"/>
                <a:cs typeface="+mn-cs"/>
              </a:defRPr>
            </a:lvl5pPr>
            <a:lvl6pPr marL="2286000" algn="l" defTabSz="914400" rtl="0" eaLnBrk="1" latinLnBrk="0" hangingPunct="1">
              <a:defRPr kumimoji="1" sz="1400" kern="1200">
                <a:solidFill>
                  <a:schemeClr val="dk1"/>
                </a:solidFill>
                <a:latin typeface="+mn-lt"/>
                <a:ea typeface="+mn-ea"/>
                <a:cs typeface="+mn-cs"/>
              </a:defRPr>
            </a:lvl6pPr>
            <a:lvl7pPr marL="2743200" algn="l" defTabSz="914400" rtl="0" eaLnBrk="1" latinLnBrk="0" hangingPunct="1">
              <a:defRPr kumimoji="1" sz="1400" kern="1200">
                <a:solidFill>
                  <a:schemeClr val="dk1"/>
                </a:solidFill>
                <a:latin typeface="+mn-lt"/>
                <a:ea typeface="+mn-ea"/>
                <a:cs typeface="+mn-cs"/>
              </a:defRPr>
            </a:lvl7pPr>
            <a:lvl8pPr marL="3200400" algn="l" defTabSz="914400" rtl="0" eaLnBrk="1" latinLnBrk="0" hangingPunct="1">
              <a:defRPr kumimoji="1" sz="1400" kern="1200">
                <a:solidFill>
                  <a:schemeClr val="dk1"/>
                </a:solidFill>
                <a:latin typeface="+mn-lt"/>
                <a:ea typeface="+mn-ea"/>
                <a:cs typeface="+mn-cs"/>
              </a:defRPr>
            </a:lvl8pPr>
            <a:lvl9pPr marL="3657600" algn="l" defTabSz="914400" rtl="0" eaLnBrk="1" latinLnBrk="0" hangingPunct="1">
              <a:defRPr kumimoji="1" sz="1400" kern="1200">
                <a:solidFill>
                  <a:schemeClr val="dk1"/>
                </a:solidFill>
                <a:latin typeface="+mn-lt"/>
                <a:ea typeface="+mn-ea"/>
                <a:cs typeface="+mn-cs"/>
              </a:defRPr>
            </a:lvl9pPr>
          </a:lstStyle>
          <a:p>
            <a:pPr lvl="0">
              <a:buClr>
                <a:schemeClr val="dk1"/>
              </a:buClr>
              <a:buSzPts val="350"/>
            </a:pPr>
            <a:r>
              <a:rPr lang="en-US" sz="4800" dirty="0">
                <a:solidFill>
                  <a:schemeClr val="bg1"/>
                </a:solidFill>
                <a:latin typeface="Lao UI" panose="020B0502040204020203" pitchFamily="34" charset="0"/>
                <a:cs typeface="Lao UI" panose="020B0502040204020203" pitchFamily="34" charset="0"/>
                <a:sym typeface="Arial"/>
              </a:rPr>
              <a:t>3.Realization and Implementation</a:t>
            </a:r>
          </a:p>
        </p:txBody>
      </p:sp>
      <p:sp>
        <p:nvSpPr>
          <p:cNvPr id="4" name="Espace réservé du numéro de diapositive 5">
            <a:extLst>
              <a:ext uri="{FF2B5EF4-FFF2-40B4-BE49-F238E27FC236}">
                <a16:creationId xmlns:a16="http://schemas.microsoft.com/office/drawing/2014/main" id="{89A75F32-5D2F-33B0-B29C-F2121CAD3A05}"/>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15</a:t>
            </a:fld>
            <a:endParaRPr lang="en-US" sz="1400" dirty="0">
              <a:solidFill>
                <a:schemeClr val="bg2">
                  <a:lumMod val="75000"/>
                </a:schemeClr>
              </a:solidFill>
            </a:endParaRPr>
          </a:p>
        </p:txBody>
      </p:sp>
    </p:spTree>
    <p:extLst>
      <p:ext uri="{BB962C8B-B14F-4D97-AF65-F5344CB8AC3E}">
        <p14:creationId xmlns:p14="http://schemas.microsoft.com/office/powerpoint/2010/main" val="4215614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4589" y="234501"/>
            <a:ext cx="8316189" cy="1103243"/>
          </a:xfrm>
          <a:prstGeom prst="rect">
            <a:avLst/>
          </a:prstGeom>
        </p:spPr>
        <p:txBody>
          <a:bodyPr>
            <a:normAutofit/>
          </a:bodyPr>
          <a:lstStyle/>
          <a:p>
            <a:r>
              <a:rPr lang="en-US" sz="3600" b="1" dirty="0">
                <a:solidFill>
                  <a:srgbClr val="002060"/>
                </a:solidFill>
              </a:rPr>
              <a:t> Realization and Implementation</a:t>
            </a:r>
          </a:p>
        </p:txBody>
      </p:sp>
      <p:grpSp>
        <p:nvGrpSpPr>
          <p:cNvPr id="19" name="Groupe 18">
            <a:extLst>
              <a:ext uri="{FF2B5EF4-FFF2-40B4-BE49-F238E27FC236}">
                <a16:creationId xmlns:a16="http://schemas.microsoft.com/office/drawing/2014/main" id="{67EC764C-374F-6231-9494-AC65585AC370}"/>
              </a:ext>
            </a:extLst>
          </p:cNvPr>
          <p:cNvGrpSpPr/>
          <p:nvPr/>
        </p:nvGrpSpPr>
        <p:grpSpPr>
          <a:xfrm>
            <a:off x="42248" y="2120570"/>
            <a:ext cx="1870668" cy="1250726"/>
            <a:chOff x="938189" y="4624223"/>
            <a:chExt cx="1333014" cy="1250726"/>
          </a:xfrm>
          <a:solidFill>
            <a:srgbClr val="002060"/>
          </a:solidFill>
        </p:grpSpPr>
        <p:sp>
          <p:nvSpPr>
            <p:cNvPr id="20" name="Rounded Rectangle 4">
              <a:extLst>
                <a:ext uri="{FF2B5EF4-FFF2-40B4-BE49-F238E27FC236}">
                  <a16:creationId xmlns:a16="http://schemas.microsoft.com/office/drawing/2014/main" id="{9898BF8E-3FB8-FE44-EB3C-3C488DE78AC0}"/>
                </a:ext>
              </a:extLst>
            </p:cNvPr>
            <p:cNvSpPr/>
            <p:nvPr/>
          </p:nvSpPr>
          <p:spPr>
            <a:xfrm>
              <a:off x="1080255" y="4793735"/>
              <a:ext cx="1190948" cy="1081214"/>
            </a:xfrm>
            <a:prstGeom prst="roundRect">
              <a:avLst/>
            </a:prstGeom>
            <a:grpFill/>
            <a:ln>
              <a:noFill/>
            </a:ln>
            <a:effectLst>
              <a:outerShdw blurRad="57150" dist="19050" dir="5400000" algn="ctr" rotWithShape="0">
                <a:srgbClr val="000000">
                  <a:alpha val="63000"/>
                </a:srgbClr>
              </a:outerShdw>
            </a:effectLst>
          </p:spPr>
          <p:txBody>
            <a:bodyPr rtlCol="0" anchor="ctr"/>
            <a:lstStyle/>
            <a:p>
              <a:pPr algn="ctr" eaLnBrk="0" hangingPunct="0"/>
              <a:r>
                <a:rPr lang="de-DE" sz="1400" b="1" dirty="0">
                  <a:solidFill>
                    <a:schemeClr val="bg1"/>
                  </a:solidFill>
                  <a:latin typeface="Calibri" panose="020F0502020204030204" pitchFamily="34" charset="0"/>
                  <a:cs typeface="Calibri" panose="020F0502020204030204" pitchFamily="34" charset="0"/>
                </a:rPr>
                <a:t>Installation and Configuration </a:t>
              </a:r>
              <a:r>
                <a:rPr lang="de-DE" sz="1400" b="1" dirty="0" err="1">
                  <a:solidFill>
                    <a:schemeClr val="bg1"/>
                  </a:solidFill>
                  <a:latin typeface="Calibri" panose="020F0502020204030204" pitchFamily="34" charset="0"/>
                  <a:cs typeface="Calibri" panose="020F0502020204030204" pitchFamily="34" charset="0"/>
                </a:rPr>
                <a:t>of</a:t>
              </a:r>
              <a:r>
                <a:rPr lang="de-DE" sz="1400" b="1" dirty="0">
                  <a:solidFill>
                    <a:schemeClr val="bg1"/>
                  </a:solidFill>
                  <a:latin typeface="Calibri" panose="020F0502020204030204" pitchFamily="34" charset="0"/>
                  <a:cs typeface="Calibri" panose="020F0502020204030204" pitchFamily="34" charset="0"/>
                </a:rPr>
                <a:t> </a:t>
              </a:r>
              <a:r>
                <a:rPr lang="de-DE" sz="1400" b="1" dirty="0" err="1">
                  <a:solidFill>
                    <a:schemeClr val="bg1"/>
                  </a:solidFill>
                  <a:latin typeface="Calibri" panose="020F0502020204030204" pitchFamily="34" charset="0"/>
                  <a:cs typeface="Calibri" panose="020F0502020204030204" pitchFamily="34" charset="0"/>
                </a:rPr>
                <a:t>Ansible</a:t>
              </a:r>
              <a:r>
                <a:rPr lang="de-DE" sz="1400" b="1" dirty="0">
                  <a:solidFill>
                    <a:schemeClr val="bg1"/>
                  </a:solidFill>
                  <a:latin typeface="Calibri" panose="020F0502020204030204" pitchFamily="34" charset="0"/>
                  <a:cs typeface="Calibri" panose="020F0502020204030204" pitchFamily="34" charset="0"/>
                </a:rPr>
                <a:t> </a:t>
              </a:r>
            </a:p>
          </p:txBody>
        </p:sp>
        <p:sp>
          <p:nvSpPr>
            <p:cNvPr id="21" name="Oval 5">
              <a:extLst>
                <a:ext uri="{FF2B5EF4-FFF2-40B4-BE49-F238E27FC236}">
                  <a16:creationId xmlns:a16="http://schemas.microsoft.com/office/drawing/2014/main" id="{0B76B3F9-0162-D438-4FCE-AD20216FC643}"/>
                </a:ext>
              </a:extLst>
            </p:cNvPr>
            <p:cNvSpPr/>
            <p:nvPr/>
          </p:nvSpPr>
          <p:spPr>
            <a:xfrm>
              <a:off x="938189" y="4624223"/>
              <a:ext cx="366893" cy="359101"/>
            </a:xfrm>
            <a:prstGeom prst="ellipse">
              <a:avLst/>
            </a:prstGeom>
            <a:grp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1</a:t>
              </a:r>
            </a:p>
          </p:txBody>
        </p:sp>
      </p:grpSp>
      <p:sp>
        <p:nvSpPr>
          <p:cNvPr id="22" name="Right Arrow 36">
            <a:extLst>
              <a:ext uri="{FF2B5EF4-FFF2-40B4-BE49-F238E27FC236}">
                <a16:creationId xmlns:a16="http://schemas.microsoft.com/office/drawing/2014/main" id="{494302BC-2193-9D96-F91E-EB2A92132431}"/>
              </a:ext>
            </a:extLst>
          </p:cNvPr>
          <p:cNvSpPr/>
          <p:nvPr/>
        </p:nvSpPr>
        <p:spPr>
          <a:xfrm>
            <a:off x="2002572" y="2697518"/>
            <a:ext cx="763656" cy="292307"/>
          </a:xfrm>
          <a:prstGeom prst="rightArrow">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grpSp>
        <p:nvGrpSpPr>
          <p:cNvPr id="23" name="Groupe 22">
            <a:extLst>
              <a:ext uri="{FF2B5EF4-FFF2-40B4-BE49-F238E27FC236}">
                <a16:creationId xmlns:a16="http://schemas.microsoft.com/office/drawing/2014/main" id="{1AE4767A-1583-91BF-0917-40C7C432CB66}"/>
              </a:ext>
            </a:extLst>
          </p:cNvPr>
          <p:cNvGrpSpPr/>
          <p:nvPr/>
        </p:nvGrpSpPr>
        <p:grpSpPr>
          <a:xfrm>
            <a:off x="2510620" y="2107021"/>
            <a:ext cx="1763026" cy="1250726"/>
            <a:chOff x="938189" y="4624223"/>
            <a:chExt cx="1333014" cy="1250726"/>
          </a:xfrm>
          <a:solidFill>
            <a:srgbClr val="002060"/>
          </a:solidFill>
        </p:grpSpPr>
        <p:sp>
          <p:nvSpPr>
            <p:cNvPr id="24" name="Rounded Rectangle 4">
              <a:extLst>
                <a:ext uri="{FF2B5EF4-FFF2-40B4-BE49-F238E27FC236}">
                  <a16:creationId xmlns:a16="http://schemas.microsoft.com/office/drawing/2014/main" id="{F65041FE-8048-91E0-3D0A-907FE46B31C0}"/>
                </a:ext>
              </a:extLst>
            </p:cNvPr>
            <p:cNvSpPr/>
            <p:nvPr/>
          </p:nvSpPr>
          <p:spPr>
            <a:xfrm>
              <a:off x="1080255" y="4793735"/>
              <a:ext cx="1190948" cy="1081214"/>
            </a:xfrm>
            <a:prstGeom prst="roundRect">
              <a:avLst/>
            </a:prstGeom>
            <a:grpFill/>
            <a:ln>
              <a:noFill/>
            </a:ln>
            <a:effectLst>
              <a:outerShdw blurRad="57150" dist="19050" dir="5400000" algn="ctr" rotWithShape="0">
                <a:srgbClr val="000000">
                  <a:alpha val="63000"/>
                </a:srgbClr>
              </a:outerShdw>
            </a:effectLst>
          </p:spPr>
          <p:txBody>
            <a:bodyPr rtlCol="0" anchor="ctr"/>
            <a:lstStyle/>
            <a:p>
              <a:pPr lvl="0" algn="ctr">
                <a:defRPr/>
              </a:pPr>
              <a:r>
                <a:rPr lang="en-US" sz="1400" b="1" kern="0" dirty="0">
                  <a:solidFill>
                    <a:prstClr val="white"/>
                  </a:solidFill>
                  <a:latin typeface="Calibri" panose="020F0502020204030204" pitchFamily="34" charset="0"/>
                  <a:cs typeface="Calibri" panose="020F0502020204030204" pitchFamily="34" charset="0"/>
                </a:rPr>
                <a:t>Configuration of agents</a:t>
              </a:r>
            </a:p>
          </p:txBody>
        </p:sp>
        <p:sp>
          <p:nvSpPr>
            <p:cNvPr id="25" name="Oval 5">
              <a:extLst>
                <a:ext uri="{FF2B5EF4-FFF2-40B4-BE49-F238E27FC236}">
                  <a16:creationId xmlns:a16="http://schemas.microsoft.com/office/drawing/2014/main" id="{06FD92A9-2A5C-7997-71F3-7A629818AD6E}"/>
                </a:ext>
              </a:extLst>
            </p:cNvPr>
            <p:cNvSpPr/>
            <p:nvPr/>
          </p:nvSpPr>
          <p:spPr>
            <a:xfrm>
              <a:off x="938189" y="4624223"/>
              <a:ext cx="366893" cy="359101"/>
            </a:xfrm>
            <a:prstGeom prst="ellipse">
              <a:avLst/>
            </a:prstGeom>
            <a:grp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2</a:t>
              </a:r>
            </a:p>
          </p:txBody>
        </p:sp>
      </p:grpSp>
      <p:grpSp>
        <p:nvGrpSpPr>
          <p:cNvPr id="26" name="Groupe 25">
            <a:extLst>
              <a:ext uri="{FF2B5EF4-FFF2-40B4-BE49-F238E27FC236}">
                <a16:creationId xmlns:a16="http://schemas.microsoft.com/office/drawing/2014/main" id="{3B70A314-B607-BC53-840B-AE730BA3B752}"/>
              </a:ext>
            </a:extLst>
          </p:cNvPr>
          <p:cNvGrpSpPr/>
          <p:nvPr/>
        </p:nvGrpSpPr>
        <p:grpSpPr>
          <a:xfrm>
            <a:off x="4838105" y="2072698"/>
            <a:ext cx="1747592" cy="1404723"/>
            <a:chOff x="938189" y="4624223"/>
            <a:chExt cx="1333014" cy="1250726"/>
          </a:xfrm>
          <a:solidFill>
            <a:srgbClr val="002060"/>
          </a:solidFill>
        </p:grpSpPr>
        <p:sp>
          <p:nvSpPr>
            <p:cNvPr id="27" name="Rounded Rectangle 4">
              <a:extLst>
                <a:ext uri="{FF2B5EF4-FFF2-40B4-BE49-F238E27FC236}">
                  <a16:creationId xmlns:a16="http://schemas.microsoft.com/office/drawing/2014/main" id="{BE86EC90-1E5A-D988-A722-006CB4AC444E}"/>
                </a:ext>
              </a:extLst>
            </p:cNvPr>
            <p:cNvSpPr/>
            <p:nvPr/>
          </p:nvSpPr>
          <p:spPr>
            <a:xfrm>
              <a:off x="1080255" y="4793735"/>
              <a:ext cx="1190948" cy="1081214"/>
            </a:xfrm>
            <a:prstGeom prst="roundRect">
              <a:avLst/>
            </a:prstGeom>
            <a:grpFill/>
            <a:ln>
              <a:noFill/>
            </a:ln>
            <a:effectLst>
              <a:outerShdw blurRad="57150" dist="19050" dir="5400000" algn="ctr" rotWithShape="0">
                <a:srgbClr val="000000">
                  <a:alpha val="63000"/>
                </a:srgbClr>
              </a:outerShdw>
            </a:effectLst>
          </p:spPr>
          <p:txBody>
            <a:bodyPr rtlCol="0" anchor="ctr"/>
            <a:lstStyle/>
            <a:p>
              <a:pPr lvl="0" algn="ctr">
                <a:defRPr/>
              </a:pPr>
              <a:r>
                <a:rPr lang="en-US" sz="1400" b="1" kern="0" dirty="0">
                  <a:solidFill>
                    <a:prstClr val="white"/>
                  </a:solidFill>
                  <a:latin typeface="Calibri" panose="020F0502020204030204" pitchFamily="34" charset="0"/>
                  <a:cs typeface="Calibri" panose="020F0502020204030204" pitchFamily="34" charset="0"/>
                </a:rPr>
                <a:t>Script EVTX to Splunk</a:t>
              </a:r>
            </a:p>
          </p:txBody>
        </p:sp>
        <p:sp>
          <p:nvSpPr>
            <p:cNvPr id="28" name="Oval 5">
              <a:extLst>
                <a:ext uri="{FF2B5EF4-FFF2-40B4-BE49-F238E27FC236}">
                  <a16:creationId xmlns:a16="http://schemas.microsoft.com/office/drawing/2014/main" id="{84AF2654-1769-B1D4-252F-BC61371398F2}"/>
                </a:ext>
              </a:extLst>
            </p:cNvPr>
            <p:cNvSpPr/>
            <p:nvPr/>
          </p:nvSpPr>
          <p:spPr>
            <a:xfrm>
              <a:off x="938189" y="4624223"/>
              <a:ext cx="366893" cy="359101"/>
            </a:xfrm>
            <a:prstGeom prst="ellipse">
              <a:avLst/>
            </a:prstGeom>
            <a:grp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3</a:t>
              </a:r>
            </a:p>
          </p:txBody>
        </p:sp>
      </p:grpSp>
      <p:grpSp>
        <p:nvGrpSpPr>
          <p:cNvPr id="29" name="Groupe 28">
            <a:extLst>
              <a:ext uri="{FF2B5EF4-FFF2-40B4-BE49-F238E27FC236}">
                <a16:creationId xmlns:a16="http://schemas.microsoft.com/office/drawing/2014/main" id="{133CE0AC-2F3E-08C5-9A54-BCFCC4BD36BE}"/>
              </a:ext>
            </a:extLst>
          </p:cNvPr>
          <p:cNvGrpSpPr/>
          <p:nvPr/>
        </p:nvGrpSpPr>
        <p:grpSpPr>
          <a:xfrm>
            <a:off x="6998492" y="2168223"/>
            <a:ext cx="1975625" cy="1250726"/>
            <a:chOff x="938189" y="4624223"/>
            <a:chExt cx="1333014" cy="1250726"/>
          </a:xfrm>
          <a:solidFill>
            <a:schemeClr val="tx2">
              <a:lumMod val="50000"/>
              <a:lumOff val="50000"/>
            </a:schemeClr>
          </a:solidFill>
        </p:grpSpPr>
        <p:sp>
          <p:nvSpPr>
            <p:cNvPr id="30" name="Rounded Rectangle 4">
              <a:extLst>
                <a:ext uri="{FF2B5EF4-FFF2-40B4-BE49-F238E27FC236}">
                  <a16:creationId xmlns:a16="http://schemas.microsoft.com/office/drawing/2014/main" id="{519E1114-C878-4C60-BF0D-2CD75519BE62}"/>
                </a:ext>
              </a:extLst>
            </p:cNvPr>
            <p:cNvSpPr/>
            <p:nvPr/>
          </p:nvSpPr>
          <p:spPr>
            <a:xfrm>
              <a:off x="1080255" y="4793735"/>
              <a:ext cx="1190948" cy="1081214"/>
            </a:xfrm>
            <a:prstGeom prst="roundRect">
              <a:avLst/>
            </a:prstGeom>
            <a:solidFill>
              <a:srgbClr val="002060"/>
            </a:solidFill>
            <a:ln>
              <a:noFill/>
            </a:ln>
            <a:effectLst>
              <a:outerShdw blurRad="57150" dist="19050" dir="5400000" algn="ctr" rotWithShape="0">
                <a:srgbClr val="000000">
                  <a:alpha val="63000"/>
                </a:srgbClr>
              </a:outerShdw>
            </a:effectLst>
          </p:spPr>
          <p:txBody>
            <a:bodyPr rtlCol="0" anchor="ctr"/>
            <a:lstStyle/>
            <a:p>
              <a:pPr marL="180000" lvl="1" defTabSz="488950">
                <a:lnSpc>
                  <a:spcPct val="90000"/>
                </a:lnSpc>
                <a:spcAft>
                  <a:spcPct val="15000"/>
                </a:spcAft>
              </a:pPr>
              <a:r>
                <a:rPr lang="en-US" sz="1400" b="1" i="0" kern="1200" dirty="0">
                  <a:solidFill>
                    <a:schemeClr val="bg1"/>
                  </a:solidFill>
                </a:rPr>
                <a:t>Configuration of Caldera Scenario</a:t>
              </a:r>
            </a:p>
          </p:txBody>
        </p:sp>
        <p:sp>
          <p:nvSpPr>
            <p:cNvPr id="31" name="Oval 5">
              <a:extLst>
                <a:ext uri="{FF2B5EF4-FFF2-40B4-BE49-F238E27FC236}">
                  <a16:creationId xmlns:a16="http://schemas.microsoft.com/office/drawing/2014/main" id="{6F33548A-88BE-07A8-62DC-191D436D3819}"/>
                </a:ext>
              </a:extLst>
            </p:cNvPr>
            <p:cNvSpPr/>
            <p:nvPr/>
          </p:nvSpPr>
          <p:spPr>
            <a:xfrm>
              <a:off x="938189" y="4624223"/>
              <a:ext cx="366893" cy="359101"/>
            </a:xfrm>
            <a:prstGeom prst="ellipse">
              <a:avLst/>
            </a:prstGeom>
            <a:solidFill>
              <a:srgbClr val="002060"/>
            </a:solid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4</a:t>
              </a:r>
            </a:p>
          </p:txBody>
        </p:sp>
      </p:grpSp>
      <p:sp>
        <p:nvSpPr>
          <p:cNvPr id="32" name="Right Arrow 36">
            <a:extLst>
              <a:ext uri="{FF2B5EF4-FFF2-40B4-BE49-F238E27FC236}">
                <a16:creationId xmlns:a16="http://schemas.microsoft.com/office/drawing/2014/main" id="{DF7ACE20-A501-F153-5AF5-0209EF418B05}"/>
              </a:ext>
            </a:extLst>
          </p:cNvPr>
          <p:cNvSpPr/>
          <p:nvPr/>
        </p:nvSpPr>
        <p:spPr>
          <a:xfrm>
            <a:off x="4309103" y="2672558"/>
            <a:ext cx="699889" cy="379869"/>
          </a:xfrm>
          <a:prstGeom prst="rightArrow">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sp>
        <p:nvSpPr>
          <p:cNvPr id="33" name="Right Arrow 36">
            <a:extLst>
              <a:ext uri="{FF2B5EF4-FFF2-40B4-BE49-F238E27FC236}">
                <a16:creationId xmlns:a16="http://schemas.microsoft.com/office/drawing/2014/main" id="{BD194BFB-05D2-4C95-C232-14443F915577}"/>
              </a:ext>
            </a:extLst>
          </p:cNvPr>
          <p:cNvSpPr/>
          <p:nvPr/>
        </p:nvSpPr>
        <p:spPr>
          <a:xfrm>
            <a:off x="6574000" y="2647929"/>
            <a:ext cx="591533" cy="377475"/>
          </a:xfrm>
          <a:prstGeom prst="rightArrow">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sp>
        <p:nvSpPr>
          <p:cNvPr id="34" name="Forme libre : forme 33">
            <a:extLst>
              <a:ext uri="{FF2B5EF4-FFF2-40B4-BE49-F238E27FC236}">
                <a16:creationId xmlns:a16="http://schemas.microsoft.com/office/drawing/2014/main" id="{942FB9FD-3CCA-C19C-01A4-243447E20899}"/>
              </a:ext>
            </a:extLst>
          </p:cNvPr>
          <p:cNvSpPr/>
          <p:nvPr/>
        </p:nvSpPr>
        <p:spPr>
          <a:xfrm rot="16200000">
            <a:off x="-75711" y="4695987"/>
            <a:ext cx="1212666" cy="256525"/>
          </a:xfrm>
          <a:custGeom>
            <a:avLst/>
            <a:gdLst>
              <a:gd name="connsiteX0" fmla="*/ 0 w 1212666"/>
              <a:gd name="connsiteY0" fmla="*/ 0 h 256525"/>
              <a:gd name="connsiteX1" fmla="*/ 1212666 w 1212666"/>
              <a:gd name="connsiteY1" fmla="*/ 0 h 256525"/>
              <a:gd name="connsiteX2" fmla="*/ 1212666 w 1212666"/>
              <a:gd name="connsiteY2" fmla="*/ 256525 h 256525"/>
              <a:gd name="connsiteX3" fmla="*/ 0 w 1212666"/>
              <a:gd name="connsiteY3" fmla="*/ 256525 h 256525"/>
              <a:gd name="connsiteX4" fmla="*/ 0 w 1212666"/>
              <a:gd name="connsiteY4" fmla="*/ 0 h 25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666" h="256525">
                <a:moveTo>
                  <a:pt x="0" y="0"/>
                </a:moveTo>
                <a:lnTo>
                  <a:pt x="1212666" y="0"/>
                </a:lnTo>
                <a:lnTo>
                  <a:pt x="1212666" y="256525"/>
                </a:lnTo>
                <a:lnTo>
                  <a:pt x="0" y="25652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26241" bIns="0" numCol="1" spcCol="1270" anchor="t" anchorCtr="0">
            <a:noAutofit/>
          </a:bodyPr>
          <a:lstStyle/>
          <a:p>
            <a:pPr marL="0" lvl="0" indent="0" algn="r" defTabSz="533400">
              <a:lnSpc>
                <a:spcPct val="90000"/>
              </a:lnSpc>
              <a:spcBef>
                <a:spcPct val="0"/>
              </a:spcBef>
              <a:spcAft>
                <a:spcPct val="35000"/>
              </a:spcAft>
              <a:buNone/>
            </a:pPr>
            <a:endParaRPr lang="fr-FR" sz="1200" b="1" kern="1200" dirty="0">
              <a:solidFill>
                <a:srgbClr val="242852"/>
              </a:solidFill>
              <a:latin typeface="Calibri"/>
              <a:ea typeface="+mn-ea"/>
              <a:cs typeface="Calibri"/>
            </a:endParaRPr>
          </a:p>
        </p:txBody>
      </p:sp>
      <p:sp>
        <p:nvSpPr>
          <p:cNvPr id="35" name="Forme libre : forme 34">
            <a:extLst>
              <a:ext uri="{FF2B5EF4-FFF2-40B4-BE49-F238E27FC236}">
                <a16:creationId xmlns:a16="http://schemas.microsoft.com/office/drawing/2014/main" id="{ACAA63CB-B2C6-4106-8EEA-5DCB9D1C91A8}"/>
              </a:ext>
            </a:extLst>
          </p:cNvPr>
          <p:cNvSpPr/>
          <p:nvPr/>
        </p:nvSpPr>
        <p:spPr>
          <a:xfrm rot="16200000">
            <a:off x="2455975" y="4695987"/>
            <a:ext cx="1212666" cy="256525"/>
          </a:xfrm>
          <a:custGeom>
            <a:avLst/>
            <a:gdLst>
              <a:gd name="connsiteX0" fmla="*/ 0 w 1212666"/>
              <a:gd name="connsiteY0" fmla="*/ 0 h 256525"/>
              <a:gd name="connsiteX1" fmla="*/ 1212666 w 1212666"/>
              <a:gd name="connsiteY1" fmla="*/ 0 h 256525"/>
              <a:gd name="connsiteX2" fmla="*/ 1212666 w 1212666"/>
              <a:gd name="connsiteY2" fmla="*/ 256525 h 256525"/>
              <a:gd name="connsiteX3" fmla="*/ 0 w 1212666"/>
              <a:gd name="connsiteY3" fmla="*/ 256525 h 256525"/>
              <a:gd name="connsiteX4" fmla="*/ 0 w 1212666"/>
              <a:gd name="connsiteY4" fmla="*/ 0 h 25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666" h="256525">
                <a:moveTo>
                  <a:pt x="0" y="0"/>
                </a:moveTo>
                <a:lnTo>
                  <a:pt x="1212666" y="0"/>
                </a:lnTo>
                <a:lnTo>
                  <a:pt x="1212666" y="256525"/>
                </a:lnTo>
                <a:lnTo>
                  <a:pt x="0" y="25652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26241" bIns="0" numCol="1" spcCol="1270" anchor="t" anchorCtr="0">
            <a:noAutofit/>
          </a:bodyPr>
          <a:lstStyle/>
          <a:p>
            <a:pPr marL="0" lvl="0" indent="0" algn="r" defTabSz="533400">
              <a:lnSpc>
                <a:spcPct val="90000"/>
              </a:lnSpc>
              <a:spcBef>
                <a:spcPct val="0"/>
              </a:spcBef>
              <a:spcAft>
                <a:spcPct val="35000"/>
              </a:spcAft>
              <a:buClr>
                <a:schemeClr val="dk2"/>
              </a:buClr>
              <a:buSzPts val="1050"/>
              <a:buFont typeface="Arial" panose="020B0604020202020204" pitchFamily="34" charset="0"/>
              <a:buNone/>
            </a:pPr>
            <a:endParaRPr lang="fr-FR" sz="1200" b="1" kern="1200" dirty="0">
              <a:solidFill>
                <a:srgbClr val="242852"/>
              </a:solidFill>
              <a:latin typeface="Calibri"/>
              <a:ea typeface="+mn-ea"/>
              <a:cs typeface="Calibri"/>
            </a:endParaRPr>
          </a:p>
        </p:txBody>
      </p:sp>
      <p:sp>
        <p:nvSpPr>
          <p:cNvPr id="36" name="Forme libre : forme 35">
            <a:extLst>
              <a:ext uri="{FF2B5EF4-FFF2-40B4-BE49-F238E27FC236}">
                <a16:creationId xmlns:a16="http://schemas.microsoft.com/office/drawing/2014/main" id="{17E81EBB-77F3-443E-E136-71FD367C6359}"/>
              </a:ext>
            </a:extLst>
          </p:cNvPr>
          <p:cNvSpPr/>
          <p:nvPr/>
        </p:nvSpPr>
        <p:spPr>
          <a:xfrm rot="16200000">
            <a:off x="4978380" y="4695987"/>
            <a:ext cx="1212666" cy="256525"/>
          </a:xfrm>
          <a:custGeom>
            <a:avLst/>
            <a:gdLst>
              <a:gd name="connsiteX0" fmla="*/ 0 w 1212666"/>
              <a:gd name="connsiteY0" fmla="*/ 0 h 256525"/>
              <a:gd name="connsiteX1" fmla="*/ 1212666 w 1212666"/>
              <a:gd name="connsiteY1" fmla="*/ 0 h 256525"/>
              <a:gd name="connsiteX2" fmla="*/ 1212666 w 1212666"/>
              <a:gd name="connsiteY2" fmla="*/ 256525 h 256525"/>
              <a:gd name="connsiteX3" fmla="*/ 0 w 1212666"/>
              <a:gd name="connsiteY3" fmla="*/ 256525 h 256525"/>
              <a:gd name="connsiteX4" fmla="*/ 0 w 1212666"/>
              <a:gd name="connsiteY4" fmla="*/ 0 h 25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666" h="256525">
                <a:moveTo>
                  <a:pt x="0" y="0"/>
                </a:moveTo>
                <a:lnTo>
                  <a:pt x="1212666" y="0"/>
                </a:lnTo>
                <a:lnTo>
                  <a:pt x="1212666" y="256525"/>
                </a:lnTo>
                <a:lnTo>
                  <a:pt x="0" y="25652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26241" bIns="0" numCol="1" spcCol="1270" anchor="t" anchorCtr="0">
            <a:noAutofit/>
          </a:bodyPr>
          <a:lstStyle/>
          <a:p>
            <a:pPr marL="0" lvl="0" indent="0" algn="r" defTabSz="533400">
              <a:lnSpc>
                <a:spcPct val="90000"/>
              </a:lnSpc>
              <a:spcBef>
                <a:spcPct val="0"/>
              </a:spcBef>
              <a:spcAft>
                <a:spcPct val="35000"/>
              </a:spcAft>
              <a:buNone/>
            </a:pPr>
            <a:endParaRPr lang="fr-FR" sz="1200" b="1" kern="1200" dirty="0">
              <a:solidFill>
                <a:srgbClr val="242852"/>
              </a:solidFill>
              <a:latin typeface="Calibri"/>
              <a:ea typeface="+mn-ea"/>
              <a:cs typeface="Calibri"/>
            </a:endParaRPr>
          </a:p>
        </p:txBody>
      </p:sp>
      <p:sp>
        <p:nvSpPr>
          <p:cNvPr id="37" name="Forme libre : forme 36">
            <a:extLst>
              <a:ext uri="{FF2B5EF4-FFF2-40B4-BE49-F238E27FC236}">
                <a16:creationId xmlns:a16="http://schemas.microsoft.com/office/drawing/2014/main" id="{EFC792F2-B898-861C-C57F-C03E6E82EF66}"/>
              </a:ext>
            </a:extLst>
          </p:cNvPr>
          <p:cNvSpPr/>
          <p:nvPr/>
        </p:nvSpPr>
        <p:spPr>
          <a:xfrm rot="16200000">
            <a:off x="7460314" y="4695987"/>
            <a:ext cx="1212666" cy="256525"/>
          </a:xfrm>
          <a:custGeom>
            <a:avLst/>
            <a:gdLst>
              <a:gd name="connsiteX0" fmla="*/ 0 w 1212666"/>
              <a:gd name="connsiteY0" fmla="*/ 0 h 256525"/>
              <a:gd name="connsiteX1" fmla="*/ 1212666 w 1212666"/>
              <a:gd name="connsiteY1" fmla="*/ 0 h 256525"/>
              <a:gd name="connsiteX2" fmla="*/ 1212666 w 1212666"/>
              <a:gd name="connsiteY2" fmla="*/ 256525 h 256525"/>
              <a:gd name="connsiteX3" fmla="*/ 0 w 1212666"/>
              <a:gd name="connsiteY3" fmla="*/ 256525 h 256525"/>
              <a:gd name="connsiteX4" fmla="*/ 0 w 1212666"/>
              <a:gd name="connsiteY4" fmla="*/ 0 h 25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666" h="256525">
                <a:moveTo>
                  <a:pt x="0" y="0"/>
                </a:moveTo>
                <a:lnTo>
                  <a:pt x="1212666" y="0"/>
                </a:lnTo>
                <a:lnTo>
                  <a:pt x="1212666" y="256525"/>
                </a:lnTo>
                <a:lnTo>
                  <a:pt x="0" y="25652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 tIns="-1" rIns="226241" bIns="0" numCol="1" spcCol="1270" anchor="t" anchorCtr="0">
            <a:noAutofit/>
          </a:bodyPr>
          <a:lstStyle/>
          <a:p>
            <a:pPr marL="0" lvl="0" indent="0" algn="r" defTabSz="533400">
              <a:lnSpc>
                <a:spcPct val="90000"/>
              </a:lnSpc>
              <a:spcBef>
                <a:spcPct val="0"/>
              </a:spcBef>
              <a:spcAft>
                <a:spcPct val="35000"/>
              </a:spcAft>
              <a:buNone/>
            </a:pPr>
            <a:endParaRPr lang="fr-FR" sz="1200" b="1" kern="1200" dirty="0">
              <a:solidFill>
                <a:srgbClr val="242852"/>
              </a:solidFill>
              <a:latin typeface="Calibri"/>
              <a:ea typeface="+mn-ea"/>
              <a:cs typeface="Calibri"/>
            </a:endParaRPr>
          </a:p>
        </p:txBody>
      </p:sp>
      <p:sp>
        <p:nvSpPr>
          <p:cNvPr id="38" name="Forme libre : forme 37">
            <a:extLst>
              <a:ext uri="{FF2B5EF4-FFF2-40B4-BE49-F238E27FC236}">
                <a16:creationId xmlns:a16="http://schemas.microsoft.com/office/drawing/2014/main" id="{E8EFCB28-1020-9E41-1B67-22286EBC1F11}"/>
              </a:ext>
            </a:extLst>
          </p:cNvPr>
          <p:cNvSpPr/>
          <p:nvPr/>
        </p:nvSpPr>
        <p:spPr>
          <a:xfrm>
            <a:off x="181437" y="3677935"/>
            <a:ext cx="1773767" cy="1802603"/>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351450" lvl="1" indent="-171450" defTabSz="488950">
              <a:lnSpc>
                <a:spcPct val="90000"/>
              </a:lnSpc>
              <a:spcAft>
                <a:spcPct val="15000"/>
              </a:spcAft>
              <a:buFont typeface="Arial" panose="020B0604020202020204" pitchFamily="34" charset="0"/>
              <a:buChar char="•"/>
            </a:pPr>
            <a:r>
              <a:rPr lang="en-US" sz="1100" dirty="0"/>
              <a:t>Playbooks:</a:t>
            </a:r>
          </a:p>
          <a:p>
            <a:pPr marL="351450" lvl="1" indent="-171450" defTabSz="488950">
              <a:lnSpc>
                <a:spcPct val="90000"/>
              </a:lnSpc>
              <a:spcAft>
                <a:spcPct val="15000"/>
              </a:spcAft>
              <a:buFont typeface="Arial" panose="020B0604020202020204" pitchFamily="34" charset="0"/>
              <a:buChar char="•"/>
            </a:pPr>
            <a:r>
              <a:rPr lang="en-US" sz="1100" dirty="0"/>
              <a:t>Installation of Caldera Server </a:t>
            </a:r>
          </a:p>
          <a:p>
            <a:pPr marL="351450" lvl="1" indent="-171450" defTabSz="488950">
              <a:lnSpc>
                <a:spcPct val="90000"/>
              </a:lnSpc>
              <a:spcAft>
                <a:spcPct val="15000"/>
              </a:spcAft>
              <a:buFont typeface="Arial" panose="020B0604020202020204" pitchFamily="34" charset="0"/>
              <a:buChar char="•"/>
            </a:pPr>
            <a:r>
              <a:rPr lang="en-US" sz="1100" dirty="0"/>
              <a:t>Installation of Splunk Server</a:t>
            </a:r>
          </a:p>
          <a:p>
            <a:pPr marL="351450" lvl="1" indent="-171450" defTabSz="488950">
              <a:lnSpc>
                <a:spcPct val="90000"/>
              </a:lnSpc>
              <a:spcAft>
                <a:spcPct val="15000"/>
              </a:spcAft>
              <a:buFont typeface="Arial" panose="020B0604020202020204" pitchFamily="34" charset="0"/>
              <a:buChar char="•"/>
            </a:pPr>
            <a:r>
              <a:rPr lang="en-US" sz="1100" dirty="0"/>
              <a:t>Installation of Sysmon on the Client</a:t>
            </a:r>
          </a:p>
          <a:p>
            <a:pPr marL="351450" lvl="1" indent="-171450" defTabSz="488950">
              <a:lnSpc>
                <a:spcPct val="90000"/>
              </a:lnSpc>
              <a:spcAft>
                <a:spcPct val="15000"/>
              </a:spcAft>
              <a:buFont typeface="Arial" panose="020B0604020202020204" pitchFamily="34" charset="0"/>
              <a:buChar char="•"/>
            </a:pPr>
            <a:r>
              <a:rPr lang="en-US" sz="1100" dirty="0"/>
              <a:t>Installation of Universal forwarder</a:t>
            </a:r>
          </a:p>
          <a:p>
            <a:pPr marL="351450" lvl="1" indent="-171450" defTabSz="488950">
              <a:lnSpc>
                <a:spcPct val="90000"/>
              </a:lnSpc>
              <a:spcAft>
                <a:spcPct val="15000"/>
              </a:spcAft>
              <a:buFont typeface="Arial" panose="020B0604020202020204" pitchFamily="34" charset="0"/>
              <a:buChar char="•"/>
            </a:pPr>
            <a:endParaRPr lang="en-US" sz="1100" dirty="0"/>
          </a:p>
          <a:p>
            <a:pPr marL="351450" lvl="1" indent="-171450" defTabSz="488950">
              <a:lnSpc>
                <a:spcPct val="90000"/>
              </a:lnSpc>
              <a:spcAft>
                <a:spcPct val="15000"/>
              </a:spcAft>
              <a:buFont typeface="Arial" panose="020B0604020202020204" pitchFamily="34" charset="0"/>
              <a:buChar char="•"/>
            </a:pPr>
            <a:endParaRPr lang="en-US" sz="1100" dirty="0"/>
          </a:p>
          <a:p>
            <a:pPr marL="351450" lvl="1" indent="-171450" defTabSz="488950">
              <a:lnSpc>
                <a:spcPct val="90000"/>
              </a:lnSpc>
              <a:spcAft>
                <a:spcPct val="15000"/>
              </a:spcAft>
              <a:buFont typeface="Arial" panose="020B0604020202020204" pitchFamily="34" charset="0"/>
              <a:buChar char="•"/>
            </a:pPr>
            <a:endParaRPr lang="en-US" sz="1100" dirty="0"/>
          </a:p>
          <a:p>
            <a:pPr marL="351450" lvl="1" indent="-171450" defTabSz="488950">
              <a:lnSpc>
                <a:spcPct val="90000"/>
              </a:lnSpc>
              <a:spcAft>
                <a:spcPct val="15000"/>
              </a:spcAft>
              <a:buFont typeface="Arial" panose="020B0604020202020204" pitchFamily="34" charset="0"/>
              <a:buChar char="•"/>
            </a:pPr>
            <a:endParaRPr lang="en-US" sz="1100" dirty="0"/>
          </a:p>
          <a:p>
            <a:pPr marL="180000" lvl="1" defTabSz="488950">
              <a:lnSpc>
                <a:spcPct val="90000"/>
              </a:lnSpc>
              <a:spcAft>
                <a:spcPct val="15000"/>
              </a:spcAft>
            </a:pPr>
            <a:r>
              <a:rPr lang="en-US" sz="1100" dirty="0"/>
              <a:t> </a:t>
            </a:r>
            <a:endParaRPr lang="en-US" sz="1100" b="0" i="0" kern="1200" dirty="0"/>
          </a:p>
        </p:txBody>
      </p:sp>
      <p:sp>
        <p:nvSpPr>
          <p:cNvPr id="39" name="Forme libre : forme 38">
            <a:extLst>
              <a:ext uri="{FF2B5EF4-FFF2-40B4-BE49-F238E27FC236}">
                <a16:creationId xmlns:a16="http://schemas.microsoft.com/office/drawing/2014/main" id="{D0FA78C2-6315-3A20-CABE-BBA25590598E}"/>
              </a:ext>
            </a:extLst>
          </p:cNvPr>
          <p:cNvSpPr/>
          <p:nvPr/>
        </p:nvSpPr>
        <p:spPr>
          <a:xfrm>
            <a:off x="2462745" y="3692567"/>
            <a:ext cx="1895996" cy="1799889"/>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351450" lvl="1" indent="-171450" defTabSz="488950">
              <a:lnSpc>
                <a:spcPct val="90000"/>
              </a:lnSpc>
              <a:spcAft>
                <a:spcPct val="15000"/>
              </a:spcAft>
              <a:buFont typeface="Arial" panose="020B0604020202020204" pitchFamily="34" charset="0"/>
              <a:buChar char="•"/>
            </a:pPr>
            <a:r>
              <a:rPr lang="en-US" sz="1100" b="0" i="0" kern="1200" dirty="0"/>
              <a:t>Configuration of Splunk universal forwarder (</a:t>
            </a:r>
            <a:r>
              <a:rPr lang="en-US" sz="1100" dirty="0"/>
              <a:t>Inputs.conf, </a:t>
            </a:r>
            <a:r>
              <a:rPr lang="en-US" sz="1100" b="0" i="0" kern="1200" dirty="0"/>
              <a:t>Addon windows for splunk)</a:t>
            </a:r>
          </a:p>
          <a:p>
            <a:pPr marL="351450" lvl="1" indent="-171450" defTabSz="488950">
              <a:lnSpc>
                <a:spcPct val="90000"/>
              </a:lnSpc>
              <a:spcAft>
                <a:spcPct val="15000"/>
              </a:spcAft>
              <a:buFont typeface="Arial" panose="020B0604020202020204" pitchFamily="34" charset="0"/>
              <a:buChar char="•"/>
            </a:pPr>
            <a:r>
              <a:rPr lang="en-US" sz="1100" b="0" i="0" kern="1200" dirty="0"/>
              <a:t>Configuration of Caldera agents(powershell Script)</a:t>
            </a:r>
          </a:p>
          <a:p>
            <a:pPr marL="180000" lvl="1" defTabSz="488950">
              <a:lnSpc>
                <a:spcPct val="90000"/>
              </a:lnSpc>
              <a:spcAft>
                <a:spcPct val="15000"/>
              </a:spcAft>
            </a:pPr>
            <a:endParaRPr lang="en-US" sz="1100" b="0" i="0" kern="1200" dirty="0"/>
          </a:p>
          <a:p>
            <a:pPr marL="351450" lvl="1" indent="-171450" defTabSz="488950">
              <a:lnSpc>
                <a:spcPct val="90000"/>
              </a:lnSpc>
              <a:spcAft>
                <a:spcPct val="15000"/>
              </a:spcAft>
              <a:buFont typeface="Arial" panose="020B0604020202020204" pitchFamily="34" charset="0"/>
              <a:buChar char="•"/>
            </a:pPr>
            <a:endParaRPr lang="en-US" sz="1100" b="0" i="0" kern="1200" dirty="0"/>
          </a:p>
        </p:txBody>
      </p:sp>
      <p:sp>
        <p:nvSpPr>
          <p:cNvPr id="41" name="Forme libre : forme 40">
            <a:extLst>
              <a:ext uri="{FF2B5EF4-FFF2-40B4-BE49-F238E27FC236}">
                <a16:creationId xmlns:a16="http://schemas.microsoft.com/office/drawing/2014/main" id="{392930D8-D39D-4802-EA02-3DDA37E78336}"/>
              </a:ext>
            </a:extLst>
          </p:cNvPr>
          <p:cNvSpPr/>
          <p:nvPr/>
        </p:nvSpPr>
        <p:spPr>
          <a:xfrm>
            <a:off x="7073402" y="3692567"/>
            <a:ext cx="1900715" cy="1212666"/>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351450" lvl="1" indent="-171450" defTabSz="488950">
              <a:lnSpc>
                <a:spcPct val="90000"/>
              </a:lnSpc>
              <a:spcAft>
                <a:spcPct val="15000"/>
              </a:spcAft>
              <a:buFont typeface="Arial" panose="020B0604020202020204" pitchFamily="34" charset="0"/>
              <a:buChar char="•"/>
            </a:pPr>
            <a:r>
              <a:rPr lang="en-US" sz="1100" dirty="0"/>
              <a:t>Creation of multiple Adversaries</a:t>
            </a:r>
          </a:p>
          <a:p>
            <a:pPr marL="351450" lvl="1" indent="-171450" defTabSz="488950">
              <a:lnSpc>
                <a:spcPct val="90000"/>
              </a:lnSpc>
              <a:spcAft>
                <a:spcPct val="15000"/>
              </a:spcAft>
              <a:buFont typeface="Arial" panose="020B0604020202020204" pitchFamily="34" charset="0"/>
              <a:buChar char="•"/>
            </a:pPr>
            <a:r>
              <a:rPr lang="en-US" sz="1100" dirty="0"/>
              <a:t>Creation of multiple operations</a:t>
            </a:r>
          </a:p>
          <a:p>
            <a:pPr marL="351450" lvl="1" indent="-171450" defTabSz="488950">
              <a:lnSpc>
                <a:spcPct val="90000"/>
              </a:lnSpc>
              <a:spcAft>
                <a:spcPct val="15000"/>
              </a:spcAft>
              <a:buFont typeface="Arial" panose="020B0604020202020204" pitchFamily="34" charset="0"/>
              <a:buChar char="•"/>
            </a:pPr>
            <a:endParaRPr lang="en-US" sz="1100" dirty="0"/>
          </a:p>
        </p:txBody>
      </p:sp>
      <p:cxnSp>
        <p:nvCxnSpPr>
          <p:cNvPr id="45" name="Straight Connector 49">
            <a:extLst>
              <a:ext uri="{FF2B5EF4-FFF2-40B4-BE49-F238E27FC236}">
                <a16:creationId xmlns:a16="http://schemas.microsoft.com/office/drawing/2014/main" id="{EAD8231F-0651-CBDC-DBB8-2043B30ABC99}"/>
              </a:ext>
            </a:extLst>
          </p:cNvPr>
          <p:cNvCxnSpPr>
            <a:cxnSpLocks/>
          </p:cNvCxnSpPr>
          <p:nvPr/>
        </p:nvCxnSpPr>
        <p:spPr>
          <a:xfrm flipV="1">
            <a:off x="-58025" y="3506186"/>
            <a:ext cx="11789652" cy="67068"/>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16">
            <a:extLst>
              <a:ext uri="{FF2B5EF4-FFF2-40B4-BE49-F238E27FC236}">
                <a16:creationId xmlns:a16="http://schemas.microsoft.com/office/drawing/2014/main" id="{3CFA8209-9153-34FD-5F5F-2DBC54D99503}"/>
              </a:ext>
            </a:extLst>
          </p:cNvPr>
          <p:cNvCxnSpPr>
            <a:cxnSpLocks/>
          </p:cNvCxnSpPr>
          <p:nvPr/>
        </p:nvCxnSpPr>
        <p:spPr>
          <a:xfrm>
            <a:off x="2298854" y="1346479"/>
            <a:ext cx="43824" cy="5278189"/>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16">
            <a:extLst>
              <a:ext uri="{FF2B5EF4-FFF2-40B4-BE49-F238E27FC236}">
                <a16:creationId xmlns:a16="http://schemas.microsoft.com/office/drawing/2014/main" id="{0CD2BE64-0F56-2880-352E-1C5D7A8B090C}"/>
              </a:ext>
            </a:extLst>
          </p:cNvPr>
          <p:cNvCxnSpPr>
            <a:cxnSpLocks/>
          </p:cNvCxnSpPr>
          <p:nvPr/>
        </p:nvCxnSpPr>
        <p:spPr>
          <a:xfrm flipH="1">
            <a:off x="4684805" y="1346479"/>
            <a:ext cx="29652" cy="5220529"/>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Forme libre : forme 47">
            <a:extLst>
              <a:ext uri="{FF2B5EF4-FFF2-40B4-BE49-F238E27FC236}">
                <a16:creationId xmlns:a16="http://schemas.microsoft.com/office/drawing/2014/main" id="{C809C000-1DDB-23F1-799D-043E881BDCFE}"/>
              </a:ext>
            </a:extLst>
          </p:cNvPr>
          <p:cNvSpPr/>
          <p:nvPr/>
        </p:nvSpPr>
        <p:spPr>
          <a:xfrm>
            <a:off x="4888803" y="3692771"/>
            <a:ext cx="1895996" cy="1799889"/>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351450" lvl="1" indent="-171450" defTabSz="488950">
              <a:lnSpc>
                <a:spcPct val="90000"/>
              </a:lnSpc>
              <a:spcAft>
                <a:spcPct val="15000"/>
              </a:spcAft>
              <a:buFont typeface="Arial" panose="020B0604020202020204" pitchFamily="34" charset="0"/>
              <a:buChar char="•"/>
            </a:pPr>
            <a:r>
              <a:rPr lang="en-US" sz="1100" b="0" i="0" kern="1200" dirty="0"/>
              <a:t>Convert EVTX to json </a:t>
            </a:r>
          </a:p>
          <a:p>
            <a:pPr marL="351450" lvl="1" indent="-171450" defTabSz="488950">
              <a:lnSpc>
                <a:spcPct val="90000"/>
              </a:lnSpc>
              <a:spcAft>
                <a:spcPct val="15000"/>
              </a:spcAft>
              <a:buFont typeface="Arial" panose="020B0604020202020204" pitchFamily="34" charset="0"/>
              <a:buChar char="•"/>
            </a:pPr>
            <a:r>
              <a:rPr lang="en-US" sz="1100" dirty="0"/>
              <a:t>Inject files to Splunk index=wineventlog</a:t>
            </a:r>
          </a:p>
          <a:p>
            <a:pPr marL="351450" lvl="1" indent="-171450" defTabSz="488950">
              <a:lnSpc>
                <a:spcPct val="90000"/>
              </a:lnSpc>
              <a:spcAft>
                <a:spcPct val="15000"/>
              </a:spcAft>
              <a:buFont typeface="Arial" panose="020B0604020202020204" pitchFamily="34" charset="0"/>
              <a:buChar char="•"/>
            </a:pPr>
            <a:r>
              <a:rPr lang="en-US" sz="1100" b="0" i="0" kern="1200" dirty="0"/>
              <a:t>Parsing of fields </a:t>
            </a:r>
          </a:p>
          <a:p>
            <a:pPr marL="351450" lvl="1" indent="-171450" defTabSz="488950">
              <a:lnSpc>
                <a:spcPct val="90000"/>
              </a:lnSpc>
              <a:spcAft>
                <a:spcPct val="15000"/>
              </a:spcAft>
              <a:buFont typeface="Arial" panose="020B0604020202020204" pitchFamily="34" charset="0"/>
              <a:buChar char="•"/>
            </a:pPr>
            <a:endParaRPr lang="en-US" sz="1100" b="0" i="0" kern="1200" dirty="0"/>
          </a:p>
        </p:txBody>
      </p:sp>
      <p:cxnSp>
        <p:nvCxnSpPr>
          <p:cNvPr id="49" name="Straight Connector 16">
            <a:extLst>
              <a:ext uri="{FF2B5EF4-FFF2-40B4-BE49-F238E27FC236}">
                <a16:creationId xmlns:a16="http://schemas.microsoft.com/office/drawing/2014/main" id="{9A581466-8168-E7A0-9090-A7333F8494DB}"/>
              </a:ext>
            </a:extLst>
          </p:cNvPr>
          <p:cNvCxnSpPr>
            <a:cxnSpLocks/>
          </p:cNvCxnSpPr>
          <p:nvPr/>
        </p:nvCxnSpPr>
        <p:spPr>
          <a:xfrm>
            <a:off x="6826553" y="1577591"/>
            <a:ext cx="31491" cy="5143346"/>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16">
            <a:extLst>
              <a:ext uri="{FF2B5EF4-FFF2-40B4-BE49-F238E27FC236}">
                <a16:creationId xmlns:a16="http://schemas.microsoft.com/office/drawing/2014/main" id="{102F1A13-273D-95FA-3EC3-49E145E8018F}"/>
              </a:ext>
            </a:extLst>
          </p:cNvPr>
          <p:cNvCxnSpPr>
            <a:cxnSpLocks/>
          </p:cNvCxnSpPr>
          <p:nvPr/>
        </p:nvCxnSpPr>
        <p:spPr>
          <a:xfrm>
            <a:off x="9191907" y="1577591"/>
            <a:ext cx="40623" cy="5093656"/>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51" name="Groupe 50">
            <a:extLst>
              <a:ext uri="{FF2B5EF4-FFF2-40B4-BE49-F238E27FC236}">
                <a16:creationId xmlns:a16="http://schemas.microsoft.com/office/drawing/2014/main" id="{62A327D6-C3FB-ABFD-948E-5AAEF85F88ED}"/>
              </a:ext>
            </a:extLst>
          </p:cNvPr>
          <p:cNvGrpSpPr/>
          <p:nvPr/>
        </p:nvGrpSpPr>
        <p:grpSpPr>
          <a:xfrm>
            <a:off x="9285464" y="2120570"/>
            <a:ext cx="2025211" cy="1328793"/>
            <a:chOff x="2276783" y="4424170"/>
            <a:chExt cx="1366471" cy="1328793"/>
          </a:xfrm>
          <a:solidFill>
            <a:schemeClr val="tx2">
              <a:lumMod val="50000"/>
              <a:lumOff val="50000"/>
            </a:schemeClr>
          </a:solidFill>
        </p:grpSpPr>
        <p:sp>
          <p:nvSpPr>
            <p:cNvPr id="52" name="Rounded Rectangle 4">
              <a:extLst>
                <a:ext uri="{FF2B5EF4-FFF2-40B4-BE49-F238E27FC236}">
                  <a16:creationId xmlns:a16="http://schemas.microsoft.com/office/drawing/2014/main" id="{F12900F2-8D91-1630-F970-E13EF0F85322}"/>
                </a:ext>
              </a:extLst>
            </p:cNvPr>
            <p:cNvSpPr/>
            <p:nvPr/>
          </p:nvSpPr>
          <p:spPr>
            <a:xfrm>
              <a:off x="2452306" y="4671749"/>
              <a:ext cx="1190948" cy="1081214"/>
            </a:xfrm>
            <a:prstGeom prst="roundRect">
              <a:avLst/>
            </a:prstGeom>
            <a:solidFill>
              <a:srgbClr val="002060"/>
            </a:solidFill>
            <a:ln>
              <a:noFill/>
            </a:ln>
            <a:effectLst>
              <a:outerShdw blurRad="57150" dist="19050" dir="5400000" algn="ctr" rotWithShape="0">
                <a:srgbClr val="000000">
                  <a:alpha val="63000"/>
                </a:srgbClr>
              </a:outerShdw>
            </a:effectLst>
          </p:spPr>
          <p:txBody>
            <a:bodyPr rtlCol="0" anchor="ctr"/>
            <a:lstStyle/>
            <a:p>
              <a:pPr marL="180000" lvl="1" defTabSz="488950">
                <a:lnSpc>
                  <a:spcPct val="90000"/>
                </a:lnSpc>
                <a:spcAft>
                  <a:spcPct val="15000"/>
                </a:spcAft>
              </a:pPr>
              <a:r>
                <a:rPr lang="en-US" sz="1400" b="1" dirty="0">
                  <a:solidFill>
                    <a:schemeClr val="bg1"/>
                  </a:solidFill>
                </a:rPr>
                <a:t>Investigation using Splunk and creation of rules </a:t>
              </a:r>
              <a:endParaRPr lang="en-US" sz="1400" b="1" i="0" kern="1200" dirty="0">
                <a:solidFill>
                  <a:schemeClr val="bg1"/>
                </a:solidFill>
              </a:endParaRPr>
            </a:p>
          </p:txBody>
        </p:sp>
        <p:sp>
          <p:nvSpPr>
            <p:cNvPr id="53" name="Oval 5">
              <a:extLst>
                <a:ext uri="{FF2B5EF4-FFF2-40B4-BE49-F238E27FC236}">
                  <a16:creationId xmlns:a16="http://schemas.microsoft.com/office/drawing/2014/main" id="{C519382A-8C41-F80E-844B-F09568AC7B39}"/>
                </a:ext>
              </a:extLst>
            </p:cNvPr>
            <p:cNvSpPr/>
            <p:nvPr/>
          </p:nvSpPr>
          <p:spPr>
            <a:xfrm>
              <a:off x="2276783" y="4424170"/>
              <a:ext cx="366893" cy="359101"/>
            </a:xfrm>
            <a:prstGeom prst="ellipse">
              <a:avLst/>
            </a:prstGeom>
            <a:solidFill>
              <a:srgbClr val="002060"/>
            </a:solidFill>
            <a:ln w="6350" cap="flat" cmpd="sng" algn="ctr">
              <a:noFill/>
              <a:prstDash val="solid"/>
              <a:miter lim="800000"/>
            </a:ln>
            <a:effectLst/>
          </p:spPr>
          <p:txBody>
            <a:bodyPr rtlCol="0" anchor="ctr"/>
            <a:lstStyle/>
            <a:p>
              <a:pPr algn="ctr">
                <a:defRPr/>
              </a:pPr>
              <a:r>
                <a:rPr lang="en-US" sz="1400" b="1" kern="0" dirty="0">
                  <a:solidFill>
                    <a:prstClr val="white"/>
                  </a:solidFill>
                  <a:latin typeface="Calibri" panose="020F0502020204030204" pitchFamily="34" charset="0"/>
                  <a:cs typeface="Calibri" panose="020F0502020204030204" pitchFamily="34" charset="0"/>
                </a:rPr>
                <a:t>5</a:t>
              </a:r>
            </a:p>
          </p:txBody>
        </p:sp>
      </p:grpSp>
      <p:sp>
        <p:nvSpPr>
          <p:cNvPr id="54" name="Forme libre : forme 53">
            <a:extLst>
              <a:ext uri="{FF2B5EF4-FFF2-40B4-BE49-F238E27FC236}">
                <a16:creationId xmlns:a16="http://schemas.microsoft.com/office/drawing/2014/main" id="{B780AACC-C56D-9319-F523-74A98AF3338F}"/>
              </a:ext>
            </a:extLst>
          </p:cNvPr>
          <p:cNvSpPr/>
          <p:nvPr/>
        </p:nvSpPr>
        <p:spPr>
          <a:xfrm>
            <a:off x="9524591" y="3723664"/>
            <a:ext cx="1900715" cy="1212666"/>
          </a:xfrm>
          <a:custGeom>
            <a:avLst/>
            <a:gdLst>
              <a:gd name="connsiteX0" fmla="*/ 0 w 2086360"/>
              <a:gd name="connsiteY0" fmla="*/ 0 h 1212666"/>
              <a:gd name="connsiteX1" fmla="*/ 2086360 w 2086360"/>
              <a:gd name="connsiteY1" fmla="*/ 0 h 1212666"/>
              <a:gd name="connsiteX2" fmla="*/ 2086360 w 2086360"/>
              <a:gd name="connsiteY2" fmla="*/ 1212666 h 1212666"/>
              <a:gd name="connsiteX3" fmla="*/ 0 w 2086360"/>
              <a:gd name="connsiteY3" fmla="*/ 1212666 h 1212666"/>
              <a:gd name="connsiteX4" fmla="*/ 0 w 2086360"/>
              <a:gd name="connsiteY4" fmla="*/ 0 h 121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6360" h="1212666">
                <a:moveTo>
                  <a:pt x="0" y="0"/>
                </a:moveTo>
                <a:lnTo>
                  <a:pt x="2086360" y="0"/>
                </a:lnTo>
                <a:lnTo>
                  <a:pt x="2086360" y="1212666"/>
                </a:lnTo>
                <a:lnTo>
                  <a:pt x="0" y="1212666"/>
                </a:lnTo>
                <a:lnTo>
                  <a:pt x="0" y="0"/>
                </a:lnTo>
                <a:close/>
              </a:path>
            </a:pathLst>
          </a:custGeom>
          <a:solidFill>
            <a:schemeClr val="bg1"/>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8232" tIns="226241" rIns="78232" bIns="78232" numCol="1" spcCol="1270" anchor="t" anchorCtr="0">
            <a:noAutofit/>
          </a:bodyPr>
          <a:lstStyle/>
          <a:p>
            <a:pPr marL="351450" lvl="1" indent="-171450" defTabSz="488950">
              <a:lnSpc>
                <a:spcPct val="90000"/>
              </a:lnSpc>
              <a:spcAft>
                <a:spcPct val="15000"/>
              </a:spcAft>
              <a:buFont typeface="Arial" panose="020B0604020202020204" pitchFamily="34" charset="0"/>
              <a:buChar char="•"/>
            </a:pPr>
            <a:r>
              <a:rPr lang="en-US" sz="1100" dirty="0"/>
              <a:t>Investigation using SPL..</a:t>
            </a:r>
          </a:p>
          <a:p>
            <a:pPr marL="351450" lvl="1" indent="-171450" defTabSz="488950">
              <a:lnSpc>
                <a:spcPct val="90000"/>
              </a:lnSpc>
              <a:spcAft>
                <a:spcPct val="15000"/>
              </a:spcAft>
              <a:buFont typeface="Arial" panose="020B0604020202020204" pitchFamily="34" charset="0"/>
              <a:buChar char="•"/>
            </a:pPr>
            <a:r>
              <a:rPr lang="en-US" sz="1100" dirty="0"/>
              <a:t>Conception ,Creation and tunning  of rule</a:t>
            </a:r>
          </a:p>
        </p:txBody>
      </p:sp>
      <p:sp>
        <p:nvSpPr>
          <p:cNvPr id="55" name="Right Arrow 36">
            <a:extLst>
              <a:ext uri="{FF2B5EF4-FFF2-40B4-BE49-F238E27FC236}">
                <a16:creationId xmlns:a16="http://schemas.microsoft.com/office/drawing/2014/main" id="{6C89171E-CC79-7FB2-7F5E-F7389A4B0D75}"/>
              </a:ext>
            </a:extLst>
          </p:cNvPr>
          <p:cNvSpPr/>
          <p:nvPr/>
        </p:nvSpPr>
        <p:spPr>
          <a:xfrm>
            <a:off x="9017628" y="2644250"/>
            <a:ext cx="591533" cy="377475"/>
          </a:xfrm>
          <a:prstGeom prst="rightArrow">
            <a:avLst/>
          </a:prstGeom>
          <a:solidFill>
            <a:schemeClr val="bg1">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Calibri" panose="020F0502020204030204" pitchFamily="34" charset="0"/>
              <a:cs typeface="Calibri" panose="020F0502020204030204" pitchFamily="34" charset="0"/>
            </a:endParaRPr>
          </a:p>
        </p:txBody>
      </p:sp>
      <p:graphicFrame>
        <p:nvGraphicFramePr>
          <p:cNvPr id="42" name="Diagramme 41">
            <a:extLst>
              <a:ext uri="{FF2B5EF4-FFF2-40B4-BE49-F238E27FC236}">
                <a16:creationId xmlns:a16="http://schemas.microsoft.com/office/drawing/2014/main" id="{E5BC4D89-6F0C-58A0-6116-1BCC498C4AF0}"/>
              </a:ext>
            </a:extLst>
          </p:cNvPr>
          <p:cNvGraphicFramePr/>
          <p:nvPr>
            <p:extLst>
              <p:ext uri="{D42A27DB-BD31-4B8C-83A1-F6EECF244321}">
                <p14:modId xmlns:p14="http://schemas.microsoft.com/office/powerpoint/2010/main" val="1936879933"/>
              </p:ext>
            </p:extLst>
          </p:nvPr>
        </p:nvGraphicFramePr>
        <p:xfrm>
          <a:off x="6785297" y="54019"/>
          <a:ext cx="5179408" cy="148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3" name="Espace réservé du numéro de diapositive 5">
            <a:extLst>
              <a:ext uri="{FF2B5EF4-FFF2-40B4-BE49-F238E27FC236}">
                <a16:creationId xmlns:a16="http://schemas.microsoft.com/office/drawing/2014/main" id="{DBA25CF5-4012-18DB-B18C-9BC216FA7810}"/>
              </a:ext>
            </a:extLst>
          </p:cNvPr>
          <p:cNvSpPr txBox="1">
            <a:spLocks/>
          </p:cNvSpPr>
          <p:nvPr/>
        </p:nvSpPr>
        <p:spPr>
          <a:xfrm>
            <a:off x="11694994" y="644009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16</a:t>
            </a:fld>
            <a:endParaRPr lang="en-US" sz="1400" dirty="0">
              <a:solidFill>
                <a:schemeClr val="bg2">
                  <a:lumMod val="75000"/>
                </a:schemeClr>
              </a:solidFill>
            </a:endParaRPr>
          </a:p>
        </p:txBody>
      </p:sp>
    </p:spTree>
    <p:extLst>
      <p:ext uri="{BB962C8B-B14F-4D97-AF65-F5344CB8AC3E}">
        <p14:creationId xmlns:p14="http://schemas.microsoft.com/office/powerpoint/2010/main" val="3045433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79740"/>
            <a:ext cx="8316189" cy="1103243"/>
          </a:xfrm>
          <a:prstGeom prst="rect">
            <a:avLst/>
          </a:prstGeom>
        </p:spPr>
        <p:txBody>
          <a:bodyPr>
            <a:normAutofit/>
          </a:bodyPr>
          <a:lstStyle/>
          <a:p>
            <a:r>
              <a:rPr lang="en-US" sz="3600" b="1" dirty="0">
                <a:solidFill>
                  <a:srgbClr val="002060"/>
                </a:solidFill>
              </a:rPr>
              <a:t> Realization and Implementation</a:t>
            </a:r>
          </a:p>
        </p:txBody>
      </p:sp>
      <p:sp>
        <p:nvSpPr>
          <p:cNvPr id="40" name="Rectangle 39">
            <a:extLst>
              <a:ext uri="{FF2B5EF4-FFF2-40B4-BE49-F238E27FC236}">
                <a16:creationId xmlns:a16="http://schemas.microsoft.com/office/drawing/2014/main" id="{843ABE3E-B76E-BD8C-8DA6-958D69062086}"/>
              </a:ext>
            </a:extLst>
          </p:cNvPr>
          <p:cNvSpPr/>
          <p:nvPr/>
        </p:nvSpPr>
        <p:spPr>
          <a:xfrm>
            <a:off x="110958" y="1870562"/>
            <a:ext cx="5839327" cy="3981328"/>
          </a:xfrm>
          <a:prstGeom prst="rect">
            <a:avLst/>
          </a:prstGeom>
          <a:solidFill>
            <a:schemeClr val="bg1"/>
          </a:solidFill>
          <a:ln>
            <a:solidFill>
              <a:srgbClr val="38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Calibri" panose="020F0502020204030204" pitchFamily="34" charset="0"/>
              <a:cs typeface="Calibri" panose="020F0502020204030204" pitchFamily="34" charset="0"/>
            </a:endParaRPr>
          </a:p>
        </p:txBody>
      </p:sp>
      <p:pic>
        <p:nvPicPr>
          <p:cNvPr id="42" name="Image 41">
            <a:extLst>
              <a:ext uri="{FF2B5EF4-FFF2-40B4-BE49-F238E27FC236}">
                <a16:creationId xmlns:a16="http://schemas.microsoft.com/office/drawing/2014/main" id="{29360515-A7E9-8AE1-E74C-3F6440132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365" y="1896664"/>
            <a:ext cx="5813920" cy="3929124"/>
          </a:xfrm>
          <a:prstGeom prst="rect">
            <a:avLst/>
          </a:prstGeom>
          <a:ln>
            <a:solidFill>
              <a:schemeClr val="bg2">
                <a:lumMod val="50000"/>
              </a:schemeClr>
            </a:solidFill>
          </a:ln>
        </p:spPr>
      </p:pic>
      <p:sp>
        <p:nvSpPr>
          <p:cNvPr id="43" name="Rectangle 42">
            <a:extLst>
              <a:ext uri="{FF2B5EF4-FFF2-40B4-BE49-F238E27FC236}">
                <a16:creationId xmlns:a16="http://schemas.microsoft.com/office/drawing/2014/main" id="{F54353FF-5AF4-A5AF-5DD5-04058A531E21}"/>
              </a:ext>
            </a:extLst>
          </p:cNvPr>
          <p:cNvSpPr/>
          <p:nvPr/>
        </p:nvSpPr>
        <p:spPr>
          <a:xfrm>
            <a:off x="6133648" y="1924672"/>
            <a:ext cx="5821028" cy="4644812"/>
          </a:xfrm>
          <a:prstGeom prst="rect">
            <a:avLst/>
          </a:prstGeom>
          <a:solidFill>
            <a:schemeClr val="bg1"/>
          </a:solidFill>
          <a:ln>
            <a:solidFill>
              <a:srgbClr val="38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Calibri" panose="020F0502020204030204" pitchFamily="34" charset="0"/>
              <a:cs typeface="Calibri" panose="020F0502020204030204" pitchFamily="34" charset="0"/>
            </a:endParaRPr>
          </a:p>
        </p:txBody>
      </p:sp>
      <p:sp>
        <p:nvSpPr>
          <p:cNvPr id="44" name="Rectangle 66">
            <a:extLst>
              <a:ext uri="{FF2B5EF4-FFF2-40B4-BE49-F238E27FC236}">
                <a16:creationId xmlns:a16="http://schemas.microsoft.com/office/drawing/2014/main" id="{B0EBE020-E1F4-B266-DC38-67F66E6C6B06}"/>
              </a:ext>
            </a:extLst>
          </p:cNvPr>
          <p:cNvSpPr>
            <a:spLocks noChangeArrowheads="1"/>
          </p:cNvSpPr>
          <p:nvPr/>
        </p:nvSpPr>
        <p:spPr bwMode="gray">
          <a:xfrm>
            <a:off x="123662" y="1520903"/>
            <a:ext cx="5839327" cy="331853"/>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Example of Sysmon playbook</a:t>
            </a:r>
          </a:p>
          <a:p>
            <a:endParaRPr lang="en-US" sz="1200" b="1" dirty="0">
              <a:solidFill>
                <a:schemeClr val="bg1"/>
              </a:solidFill>
              <a:latin typeface="Calibri" panose="020F0502020204030204" pitchFamily="34" charset="0"/>
              <a:cs typeface="Calibri" panose="020F0502020204030204" pitchFamily="34" charset="0"/>
            </a:endParaRPr>
          </a:p>
        </p:txBody>
      </p:sp>
      <p:sp>
        <p:nvSpPr>
          <p:cNvPr id="56" name="Rectangle 66">
            <a:extLst>
              <a:ext uri="{FF2B5EF4-FFF2-40B4-BE49-F238E27FC236}">
                <a16:creationId xmlns:a16="http://schemas.microsoft.com/office/drawing/2014/main" id="{5B4C79BD-2768-E171-03B8-4A77AB52D888}"/>
              </a:ext>
            </a:extLst>
          </p:cNvPr>
          <p:cNvSpPr>
            <a:spLocks noChangeArrowheads="1"/>
          </p:cNvSpPr>
          <p:nvPr/>
        </p:nvSpPr>
        <p:spPr bwMode="gray">
          <a:xfrm>
            <a:off x="6096000" y="1520903"/>
            <a:ext cx="5839327" cy="331853"/>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Example of Configuration of agents</a:t>
            </a:r>
          </a:p>
          <a:p>
            <a:endParaRPr lang="en-US" sz="1200" b="1" dirty="0">
              <a:solidFill>
                <a:schemeClr val="bg1"/>
              </a:solidFill>
              <a:latin typeface="Calibri" panose="020F0502020204030204" pitchFamily="34" charset="0"/>
              <a:cs typeface="Calibri" panose="020F0502020204030204" pitchFamily="34" charset="0"/>
            </a:endParaRPr>
          </a:p>
        </p:txBody>
      </p:sp>
      <p:pic>
        <p:nvPicPr>
          <p:cNvPr id="57" name="Picture 2">
            <a:extLst>
              <a:ext uri="{FF2B5EF4-FFF2-40B4-BE49-F238E27FC236}">
                <a16:creationId xmlns:a16="http://schemas.microsoft.com/office/drawing/2014/main" id="{AA42F6FA-4A98-D8E0-AC0C-028FE0744E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0862" y="1932622"/>
            <a:ext cx="5763813" cy="189300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0D44F648-6C74-C8B2-CE9E-78B842651D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0756" y="3833574"/>
            <a:ext cx="5813920" cy="27359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Diagramme 12">
            <a:extLst>
              <a:ext uri="{FF2B5EF4-FFF2-40B4-BE49-F238E27FC236}">
                <a16:creationId xmlns:a16="http://schemas.microsoft.com/office/drawing/2014/main" id="{6D816B2F-5591-BDF7-6A70-CEBA9D556128}"/>
              </a:ext>
            </a:extLst>
          </p:cNvPr>
          <p:cNvGraphicFramePr/>
          <p:nvPr>
            <p:extLst>
              <p:ext uri="{D42A27DB-BD31-4B8C-83A1-F6EECF244321}">
                <p14:modId xmlns:p14="http://schemas.microsoft.com/office/powerpoint/2010/main" val="749326948"/>
              </p:ext>
            </p:extLst>
          </p:nvPr>
        </p:nvGraphicFramePr>
        <p:xfrm>
          <a:off x="6755919" y="-5287"/>
          <a:ext cx="5179408" cy="148228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4" name="Espace réservé du numéro de diapositive 5">
            <a:extLst>
              <a:ext uri="{FF2B5EF4-FFF2-40B4-BE49-F238E27FC236}">
                <a16:creationId xmlns:a16="http://schemas.microsoft.com/office/drawing/2014/main" id="{A5185C93-D782-950C-F569-8EC57F4AF83D}"/>
              </a:ext>
            </a:extLst>
          </p:cNvPr>
          <p:cNvSpPr txBox="1">
            <a:spLocks/>
          </p:cNvSpPr>
          <p:nvPr/>
        </p:nvSpPr>
        <p:spPr>
          <a:xfrm>
            <a:off x="11713281" y="6569484"/>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17</a:t>
            </a:fld>
            <a:endParaRPr lang="en-US" sz="1400" dirty="0">
              <a:solidFill>
                <a:schemeClr val="bg2">
                  <a:lumMod val="75000"/>
                </a:schemeClr>
              </a:solidFill>
            </a:endParaRPr>
          </a:p>
        </p:txBody>
      </p:sp>
    </p:spTree>
    <p:extLst>
      <p:ext uri="{BB962C8B-B14F-4D97-AF65-F5344CB8AC3E}">
        <p14:creationId xmlns:p14="http://schemas.microsoft.com/office/powerpoint/2010/main" val="980621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89519"/>
            <a:ext cx="8316189" cy="1103243"/>
          </a:xfrm>
          <a:prstGeom prst="rect">
            <a:avLst/>
          </a:prstGeom>
        </p:spPr>
        <p:txBody>
          <a:bodyPr>
            <a:normAutofit/>
          </a:bodyPr>
          <a:lstStyle/>
          <a:p>
            <a:r>
              <a:rPr lang="en-US" sz="3600" b="1" dirty="0">
                <a:solidFill>
                  <a:srgbClr val="002060"/>
                </a:solidFill>
              </a:rPr>
              <a:t> Realization and Implementation</a:t>
            </a:r>
          </a:p>
        </p:txBody>
      </p:sp>
      <p:sp>
        <p:nvSpPr>
          <p:cNvPr id="44" name="Rectangle 66">
            <a:extLst>
              <a:ext uri="{FF2B5EF4-FFF2-40B4-BE49-F238E27FC236}">
                <a16:creationId xmlns:a16="http://schemas.microsoft.com/office/drawing/2014/main" id="{B0EBE020-E1F4-B266-DC38-67F66E6C6B06}"/>
              </a:ext>
            </a:extLst>
          </p:cNvPr>
          <p:cNvSpPr>
            <a:spLocks noChangeArrowheads="1"/>
          </p:cNvSpPr>
          <p:nvPr/>
        </p:nvSpPr>
        <p:spPr bwMode="gray">
          <a:xfrm>
            <a:off x="440906" y="1773654"/>
            <a:ext cx="5655094" cy="331853"/>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Script EVTX to Splunk</a:t>
            </a:r>
          </a:p>
          <a:p>
            <a:endParaRPr lang="en-US" sz="1200" b="1" dirty="0">
              <a:solidFill>
                <a:schemeClr val="bg1"/>
              </a:solidFill>
              <a:latin typeface="Calibri" panose="020F0502020204030204" pitchFamily="34" charset="0"/>
              <a:cs typeface="Calibri" panose="020F0502020204030204" pitchFamily="34" charset="0"/>
            </a:endParaRPr>
          </a:p>
        </p:txBody>
      </p:sp>
      <p:sp>
        <p:nvSpPr>
          <p:cNvPr id="56" name="Rectangle 66">
            <a:extLst>
              <a:ext uri="{FF2B5EF4-FFF2-40B4-BE49-F238E27FC236}">
                <a16:creationId xmlns:a16="http://schemas.microsoft.com/office/drawing/2014/main" id="{5B4C79BD-2768-E171-03B8-4A77AB52D888}"/>
              </a:ext>
            </a:extLst>
          </p:cNvPr>
          <p:cNvSpPr>
            <a:spLocks noChangeArrowheads="1"/>
          </p:cNvSpPr>
          <p:nvPr/>
        </p:nvSpPr>
        <p:spPr bwMode="gray">
          <a:xfrm>
            <a:off x="6263195" y="1773654"/>
            <a:ext cx="5624006" cy="331853"/>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Result of Run of Script EVTX to SPLUNK</a:t>
            </a:r>
          </a:p>
          <a:p>
            <a:endParaRPr lang="en-US" sz="1200" b="1" dirty="0">
              <a:solidFill>
                <a:schemeClr val="bg1"/>
              </a:solidFill>
              <a:latin typeface="Calibri" panose="020F0502020204030204" pitchFamily="34" charset="0"/>
              <a:cs typeface="Calibri" panose="020F0502020204030204" pitchFamily="34" charset="0"/>
            </a:endParaRPr>
          </a:p>
        </p:txBody>
      </p:sp>
      <p:pic>
        <p:nvPicPr>
          <p:cNvPr id="4" name="Image 3">
            <a:extLst>
              <a:ext uri="{FF2B5EF4-FFF2-40B4-BE49-F238E27FC236}">
                <a16:creationId xmlns:a16="http://schemas.microsoft.com/office/drawing/2014/main" id="{0FDA6F1B-577C-BC55-55C0-D07250854CB9}"/>
              </a:ext>
            </a:extLst>
          </p:cNvPr>
          <p:cNvPicPr>
            <a:picLocks noChangeAspect="1"/>
          </p:cNvPicPr>
          <p:nvPr/>
        </p:nvPicPr>
        <p:blipFill>
          <a:blip r:embed="rId3"/>
          <a:stretch>
            <a:fillRect/>
          </a:stretch>
        </p:blipFill>
        <p:spPr>
          <a:xfrm>
            <a:off x="440906" y="2213201"/>
            <a:ext cx="5655094" cy="4297960"/>
          </a:xfrm>
          <a:prstGeom prst="rect">
            <a:avLst/>
          </a:prstGeom>
          <a:ln>
            <a:solidFill>
              <a:schemeClr val="bg1">
                <a:lumMod val="50000"/>
              </a:schemeClr>
            </a:solidFill>
          </a:ln>
        </p:spPr>
      </p:pic>
      <p:pic>
        <p:nvPicPr>
          <p:cNvPr id="17" name="Image 16">
            <a:extLst>
              <a:ext uri="{FF2B5EF4-FFF2-40B4-BE49-F238E27FC236}">
                <a16:creationId xmlns:a16="http://schemas.microsoft.com/office/drawing/2014/main" id="{1739650E-EEE7-839F-7EEE-6FC081C4FAAF}"/>
              </a:ext>
            </a:extLst>
          </p:cNvPr>
          <p:cNvPicPr>
            <a:picLocks noChangeAspect="1"/>
          </p:cNvPicPr>
          <p:nvPr/>
        </p:nvPicPr>
        <p:blipFill>
          <a:blip r:embed="rId4"/>
          <a:stretch>
            <a:fillRect/>
          </a:stretch>
        </p:blipFill>
        <p:spPr>
          <a:xfrm>
            <a:off x="6263194" y="2213201"/>
            <a:ext cx="5624006" cy="4297960"/>
          </a:xfrm>
          <a:prstGeom prst="rect">
            <a:avLst/>
          </a:prstGeom>
          <a:ln>
            <a:solidFill>
              <a:schemeClr val="bg1">
                <a:lumMod val="50000"/>
              </a:schemeClr>
            </a:solidFill>
          </a:ln>
        </p:spPr>
      </p:pic>
      <p:graphicFrame>
        <p:nvGraphicFramePr>
          <p:cNvPr id="18" name="Diagramme 17">
            <a:extLst>
              <a:ext uri="{FF2B5EF4-FFF2-40B4-BE49-F238E27FC236}">
                <a16:creationId xmlns:a16="http://schemas.microsoft.com/office/drawing/2014/main" id="{C1D74E53-1946-F2C7-F70C-1DFFADFB4329}"/>
              </a:ext>
            </a:extLst>
          </p:cNvPr>
          <p:cNvGraphicFramePr/>
          <p:nvPr>
            <p:extLst>
              <p:ext uri="{D42A27DB-BD31-4B8C-83A1-F6EECF244321}">
                <p14:modId xmlns:p14="http://schemas.microsoft.com/office/powerpoint/2010/main" val="2949448024"/>
              </p:ext>
            </p:extLst>
          </p:nvPr>
        </p:nvGraphicFramePr>
        <p:xfrm>
          <a:off x="6894223" y="0"/>
          <a:ext cx="5179408" cy="148228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9" name="Espace réservé du numéro de diapositive 5">
            <a:extLst>
              <a:ext uri="{FF2B5EF4-FFF2-40B4-BE49-F238E27FC236}">
                <a16:creationId xmlns:a16="http://schemas.microsoft.com/office/drawing/2014/main" id="{E63710F1-1A99-A3C7-98BB-5B65B4BDE5FB}"/>
              </a:ext>
            </a:extLst>
          </p:cNvPr>
          <p:cNvSpPr txBox="1">
            <a:spLocks/>
          </p:cNvSpPr>
          <p:nvPr/>
        </p:nvSpPr>
        <p:spPr>
          <a:xfrm>
            <a:off x="11751094" y="6511161"/>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18</a:t>
            </a:fld>
            <a:endParaRPr lang="en-US" sz="1400" dirty="0">
              <a:solidFill>
                <a:schemeClr val="bg2">
                  <a:lumMod val="75000"/>
                </a:schemeClr>
              </a:solidFill>
            </a:endParaRPr>
          </a:p>
        </p:txBody>
      </p:sp>
    </p:spTree>
    <p:extLst>
      <p:ext uri="{BB962C8B-B14F-4D97-AF65-F5344CB8AC3E}">
        <p14:creationId xmlns:p14="http://schemas.microsoft.com/office/powerpoint/2010/main" val="3578671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243538"/>
            <a:ext cx="8316189" cy="1103243"/>
          </a:xfrm>
          <a:prstGeom prst="rect">
            <a:avLst/>
          </a:prstGeom>
        </p:spPr>
        <p:txBody>
          <a:bodyPr>
            <a:normAutofit/>
          </a:bodyPr>
          <a:lstStyle/>
          <a:p>
            <a:r>
              <a:rPr lang="en-US" sz="3600" b="1" dirty="0">
                <a:solidFill>
                  <a:srgbClr val="002060"/>
                </a:solidFill>
              </a:rPr>
              <a:t> Realization and Implementation</a:t>
            </a:r>
          </a:p>
        </p:txBody>
      </p:sp>
      <p:sp>
        <p:nvSpPr>
          <p:cNvPr id="44" name="Rectangle 66">
            <a:extLst>
              <a:ext uri="{FF2B5EF4-FFF2-40B4-BE49-F238E27FC236}">
                <a16:creationId xmlns:a16="http://schemas.microsoft.com/office/drawing/2014/main" id="{B0EBE020-E1F4-B266-DC38-67F66E6C6B06}"/>
              </a:ext>
            </a:extLst>
          </p:cNvPr>
          <p:cNvSpPr>
            <a:spLocks noChangeArrowheads="1"/>
          </p:cNvSpPr>
          <p:nvPr/>
        </p:nvSpPr>
        <p:spPr bwMode="gray">
          <a:xfrm>
            <a:off x="212106" y="1663090"/>
            <a:ext cx="5763588" cy="331853"/>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Example of  configuration of an adversary (CALDERA)</a:t>
            </a:r>
          </a:p>
          <a:p>
            <a:endParaRPr lang="en-US" sz="1200" b="1" dirty="0">
              <a:solidFill>
                <a:schemeClr val="bg1"/>
              </a:solidFill>
              <a:latin typeface="Calibri" panose="020F0502020204030204" pitchFamily="34" charset="0"/>
              <a:cs typeface="Calibri" panose="020F0502020204030204" pitchFamily="34" charset="0"/>
            </a:endParaRPr>
          </a:p>
        </p:txBody>
      </p:sp>
      <p:sp>
        <p:nvSpPr>
          <p:cNvPr id="56" name="Rectangle 66">
            <a:extLst>
              <a:ext uri="{FF2B5EF4-FFF2-40B4-BE49-F238E27FC236}">
                <a16:creationId xmlns:a16="http://schemas.microsoft.com/office/drawing/2014/main" id="{5B4C79BD-2768-E171-03B8-4A77AB52D888}"/>
              </a:ext>
            </a:extLst>
          </p:cNvPr>
          <p:cNvSpPr>
            <a:spLocks noChangeArrowheads="1"/>
          </p:cNvSpPr>
          <p:nvPr/>
        </p:nvSpPr>
        <p:spPr bwMode="gray">
          <a:xfrm>
            <a:off x="6077921" y="1663091"/>
            <a:ext cx="5886784" cy="331853"/>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Example of configuration of an operation (CALDERA)</a:t>
            </a:r>
          </a:p>
          <a:p>
            <a:endParaRPr lang="en-US" sz="1200" b="1" dirty="0">
              <a:solidFill>
                <a:schemeClr val="bg1"/>
              </a:solidFill>
              <a:latin typeface="Calibri" panose="020F0502020204030204" pitchFamily="34" charset="0"/>
              <a:cs typeface="Calibri" panose="020F0502020204030204" pitchFamily="34" charset="0"/>
            </a:endParaRPr>
          </a:p>
        </p:txBody>
      </p:sp>
      <p:pic>
        <p:nvPicPr>
          <p:cNvPr id="4" name="Image 3">
            <a:extLst>
              <a:ext uri="{FF2B5EF4-FFF2-40B4-BE49-F238E27FC236}">
                <a16:creationId xmlns:a16="http://schemas.microsoft.com/office/drawing/2014/main" id="{5C058636-BCDD-E758-3849-064829AEF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105" y="2084041"/>
            <a:ext cx="5763588" cy="4383680"/>
          </a:xfrm>
          <a:prstGeom prst="rect">
            <a:avLst/>
          </a:prstGeom>
          <a:ln>
            <a:solidFill>
              <a:schemeClr val="bg1">
                <a:lumMod val="50000"/>
              </a:schemeClr>
            </a:solidFill>
          </a:ln>
        </p:spPr>
      </p:pic>
      <p:pic>
        <p:nvPicPr>
          <p:cNvPr id="7" name="Image 6">
            <a:extLst>
              <a:ext uri="{FF2B5EF4-FFF2-40B4-BE49-F238E27FC236}">
                <a16:creationId xmlns:a16="http://schemas.microsoft.com/office/drawing/2014/main" id="{7F096AD2-1CF4-DA4C-910B-75EF0B488A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7921" y="2087787"/>
            <a:ext cx="5886784" cy="4379934"/>
          </a:xfrm>
          <a:prstGeom prst="rect">
            <a:avLst/>
          </a:prstGeom>
          <a:ln>
            <a:solidFill>
              <a:schemeClr val="bg1">
                <a:lumMod val="50000"/>
              </a:schemeClr>
            </a:solidFill>
          </a:ln>
        </p:spPr>
      </p:pic>
      <p:graphicFrame>
        <p:nvGraphicFramePr>
          <p:cNvPr id="18" name="Diagramme 17">
            <a:extLst>
              <a:ext uri="{FF2B5EF4-FFF2-40B4-BE49-F238E27FC236}">
                <a16:creationId xmlns:a16="http://schemas.microsoft.com/office/drawing/2014/main" id="{AB488A47-D36C-F6FC-1D60-DE73E21E3D0B}"/>
              </a:ext>
            </a:extLst>
          </p:cNvPr>
          <p:cNvGraphicFramePr/>
          <p:nvPr>
            <p:extLst>
              <p:ext uri="{D42A27DB-BD31-4B8C-83A1-F6EECF244321}">
                <p14:modId xmlns:p14="http://schemas.microsoft.com/office/powerpoint/2010/main" val="1991216321"/>
              </p:ext>
            </p:extLst>
          </p:nvPr>
        </p:nvGraphicFramePr>
        <p:xfrm>
          <a:off x="6785297" y="54019"/>
          <a:ext cx="5179408" cy="148228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9" name="Espace réservé du numéro de diapositive 5">
            <a:extLst>
              <a:ext uri="{FF2B5EF4-FFF2-40B4-BE49-F238E27FC236}">
                <a16:creationId xmlns:a16="http://schemas.microsoft.com/office/drawing/2014/main" id="{549990EB-BFBF-2723-F9E9-C7EF3563974E}"/>
              </a:ext>
            </a:extLst>
          </p:cNvPr>
          <p:cNvSpPr txBox="1">
            <a:spLocks/>
          </p:cNvSpPr>
          <p:nvPr/>
        </p:nvSpPr>
        <p:spPr>
          <a:xfrm>
            <a:off x="11751094" y="6511161"/>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19</a:t>
            </a:fld>
            <a:endParaRPr lang="en-US" sz="1400" dirty="0">
              <a:solidFill>
                <a:schemeClr val="bg2">
                  <a:lumMod val="75000"/>
                </a:schemeClr>
              </a:solidFill>
            </a:endParaRPr>
          </a:p>
        </p:txBody>
      </p:sp>
    </p:spTree>
    <p:extLst>
      <p:ext uri="{BB962C8B-B14F-4D97-AF65-F5344CB8AC3E}">
        <p14:creationId xmlns:p14="http://schemas.microsoft.com/office/powerpoint/2010/main" val="474331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225919"/>
            <a:ext cx="8316189" cy="1103243"/>
          </a:xfrm>
          <a:prstGeom prst="rect">
            <a:avLst/>
          </a:prstGeom>
        </p:spPr>
        <p:txBody>
          <a:bodyPr>
            <a:normAutofit/>
          </a:bodyPr>
          <a:lstStyle/>
          <a:p>
            <a:r>
              <a:rPr lang="en-US" sz="3600" b="1" dirty="0">
                <a:solidFill>
                  <a:srgbClr val="002060"/>
                </a:solidFill>
              </a:rPr>
              <a:t> Realization and Implementation</a:t>
            </a:r>
          </a:p>
        </p:txBody>
      </p:sp>
      <p:sp>
        <p:nvSpPr>
          <p:cNvPr id="40" name="Rectangle 39">
            <a:extLst>
              <a:ext uri="{FF2B5EF4-FFF2-40B4-BE49-F238E27FC236}">
                <a16:creationId xmlns:a16="http://schemas.microsoft.com/office/drawing/2014/main" id="{843ABE3E-B76E-BD8C-8DA6-958D69062086}"/>
              </a:ext>
            </a:extLst>
          </p:cNvPr>
          <p:cNvSpPr/>
          <p:nvPr/>
        </p:nvSpPr>
        <p:spPr>
          <a:xfrm>
            <a:off x="51957" y="2134182"/>
            <a:ext cx="11798784" cy="4202225"/>
          </a:xfrm>
          <a:prstGeom prst="rect">
            <a:avLst/>
          </a:prstGeom>
          <a:solidFill>
            <a:schemeClr val="bg1"/>
          </a:solidFill>
          <a:ln>
            <a:solidFill>
              <a:srgbClr val="38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atin typeface="Calibri" panose="020F0502020204030204" pitchFamily="34" charset="0"/>
              <a:cs typeface="Calibri" panose="020F0502020204030204" pitchFamily="34" charset="0"/>
            </a:endParaRPr>
          </a:p>
        </p:txBody>
      </p:sp>
      <p:sp>
        <p:nvSpPr>
          <p:cNvPr id="44" name="Rectangle 66">
            <a:extLst>
              <a:ext uri="{FF2B5EF4-FFF2-40B4-BE49-F238E27FC236}">
                <a16:creationId xmlns:a16="http://schemas.microsoft.com/office/drawing/2014/main" id="{B0EBE020-E1F4-B266-DC38-67F66E6C6B06}"/>
              </a:ext>
            </a:extLst>
          </p:cNvPr>
          <p:cNvSpPr>
            <a:spLocks noChangeArrowheads="1"/>
          </p:cNvSpPr>
          <p:nvPr/>
        </p:nvSpPr>
        <p:spPr bwMode="gray">
          <a:xfrm>
            <a:off x="12375" y="1621963"/>
            <a:ext cx="11838366" cy="348791"/>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Example of investigation an execution Attacks </a:t>
            </a:r>
          </a:p>
          <a:p>
            <a:endParaRPr lang="en-US" sz="1200" b="1" dirty="0">
              <a:solidFill>
                <a:schemeClr val="bg1"/>
              </a:solidFill>
              <a:latin typeface="Calibri" panose="020F0502020204030204" pitchFamily="34" charset="0"/>
              <a:cs typeface="Calibri" panose="020F0502020204030204" pitchFamily="34" charset="0"/>
            </a:endParaRPr>
          </a:p>
        </p:txBody>
      </p:sp>
      <p:graphicFrame>
        <p:nvGraphicFramePr>
          <p:cNvPr id="13" name="Diagramme 12">
            <a:extLst>
              <a:ext uri="{FF2B5EF4-FFF2-40B4-BE49-F238E27FC236}">
                <a16:creationId xmlns:a16="http://schemas.microsoft.com/office/drawing/2014/main" id="{D50C4ED8-C4E5-9CAD-9644-AFB2A49DD0C6}"/>
              </a:ext>
            </a:extLst>
          </p:cNvPr>
          <p:cNvGraphicFramePr/>
          <p:nvPr/>
        </p:nvGraphicFramePr>
        <p:xfrm>
          <a:off x="6876225" y="36400"/>
          <a:ext cx="5179408" cy="148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Espace réservé du numéro de diapositive 5">
            <a:extLst>
              <a:ext uri="{FF2B5EF4-FFF2-40B4-BE49-F238E27FC236}">
                <a16:creationId xmlns:a16="http://schemas.microsoft.com/office/drawing/2014/main" id="{779BEB77-C580-1EFB-81E5-C4CADB5285BD}"/>
              </a:ext>
            </a:extLst>
          </p:cNvPr>
          <p:cNvSpPr txBox="1">
            <a:spLocks/>
          </p:cNvSpPr>
          <p:nvPr/>
        </p:nvSpPr>
        <p:spPr>
          <a:xfrm>
            <a:off x="11751094" y="6511161"/>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20</a:t>
            </a:fld>
            <a:endParaRPr lang="en-US" sz="1400" dirty="0">
              <a:solidFill>
                <a:schemeClr val="bg2">
                  <a:lumMod val="75000"/>
                </a:schemeClr>
              </a:solidFill>
            </a:endParaRPr>
          </a:p>
        </p:txBody>
      </p:sp>
      <p:pic>
        <p:nvPicPr>
          <p:cNvPr id="6" name="Image 5">
            <a:extLst>
              <a:ext uri="{FF2B5EF4-FFF2-40B4-BE49-F238E27FC236}">
                <a16:creationId xmlns:a16="http://schemas.microsoft.com/office/drawing/2014/main" id="{B708F8B6-41C2-9D55-FDB2-4DA0746C94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022" y="2188340"/>
            <a:ext cx="11576156" cy="4112442"/>
          </a:xfrm>
          <a:prstGeom prst="rect">
            <a:avLst/>
          </a:prstGeom>
        </p:spPr>
      </p:pic>
    </p:spTree>
    <p:extLst>
      <p:ext uri="{BB962C8B-B14F-4D97-AF65-F5344CB8AC3E}">
        <p14:creationId xmlns:p14="http://schemas.microsoft.com/office/powerpoint/2010/main" val="658722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225919"/>
            <a:ext cx="8316189" cy="1103243"/>
          </a:xfrm>
          <a:prstGeom prst="rect">
            <a:avLst/>
          </a:prstGeom>
        </p:spPr>
        <p:txBody>
          <a:bodyPr>
            <a:normAutofit/>
          </a:bodyPr>
          <a:lstStyle/>
          <a:p>
            <a:r>
              <a:rPr lang="en-US" sz="3600" b="1" dirty="0">
                <a:solidFill>
                  <a:srgbClr val="002060"/>
                </a:solidFill>
              </a:rPr>
              <a:t> Realization and Implementation</a:t>
            </a:r>
          </a:p>
        </p:txBody>
      </p:sp>
      <p:sp>
        <p:nvSpPr>
          <p:cNvPr id="43" name="Rectangle 42">
            <a:extLst>
              <a:ext uri="{FF2B5EF4-FFF2-40B4-BE49-F238E27FC236}">
                <a16:creationId xmlns:a16="http://schemas.microsoft.com/office/drawing/2014/main" id="{F54353FF-5AF4-A5AF-5DD5-04058A531E21}"/>
              </a:ext>
            </a:extLst>
          </p:cNvPr>
          <p:cNvSpPr/>
          <p:nvPr/>
        </p:nvSpPr>
        <p:spPr>
          <a:xfrm>
            <a:off x="197631" y="2107918"/>
            <a:ext cx="11882511" cy="3958933"/>
          </a:xfrm>
          <a:prstGeom prst="rect">
            <a:avLst/>
          </a:prstGeom>
          <a:solidFill>
            <a:schemeClr val="bg1"/>
          </a:solidFill>
          <a:ln>
            <a:solidFill>
              <a:srgbClr val="3839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latin typeface="Calibri" panose="020F0502020204030204" pitchFamily="34" charset="0"/>
              <a:cs typeface="Calibri" panose="020F0502020204030204" pitchFamily="34" charset="0"/>
            </a:endParaRPr>
          </a:p>
        </p:txBody>
      </p:sp>
      <p:sp>
        <p:nvSpPr>
          <p:cNvPr id="56" name="Rectangle 66">
            <a:extLst>
              <a:ext uri="{FF2B5EF4-FFF2-40B4-BE49-F238E27FC236}">
                <a16:creationId xmlns:a16="http://schemas.microsoft.com/office/drawing/2014/main" id="{5B4C79BD-2768-E171-03B8-4A77AB52D888}"/>
              </a:ext>
            </a:extLst>
          </p:cNvPr>
          <p:cNvSpPr>
            <a:spLocks noChangeArrowheads="1"/>
          </p:cNvSpPr>
          <p:nvPr/>
        </p:nvSpPr>
        <p:spPr bwMode="gray">
          <a:xfrm>
            <a:off x="197631" y="1597924"/>
            <a:ext cx="11882511" cy="344934"/>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Example of correlation rule: Detection of Application uninstall using WMIC Attack</a:t>
            </a:r>
          </a:p>
          <a:p>
            <a:endParaRPr lang="en-US" sz="1200" b="1" dirty="0">
              <a:solidFill>
                <a:schemeClr val="bg1"/>
              </a:solidFill>
              <a:latin typeface="Calibri" panose="020F0502020204030204" pitchFamily="34" charset="0"/>
              <a:cs typeface="Calibri" panose="020F0502020204030204" pitchFamily="34" charset="0"/>
            </a:endParaRPr>
          </a:p>
        </p:txBody>
      </p:sp>
      <p:graphicFrame>
        <p:nvGraphicFramePr>
          <p:cNvPr id="13" name="Diagramme 12">
            <a:extLst>
              <a:ext uri="{FF2B5EF4-FFF2-40B4-BE49-F238E27FC236}">
                <a16:creationId xmlns:a16="http://schemas.microsoft.com/office/drawing/2014/main" id="{D50C4ED8-C4E5-9CAD-9644-AFB2A49DD0C6}"/>
              </a:ext>
            </a:extLst>
          </p:cNvPr>
          <p:cNvGraphicFramePr/>
          <p:nvPr>
            <p:extLst>
              <p:ext uri="{D42A27DB-BD31-4B8C-83A1-F6EECF244321}">
                <p14:modId xmlns:p14="http://schemas.microsoft.com/office/powerpoint/2010/main" val="141369626"/>
              </p:ext>
            </p:extLst>
          </p:nvPr>
        </p:nvGraphicFramePr>
        <p:xfrm>
          <a:off x="6876225" y="36400"/>
          <a:ext cx="5179408" cy="148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Espace réservé du numéro de diapositive 5">
            <a:extLst>
              <a:ext uri="{FF2B5EF4-FFF2-40B4-BE49-F238E27FC236}">
                <a16:creationId xmlns:a16="http://schemas.microsoft.com/office/drawing/2014/main" id="{779BEB77-C580-1EFB-81E5-C4CADB5285BD}"/>
              </a:ext>
            </a:extLst>
          </p:cNvPr>
          <p:cNvSpPr txBox="1">
            <a:spLocks/>
          </p:cNvSpPr>
          <p:nvPr/>
        </p:nvSpPr>
        <p:spPr>
          <a:xfrm>
            <a:off x="11751094" y="6511161"/>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21</a:t>
            </a:fld>
            <a:endParaRPr lang="en-US" sz="1400" dirty="0">
              <a:solidFill>
                <a:schemeClr val="bg2">
                  <a:lumMod val="75000"/>
                </a:schemeClr>
              </a:solidFill>
            </a:endParaRPr>
          </a:p>
        </p:txBody>
      </p:sp>
      <p:pic>
        <p:nvPicPr>
          <p:cNvPr id="8" name="Image 7">
            <a:extLst>
              <a:ext uri="{FF2B5EF4-FFF2-40B4-BE49-F238E27FC236}">
                <a16:creationId xmlns:a16="http://schemas.microsoft.com/office/drawing/2014/main" id="{7DD159DC-252B-92EA-826E-45657D74DAF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0166" y="2224897"/>
            <a:ext cx="11582742" cy="3580048"/>
          </a:xfrm>
          <a:prstGeom prst="rect">
            <a:avLst/>
          </a:prstGeom>
        </p:spPr>
      </p:pic>
    </p:spTree>
    <p:extLst>
      <p:ext uri="{BB962C8B-B14F-4D97-AF65-F5344CB8AC3E}">
        <p14:creationId xmlns:p14="http://schemas.microsoft.com/office/powerpoint/2010/main" val="2058799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B8608DC-8526-7E3C-B97B-41A64CFD8EE7}"/>
              </a:ext>
            </a:extLst>
          </p:cNvPr>
          <p:cNvSpPr>
            <a:spLocks noChangeArrowheads="1"/>
          </p:cNvSpPr>
          <p:nvPr/>
        </p:nvSpPr>
        <p:spPr bwMode="auto">
          <a:xfrm>
            <a:off x="0" y="2887656"/>
            <a:ext cx="11222567" cy="1950673"/>
          </a:xfrm>
          <a:prstGeom prst="rect">
            <a:avLst/>
          </a:prstGeom>
          <a:solidFill>
            <a:srgbClr val="002060"/>
          </a:solidFill>
          <a:ln>
            <a:solidFill>
              <a:schemeClr val="bg1">
                <a:lumMod val="85000"/>
              </a:schemeClr>
            </a:solid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en-US"/>
            </a:defPPr>
            <a:lvl1pPr algn="l" rtl="0" fontAlgn="base">
              <a:spcBef>
                <a:spcPct val="0"/>
              </a:spcBef>
              <a:spcAft>
                <a:spcPct val="0"/>
              </a:spcAft>
              <a:defRPr kumimoji="1" sz="1400" kern="1200">
                <a:solidFill>
                  <a:schemeClr val="dk1"/>
                </a:solidFill>
                <a:latin typeface="+mn-lt"/>
                <a:ea typeface="+mn-ea"/>
                <a:cs typeface="+mn-cs"/>
              </a:defRPr>
            </a:lvl1pPr>
            <a:lvl2pPr marL="457200" algn="l" rtl="0" fontAlgn="base">
              <a:spcBef>
                <a:spcPct val="0"/>
              </a:spcBef>
              <a:spcAft>
                <a:spcPct val="0"/>
              </a:spcAft>
              <a:defRPr kumimoji="1" sz="1400" kern="1200">
                <a:solidFill>
                  <a:schemeClr val="dk1"/>
                </a:solidFill>
                <a:latin typeface="+mn-lt"/>
                <a:ea typeface="+mn-ea"/>
                <a:cs typeface="+mn-cs"/>
              </a:defRPr>
            </a:lvl2pPr>
            <a:lvl3pPr marL="914400" algn="l" rtl="0" fontAlgn="base">
              <a:spcBef>
                <a:spcPct val="0"/>
              </a:spcBef>
              <a:spcAft>
                <a:spcPct val="0"/>
              </a:spcAft>
              <a:defRPr kumimoji="1" sz="1400" kern="1200">
                <a:solidFill>
                  <a:schemeClr val="dk1"/>
                </a:solidFill>
                <a:latin typeface="+mn-lt"/>
                <a:ea typeface="+mn-ea"/>
                <a:cs typeface="+mn-cs"/>
              </a:defRPr>
            </a:lvl3pPr>
            <a:lvl4pPr marL="1371600" algn="l" rtl="0" fontAlgn="base">
              <a:spcBef>
                <a:spcPct val="0"/>
              </a:spcBef>
              <a:spcAft>
                <a:spcPct val="0"/>
              </a:spcAft>
              <a:defRPr kumimoji="1" sz="1400" kern="1200">
                <a:solidFill>
                  <a:schemeClr val="dk1"/>
                </a:solidFill>
                <a:latin typeface="+mn-lt"/>
                <a:ea typeface="+mn-ea"/>
                <a:cs typeface="+mn-cs"/>
              </a:defRPr>
            </a:lvl4pPr>
            <a:lvl5pPr marL="1828800" algn="l" rtl="0" fontAlgn="base">
              <a:spcBef>
                <a:spcPct val="0"/>
              </a:spcBef>
              <a:spcAft>
                <a:spcPct val="0"/>
              </a:spcAft>
              <a:defRPr kumimoji="1" sz="1400" kern="1200">
                <a:solidFill>
                  <a:schemeClr val="dk1"/>
                </a:solidFill>
                <a:latin typeface="+mn-lt"/>
                <a:ea typeface="+mn-ea"/>
                <a:cs typeface="+mn-cs"/>
              </a:defRPr>
            </a:lvl5pPr>
            <a:lvl6pPr marL="2286000" algn="l" defTabSz="914400" rtl="0" eaLnBrk="1" latinLnBrk="0" hangingPunct="1">
              <a:defRPr kumimoji="1" sz="1400" kern="1200">
                <a:solidFill>
                  <a:schemeClr val="dk1"/>
                </a:solidFill>
                <a:latin typeface="+mn-lt"/>
                <a:ea typeface="+mn-ea"/>
                <a:cs typeface="+mn-cs"/>
              </a:defRPr>
            </a:lvl6pPr>
            <a:lvl7pPr marL="2743200" algn="l" defTabSz="914400" rtl="0" eaLnBrk="1" latinLnBrk="0" hangingPunct="1">
              <a:defRPr kumimoji="1" sz="1400" kern="1200">
                <a:solidFill>
                  <a:schemeClr val="dk1"/>
                </a:solidFill>
                <a:latin typeface="+mn-lt"/>
                <a:ea typeface="+mn-ea"/>
                <a:cs typeface="+mn-cs"/>
              </a:defRPr>
            </a:lvl7pPr>
            <a:lvl8pPr marL="3200400" algn="l" defTabSz="914400" rtl="0" eaLnBrk="1" latinLnBrk="0" hangingPunct="1">
              <a:defRPr kumimoji="1" sz="1400" kern="1200">
                <a:solidFill>
                  <a:schemeClr val="dk1"/>
                </a:solidFill>
                <a:latin typeface="+mn-lt"/>
                <a:ea typeface="+mn-ea"/>
                <a:cs typeface="+mn-cs"/>
              </a:defRPr>
            </a:lvl8pPr>
            <a:lvl9pPr marL="3657600" algn="l" defTabSz="914400" rtl="0" eaLnBrk="1" latinLnBrk="0" hangingPunct="1">
              <a:defRPr kumimoji="1" sz="1400" kern="1200">
                <a:solidFill>
                  <a:schemeClr val="dk1"/>
                </a:solidFill>
                <a:latin typeface="+mn-lt"/>
                <a:ea typeface="+mn-ea"/>
                <a:cs typeface="+mn-cs"/>
              </a:defRPr>
            </a:lvl9pPr>
          </a:lstStyle>
          <a:p>
            <a:pPr lvl="0">
              <a:buClr>
                <a:schemeClr val="dk1"/>
              </a:buClr>
              <a:buSzPts val="350"/>
            </a:pPr>
            <a:r>
              <a:rPr lang="en-US" sz="4800" dirty="0">
                <a:solidFill>
                  <a:schemeClr val="bg1"/>
                </a:solidFill>
                <a:latin typeface="Lao UI" panose="020B0502040204020203" pitchFamily="34" charset="0"/>
                <a:cs typeface="Lao UI" panose="020B0502040204020203" pitchFamily="34" charset="0"/>
                <a:sym typeface="Arial"/>
              </a:rPr>
              <a:t>4.Solution Experimentation</a:t>
            </a:r>
          </a:p>
        </p:txBody>
      </p:sp>
      <p:sp>
        <p:nvSpPr>
          <p:cNvPr id="4" name="Espace réservé du numéro de diapositive 5">
            <a:extLst>
              <a:ext uri="{FF2B5EF4-FFF2-40B4-BE49-F238E27FC236}">
                <a16:creationId xmlns:a16="http://schemas.microsoft.com/office/drawing/2014/main" id="{F739809C-1B8C-9E83-7D51-B45DCA976F9F}"/>
              </a:ext>
            </a:extLst>
          </p:cNvPr>
          <p:cNvSpPr txBox="1">
            <a:spLocks/>
          </p:cNvSpPr>
          <p:nvPr/>
        </p:nvSpPr>
        <p:spPr>
          <a:xfrm>
            <a:off x="11751094" y="6511161"/>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22</a:t>
            </a:fld>
            <a:endParaRPr lang="en-US" sz="1400" dirty="0">
              <a:solidFill>
                <a:schemeClr val="bg2">
                  <a:lumMod val="75000"/>
                </a:schemeClr>
              </a:solidFill>
            </a:endParaRPr>
          </a:p>
        </p:txBody>
      </p:sp>
    </p:spTree>
    <p:extLst>
      <p:ext uri="{BB962C8B-B14F-4D97-AF65-F5344CB8AC3E}">
        <p14:creationId xmlns:p14="http://schemas.microsoft.com/office/powerpoint/2010/main" val="3085229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614" y="82615"/>
            <a:ext cx="12028017" cy="938317"/>
          </a:xfrm>
          <a:prstGeom prst="rect">
            <a:avLst/>
          </a:prstGeom>
        </p:spPr>
        <p:txBody>
          <a:bodyPr>
            <a:normAutofit/>
          </a:bodyPr>
          <a:lstStyle/>
          <a:p>
            <a:r>
              <a:rPr lang="en-US" sz="3600" b="1" dirty="0">
                <a:solidFill>
                  <a:srgbClr val="002060"/>
                </a:solidFill>
              </a:rPr>
              <a:t>Solution Experimentation</a:t>
            </a:r>
          </a:p>
        </p:txBody>
      </p:sp>
      <p:sp>
        <p:nvSpPr>
          <p:cNvPr id="6" name="Rectangle 66">
            <a:extLst>
              <a:ext uri="{FF2B5EF4-FFF2-40B4-BE49-F238E27FC236}">
                <a16:creationId xmlns:a16="http://schemas.microsoft.com/office/drawing/2014/main" id="{AEA83203-870C-EA89-05B1-827776A3CE37}"/>
              </a:ext>
            </a:extLst>
          </p:cNvPr>
          <p:cNvSpPr>
            <a:spLocks noChangeArrowheads="1"/>
          </p:cNvSpPr>
          <p:nvPr/>
        </p:nvSpPr>
        <p:spPr bwMode="gray">
          <a:xfrm>
            <a:off x="748590" y="1343510"/>
            <a:ext cx="10217624" cy="362659"/>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Validation of use Case EVTX</a:t>
            </a:r>
          </a:p>
          <a:p>
            <a:endParaRPr lang="en-US" sz="1200" b="1" dirty="0">
              <a:solidFill>
                <a:schemeClr val="bg1"/>
              </a:solidFill>
              <a:latin typeface="Calibri" panose="020F0502020204030204" pitchFamily="34" charset="0"/>
              <a:cs typeface="Calibri" panose="020F0502020204030204" pitchFamily="34" charset="0"/>
            </a:endParaRPr>
          </a:p>
        </p:txBody>
      </p:sp>
      <p:graphicFrame>
        <p:nvGraphicFramePr>
          <p:cNvPr id="10" name="Diagramme 9">
            <a:extLst>
              <a:ext uri="{FF2B5EF4-FFF2-40B4-BE49-F238E27FC236}">
                <a16:creationId xmlns:a16="http://schemas.microsoft.com/office/drawing/2014/main" id="{ECABD904-0D4D-3309-382E-977351638320}"/>
              </a:ext>
            </a:extLst>
          </p:cNvPr>
          <p:cNvGraphicFramePr/>
          <p:nvPr>
            <p:extLst>
              <p:ext uri="{D42A27DB-BD31-4B8C-83A1-F6EECF244321}">
                <p14:modId xmlns:p14="http://schemas.microsoft.com/office/powerpoint/2010/main" val="1456634295"/>
              </p:ext>
            </p:extLst>
          </p:nvPr>
        </p:nvGraphicFramePr>
        <p:xfrm>
          <a:off x="6771650" y="-21163"/>
          <a:ext cx="5179408" cy="14822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Espace réservé du numéro de diapositive 5">
            <a:extLst>
              <a:ext uri="{FF2B5EF4-FFF2-40B4-BE49-F238E27FC236}">
                <a16:creationId xmlns:a16="http://schemas.microsoft.com/office/drawing/2014/main" id="{16812592-40B2-9F31-1F1E-FC0E922BF091}"/>
              </a:ext>
            </a:extLst>
          </p:cNvPr>
          <p:cNvSpPr txBox="1">
            <a:spLocks/>
          </p:cNvSpPr>
          <p:nvPr/>
        </p:nvSpPr>
        <p:spPr>
          <a:xfrm>
            <a:off x="11751094" y="6511161"/>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23</a:t>
            </a:fld>
            <a:endParaRPr lang="en-US" sz="1400" dirty="0">
              <a:solidFill>
                <a:schemeClr val="bg2">
                  <a:lumMod val="75000"/>
                </a:schemeClr>
              </a:solidFill>
            </a:endParaRPr>
          </a:p>
        </p:txBody>
      </p:sp>
      <p:grpSp>
        <p:nvGrpSpPr>
          <p:cNvPr id="4" name="Groupe 3">
            <a:extLst>
              <a:ext uri="{FF2B5EF4-FFF2-40B4-BE49-F238E27FC236}">
                <a16:creationId xmlns:a16="http://schemas.microsoft.com/office/drawing/2014/main" id="{37E7C1A8-DD94-0326-A3FC-CEA0E1AE2936}"/>
              </a:ext>
            </a:extLst>
          </p:cNvPr>
          <p:cNvGrpSpPr/>
          <p:nvPr/>
        </p:nvGrpSpPr>
        <p:grpSpPr>
          <a:xfrm>
            <a:off x="1284126" y="2121633"/>
            <a:ext cx="8648358" cy="4100787"/>
            <a:chOff x="1284126" y="2121633"/>
            <a:chExt cx="8648358" cy="4100787"/>
          </a:xfrm>
        </p:grpSpPr>
        <p:pic>
          <p:nvPicPr>
            <p:cNvPr id="9" name="Image 8">
              <a:extLst>
                <a:ext uri="{FF2B5EF4-FFF2-40B4-BE49-F238E27FC236}">
                  <a16:creationId xmlns:a16="http://schemas.microsoft.com/office/drawing/2014/main" id="{41DA9552-0650-5552-8C0E-B276BFBAD0A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84126" y="2121633"/>
              <a:ext cx="8648358" cy="3776794"/>
            </a:xfrm>
            <a:prstGeom prst="rect">
              <a:avLst/>
            </a:prstGeom>
            <a:ln>
              <a:solidFill>
                <a:srgbClr val="002060"/>
              </a:solidFill>
            </a:ln>
          </p:spPr>
        </p:pic>
        <p:sp>
          <p:nvSpPr>
            <p:cNvPr id="14" name="ZoneTexte 13">
              <a:extLst>
                <a:ext uri="{FF2B5EF4-FFF2-40B4-BE49-F238E27FC236}">
                  <a16:creationId xmlns:a16="http://schemas.microsoft.com/office/drawing/2014/main" id="{47778B6E-D7EE-CE18-6A4F-997D435E57C4}"/>
                </a:ext>
              </a:extLst>
            </p:cNvPr>
            <p:cNvSpPr txBox="1"/>
            <p:nvPr/>
          </p:nvSpPr>
          <p:spPr>
            <a:xfrm>
              <a:off x="2739039" y="5914643"/>
              <a:ext cx="5557190" cy="307777"/>
            </a:xfrm>
            <a:prstGeom prst="rect">
              <a:avLst/>
            </a:prstGeom>
            <a:noFill/>
          </p:spPr>
          <p:txBody>
            <a:bodyPr wrap="square">
              <a:spAutoFit/>
            </a:bodyPr>
            <a:lstStyle/>
            <a:p>
              <a:r>
                <a:rPr lang="en-US" sz="1400" b="1" i="0" u="none" strike="noStrike" baseline="0" dirty="0">
                  <a:latin typeface="Lao UI" panose="020B0502040204020203" pitchFamily="34" charset="0"/>
                  <a:cs typeface="Lao UI" panose="020B0502040204020203" pitchFamily="34" charset="0"/>
                </a:rPr>
                <a:t>Scenario of RDP over Reverse SSH Tunnel with plink.exe attack</a:t>
              </a:r>
              <a:endParaRPr lang="en-US" sz="1400" b="1" dirty="0">
                <a:latin typeface="Lao UI" panose="020B0502040204020203" pitchFamily="34" charset="0"/>
                <a:cs typeface="Lao UI" panose="020B0502040204020203" pitchFamily="34" charset="0"/>
              </a:endParaRPr>
            </a:p>
          </p:txBody>
        </p:sp>
      </p:grpSp>
      <p:pic>
        <p:nvPicPr>
          <p:cNvPr id="11" name="Image 10">
            <a:extLst>
              <a:ext uri="{FF2B5EF4-FFF2-40B4-BE49-F238E27FC236}">
                <a16:creationId xmlns:a16="http://schemas.microsoft.com/office/drawing/2014/main" id="{341C7292-9529-FE01-386C-E197AF1E668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0475" y="2005084"/>
            <a:ext cx="9728758" cy="4274654"/>
          </a:xfrm>
          <a:prstGeom prst="rect">
            <a:avLst/>
          </a:prstGeom>
        </p:spPr>
      </p:pic>
      <p:pic>
        <p:nvPicPr>
          <p:cNvPr id="13" name="Image 12">
            <a:extLst>
              <a:ext uri="{FF2B5EF4-FFF2-40B4-BE49-F238E27FC236}">
                <a16:creationId xmlns:a16="http://schemas.microsoft.com/office/drawing/2014/main" id="{AB920899-A160-18DB-703D-AA05A3075F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8590" y="1873776"/>
            <a:ext cx="10012528" cy="4537270"/>
          </a:xfrm>
          <a:prstGeom prst="rect">
            <a:avLst/>
          </a:prstGeom>
        </p:spPr>
      </p:pic>
      <p:pic>
        <p:nvPicPr>
          <p:cNvPr id="16" name="Image 15">
            <a:extLst>
              <a:ext uri="{FF2B5EF4-FFF2-40B4-BE49-F238E27FC236}">
                <a16:creationId xmlns:a16="http://schemas.microsoft.com/office/drawing/2014/main" id="{8A5311CE-7A20-9E79-9681-F8E739681D1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48590" y="1837477"/>
            <a:ext cx="10217624" cy="4937908"/>
          </a:xfrm>
          <a:prstGeom prst="rect">
            <a:avLst/>
          </a:prstGeom>
        </p:spPr>
      </p:pic>
    </p:spTree>
    <p:extLst>
      <p:ext uri="{BB962C8B-B14F-4D97-AF65-F5344CB8AC3E}">
        <p14:creationId xmlns:p14="http://schemas.microsoft.com/office/powerpoint/2010/main" val="337156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614" y="82615"/>
            <a:ext cx="12028017" cy="938317"/>
          </a:xfrm>
          <a:prstGeom prst="rect">
            <a:avLst/>
          </a:prstGeom>
        </p:spPr>
        <p:txBody>
          <a:bodyPr>
            <a:normAutofit/>
          </a:bodyPr>
          <a:lstStyle/>
          <a:p>
            <a:r>
              <a:rPr lang="en-US" sz="3600" b="1" dirty="0">
                <a:solidFill>
                  <a:srgbClr val="002060"/>
                </a:solidFill>
              </a:rPr>
              <a:t>Solution Experimentation</a:t>
            </a:r>
          </a:p>
        </p:txBody>
      </p:sp>
      <p:sp>
        <p:nvSpPr>
          <p:cNvPr id="6" name="Rectangle 66">
            <a:extLst>
              <a:ext uri="{FF2B5EF4-FFF2-40B4-BE49-F238E27FC236}">
                <a16:creationId xmlns:a16="http://schemas.microsoft.com/office/drawing/2014/main" id="{AEA83203-870C-EA89-05B1-827776A3CE37}"/>
              </a:ext>
            </a:extLst>
          </p:cNvPr>
          <p:cNvSpPr>
            <a:spLocks noChangeArrowheads="1"/>
          </p:cNvSpPr>
          <p:nvPr/>
        </p:nvSpPr>
        <p:spPr bwMode="gray">
          <a:xfrm>
            <a:off x="171366" y="1442791"/>
            <a:ext cx="11695974" cy="331853"/>
          </a:xfrm>
          <a:prstGeom prst="rect">
            <a:avLst/>
          </a:prstGeom>
          <a:solidFill>
            <a:srgbClr val="002060"/>
          </a:solidFill>
          <a:ln w="9525">
            <a:solidFill>
              <a:srgbClr val="002060"/>
            </a:solidFill>
            <a:miter lim="800000"/>
            <a:headEnd/>
            <a:tailEnd/>
          </a:ln>
          <a:effectLst/>
        </p:spPr>
        <p:txBody>
          <a:bodyPr wrap="square" lIns="72000" tIns="72000" rIns="72000" bIns="72000" anchor="t">
            <a:noAutofit/>
          </a:bodyPr>
          <a:lstStyle/>
          <a:p>
            <a:pPr algn="ctr"/>
            <a:r>
              <a:rPr lang="en-US" sz="1400" b="1" dirty="0">
                <a:solidFill>
                  <a:schemeClr val="bg1"/>
                </a:solidFill>
              </a:rPr>
              <a:t>Validation of use Case Caldera</a:t>
            </a:r>
          </a:p>
          <a:p>
            <a:endParaRPr lang="en-US" sz="1200" b="1" dirty="0">
              <a:solidFill>
                <a:schemeClr val="bg1"/>
              </a:solidFill>
              <a:latin typeface="Calibri" panose="020F0502020204030204" pitchFamily="34" charset="0"/>
              <a:cs typeface="Calibri" panose="020F0502020204030204" pitchFamily="34" charset="0"/>
            </a:endParaRPr>
          </a:p>
        </p:txBody>
      </p:sp>
      <p:grpSp>
        <p:nvGrpSpPr>
          <p:cNvPr id="10" name="Groupe 9">
            <a:extLst>
              <a:ext uri="{FF2B5EF4-FFF2-40B4-BE49-F238E27FC236}">
                <a16:creationId xmlns:a16="http://schemas.microsoft.com/office/drawing/2014/main" id="{D5B51BA0-08C9-1329-CE29-3092A24B6C17}"/>
              </a:ext>
            </a:extLst>
          </p:cNvPr>
          <p:cNvGrpSpPr/>
          <p:nvPr/>
        </p:nvGrpSpPr>
        <p:grpSpPr>
          <a:xfrm>
            <a:off x="2092459" y="2734436"/>
            <a:ext cx="7552188" cy="2772549"/>
            <a:chOff x="2122903" y="2448511"/>
            <a:chExt cx="7552188" cy="2772549"/>
          </a:xfrm>
        </p:grpSpPr>
        <p:pic>
          <p:nvPicPr>
            <p:cNvPr id="4" name="Image 3">
              <a:extLst>
                <a:ext uri="{FF2B5EF4-FFF2-40B4-BE49-F238E27FC236}">
                  <a16:creationId xmlns:a16="http://schemas.microsoft.com/office/drawing/2014/main" id="{ADB5585E-5039-2CB2-1007-9E1E30197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2903" y="2448511"/>
              <a:ext cx="6877050" cy="2495550"/>
            </a:xfrm>
            <a:prstGeom prst="rect">
              <a:avLst/>
            </a:prstGeom>
          </p:spPr>
        </p:pic>
        <p:sp>
          <p:nvSpPr>
            <p:cNvPr id="11" name="ZoneTexte 10">
              <a:extLst>
                <a:ext uri="{FF2B5EF4-FFF2-40B4-BE49-F238E27FC236}">
                  <a16:creationId xmlns:a16="http://schemas.microsoft.com/office/drawing/2014/main" id="{3194CF3B-4FE4-F66F-BDB3-364DC609D15D}"/>
                </a:ext>
              </a:extLst>
            </p:cNvPr>
            <p:cNvSpPr txBox="1"/>
            <p:nvPr/>
          </p:nvSpPr>
          <p:spPr>
            <a:xfrm>
              <a:off x="3179187" y="4944061"/>
              <a:ext cx="6495904" cy="276999"/>
            </a:xfrm>
            <a:prstGeom prst="rect">
              <a:avLst/>
            </a:prstGeom>
            <a:noFill/>
          </p:spPr>
          <p:txBody>
            <a:bodyPr wrap="square">
              <a:spAutoFit/>
            </a:bodyPr>
            <a:lstStyle/>
            <a:p>
              <a:r>
                <a:rPr lang="en-US" sz="1200" b="1" i="0" u="none" strike="noStrike" baseline="0" dirty="0">
                  <a:latin typeface="Lao UI" panose="020B0502040204020203" pitchFamily="34" charset="0"/>
                  <a:cs typeface="Lao UI" panose="020B0502040204020203" pitchFamily="34" charset="0"/>
                </a:rPr>
                <a:t>Scenario of Download Macro-Enabled Phishing Attachment attack</a:t>
              </a:r>
              <a:endParaRPr lang="en-US" sz="1200" b="1" dirty="0">
                <a:latin typeface="Lao UI" panose="020B0502040204020203" pitchFamily="34" charset="0"/>
                <a:cs typeface="Lao UI" panose="020B0502040204020203" pitchFamily="34" charset="0"/>
              </a:endParaRPr>
            </a:p>
          </p:txBody>
        </p:sp>
      </p:grpSp>
      <p:grpSp>
        <p:nvGrpSpPr>
          <p:cNvPr id="15" name="Groupe 14">
            <a:extLst>
              <a:ext uri="{FF2B5EF4-FFF2-40B4-BE49-F238E27FC236}">
                <a16:creationId xmlns:a16="http://schemas.microsoft.com/office/drawing/2014/main" id="{D0923A2A-B3ED-F33A-5379-50C3CAD72ABD}"/>
              </a:ext>
            </a:extLst>
          </p:cNvPr>
          <p:cNvGrpSpPr/>
          <p:nvPr/>
        </p:nvGrpSpPr>
        <p:grpSpPr>
          <a:xfrm>
            <a:off x="229630" y="1883381"/>
            <a:ext cx="11659984" cy="4187190"/>
            <a:chOff x="222918" y="1807875"/>
            <a:chExt cx="11659984" cy="4187190"/>
          </a:xfrm>
        </p:grpSpPr>
        <p:pic>
          <p:nvPicPr>
            <p:cNvPr id="13" name="Image 12">
              <a:extLst>
                <a:ext uri="{FF2B5EF4-FFF2-40B4-BE49-F238E27FC236}">
                  <a16:creationId xmlns:a16="http://schemas.microsoft.com/office/drawing/2014/main" id="{01B5F7D7-1214-D7EB-BC59-6D42F16A10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18" y="1807875"/>
              <a:ext cx="11659984" cy="4187190"/>
            </a:xfrm>
            <a:prstGeom prst="rect">
              <a:avLst/>
            </a:prstGeom>
          </p:spPr>
        </p:pic>
        <p:sp>
          <p:nvSpPr>
            <p:cNvPr id="14" name="Rectangle 13">
              <a:extLst>
                <a:ext uri="{FF2B5EF4-FFF2-40B4-BE49-F238E27FC236}">
                  <a16:creationId xmlns:a16="http://schemas.microsoft.com/office/drawing/2014/main" id="{A645A139-343F-D4AC-BE66-8990C9807F66}"/>
                </a:ext>
              </a:extLst>
            </p:cNvPr>
            <p:cNvSpPr/>
            <p:nvPr/>
          </p:nvSpPr>
          <p:spPr>
            <a:xfrm>
              <a:off x="2588455" y="4346917"/>
              <a:ext cx="6877050" cy="6231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Image 16">
            <a:extLst>
              <a:ext uri="{FF2B5EF4-FFF2-40B4-BE49-F238E27FC236}">
                <a16:creationId xmlns:a16="http://schemas.microsoft.com/office/drawing/2014/main" id="{A30226E6-DB73-D57A-CC7A-78F22A9468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0044" y="1892888"/>
            <a:ext cx="11667296" cy="4560142"/>
          </a:xfrm>
          <a:prstGeom prst="rect">
            <a:avLst/>
          </a:prstGeom>
          <a:ln>
            <a:solidFill>
              <a:schemeClr val="bg1">
                <a:lumMod val="50000"/>
              </a:schemeClr>
            </a:solidFill>
          </a:ln>
        </p:spPr>
      </p:pic>
      <p:graphicFrame>
        <p:nvGraphicFramePr>
          <p:cNvPr id="22" name="Diagramme 21">
            <a:extLst>
              <a:ext uri="{FF2B5EF4-FFF2-40B4-BE49-F238E27FC236}">
                <a16:creationId xmlns:a16="http://schemas.microsoft.com/office/drawing/2014/main" id="{9DB419A8-9BD6-3DCD-E2B6-4F947FA157BB}"/>
              </a:ext>
            </a:extLst>
          </p:cNvPr>
          <p:cNvGraphicFramePr/>
          <p:nvPr>
            <p:extLst>
              <p:ext uri="{D42A27DB-BD31-4B8C-83A1-F6EECF244321}">
                <p14:modId xmlns:p14="http://schemas.microsoft.com/office/powerpoint/2010/main" val="2946005207"/>
              </p:ext>
            </p:extLst>
          </p:nvPr>
        </p:nvGraphicFramePr>
        <p:xfrm>
          <a:off x="6771650" y="-21163"/>
          <a:ext cx="5179408" cy="148228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3" name="Espace réservé du numéro de diapositive 5">
            <a:extLst>
              <a:ext uri="{FF2B5EF4-FFF2-40B4-BE49-F238E27FC236}">
                <a16:creationId xmlns:a16="http://schemas.microsoft.com/office/drawing/2014/main" id="{6B6E6D36-C118-DA87-D70C-66C0F4C178B1}"/>
              </a:ext>
            </a:extLst>
          </p:cNvPr>
          <p:cNvSpPr txBox="1">
            <a:spLocks/>
          </p:cNvSpPr>
          <p:nvPr/>
        </p:nvSpPr>
        <p:spPr>
          <a:xfrm>
            <a:off x="11751094" y="6511161"/>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24</a:t>
            </a:fld>
            <a:endParaRPr lang="en-US" sz="1400" dirty="0">
              <a:solidFill>
                <a:schemeClr val="bg2">
                  <a:lumMod val="75000"/>
                </a:schemeClr>
              </a:solidFill>
            </a:endParaRPr>
          </a:p>
        </p:txBody>
      </p:sp>
    </p:spTree>
    <p:extLst>
      <p:ext uri="{BB962C8B-B14F-4D97-AF65-F5344CB8AC3E}">
        <p14:creationId xmlns:p14="http://schemas.microsoft.com/office/powerpoint/2010/main" val="325501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B8608DC-8526-7E3C-B97B-41A64CFD8EE7}"/>
              </a:ext>
            </a:extLst>
          </p:cNvPr>
          <p:cNvSpPr>
            <a:spLocks noChangeArrowheads="1"/>
          </p:cNvSpPr>
          <p:nvPr/>
        </p:nvSpPr>
        <p:spPr bwMode="auto">
          <a:xfrm>
            <a:off x="0" y="2887656"/>
            <a:ext cx="11222567" cy="1950673"/>
          </a:xfrm>
          <a:prstGeom prst="rect">
            <a:avLst/>
          </a:prstGeom>
          <a:solidFill>
            <a:srgbClr val="002060"/>
          </a:solidFill>
          <a:ln>
            <a:solidFill>
              <a:schemeClr val="bg1">
                <a:lumMod val="85000"/>
              </a:schemeClr>
            </a:solidFill>
            <a:headEnd/>
            <a:tailEnd/>
          </a:ln>
        </p:spPr>
        <p:style>
          <a:lnRef idx="1">
            <a:schemeClr val="dk1"/>
          </a:lnRef>
          <a:fillRef idx="2">
            <a:schemeClr val="dk1"/>
          </a:fillRef>
          <a:effectRef idx="1">
            <a:schemeClr val="dk1"/>
          </a:effectRef>
          <a:fontRef idx="minor">
            <a:schemeClr val="dk1"/>
          </a:fontRef>
        </p:style>
        <p:txBody>
          <a:bodyPr wrap="none" anchor="ctr"/>
          <a:lstStyle>
            <a:defPPr>
              <a:defRPr lang="en-US"/>
            </a:defPPr>
            <a:lvl1pPr algn="l" rtl="0" fontAlgn="base">
              <a:spcBef>
                <a:spcPct val="0"/>
              </a:spcBef>
              <a:spcAft>
                <a:spcPct val="0"/>
              </a:spcAft>
              <a:defRPr kumimoji="1" sz="1400" kern="1200">
                <a:solidFill>
                  <a:schemeClr val="dk1"/>
                </a:solidFill>
                <a:latin typeface="+mn-lt"/>
                <a:ea typeface="+mn-ea"/>
                <a:cs typeface="+mn-cs"/>
              </a:defRPr>
            </a:lvl1pPr>
            <a:lvl2pPr marL="457200" algn="l" rtl="0" fontAlgn="base">
              <a:spcBef>
                <a:spcPct val="0"/>
              </a:spcBef>
              <a:spcAft>
                <a:spcPct val="0"/>
              </a:spcAft>
              <a:defRPr kumimoji="1" sz="1400" kern="1200">
                <a:solidFill>
                  <a:schemeClr val="dk1"/>
                </a:solidFill>
                <a:latin typeface="+mn-lt"/>
                <a:ea typeface="+mn-ea"/>
                <a:cs typeface="+mn-cs"/>
              </a:defRPr>
            </a:lvl2pPr>
            <a:lvl3pPr marL="914400" algn="l" rtl="0" fontAlgn="base">
              <a:spcBef>
                <a:spcPct val="0"/>
              </a:spcBef>
              <a:spcAft>
                <a:spcPct val="0"/>
              </a:spcAft>
              <a:defRPr kumimoji="1" sz="1400" kern="1200">
                <a:solidFill>
                  <a:schemeClr val="dk1"/>
                </a:solidFill>
                <a:latin typeface="+mn-lt"/>
                <a:ea typeface="+mn-ea"/>
                <a:cs typeface="+mn-cs"/>
              </a:defRPr>
            </a:lvl3pPr>
            <a:lvl4pPr marL="1371600" algn="l" rtl="0" fontAlgn="base">
              <a:spcBef>
                <a:spcPct val="0"/>
              </a:spcBef>
              <a:spcAft>
                <a:spcPct val="0"/>
              </a:spcAft>
              <a:defRPr kumimoji="1" sz="1400" kern="1200">
                <a:solidFill>
                  <a:schemeClr val="dk1"/>
                </a:solidFill>
                <a:latin typeface="+mn-lt"/>
                <a:ea typeface="+mn-ea"/>
                <a:cs typeface="+mn-cs"/>
              </a:defRPr>
            </a:lvl4pPr>
            <a:lvl5pPr marL="1828800" algn="l" rtl="0" fontAlgn="base">
              <a:spcBef>
                <a:spcPct val="0"/>
              </a:spcBef>
              <a:spcAft>
                <a:spcPct val="0"/>
              </a:spcAft>
              <a:defRPr kumimoji="1" sz="1400" kern="1200">
                <a:solidFill>
                  <a:schemeClr val="dk1"/>
                </a:solidFill>
                <a:latin typeface="+mn-lt"/>
                <a:ea typeface="+mn-ea"/>
                <a:cs typeface="+mn-cs"/>
              </a:defRPr>
            </a:lvl5pPr>
            <a:lvl6pPr marL="2286000" algn="l" defTabSz="914400" rtl="0" eaLnBrk="1" latinLnBrk="0" hangingPunct="1">
              <a:defRPr kumimoji="1" sz="1400" kern="1200">
                <a:solidFill>
                  <a:schemeClr val="dk1"/>
                </a:solidFill>
                <a:latin typeface="+mn-lt"/>
                <a:ea typeface="+mn-ea"/>
                <a:cs typeface="+mn-cs"/>
              </a:defRPr>
            </a:lvl6pPr>
            <a:lvl7pPr marL="2743200" algn="l" defTabSz="914400" rtl="0" eaLnBrk="1" latinLnBrk="0" hangingPunct="1">
              <a:defRPr kumimoji="1" sz="1400" kern="1200">
                <a:solidFill>
                  <a:schemeClr val="dk1"/>
                </a:solidFill>
                <a:latin typeface="+mn-lt"/>
                <a:ea typeface="+mn-ea"/>
                <a:cs typeface="+mn-cs"/>
              </a:defRPr>
            </a:lvl7pPr>
            <a:lvl8pPr marL="3200400" algn="l" defTabSz="914400" rtl="0" eaLnBrk="1" latinLnBrk="0" hangingPunct="1">
              <a:defRPr kumimoji="1" sz="1400" kern="1200">
                <a:solidFill>
                  <a:schemeClr val="dk1"/>
                </a:solidFill>
                <a:latin typeface="+mn-lt"/>
                <a:ea typeface="+mn-ea"/>
                <a:cs typeface="+mn-cs"/>
              </a:defRPr>
            </a:lvl8pPr>
            <a:lvl9pPr marL="3657600" algn="l" defTabSz="914400" rtl="0" eaLnBrk="1" latinLnBrk="0" hangingPunct="1">
              <a:defRPr kumimoji="1" sz="1400" kern="1200">
                <a:solidFill>
                  <a:schemeClr val="dk1"/>
                </a:solidFill>
                <a:latin typeface="+mn-lt"/>
                <a:ea typeface="+mn-ea"/>
                <a:cs typeface="+mn-cs"/>
              </a:defRPr>
            </a:lvl9pPr>
          </a:lstStyle>
          <a:p>
            <a:pPr>
              <a:defRPr/>
            </a:pPr>
            <a:r>
              <a:rPr lang="en-US" sz="4000" b="1" dirty="0">
                <a:solidFill>
                  <a:schemeClr val="bg1"/>
                </a:solidFill>
                <a:latin typeface="+mj-lt"/>
                <a:cs typeface="Arial" pitchFamily="34" charset="0"/>
              </a:rPr>
              <a:t>5. Conclusion and perspectives</a:t>
            </a:r>
          </a:p>
        </p:txBody>
      </p:sp>
      <p:sp>
        <p:nvSpPr>
          <p:cNvPr id="4" name="Espace réservé du numéro de diapositive 5">
            <a:extLst>
              <a:ext uri="{FF2B5EF4-FFF2-40B4-BE49-F238E27FC236}">
                <a16:creationId xmlns:a16="http://schemas.microsoft.com/office/drawing/2014/main" id="{F48CD7B9-4BDE-BFF8-F183-98B8FD328370}"/>
              </a:ext>
            </a:extLst>
          </p:cNvPr>
          <p:cNvSpPr txBox="1">
            <a:spLocks/>
          </p:cNvSpPr>
          <p:nvPr/>
        </p:nvSpPr>
        <p:spPr>
          <a:xfrm>
            <a:off x="11751094" y="6511161"/>
            <a:ext cx="49700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9887C5-77CC-4DE3-9998-86C0D45732CA}" type="slidenum">
              <a:rPr lang="en-US" sz="1400" smtClean="0">
                <a:solidFill>
                  <a:schemeClr val="bg2">
                    <a:lumMod val="75000"/>
                  </a:schemeClr>
                </a:solidFill>
              </a:rPr>
              <a:pPr/>
              <a:t>25</a:t>
            </a:fld>
            <a:endParaRPr lang="en-US" sz="1400" dirty="0">
              <a:solidFill>
                <a:schemeClr val="bg2">
                  <a:lumMod val="75000"/>
                </a:schemeClr>
              </a:solidFill>
            </a:endParaRPr>
          </a:p>
        </p:txBody>
      </p:sp>
    </p:spTree>
    <p:extLst>
      <p:ext uri="{BB962C8B-B14F-4D97-AF65-F5344CB8AC3E}">
        <p14:creationId xmlns:p14="http://schemas.microsoft.com/office/powerpoint/2010/main" val="642307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66" name="Group 2265">
            <a:extLst>
              <a:ext uri="{FF2B5EF4-FFF2-40B4-BE49-F238E27FC236}">
                <a16:creationId xmlns:a16="http://schemas.microsoft.com/office/drawing/2014/main" id="{1855E782-ABC3-4990-BDB2-0BD6D14A0A0C}"/>
              </a:ext>
            </a:extLst>
          </p:cNvPr>
          <p:cNvGrpSpPr/>
          <p:nvPr/>
        </p:nvGrpSpPr>
        <p:grpSpPr>
          <a:xfrm>
            <a:off x="151580" y="874643"/>
            <a:ext cx="10211620" cy="5754316"/>
            <a:chOff x="1013926" y="571329"/>
            <a:chExt cx="8233748" cy="5715342"/>
          </a:xfrm>
        </p:grpSpPr>
        <p:sp>
          <p:nvSpPr>
            <p:cNvPr id="1122" name="Freeform: Shape 1121">
              <a:extLst>
                <a:ext uri="{FF2B5EF4-FFF2-40B4-BE49-F238E27FC236}">
                  <a16:creationId xmlns:a16="http://schemas.microsoft.com/office/drawing/2014/main" id="{41597CA8-3727-4521-A58D-E4B0DA67E26D}"/>
                </a:ext>
              </a:extLst>
            </p:cNvPr>
            <p:cNvSpPr/>
            <p:nvPr/>
          </p:nvSpPr>
          <p:spPr>
            <a:xfrm>
              <a:off x="3525892" y="1104564"/>
              <a:ext cx="1287153" cy="656085"/>
            </a:xfrm>
            <a:custGeom>
              <a:avLst/>
              <a:gdLst>
                <a:gd name="connsiteX0" fmla="*/ 0 w 896778"/>
                <a:gd name="connsiteY0" fmla="*/ 457105 h 457104"/>
                <a:gd name="connsiteX1" fmla="*/ 414718 w 896778"/>
                <a:gd name="connsiteY1" fmla="*/ 0 h 457104"/>
                <a:gd name="connsiteX2" fmla="*/ 896779 w 896778"/>
                <a:gd name="connsiteY2" fmla="*/ 0 h 457104"/>
              </a:gdLst>
              <a:ahLst/>
              <a:cxnLst>
                <a:cxn ang="0">
                  <a:pos x="connsiteX0" y="connsiteY0"/>
                </a:cxn>
                <a:cxn ang="0">
                  <a:pos x="connsiteX1" y="connsiteY1"/>
                </a:cxn>
                <a:cxn ang="0">
                  <a:pos x="connsiteX2" y="connsiteY2"/>
                </a:cxn>
              </a:cxnLst>
              <a:rect l="l" t="t" r="r" b="b"/>
              <a:pathLst>
                <a:path w="896778" h="457104">
                  <a:moveTo>
                    <a:pt x="0" y="457105"/>
                  </a:moveTo>
                  <a:lnTo>
                    <a:pt x="414718" y="0"/>
                  </a:lnTo>
                  <a:lnTo>
                    <a:pt x="896779" y="0"/>
                  </a:lnTo>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3" name="Freeform: Shape 1122">
              <a:extLst>
                <a:ext uri="{FF2B5EF4-FFF2-40B4-BE49-F238E27FC236}">
                  <a16:creationId xmlns:a16="http://schemas.microsoft.com/office/drawing/2014/main" id="{2159F964-9269-4324-A4C7-68E53898438B}"/>
                </a:ext>
              </a:extLst>
            </p:cNvPr>
            <p:cNvSpPr/>
            <p:nvPr/>
          </p:nvSpPr>
          <p:spPr>
            <a:xfrm>
              <a:off x="4584873" y="2537590"/>
              <a:ext cx="1490173" cy="369125"/>
            </a:xfrm>
            <a:custGeom>
              <a:avLst/>
              <a:gdLst>
                <a:gd name="connsiteX0" fmla="*/ 0 w 1038225"/>
                <a:gd name="connsiteY0" fmla="*/ 257175 h 257175"/>
                <a:gd name="connsiteX1" fmla="*/ 781050 w 1038225"/>
                <a:gd name="connsiteY1" fmla="*/ 257175 h 257175"/>
                <a:gd name="connsiteX2" fmla="*/ 1038225 w 1038225"/>
                <a:gd name="connsiteY2" fmla="*/ 0 h 257175"/>
              </a:gdLst>
              <a:ahLst/>
              <a:cxnLst>
                <a:cxn ang="0">
                  <a:pos x="connsiteX0" y="connsiteY0"/>
                </a:cxn>
                <a:cxn ang="0">
                  <a:pos x="connsiteX1" y="connsiteY1"/>
                </a:cxn>
                <a:cxn ang="0">
                  <a:pos x="connsiteX2" y="connsiteY2"/>
                </a:cxn>
              </a:cxnLst>
              <a:rect l="l" t="t" r="r" b="b"/>
              <a:pathLst>
                <a:path w="1038225" h="257175">
                  <a:moveTo>
                    <a:pt x="0" y="257175"/>
                  </a:moveTo>
                  <a:lnTo>
                    <a:pt x="781050" y="257175"/>
                  </a:lnTo>
                  <a:lnTo>
                    <a:pt x="1038225" y="0"/>
                  </a:lnTo>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4" name="Freeform: Shape 1123">
              <a:extLst>
                <a:ext uri="{FF2B5EF4-FFF2-40B4-BE49-F238E27FC236}">
                  <a16:creationId xmlns:a16="http://schemas.microsoft.com/office/drawing/2014/main" id="{2FC032A1-1A95-4262-AF59-36F154EA2BE5}"/>
                </a:ext>
              </a:extLst>
            </p:cNvPr>
            <p:cNvSpPr/>
            <p:nvPr/>
          </p:nvSpPr>
          <p:spPr>
            <a:xfrm>
              <a:off x="4512278" y="4166799"/>
              <a:ext cx="1556478" cy="363929"/>
            </a:xfrm>
            <a:custGeom>
              <a:avLst/>
              <a:gdLst>
                <a:gd name="connsiteX0" fmla="*/ 0 w 1084421"/>
                <a:gd name="connsiteY0" fmla="*/ 253556 h 253555"/>
                <a:gd name="connsiteX1" fmla="*/ 870109 w 1084421"/>
                <a:gd name="connsiteY1" fmla="*/ 253556 h 253555"/>
                <a:gd name="connsiteX2" fmla="*/ 1084421 w 1084421"/>
                <a:gd name="connsiteY2" fmla="*/ 0 h 253555"/>
              </a:gdLst>
              <a:ahLst/>
              <a:cxnLst>
                <a:cxn ang="0">
                  <a:pos x="connsiteX0" y="connsiteY0"/>
                </a:cxn>
                <a:cxn ang="0">
                  <a:pos x="connsiteX1" y="connsiteY1"/>
                </a:cxn>
                <a:cxn ang="0">
                  <a:pos x="connsiteX2" y="connsiteY2"/>
                </a:cxn>
              </a:cxnLst>
              <a:rect l="l" t="t" r="r" b="b"/>
              <a:pathLst>
                <a:path w="1084421" h="253555">
                  <a:moveTo>
                    <a:pt x="0" y="253556"/>
                  </a:moveTo>
                  <a:lnTo>
                    <a:pt x="870109" y="253556"/>
                  </a:lnTo>
                  <a:lnTo>
                    <a:pt x="1084421" y="0"/>
                  </a:lnTo>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Freeform: Shape 1124">
              <a:extLst>
                <a:ext uri="{FF2B5EF4-FFF2-40B4-BE49-F238E27FC236}">
                  <a16:creationId xmlns:a16="http://schemas.microsoft.com/office/drawing/2014/main" id="{F728AD31-DB62-4F59-AFE5-56051FDB40A1}"/>
                </a:ext>
              </a:extLst>
            </p:cNvPr>
            <p:cNvSpPr/>
            <p:nvPr/>
          </p:nvSpPr>
          <p:spPr>
            <a:xfrm>
              <a:off x="3393692" y="5517935"/>
              <a:ext cx="1532964" cy="259755"/>
            </a:xfrm>
            <a:custGeom>
              <a:avLst/>
              <a:gdLst>
                <a:gd name="connsiteX0" fmla="*/ 0 w 1068038"/>
                <a:gd name="connsiteY0" fmla="*/ 4667 h 180975"/>
                <a:gd name="connsiteX1" fmla="*/ 925163 w 1068038"/>
                <a:gd name="connsiteY1" fmla="*/ 0 h 180975"/>
                <a:gd name="connsiteX2" fmla="*/ 1068038 w 1068038"/>
                <a:gd name="connsiteY2" fmla="*/ 180975 h 180975"/>
              </a:gdLst>
              <a:ahLst/>
              <a:cxnLst>
                <a:cxn ang="0">
                  <a:pos x="connsiteX0" y="connsiteY0"/>
                </a:cxn>
                <a:cxn ang="0">
                  <a:pos x="connsiteX1" y="connsiteY1"/>
                </a:cxn>
                <a:cxn ang="0">
                  <a:pos x="connsiteX2" y="connsiteY2"/>
                </a:cxn>
              </a:cxnLst>
              <a:rect l="l" t="t" r="r" b="b"/>
              <a:pathLst>
                <a:path w="1068038" h="180975">
                  <a:moveTo>
                    <a:pt x="0" y="4667"/>
                  </a:moveTo>
                  <a:lnTo>
                    <a:pt x="925163" y="0"/>
                  </a:lnTo>
                  <a:lnTo>
                    <a:pt x="1068038" y="180975"/>
                  </a:lnTo>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3" name="Freeform: Shape 1652">
              <a:extLst>
                <a:ext uri="{FF2B5EF4-FFF2-40B4-BE49-F238E27FC236}">
                  <a16:creationId xmlns:a16="http://schemas.microsoft.com/office/drawing/2014/main" id="{0B38F67A-017F-4F95-9D30-5FA2CB5159E2}"/>
                </a:ext>
              </a:extLst>
            </p:cNvPr>
            <p:cNvSpPr/>
            <p:nvPr/>
          </p:nvSpPr>
          <p:spPr>
            <a:xfrm>
              <a:off x="8356925" y="2227252"/>
              <a:ext cx="114565" cy="114565"/>
            </a:xfrm>
            <a:custGeom>
              <a:avLst/>
              <a:gdLst>
                <a:gd name="connsiteX0" fmla="*/ 79820 w 79819"/>
                <a:gd name="connsiteY0" fmla="*/ 39910 h 79819"/>
                <a:gd name="connsiteX1" fmla="*/ 39910 w 79819"/>
                <a:gd name="connsiteY1" fmla="*/ 79819 h 79819"/>
                <a:gd name="connsiteX2" fmla="*/ 0 w 79819"/>
                <a:gd name="connsiteY2" fmla="*/ 39910 h 79819"/>
                <a:gd name="connsiteX3" fmla="*/ 39910 w 79819"/>
                <a:gd name="connsiteY3" fmla="*/ 0 h 79819"/>
                <a:gd name="connsiteX4" fmla="*/ 7982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20" y="39910"/>
                  </a:moveTo>
                  <a:cubicBezTo>
                    <a:pt x="79820" y="61951"/>
                    <a:pt x="61952" y="79819"/>
                    <a:pt x="39910" y="79819"/>
                  </a:cubicBezTo>
                  <a:cubicBezTo>
                    <a:pt x="17868" y="79819"/>
                    <a:pt x="0" y="61951"/>
                    <a:pt x="0" y="39910"/>
                  </a:cubicBezTo>
                  <a:cubicBezTo>
                    <a:pt x="0" y="17868"/>
                    <a:pt x="17868" y="0"/>
                    <a:pt x="39910" y="0"/>
                  </a:cubicBezTo>
                  <a:cubicBezTo>
                    <a:pt x="61952" y="0"/>
                    <a:pt x="79820" y="17868"/>
                    <a:pt x="79820"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4" name="Freeform: Shape 1653">
              <a:extLst>
                <a:ext uri="{FF2B5EF4-FFF2-40B4-BE49-F238E27FC236}">
                  <a16:creationId xmlns:a16="http://schemas.microsoft.com/office/drawing/2014/main" id="{64E8E107-EC10-4261-9EC5-08C300FE9872}"/>
                </a:ext>
              </a:extLst>
            </p:cNvPr>
            <p:cNvSpPr/>
            <p:nvPr/>
          </p:nvSpPr>
          <p:spPr>
            <a:xfrm>
              <a:off x="8931256" y="2402928"/>
              <a:ext cx="114565" cy="114565"/>
            </a:xfrm>
            <a:custGeom>
              <a:avLst/>
              <a:gdLst>
                <a:gd name="connsiteX0" fmla="*/ 79820 w 79819"/>
                <a:gd name="connsiteY0" fmla="*/ 39910 h 79819"/>
                <a:gd name="connsiteX1" fmla="*/ 39910 w 79819"/>
                <a:gd name="connsiteY1" fmla="*/ 79820 h 79819"/>
                <a:gd name="connsiteX2" fmla="*/ 0 w 79819"/>
                <a:gd name="connsiteY2" fmla="*/ 39910 h 79819"/>
                <a:gd name="connsiteX3" fmla="*/ 39910 w 79819"/>
                <a:gd name="connsiteY3" fmla="*/ 0 h 79819"/>
                <a:gd name="connsiteX4" fmla="*/ 7982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20" y="39910"/>
                  </a:moveTo>
                  <a:cubicBezTo>
                    <a:pt x="79820" y="61951"/>
                    <a:pt x="61950" y="79820"/>
                    <a:pt x="39910" y="79820"/>
                  </a:cubicBezTo>
                  <a:cubicBezTo>
                    <a:pt x="17869" y="79820"/>
                    <a:pt x="0" y="61951"/>
                    <a:pt x="0" y="39910"/>
                  </a:cubicBezTo>
                  <a:cubicBezTo>
                    <a:pt x="0" y="17869"/>
                    <a:pt x="17869" y="0"/>
                    <a:pt x="39910" y="0"/>
                  </a:cubicBezTo>
                  <a:cubicBezTo>
                    <a:pt x="61931" y="48"/>
                    <a:pt x="79772" y="17888"/>
                    <a:pt x="79820"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5" name="Freeform: Shape 1654">
              <a:extLst>
                <a:ext uri="{FF2B5EF4-FFF2-40B4-BE49-F238E27FC236}">
                  <a16:creationId xmlns:a16="http://schemas.microsoft.com/office/drawing/2014/main" id="{DB4EA042-9F47-492E-974E-2B359C451F58}"/>
                </a:ext>
              </a:extLst>
            </p:cNvPr>
            <p:cNvSpPr/>
            <p:nvPr/>
          </p:nvSpPr>
          <p:spPr>
            <a:xfrm>
              <a:off x="9096269" y="2532121"/>
              <a:ext cx="61793" cy="61794"/>
            </a:xfrm>
            <a:custGeom>
              <a:avLst/>
              <a:gdLst>
                <a:gd name="connsiteX0" fmla="*/ 43053 w 43052"/>
                <a:gd name="connsiteY0" fmla="*/ 21527 h 43053"/>
                <a:gd name="connsiteX1" fmla="*/ 21526 w 43052"/>
                <a:gd name="connsiteY1" fmla="*/ 43053 h 43053"/>
                <a:gd name="connsiteX2" fmla="*/ 0 w 43052"/>
                <a:gd name="connsiteY2" fmla="*/ 21527 h 43053"/>
                <a:gd name="connsiteX3" fmla="*/ 21526 w 43052"/>
                <a:gd name="connsiteY3" fmla="*/ 0 h 43053"/>
                <a:gd name="connsiteX4" fmla="*/ 43053 w 43052"/>
                <a:gd name="connsiteY4" fmla="*/ 21527 h 43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52" h="43053">
                  <a:moveTo>
                    <a:pt x="43053" y="21527"/>
                  </a:moveTo>
                  <a:cubicBezTo>
                    <a:pt x="43053" y="33414"/>
                    <a:pt x="33414" y="43053"/>
                    <a:pt x="21526" y="43053"/>
                  </a:cubicBezTo>
                  <a:cubicBezTo>
                    <a:pt x="9639" y="43053"/>
                    <a:pt x="0" y="33414"/>
                    <a:pt x="0" y="21527"/>
                  </a:cubicBezTo>
                  <a:cubicBezTo>
                    <a:pt x="0" y="9639"/>
                    <a:pt x="9639" y="0"/>
                    <a:pt x="21526" y="0"/>
                  </a:cubicBezTo>
                  <a:cubicBezTo>
                    <a:pt x="33414" y="0"/>
                    <a:pt x="43053" y="9639"/>
                    <a:pt x="43053" y="2152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6" name="Freeform: Shape 1655">
              <a:extLst>
                <a:ext uri="{FF2B5EF4-FFF2-40B4-BE49-F238E27FC236}">
                  <a16:creationId xmlns:a16="http://schemas.microsoft.com/office/drawing/2014/main" id="{36F019E1-6923-4A19-8B31-24C8D0F7F989}"/>
                </a:ext>
              </a:extLst>
            </p:cNvPr>
            <p:cNvSpPr/>
            <p:nvPr/>
          </p:nvSpPr>
          <p:spPr>
            <a:xfrm>
              <a:off x="8752435" y="3302364"/>
              <a:ext cx="60973" cy="60973"/>
            </a:xfrm>
            <a:custGeom>
              <a:avLst/>
              <a:gdLst>
                <a:gd name="connsiteX0" fmla="*/ 42482 w 42481"/>
                <a:gd name="connsiteY0" fmla="*/ 21241 h 42481"/>
                <a:gd name="connsiteX1" fmla="*/ 21241 w 42481"/>
                <a:gd name="connsiteY1" fmla="*/ 42481 h 42481"/>
                <a:gd name="connsiteX2" fmla="*/ 1 w 42481"/>
                <a:gd name="connsiteY2" fmla="*/ 21241 h 42481"/>
                <a:gd name="connsiteX3" fmla="*/ 21241 w 42481"/>
                <a:gd name="connsiteY3" fmla="*/ 0 h 42481"/>
                <a:gd name="connsiteX4" fmla="*/ 42482 w 42481"/>
                <a:gd name="connsiteY4" fmla="*/ 21241 h 42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81" h="42481">
                  <a:moveTo>
                    <a:pt x="42482" y="21241"/>
                  </a:moveTo>
                  <a:cubicBezTo>
                    <a:pt x="42482" y="32972"/>
                    <a:pt x="32972" y="42481"/>
                    <a:pt x="21241" y="42481"/>
                  </a:cubicBezTo>
                  <a:cubicBezTo>
                    <a:pt x="9510" y="42481"/>
                    <a:pt x="1" y="32972"/>
                    <a:pt x="1" y="21241"/>
                  </a:cubicBezTo>
                  <a:cubicBezTo>
                    <a:pt x="1" y="9510"/>
                    <a:pt x="9510" y="0"/>
                    <a:pt x="21241" y="0"/>
                  </a:cubicBezTo>
                  <a:cubicBezTo>
                    <a:pt x="32972" y="0"/>
                    <a:pt x="42482" y="9510"/>
                    <a:pt x="42482" y="2124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7" name="Freeform: Shape 1656">
              <a:extLst>
                <a:ext uri="{FF2B5EF4-FFF2-40B4-BE49-F238E27FC236}">
                  <a16:creationId xmlns:a16="http://schemas.microsoft.com/office/drawing/2014/main" id="{6173A19E-DE4C-4EB2-90D8-82EBE02EBFF6}"/>
                </a:ext>
              </a:extLst>
            </p:cNvPr>
            <p:cNvSpPr/>
            <p:nvPr/>
          </p:nvSpPr>
          <p:spPr>
            <a:xfrm>
              <a:off x="8542170" y="3256564"/>
              <a:ext cx="114565" cy="114565"/>
            </a:xfrm>
            <a:custGeom>
              <a:avLst/>
              <a:gdLst>
                <a:gd name="connsiteX0" fmla="*/ 79820 w 79819"/>
                <a:gd name="connsiteY0" fmla="*/ 39910 h 79819"/>
                <a:gd name="connsiteX1" fmla="*/ 39910 w 79819"/>
                <a:gd name="connsiteY1" fmla="*/ 79820 h 79819"/>
                <a:gd name="connsiteX2" fmla="*/ 0 w 79819"/>
                <a:gd name="connsiteY2" fmla="*/ 39910 h 79819"/>
                <a:gd name="connsiteX3" fmla="*/ 39910 w 79819"/>
                <a:gd name="connsiteY3" fmla="*/ 0 h 79819"/>
                <a:gd name="connsiteX4" fmla="*/ 7982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20" y="39910"/>
                  </a:moveTo>
                  <a:cubicBezTo>
                    <a:pt x="79820" y="61951"/>
                    <a:pt x="61951" y="79820"/>
                    <a:pt x="39910" y="79820"/>
                  </a:cubicBezTo>
                  <a:cubicBezTo>
                    <a:pt x="17868" y="79820"/>
                    <a:pt x="0" y="61951"/>
                    <a:pt x="0" y="39910"/>
                  </a:cubicBezTo>
                  <a:cubicBezTo>
                    <a:pt x="0" y="17868"/>
                    <a:pt x="17868" y="0"/>
                    <a:pt x="39910" y="0"/>
                  </a:cubicBezTo>
                  <a:cubicBezTo>
                    <a:pt x="61951" y="0"/>
                    <a:pt x="79820" y="17868"/>
                    <a:pt x="79820"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9" name="Freeform: Shape 1658">
              <a:extLst>
                <a:ext uri="{FF2B5EF4-FFF2-40B4-BE49-F238E27FC236}">
                  <a16:creationId xmlns:a16="http://schemas.microsoft.com/office/drawing/2014/main" id="{74C74186-33AE-4695-9ADF-0F63CDDBB3D6}"/>
                </a:ext>
              </a:extLst>
            </p:cNvPr>
            <p:cNvSpPr/>
            <p:nvPr/>
          </p:nvSpPr>
          <p:spPr>
            <a:xfrm>
              <a:off x="8371005" y="2657761"/>
              <a:ext cx="744207" cy="458078"/>
            </a:xfrm>
            <a:custGeom>
              <a:avLst/>
              <a:gdLst>
                <a:gd name="connsiteX0" fmla="*/ 357950 w 518500"/>
                <a:gd name="connsiteY0" fmla="*/ 0 h 319150"/>
                <a:gd name="connsiteX1" fmla="*/ 236125 w 518500"/>
                <a:gd name="connsiteY1" fmla="*/ 57912 h 319150"/>
                <a:gd name="connsiteX2" fmla="*/ 143352 w 518500"/>
                <a:gd name="connsiteY2" fmla="*/ 110014 h 319150"/>
                <a:gd name="connsiteX3" fmla="*/ 0 w 518500"/>
                <a:gd name="connsiteY3" fmla="*/ 131636 h 319150"/>
                <a:gd name="connsiteX4" fmla="*/ 0 w 518500"/>
                <a:gd name="connsiteY4" fmla="*/ 187452 h 319150"/>
                <a:gd name="connsiteX5" fmla="*/ 137827 w 518500"/>
                <a:gd name="connsiteY5" fmla="*/ 208312 h 319150"/>
                <a:gd name="connsiteX6" fmla="*/ 238887 w 518500"/>
                <a:gd name="connsiteY6" fmla="*/ 264509 h 319150"/>
                <a:gd name="connsiteX7" fmla="*/ 463858 w 518500"/>
                <a:gd name="connsiteY7" fmla="*/ 279864 h 319150"/>
                <a:gd name="connsiteX8" fmla="*/ 518256 w 518500"/>
                <a:gd name="connsiteY8" fmla="*/ 150876 h 319150"/>
                <a:gd name="connsiteX9" fmla="*/ 357950 w 518500"/>
                <a:gd name="connsiteY9" fmla="*/ 0 h 3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500" h="319150">
                  <a:moveTo>
                    <a:pt x="357950" y="0"/>
                  </a:moveTo>
                  <a:cubicBezTo>
                    <a:pt x="310772" y="333"/>
                    <a:pt x="266167" y="21536"/>
                    <a:pt x="236125" y="57912"/>
                  </a:cubicBezTo>
                  <a:cubicBezTo>
                    <a:pt x="212665" y="86106"/>
                    <a:pt x="179632" y="104661"/>
                    <a:pt x="143352" y="110014"/>
                  </a:cubicBezTo>
                  <a:lnTo>
                    <a:pt x="0" y="131636"/>
                  </a:lnTo>
                  <a:lnTo>
                    <a:pt x="0" y="187452"/>
                  </a:lnTo>
                  <a:lnTo>
                    <a:pt x="137827" y="208312"/>
                  </a:lnTo>
                  <a:cubicBezTo>
                    <a:pt x="177099" y="214493"/>
                    <a:pt x="212913" y="234410"/>
                    <a:pt x="238887" y="264509"/>
                  </a:cubicBezTo>
                  <a:cubicBezTo>
                    <a:pt x="296771" y="330870"/>
                    <a:pt x="397497" y="337747"/>
                    <a:pt x="463858" y="279864"/>
                  </a:cubicBezTo>
                  <a:cubicBezTo>
                    <a:pt x="500901" y="247555"/>
                    <a:pt x="520980" y="199958"/>
                    <a:pt x="518256" y="150876"/>
                  </a:cubicBezTo>
                  <a:cubicBezTo>
                    <a:pt x="513026" y="66151"/>
                    <a:pt x="442836" y="86"/>
                    <a:pt x="3579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0" name="Freeform: Shape 1659">
              <a:extLst>
                <a:ext uri="{FF2B5EF4-FFF2-40B4-BE49-F238E27FC236}">
                  <a16:creationId xmlns:a16="http://schemas.microsoft.com/office/drawing/2014/main" id="{A00D9D56-A4BE-4247-B586-30D1055D7416}"/>
                </a:ext>
              </a:extLst>
            </p:cNvPr>
            <p:cNvSpPr/>
            <p:nvPr/>
          </p:nvSpPr>
          <p:spPr>
            <a:xfrm>
              <a:off x="8685795" y="2687670"/>
              <a:ext cx="390998" cy="390999"/>
            </a:xfrm>
            <a:custGeom>
              <a:avLst/>
              <a:gdLst>
                <a:gd name="connsiteX0" fmla="*/ 272415 w 272414"/>
                <a:gd name="connsiteY0" fmla="*/ 136207 h 272415"/>
                <a:gd name="connsiteX1" fmla="*/ 136208 w 272414"/>
                <a:gd name="connsiteY1" fmla="*/ 272415 h 272415"/>
                <a:gd name="connsiteX2" fmla="*/ 0 w 272414"/>
                <a:gd name="connsiteY2" fmla="*/ 136207 h 272415"/>
                <a:gd name="connsiteX3" fmla="*/ 136208 w 272414"/>
                <a:gd name="connsiteY3" fmla="*/ 0 h 272415"/>
                <a:gd name="connsiteX4" fmla="*/ 272415 w 272414"/>
                <a:gd name="connsiteY4" fmla="*/ 136207 h 27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14" h="272415">
                  <a:moveTo>
                    <a:pt x="272415" y="136207"/>
                  </a:moveTo>
                  <a:cubicBezTo>
                    <a:pt x="272415" y="211433"/>
                    <a:pt x="211433" y="272415"/>
                    <a:pt x="136208" y="272415"/>
                  </a:cubicBezTo>
                  <a:cubicBezTo>
                    <a:pt x="60983" y="272415"/>
                    <a:pt x="0" y="211433"/>
                    <a:pt x="0" y="136207"/>
                  </a:cubicBezTo>
                  <a:cubicBezTo>
                    <a:pt x="0" y="60982"/>
                    <a:pt x="60983" y="0"/>
                    <a:pt x="136208" y="0"/>
                  </a:cubicBezTo>
                  <a:cubicBezTo>
                    <a:pt x="211433" y="0"/>
                    <a:pt x="272415" y="60982"/>
                    <a:pt x="272415" y="136207"/>
                  </a:cubicBezTo>
                  <a:close/>
                </a:path>
              </a:pathLst>
            </a:custGeom>
            <a:solidFill>
              <a:srgbClr val="FFFFFF"/>
            </a:solidFill>
            <a:ln w="3810" cap="flat">
              <a:solidFill>
                <a:srgbClr val="FFFFFF"/>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Pro Cond" panose="02040506050405020303" pitchFamily="18" charset="0"/>
                  <a:ea typeface="+mn-ea"/>
                  <a:cs typeface="+mn-cs"/>
                </a:rPr>
                <a:t>2</a:t>
              </a:r>
            </a:p>
          </p:txBody>
        </p:sp>
        <p:sp>
          <p:nvSpPr>
            <p:cNvPr id="1663" name="Freeform: Shape 1662">
              <a:extLst>
                <a:ext uri="{FF2B5EF4-FFF2-40B4-BE49-F238E27FC236}">
                  <a16:creationId xmlns:a16="http://schemas.microsoft.com/office/drawing/2014/main" id="{84B779FA-CD12-4ACC-B054-FEEC4F787014}"/>
                </a:ext>
              </a:extLst>
            </p:cNvPr>
            <p:cNvSpPr/>
            <p:nvPr/>
          </p:nvSpPr>
          <p:spPr>
            <a:xfrm>
              <a:off x="6338765" y="2446540"/>
              <a:ext cx="2170320" cy="881662"/>
            </a:xfrm>
            <a:custGeom>
              <a:avLst/>
              <a:gdLst>
                <a:gd name="connsiteX0" fmla="*/ 285274 w 1512093"/>
                <a:gd name="connsiteY0" fmla="*/ 613886 h 614267"/>
                <a:gd name="connsiteX1" fmla="*/ 0 w 1512093"/>
                <a:gd name="connsiteY1" fmla="*/ 306705 h 614267"/>
                <a:gd name="connsiteX2" fmla="*/ 285274 w 1512093"/>
                <a:gd name="connsiteY2" fmla="*/ 0 h 614267"/>
                <a:gd name="connsiteX3" fmla="*/ 1226344 w 1512093"/>
                <a:gd name="connsiteY3" fmla="*/ 0 h 614267"/>
                <a:gd name="connsiteX4" fmla="*/ 1512094 w 1512093"/>
                <a:gd name="connsiteY4" fmla="*/ 307086 h 614267"/>
                <a:gd name="connsiteX5" fmla="*/ 1226344 w 1512093"/>
                <a:gd name="connsiteY5" fmla="*/ 614267 h 61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2093" h="614267">
                  <a:moveTo>
                    <a:pt x="285274" y="613886"/>
                  </a:moveTo>
                  <a:cubicBezTo>
                    <a:pt x="128016" y="613886"/>
                    <a:pt x="0" y="476059"/>
                    <a:pt x="0" y="306705"/>
                  </a:cubicBezTo>
                  <a:cubicBezTo>
                    <a:pt x="0" y="137350"/>
                    <a:pt x="128016" y="0"/>
                    <a:pt x="285274" y="0"/>
                  </a:cubicBezTo>
                  <a:lnTo>
                    <a:pt x="1226344" y="0"/>
                  </a:lnTo>
                  <a:cubicBezTo>
                    <a:pt x="1383602" y="0"/>
                    <a:pt x="1512094" y="137732"/>
                    <a:pt x="1512094" y="307086"/>
                  </a:cubicBezTo>
                  <a:cubicBezTo>
                    <a:pt x="1512094" y="476441"/>
                    <a:pt x="1384078" y="614267"/>
                    <a:pt x="1226344" y="61426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4" name="Rectangle: Rounded Corners 1663">
              <a:extLst>
                <a:ext uri="{FF2B5EF4-FFF2-40B4-BE49-F238E27FC236}">
                  <a16:creationId xmlns:a16="http://schemas.microsoft.com/office/drawing/2014/main" id="{49BA845B-85CD-493C-AAC6-3EFC5427C9C7}"/>
                </a:ext>
              </a:extLst>
            </p:cNvPr>
            <p:cNvSpPr/>
            <p:nvPr/>
          </p:nvSpPr>
          <p:spPr>
            <a:xfrm>
              <a:off x="6391946" y="2500286"/>
              <a:ext cx="2063273" cy="767096"/>
            </a:xfrm>
            <a:prstGeom prst="roundRect">
              <a:avLst>
                <a:gd name="adj" fmla="val 50000"/>
              </a:avLst>
            </a:prstGeom>
            <a:solidFill>
              <a:srgbClr val="FFFFFF"/>
            </a:solidFill>
            <a:ln w="381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5" name="Freeform: Shape 1664">
              <a:extLst>
                <a:ext uri="{FF2B5EF4-FFF2-40B4-BE49-F238E27FC236}">
                  <a16:creationId xmlns:a16="http://schemas.microsoft.com/office/drawing/2014/main" id="{11D6131D-9C05-46DF-BAD8-AEE15E8168F6}"/>
                </a:ext>
              </a:extLst>
            </p:cNvPr>
            <p:cNvSpPr/>
            <p:nvPr/>
          </p:nvSpPr>
          <p:spPr>
            <a:xfrm>
              <a:off x="6052560" y="2171111"/>
              <a:ext cx="686936" cy="850016"/>
            </a:xfrm>
            <a:custGeom>
              <a:avLst/>
              <a:gdLst>
                <a:gd name="connsiteX0" fmla="*/ 521 w 478598"/>
                <a:gd name="connsiteY0" fmla="*/ 223612 h 592219"/>
                <a:gd name="connsiteX1" fmla="*/ 165685 w 478598"/>
                <a:gd name="connsiteY1" fmla="*/ 467071 h 592219"/>
                <a:gd name="connsiteX2" fmla="*/ 223406 w 478598"/>
                <a:gd name="connsiteY2" fmla="*/ 582419 h 592219"/>
                <a:gd name="connsiteX3" fmla="*/ 247323 w 478598"/>
                <a:gd name="connsiteY3" fmla="*/ 590315 h 592219"/>
                <a:gd name="connsiteX4" fmla="*/ 255220 w 478598"/>
                <a:gd name="connsiteY4" fmla="*/ 582419 h 592219"/>
                <a:gd name="connsiteX5" fmla="*/ 312941 w 478598"/>
                <a:gd name="connsiteY5" fmla="*/ 466976 h 592219"/>
                <a:gd name="connsiteX6" fmla="*/ 466913 w 478598"/>
                <a:gd name="connsiteY6" fmla="*/ 165662 h 592219"/>
                <a:gd name="connsiteX7" fmla="*/ 165589 w 478598"/>
                <a:gd name="connsiteY7" fmla="*/ 11691 h 592219"/>
                <a:gd name="connsiteX8" fmla="*/ 521 w 478598"/>
                <a:gd name="connsiteY8" fmla="*/ 223517 h 59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598" h="592219">
                  <a:moveTo>
                    <a:pt x="521" y="223612"/>
                  </a:moveTo>
                  <a:cubicBezTo>
                    <a:pt x="-6680" y="333016"/>
                    <a:pt x="61367" y="433324"/>
                    <a:pt x="165685" y="467071"/>
                  </a:cubicBezTo>
                  <a:lnTo>
                    <a:pt x="223406" y="582419"/>
                  </a:lnTo>
                  <a:cubicBezTo>
                    <a:pt x="227835" y="591201"/>
                    <a:pt x="238541" y="594735"/>
                    <a:pt x="247323" y="590315"/>
                  </a:cubicBezTo>
                  <a:cubicBezTo>
                    <a:pt x="250733" y="588591"/>
                    <a:pt x="253505" y="585829"/>
                    <a:pt x="255220" y="582419"/>
                  </a:cubicBezTo>
                  <a:lnTo>
                    <a:pt x="312941" y="466976"/>
                  </a:lnTo>
                  <a:cubicBezTo>
                    <a:pt x="438662" y="426285"/>
                    <a:pt x="507594" y="291383"/>
                    <a:pt x="466913" y="165662"/>
                  </a:cubicBezTo>
                  <a:cubicBezTo>
                    <a:pt x="426222" y="39932"/>
                    <a:pt x="291310" y="-29000"/>
                    <a:pt x="165589" y="11691"/>
                  </a:cubicBezTo>
                  <a:cubicBezTo>
                    <a:pt x="72397" y="41856"/>
                    <a:pt x="6998" y="125771"/>
                    <a:pt x="521" y="22351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6" name="Freeform: Shape 1665">
              <a:extLst>
                <a:ext uri="{FF2B5EF4-FFF2-40B4-BE49-F238E27FC236}">
                  <a16:creationId xmlns:a16="http://schemas.microsoft.com/office/drawing/2014/main" id="{808778DA-2995-4516-99CB-873B5FAC6E72}"/>
                </a:ext>
              </a:extLst>
            </p:cNvPr>
            <p:cNvSpPr/>
            <p:nvPr/>
          </p:nvSpPr>
          <p:spPr>
            <a:xfrm>
              <a:off x="6161524" y="2285765"/>
              <a:ext cx="457988" cy="457988"/>
            </a:xfrm>
            <a:custGeom>
              <a:avLst/>
              <a:gdLst>
                <a:gd name="connsiteX0" fmla="*/ 319087 w 319087"/>
                <a:gd name="connsiteY0" fmla="*/ 159544 h 319087"/>
                <a:gd name="connsiteX1" fmla="*/ 159544 w 319087"/>
                <a:gd name="connsiteY1" fmla="*/ 319088 h 319087"/>
                <a:gd name="connsiteX2" fmla="*/ 0 w 319087"/>
                <a:gd name="connsiteY2" fmla="*/ 159544 h 319087"/>
                <a:gd name="connsiteX3" fmla="*/ 159544 w 319087"/>
                <a:gd name="connsiteY3" fmla="*/ 0 h 319087"/>
                <a:gd name="connsiteX4" fmla="*/ 319087 w 319087"/>
                <a:gd name="connsiteY4" fmla="*/ 159544 h 31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7" h="319087">
                  <a:moveTo>
                    <a:pt x="319087" y="159544"/>
                  </a:moveTo>
                  <a:cubicBezTo>
                    <a:pt x="319087" y="247657"/>
                    <a:pt x="247657" y="319088"/>
                    <a:pt x="159544" y="319088"/>
                  </a:cubicBezTo>
                  <a:cubicBezTo>
                    <a:pt x="71430" y="319088"/>
                    <a:pt x="0" y="247657"/>
                    <a:pt x="0" y="159544"/>
                  </a:cubicBezTo>
                  <a:cubicBezTo>
                    <a:pt x="0" y="71430"/>
                    <a:pt x="71430" y="0"/>
                    <a:pt x="159544" y="0"/>
                  </a:cubicBezTo>
                  <a:cubicBezTo>
                    <a:pt x="247657" y="0"/>
                    <a:pt x="319087" y="71430"/>
                    <a:pt x="319087" y="159544"/>
                  </a:cubicBezTo>
                  <a:close/>
                </a:path>
              </a:pathLst>
            </a:custGeom>
            <a:solidFill>
              <a:srgbClr val="FFFFFF"/>
            </a:solidFill>
            <a:ln w="666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5" name="Freeform: Shape 1924">
              <a:extLst>
                <a:ext uri="{FF2B5EF4-FFF2-40B4-BE49-F238E27FC236}">
                  <a16:creationId xmlns:a16="http://schemas.microsoft.com/office/drawing/2014/main" id="{C8C21932-3648-4E70-9957-58F28C524A8E}"/>
                </a:ext>
              </a:extLst>
            </p:cNvPr>
            <p:cNvSpPr/>
            <p:nvPr/>
          </p:nvSpPr>
          <p:spPr>
            <a:xfrm>
              <a:off x="5820208" y="3890465"/>
              <a:ext cx="114594" cy="114591"/>
            </a:xfrm>
            <a:custGeom>
              <a:avLst/>
              <a:gdLst>
                <a:gd name="connsiteX0" fmla="*/ 3241 w 79839"/>
                <a:gd name="connsiteY0" fmla="*/ 55652 h 79837"/>
                <a:gd name="connsiteX1" fmla="*/ 24187 w 79839"/>
                <a:gd name="connsiteY1" fmla="*/ 3246 h 79837"/>
                <a:gd name="connsiteX2" fmla="*/ 76594 w 79839"/>
                <a:gd name="connsiteY2" fmla="*/ 24182 h 79837"/>
                <a:gd name="connsiteX3" fmla="*/ 55648 w 79839"/>
                <a:gd name="connsiteY3" fmla="*/ 76598 h 79837"/>
                <a:gd name="connsiteX4" fmla="*/ 55629 w 79839"/>
                <a:gd name="connsiteY4" fmla="*/ 76607 h 79837"/>
                <a:gd name="connsiteX5" fmla="*/ 3241 w 79839"/>
                <a:gd name="connsiteY5" fmla="*/ 55652 h 79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39" h="79837">
                  <a:moveTo>
                    <a:pt x="3241" y="55652"/>
                  </a:moveTo>
                  <a:cubicBezTo>
                    <a:pt x="-5445" y="35393"/>
                    <a:pt x="3927" y="11932"/>
                    <a:pt x="24187" y="3246"/>
                  </a:cubicBezTo>
                  <a:cubicBezTo>
                    <a:pt x="44447" y="-5451"/>
                    <a:pt x="67907" y="3931"/>
                    <a:pt x="76594" y="24182"/>
                  </a:cubicBezTo>
                  <a:cubicBezTo>
                    <a:pt x="85290" y="44441"/>
                    <a:pt x="75908" y="67911"/>
                    <a:pt x="55648" y="76598"/>
                  </a:cubicBezTo>
                  <a:cubicBezTo>
                    <a:pt x="55648" y="76598"/>
                    <a:pt x="55639" y="76607"/>
                    <a:pt x="55629" y="76607"/>
                  </a:cubicBezTo>
                  <a:cubicBezTo>
                    <a:pt x="35379" y="85275"/>
                    <a:pt x="11928" y="75902"/>
                    <a:pt x="3241" y="5565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6" name="Freeform: Shape 1925">
              <a:extLst>
                <a:ext uri="{FF2B5EF4-FFF2-40B4-BE49-F238E27FC236}">
                  <a16:creationId xmlns:a16="http://schemas.microsoft.com/office/drawing/2014/main" id="{3A2B2C59-7747-4166-8A8D-DCFF42D843DC}"/>
                </a:ext>
              </a:extLst>
            </p:cNvPr>
            <p:cNvSpPr/>
            <p:nvPr/>
          </p:nvSpPr>
          <p:spPr>
            <a:xfrm>
              <a:off x="6141215" y="4628206"/>
              <a:ext cx="114565" cy="114565"/>
            </a:xfrm>
            <a:custGeom>
              <a:avLst/>
              <a:gdLst>
                <a:gd name="connsiteX0" fmla="*/ 0 w 79819"/>
                <a:gd name="connsiteY0" fmla="*/ 39910 h 79819"/>
                <a:gd name="connsiteX1" fmla="*/ 39910 w 79819"/>
                <a:gd name="connsiteY1" fmla="*/ 0 h 79819"/>
                <a:gd name="connsiteX2" fmla="*/ 79820 w 79819"/>
                <a:gd name="connsiteY2" fmla="*/ 39910 h 79819"/>
                <a:gd name="connsiteX3" fmla="*/ 39910 w 79819"/>
                <a:gd name="connsiteY3" fmla="*/ 79820 h 79819"/>
                <a:gd name="connsiteX4" fmla="*/ 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0" y="39910"/>
                  </a:moveTo>
                  <a:cubicBezTo>
                    <a:pt x="0" y="17869"/>
                    <a:pt x="17869" y="0"/>
                    <a:pt x="39910" y="0"/>
                  </a:cubicBezTo>
                  <a:cubicBezTo>
                    <a:pt x="61951" y="0"/>
                    <a:pt x="79820" y="17869"/>
                    <a:pt x="79820" y="39910"/>
                  </a:cubicBezTo>
                  <a:cubicBezTo>
                    <a:pt x="79820" y="61951"/>
                    <a:pt x="61951" y="79820"/>
                    <a:pt x="39910" y="79820"/>
                  </a:cubicBezTo>
                  <a:cubicBezTo>
                    <a:pt x="17869" y="79820"/>
                    <a:pt x="0" y="61951"/>
                    <a:pt x="0" y="3991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7" name="Freeform: Shape 1926">
              <a:extLst>
                <a:ext uri="{FF2B5EF4-FFF2-40B4-BE49-F238E27FC236}">
                  <a16:creationId xmlns:a16="http://schemas.microsoft.com/office/drawing/2014/main" id="{FA498D2A-55E9-4A00-AA99-AF42DECABA23}"/>
                </a:ext>
              </a:extLst>
            </p:cNvPr>
            <p:cNvSpPr/>
            <p:nvPr/>
          </p:nvSpPr>
          <p:spPr>
            <a:xfrm>
              <a:off x="6028836" y="4551373"/>
              <a:ext cx="61794" cy="61794"/>
            </a:xfrm>
            <a:custGeom>
              <a:avLst/>
              <a:gdLst>
                <a:gd name="connsiteX0" fmla="*/ 0 w 43053"/>
                <a:gd name="connsiteY0" fmla="*/ 21622 h 43053"/>
                <a:gd name="connsiteX1" fmla="*/ 21432 w 43053"/>
                <a:gd name="connsiteY1" fmla="*/ 0 h 43053"/>
                <a:gd name="connsiteX2" fmla="*/ 43053 w 43053"/>
                <a:gd name="connsiteY2" fmla="*/ 21432 h 43053"/>
                <a:gd name="connsiteX3" fmla="*/ 21622 w 43053"/>
                <a:gd name="connsiteY3" fmla="*/ 43053 h 43053"/>
                <a:gd name="connsiteX4" fmla="*/ 21527 w 43053"/>
                <a:gd name="connsiteY4" fmla="*/ 43053 h 43053"/>
                <a:gd name="connsiteX5" fmla="*/ 0 w 43053"/>
                <a:gd name="connsiteY5" fmla="*/ 21622 h 43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53" h="43053">
                  <a:moveTo>
                    <a:pt x="0" y="21622"/>
                  </a:moveTo>
                  <a:cubicBezTo>
                    <a:pt x="-57" y="9735"/>
                    <a:pt x="9544" y="58"/>
                    <a:pt x="21432" y="0"/>
                  </a:cubicBezTo>
                  <a:cubicBezTo>
                    <a:pt x="33319" y="-57"/>
                    <a:pt x="42996" y="9544"/>
                    <a:pt x="43053" y="21432"/>
                  </a:cubicBezTo>
                  <a:cubicBezTo>
                    <a:pt x="43101" y="33319"/>
                    <a:pt x="33509" y="42996"/>
                    <a:pt x="21622" y="43053"/>
                  </a:cubicBezTo>
                  <a:cubicBezTo>
                    <a:pt x="21593" y="43053"/>
                    <a:pt x="21555" y="43053"/>
                    <a:pt x="21527" y="43053"/>
                  </a:cubicBezTo>
                  <a:cubicBezTo>
                    <a:pt x="9678" y="43053"/>
                    <a:pt x="58" y="33471"/>
                    <a:pt x="0" y="2162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8" name="Freeform: Shape 1927">
              <a:extLst>
                <a:ext uri="{FF2B5EF4-FFF2-40B4-BE49-F238E27FC236}">
                  <a16:creationId xmlns:a16="http://schemas.microsoft.com/office/drawing/2014/main" id="{4A240BFC-F948-478A-B778-BC18C16165B6}"/>
                </a:ext>
              </a:extLst>
            </p:cNvPr>
            <p:cNvSpPr/>
            <p:nvPr/>
          </p:nvSpPr>
          <p:spPr>
            <a:xfrm>
              <a:off x="6637422" y="3563910"/>
              <a:ext cx="61265" cy="61219"/>
            </a:xfrm>
            <a:custGeom>
              <a:avLst/>
              <a:gdLst>
                <a:gd name="connsiteX0" fmla="*/ 1757 w 42684"/>
                <a:gd name="connsiteY0" fmla="*/ 29803 h 42652"/>
                <a:gd name="connsiteX1" fmla="*/ 12882 w 42684"/>
                <a:gd name="connsiteY1" fmla="*/ 1751 h 42652"/>
                <a:gd name="connsiteX2" fmla="*/ 40933 w 42684"/>
                <a:gd name="connsiteY2" fmla="*/ 12877 h 42652"/>
                <a:gd name="connsiteX3" fmla="*/ 29808 w 42684"/>
                <a:gd name="connsiteY3" fmla="*/ 40928 h 42652"/>
                <a:gd name="connsiteX4" fmla="*/ 29760 w 42684"/>
                <a:gd name="connsiteY4" fmla="*/ 40947 h 42652"/>
                <a:gd name="connsiteX5" fmla="*/ 1757 w 42684"/>
                <a:gd name="connsiteY5" fmla="*/ 29803 h 42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84" h="42652">
                  <a:moveTo>
                    <a:pt x="1757" y="29803"/>
                  </a:moveTo>
                  <a:cubicBezTo>
                    <a:pt x="-2920" y="18982"/>
                    <a:pt x="2062" y="6428"/>
                    <a:pt x="12882" y="1751"/>
                  </a:cubicBezTo>
                  <a:cubicBezTo>
                    <a:pt x="23703" y="-2916"/>
                    <a:pt x="36256" y="2066"/>
                    <a:pt x="40933" y="12877"/>
                  </a:cubicBezTo>
                  <a:cubicBezTo>
                    <a:pt x="45601" y="23697"/>
                    <a:pt x="40619" y="36251"/>
                    <a:pt x="29808" y="40928"/>
                  </a:cubicBezTo>
                  <a:cubicBezTo>
                    <a:pt x="29789" y="40937"/>
                    <a:pt x="29780" y="40937"/>
                    <a:pt x="29760" y="40947"/>
                  </a:cubicBezTo>
                  <a:cubicBezTo>
                    <a:pt x="18950" y="45528"/>
                    <a:pt x="6462" y="40566"/>
                    <a:pt x="1757" y="2980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9" name="Freeform: Shape 1928">
              <a:extLst>
                <a:ext uri="{FF2B5EF4-FFF2-40B4-BE49-F238E27FC236}">
                  <a16:creationId xmlns:a16="http://schemas.microsoft.com/office/drawing/2014/main" id="{2C7E4E6E-657B-4923-8C51-13BC7A25C92E}"/>
                </a:ext>
              </a:extLst>
            </p:cNvPr>
            <p:cNvSpPr/>
            <p:nvPr/>
          </p:nvSpPr>
          <p:spPr>
            <a:xfrm>
              <a:off x="6832979" y="3591337"/>
              <a:ext cx="114594" cy="114638"/>
            </a:xfrm>
            <a:custGeom>
              <a:avLst/>
              <a:gdLst>
                <a:gd name="connsiteX0" fmla="*/ 3242 w 79839"/>
                <a:gd name="connsiteY0" fmla="*/ 55652 h 79870"/>
                <a:gd name="connsiteX1" fmla="*/ 24187 w 79839"/>
                <a:gd name="connsiteY1" fmla="*/ 3246 h 79870"/>
                <a:gd name="connsiteX2" fmla="*/ 76594 w 79839"/>
                <a:gd name="connsiteY2" fmla="*/ 24191 h 79870"/>
                <a:gd name="connsiteX3" fmla="*/ 55648 w 79839"/>
                <a:gd name="connsiteY3" fmla="*/ 76598 h 79870"/>
                <a:gd name="connsiteX4" fmla="*/ 55629 w 79839"/>
                <a:gd name="connsiteY4" fmla="*/ 76607 h 79870"/>
                <a:gd name="connsiteX5" fmla="*/ 3308 w 79839"/>
                <a:gd name="connsiteY5" fmla="*/ 55804 h 79870"/>
                <a:gd name="connsiteX6" fmla="*/ 3242 w 79839"/>
                <a:gd name="connsiteY6" fmla="*/ 55652 h 7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39" h="79870">
                  <a:moveTo>
                    <a:pt x="3242" y="55652"/>
                  </a:moveTo>
                  <a:cubicBezTo>
                    <a:pt x="-5445" y="35393"/>
                    <a:pt x="3927" y="11932"/>
                    <a:pt x="24187" y="3246"/>
                  </a:cubicBezTo>
                  <a:cubicBezTo>
                    <a:pt x="44447" y="-5451"/>
                    <a:pt x="67907" y="3931"/>
                    <a:pt x="76594" y="24191"/>
                  </a:cubicBezTo>
                  <a:cubicBezTo>
                    <a:pt x="85290" y="44441"/>
                    <a:pt x="75908" y="67911"/>
                    <a:pt x="55648" y="76598"/>
                  </a:cubicBezTo>
                  <a:cubicBezTo>
                    <a:pt x="55648" y="76598"/>
                    <a:pt x="55639" y="76607"/>
                    <a:pt x="55629" y="76607"/>
                  </a:cubicBezTo>
                  <a:cubicBezTo>
                    <a:pt x="35436" y="85313"/>
                    <a:pt x="12014" y="75998"/>
                    <a:pt x="3308" y="55804"/>
                  </a:cubicBezTo>
                  <a:cubicBezTo>
                    <a:pt x="3289" y="55757"/>
                    <a:pt x="3261" y="55700"/>
                    <a:pt x="3242" y="5565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0" name="Freeform: Shape 1929">
              <a:extLst>
                <a:ext uri="{FF2B5EF4-FFF2-40B4-BE49-F238E27FC236}">
                  <a16:creationId xmlns:a16="http://schemas.microsoft.com/office/drawing/2014/main" id="{A9CBFD15-CF3F-4C8A-B470-E3BCEC473AA9}"/>
                </a:ext>
              </a:extLst>
            </p:cNvPr>
            <p:cNvSpPr/>
            <p:nvPr/>
          </p:nvSpPr>
          <p:spPr>
            <a:xfrm>
              <a:off x="8503480" y="4141780"/>
              <a:ext cx="744194" cy="457997"/>
            </a:xfrm>
            <a:custGeom>
              <a:avLst/>
              <a:gdLst>
                <a:gd name="connsiteX0" fmla="*/ 357378 w 518491"/>
                <a:gd name="connsiteY0" fmla="*/ 0 h 319093"/>
                <a:gd name="connsiteX1" fmla="*/ 235554 w 518491"/>
                <a:gd name="connsiteY1" fmla="*/ 57912 h 319093"/>
                <a:gd name="connsiteX2" fmla="*/ 142875 w 518491"/>
                <a:gd name="connsiteY2" fmla="*/ 110014 h 319093"/>
                <a:gd name="connsiteX3" fmla="*/ 0 w 518491"/>
                <a:gd name="connsiteY3" fmla="*/ 131636 h 319093"/>
                <a:gd name="connsiteX4" fmla="*/ 0 w 518491"/>
                <a:gd name="connsiteY4" fmla="*/ 187452 h 319093"/>
                <a:gd name="connsiteX5" fmla="*/ 137827 w 518491"/>
                <a:gd name="connsiteY5" fmla="*/ 208312 h 319093"/>
                <a:gd name="connsiteX6" fmla="*/ 238792 w 518491"/>
                <a:gd name="connsiteY6" fmla="*/ 264509 h 319093"/>
                <a:gd name="connsiteX7" fmla="*/ 463906 w 518491"/>
                <a:gd name="connsiteY7" fmla="*/ 279702 h 319093"/>
                <a:gd name="connsiteX8" fmla="*/ 518256 w 518491"/>
                <a:gd name="connsiteY8" fmla="*/ 150876 h 319093"/>
                <a:gd name="connsiteX9" fmla="*/ 357378 w 518491"/>
                <a:gd name="connsiteY9" fmla="*/ 0 h 31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491" h="319093">
                  <a:moveTo>
                    <a:pt x="357378" y="0"/>
                  </a:moveTo>
                  <a:cubicBezTo>
                    <a:pt x="310201" y="334"/>
                    <a:pt x="265595" y="21536"/>
                    <a:pt x="235554" y="57912"/>
                  </a:cubicBezTo>
                  <a:cubicBezTo>
                    <a:pt x="212122" y="86087"/>
                    <a:pt x="179127" y="104632"/>
                    <a:pt x="142875" y="110014"/>
                  </a:cubicBezTo>
                  <a:lnTo>
                    <a:pt x="0" y="131636"/>
                  </a:lnTo>
                  <a:lnTo>
                    <a:pt x="0" y="187452"/>
                  </a:lnTo>
                  <a:lnTo>
                    <a:pt x="137827" y="208312"/>
                  </a:lnTo>
                  <a:cubicBezTo>
                    <a:pt x="177099" y="214437"/>
                    <a:pt x="212893" y="234363"/>
                    <a:pt x="238792" y="264509"/>
                  </a:cubicBezTo>
                  <a:cubicBezTo>
                    <a:pt x="296761" y="330870"/>
                    <a:pt x="397545" y="337671"/>
                    <a:pt x="463906" y="279702"/>
                  </a:cubicBezTo>
                  <a:cubicBezTo>
                    <a:pt x="500882" y="247412"/>
                    <a:pt x="520922" y="199892"/>
                    <a:pt x="518256" y="150876"/>
                  </a:cubicBezTo>
                  <a:cubicBezTo>
                    <a:pt x="512969" y="65952"/>
                    <a:pt x="442465" y="-162"/>
                    <a:pt x="357378"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1" name="Freeform: Shape 1930">
              <a:extLst>
                <a:ext uri="{FF2B5EF4-FFF2-40B4-BE49-F238E27FC236}">
                  <a16:creationId xmlns:a16="http://schemas.microsoft.com/office/drawing/2014/main" id="{AE1AB339-A2E3-4265-B443-9D4B719E1FDD}"/>
                </a:ext>
              </a:extLst>
            </p:cNvPr>
            <p:cNvSpPr/>
            <p:nvPr/>
          </p:nvSpPr>
          <p:spPr>
            <a:xfrm>
              <a:off x="8814548" y="4164932"/>
              <a:ext cx="390998" cy="390999"/>
            </a:xfrm>
            <a:custGeom>
              <a:avLst/>
              <a:gdLst>
                <a:gd name="connsiteX0" fmla="*/ 272415 w 272414"/>
                <a:gd name="connsiteY0" fmla="*/ 136208 h 272415"/>
                <a:gd name="connsiteX1" fmla="*/ 136208 w 272414"/>
                <a:gd name="connsiteY1" fmla="*/ 272415 h 272415"/>
                <a:gd name="connsiteX2" fmla="*/ 0 w 272414"/>
                <a:gd name="connsiteY2" fmla="*/ 136208 h 272415"/>
                <a:gd name="connsiteX3" fmla="*/ 136208 w 272414"/>
                <a:gd name="connsiteY3" fmla="*/ 0 h 272415"/>
                <a:gd name="connsiteX4" fmla="*/ 272415 w 272414"/>
                <a:gd name="connsiteY4" fmla="*/ 136208 h 27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14" h="272415">
                  <a:moveTo>
                    <a:pt x="272415" y="136208"/>
                  </a:moveTo>
                  <a:cubicBezTo>
                    <a:pt x="272415" y="211433"/>
                    <a:pt x="211433" y="272415"/>
                    <a:pt x="136208" y="272415"/>
                  </a:cubicBezTo>
                  <a:cubicBezTo>
                    <a:pt x="60983" y="272415"/>
                    <a:pt x="0" y="211433"/>
                    <a:pt x="0" y="136208"/>
                  </a:cubicBezTo>
                  <a:cubicBezTo>
                    <a:pt x="0" y="60982"/>
                    <a:pt x="60983" y="0"/>
                    <a:pt x="136208" y="0"/>
                  </a:cubicBezTo>
                  <a:cubicBezTo>
                    <a:pt x="211433" y="0"/>
                    <a:pt x="272415" y="60982"/>
                    <a:pt x="272415" y="136208"/>
                  </a:cubicBezTo>
                  <a:close/>
                </a:path>
              </a:pathLst>
            </a:custGeom>
            <a:solidFill>
              <a:srgbClr val="FFFFFF"/>
            </a:solidFill>
            <a:ln w="3810" cap="flat">
              <a:solidFill>
                <a:srgbClr val="FFFFFF"/>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Pro Cond" panose="02040506050405020303" pitchFamily="18" charset="0"/>
                  <a:ea typeface="+mn-ea"/>
                  <a:cs typeface="+mn-cs"/>
                </a:rPr>
                <a:t>3</a:t>
              </a:r>
            </a:p>
          </p:txBody>
        </p:sp>
        <p:sp>
          <p:nvSpPr>
            <p:cNvPr id="1933" name="Freeform: Shape 1932">
              <a:extLst>
                <a:ext uri="{FF2B5EF4-FFF2-40B4-BE49-F238E27FC236}">
                  <a16:creationId xmlns:a16="http://schemas.microsoft.com/office/drawing/2014/main" id="{3D8D1191-3681-4C2B-A80C-F7089FE4CECA}"/>
                </a:ext>
              </a:extLst>
            </p:cNvPr>
            <p:cNvSpPr/>
            <p:nvPr/>
          </p:nvSpPr>
          <p:spPr>
            <a:xfrm>
              <a:off x="6419972" y="3925775"/>
              <a:ext cx="2183855" cy="889318"/>
            </a:xfrm>
            <a:custGeom>
              <a:avLst/>
              <a:gdLst>
                <a:gd name="connsiteX0" fmla="*/ 288703 w 1521523"/>
                <a:gd name="connsiteY0" fmla="*/ 619601 h 619601"/>
                <a:gd name="connsiteX1" fmla="*/ 0 w 1521523"/>
                <a:gd name="connsiteY1" fmla="*/ 309753 h 619601"/>
                <a:gd name="connsiteX2" fmla="*/ 288703 w 1521523"/>
                <a:gd name="connsiteY2" fmla="*/ 0 h 619601"/>
                <a:gd name="connsiteX3" fmla="*/ 1232821 w 1521523"/>
                <a:gd name="connsiteY3" fmla="*/ 0 h 619601"/>
                <a:gd name="connsiteX4" fmla="*/ 1521524 w 1521523"/>
                <a:gd name="connsiteY4" fmla="*/ 309753 h 619601"/>
                <a:gd name="connsiteX5" fmla="*/ 1232821 w 1521523"/>
                <a:gd name="connsiteY5" fmla="*/ 619601 h 61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1523" h="619601">
                  <a:moveTo>
                    <a:pt x="288703" y="619601"/>
                  </a:moveTo>
                  <a:cubicBezTo>
                    <a:pt x="129540" y="619601"/>
                    <a:pt x="0" y="480631"/>
                    <a:pt x="0" y="309753"/>
                  </a:cubicBezTo>
                  <a:cubicBezTo>
                    <a:pt x="0" y="138874"/>
                    <a:pt x="129540" y="0"/>
                    <a:pt x="288703" y="0"/>
                  </a:cubicBezTo>
                  <a:lnTo>
                    <a:pt x="1232821" y="0"/>
                  </a:lnTo>
                  <a:cubicBezTo>
                    <a:pt x="1391983" y="0"/>
                    <a:pt x="1521524" y="138970"/>
                    <a:pt x="1521524" y="309753"/>
                  </a:cubicBezTo>
                  <a:cubicBezTo>
                    <a:pt x="1521524" y="480536"/>
                    <a:pt x="1391983" y="619601"/>
                    <a:pt x="1232821" y="61960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4" name="Rectangle: Rounded Corners 1933">
              <a:extLst>
                <a:ext uri="{FF2B5EF4-FFF2-40B4-BE49-F238E27FC236}">
                  <a16:creationId xmlns:a16="http://schemas.microsoft.com/office/drawing/2014/main" id="{5D25172E-63DA-482B-B801-0D6ECB78EEAB}"/>
                </a:ext>
              </a:extLst>
            </p:cNvPr>
            <p:cNvSpPr/>
            <p:nvPr/>
          </p:nvSpPr>
          <p:spPr>
            <a:xfrm>
              <a:off x="6476982" y="3983896"/>
              <a:ext cx="2069973" cy="767096"/>
            </a:xfrm>
            <a:prstGeom prst="roundRect">
              <a:avLst>
                <a:gd name="adj" fmla="val 50000"/>
              </a:avLst>
            </a:prstGeom>
            <a:solidFill>
              <a:srgbClr val="FFFFFF"/>
            </a:solidFill>
            <a:ln w="381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5" name="Freeform: Shape 1934">
              <a:extLst>
                <a:ext uri="{FF2B5EF4-FFF2-40B4-BE49-F238E27FC236}">
                  <a16:creationId xmlns:a16="http://schemas.microsoft.com/office/drawing/2014/main" id="{98FB7A89-EA3B-4CDA-A03C-65464EEC9508}"/>
                </a:ext>
              </a:extLst>
            </p:cNvPr>
            <p:cNvSpPr/>
            <p:nvPr/>
          </p:nvSpPr>
          <p:spPr>
            <a:xfrm>
              <a:off x="6110116" y="3654859"/>
              <a:ext cx="686936" cy="850048"/>
            </a:xfrm>
            <a:custGeom>
              <a:avLst/>
              <a:gdLst>
                <a:gd name="connsiteX0" fmla="*/ 521 w 478598"/>
                <a:gd name="connsiteY0" fmla="*/ 223517 h 592241"/>
                <a:gd name="connsiteX1" fmla="*/ 165685 w 478598"/>
                <a:gd name="connsiteY1" fmla="*/ 466976 h 592241"/>
                <a:gd name="connsiteX2" fmla="*/ 223406 w 478598"/>
                <a:gd name="connsiteY2" fmla="*/ 582324 h 592241"/>
                <a:gd name="connsiteX3" fmla="*/ 247114 w 478598"/>
                <a:gd name="connsiteY3" fmla="*/ 590430 h 592241"/>
                <a:gd name="connsiteX4" fmla="*/ 255220 w 478598"/>
                <a:gd name="connsiteY4" fmla="*/ 582324 h 592241"/>
                <a:gd name="connsiteX5" fmla="*/ 312941 w 478598"/>
                <a:gd name="connsiteY5" fmla="*/ 466976 h 592241"/>
                <a:gd name="connsiteX6" fmla="*/ 466913 w 478598"/>
                <a:gd name="connsiteY6" fmla="*/ 165662 h 592241"/>
                <a:gd name="connsiteX7" fmla="*/ 165589 w 478598"/>
                <a:gd name="connsiteY7" fmla="*/ 11691 h 592241"/>
                <a:gd name="connsiteX8" fmla="*/ 521 w 478598"/>
                <a:gd name="connsiteY8" fmla="*/ 223517 h 59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598" h="592241">
                  <a:moveTo>
                    <a:pt x="521" y="223517"/>
                  </a:moveTo>
                  <a:cubicBezTo>
                    <a:pt x="-6680" y="332921"/>
                    <a:pt x="61367" y="433229"/>
                    <a:pt x="165685" y="466976"/>
                  </a:cubicBezTo>
                  <a:lnTo>
                    <a:pt x="223406" y="582324"/>
                  </a:lnTo>
                  <a:cubicBezTo>
                    <a:pt x="227711" y="591106"/>
                    <a:pt x="238332" y="594735"/>
                    <a:pt x="247114" y="590430"/>
                  </a:cubicBezTo>
                  <a:cubicBezTo>
                    <a:pt x="250638" y="588706"/>
                    <a:pt x="253486" y="585848"/>
                    <a:pt x="255220" y="582324"/>
                  </a:cubicBezTo>
                  <a:lnTo>
                    <a:pt x="312941" y="466976"/>
                  </a:lnTo>
                  <a:cubicBezTo>
                    <a:pt x="438662" y="426285"/>
                    <a:pt x="507594" y="291383"/>
                    <a:pt x="466913" y="165662"/>
                  </a:cubicBezTo>
                  <a:cubicBezTo>
                    <a:pt x="426222" y="39932"/>
                    <a:pt x="291310" y="-29000"/>
                    <a:pt x="165589" y="11691"/>
                  </a:cubicBezTo>
                  <a:cubicBezTo>
                    <a:pt x="72397" y="41856"/>
                    <a:pt x="6998" y="125771"/>
                    <a:pt x="521" y="22351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6" name="Freeform: Shape 1935">
              <a:extLst>
                <a:ext uri="{FF2B5EF4-FFF2-40B4-BE49-F238E27FC236}">
                  <a16:creationId xmlns:a16="http://schemas.microsoft.com/office/drawing/2014/main" id="{1EAA461A-CD43-40A6-89A9-80B1700379D3}"/>
                </a:ext>
              </a:extLst>
            </p:cNvPr>
            <p:cNvSpPr/>
            <p:nvPr/>
          </p:nvSpPr>
          <p:spPr>
            <a:xfrm>
              <a:off x="6219082" y="3763847"/>
              <a:ext cx="457988" cy="457988"/>
            </a:xfrm>
            <a:custGeom>
              <a:avLst/>
              <a:gdLst>
                <a:gd name="connsiteX0" fmla="*/ 319088 w 319087"/>
                <a:gd name="connsiteY0" fmla="*/ 159544 h 319087"/>
                <a:gd name="connsiteX1" fmla="*/ 159544 w 319087"/>
                <a:gd name="connsiteY1" fmla="*/ 319088 h 319087"/>
                <a:gd name="connsiteX2" fmla="*/ 0 w 319087"/>
                <a:gd name="connsiteY2" fmla="*/ 159544 h 319087"/>
                <a:gd name="connsiteX3" fmla="*/ 159544 w 319087"/>
                <a:gd name="connsiteY3" fmla="*/ 0 h 319087"/>
                <a:gd name="connsiteX4" fmla="*/ 319088 w 319087"/>
                <a:gd name="connsiteY4" fmla="*/ 159544 h 31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7" h="319087">
                  <a:moveTo>
                    <a:pt x="319088" y="159544"/>
                  </a:moveTo>
                  <a:cubicBezTo>
                    <a:pt x="319088" y="247657"/>
                    <a:pt x="247657" y="319088"/>
                    <a:pt x="159544" y="319088"/>
                  </a:cubicBezTo>
                  <a:cubicBezTo>
                    <a:pt x="71430" y="319088"/>
                    <a:pt x="0" y="247657"/>
                    <a:pt x="0" y="159544"/>
                  </a:cubicBezTo>
                  <a:cubicBezTo>
                    <a:pt x="0" y="71430"/>
                    <a:pt x="71430" y="0"/>
                    <a:pt x="159544" y="0"/>
                  </a:cubicBezTo>
                  <a:cubicBezTo>
                    <a:pt x="247657" y="0"/>
                    <a:pt x="319088" y="71430"/>
                    <a:pt x="319088" y="159544"/>
                  </a:cubicBezTo>
                  <a:close/>
                </a:path>
              </a:pathLst>
            </a:custGeom>
            <a:solidFill>
              <a:srgbClr val="FFFFFF"/>
            </a:solidFill>
            <a:ln w="666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5" name="Freeform: Shape 2194">
              <a:extLst>
                <a:ext uri="{FF2B5EF4-FFF2-40B4-BE49-F238E27FC236}">
                  <a16:creationId xmlns:a16="http://schemas.microsoft.com/office/drawing/2014/main" id="{58F7C5AA-9946-4DEC-8325-F7BB25A63E3A}"/>
                </a:ext>
              </a:extLst>
            </p:cNvPr>
            <p:cNvSpPr/>
            <p:nvPr/>
          </p:nvSpPr>
          <p:spPr>
            <a:xfrm>
              <a:off x="7516685" y="5277183"/>
              <a:ext cx="114565" cy="114565"/>
            </a:xfrm>
            <a:custGeom>
              <a:avLst/>
              <a:gdLst>
                <a:gd name="connsiteX0" fmla="*/ 79819 w 79819"/>
                <a:gd name="connsiteY0" fmla="*/ 39910 h 79819"/>
                <a:gd name="connsiteX1" fmla="*/ 39910 w 79819"/>
                <a:gd name="connsiteY1" fmla="*/ 79819 h 79819"/>
                <a:gd name="connsiteX2" fmla="*/ 0 w 79819"/>
                <a:gd name="connsiteY2" fmla="*/ 39910 h 79819"/>
                <a:gd name="connsiteX3" fmla="*/ 39910 w 79819"/>
                <a:gd name="connsiteY3" fmla="*/ 0 h 79819"/>
                <a:gd name="connsiteX4" fmla="*/ 79819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19" y="39910"/>
                  </a:moveTo>
                  <a:cubicBezTo>
                    <a:pt x="79819" y="61951"/>
                    <a:pt x="61951" y="79819"/>
                    <a:pt x="39910" y="79819"/>
                  </a:cubicBezTo>
                  <a:cubicBezTo>
                    <a:pt x="17868" y="79819"/>
                    <a:pt x="0" y="61951"/>
                    <a:pt x="0" y="39910"/>
                  </a:cubicBezTo>
                  <a:cubicBezTo>
                    <a:pt x="0" y="17868"/>
                    <a:pt x="17868" y="0"/>
                    <a:pt x="39910" y="0"/>
                  </a:cubicBezTo>
                  <a:cubicBezTo>
                    <a:pt x="61951" y="0"/>
                    <a:pt x="79819" y="17868"/>
                    <a:pt x="79819" y="3991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253" name="Group 2252">
              <a:extLst>
                <a:ext uri="{FF2B5EF4-FFF2-40B4-BE49-F238E27FC236}">
                  <a16:creationId xmlns:a16="http://schemas.microsoft.com/office/drawing/2014/main" id="{B11E86AB-E26C-4305-A058-A21B476CD2F0}"/>
                </a:ext>
              </a:extLst>
            </p:cNvPr>
            <p:cNvGrpSpPr/>
            <p:nvPr/>
          </p:nvGrpSpPr>
          <p:grpSpPr>
            <a:xfrm>
              <a:off x="7517075" y="5278556"/>
              <a:ext cx="226806" cy="191536"/>
              <a:chOff x="8151991" y="5672283"/>
              <a:chExt cx="226806" cy="191536"/>
            </a:xfrm>
          </p:grpSpPr>
          <p:sp>
            <p:nvSpPr>
              <p:cNvPr id="2196" name="Freeform: Shape 2195">
                <a:extLst>
                  <a:ext uri="{FF2B5EF4-FFF2-40B4-BE49-F238E27FC236}">
                    <a16:creationId xmlns:a16="http://schemas.microsoft.com/office/drawing/2014/main" id="{2FFE5958-2750-4C91-9424-E21DE4514052}"/>
                  </a:ext>
                </a:extLst>
              </p:cNvPr>
              <p:cNvSpPr/>
              <p:nvPr/>
            </p:nvSpPr>
            <p:spPr>
              <a:xfrm>
                <a:off x="8151991" y="5672283"/>
                <a:ext cx="114565" cy="114565"/>
              </a:xfrm>
              <a:custGeom>
                <a:avLst/>
                <a:gdLst>
                  <a:gd name="connsiteX0" fmla="*/ 79820 w 79819"/>
                  <a:gd name="connsiteY0" fmla="*/ 39910 h 79819"/>
                  <a:gd name="connsiteX1" fmla="*/ 39910 w 79819"/>
                  <a:gd name="connsiteY1" fmla="*/ 79820 h 79819"/>
                  <a:gd name="connsiteX2" fmla="*/ 0 w 79819"/>
                  <a:gd name="connsiteY2" fmla="*/ 39910 h 79819"/>
                  <a:gd name="connsiteX3" fmla="*/ 39910 w 79819"/>
                  <a:gd name="connsiteY3" fmla="*/ 0 h 79819"/>
                  <a:gd name="connsiteX4" fmla="*/ 7982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20" y="39910"/>
                    </a:moveTo>
                    <a:cubicBezTo>
                      <a:pt x="79820" y="61952"/>
                      <a:pt x="61952" y="79820"/>
                      <a:pt x="39910" y="79820"/>
                    </a:cubicBezTo>
                    <a:cubicBezTo>
                      <a:pt x="17868" y="79820"/>
                      <a:pt x="0" y="61952"/>
                      <a:pt x="0" y="39910"/>
                    </a:cubicBezTo>
                    <a:cubicBezTo>
                      <a:pt x="0" y="17868"/>
                      <a:pt x="17868" y="0"/>
                      <a:pt x="39910" y="0"/>
                    </a:cubicBezTo>
                    <a:cubicBezTo>
                      <a:pt x="61952" y="0"/>
                      <a:pt x="79820" y="17868"/>
                      <a:pt x="79820"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7" name="Freeform: Shape 2196">
                <a:extLst>
                  <a:ext uri="{FF2B5EF4-FFF2-40B4-BE49-F238E27FC236}">
                    <a16:creationId xmlns:a16="http://schemas.microsoft.com/office/drawing/2014/main" id="{9A38C300-1B5D-4AFF-B877-07FFA5EA0B91}"/>
                  </a:ext>
                </a:extLst>
              </p:cNvPr>
              <p:cNvSpPr/>
              <p:nvPr/>
            </p:nvSpPr>
            <p:spPr>
              <a:xfrm>
                <a:off x="8317004" y="5802025"/>
                <a:ext cx="61793" cy="61794"/>
              </a:xfrm>
              <a:custGeom>
                <a:avLst/>
                <a:gdLst>
                  <a:gd name="connsiteX0" fmla="*/ 43053 w 43052"/>
                  <a:gd name="connsiteY0" fmla="*/ 21431 h 43053"/>
                  <a:gd name="connsiteX1" fmla="*/ 21622 w 43052"/>
                  <a:gd name="connsiteY1" fmla="*/ 43053 h 43053"/>
                  <a:gd name="connsiteX2" fmla="*/ 0 w 43052"/>
                  <a:gd name="connsiteY2" fmla="*/ 21622 h 43053"/>
                  <a:gd name="connsiteX3" fmla="*/ 21431 w 43052"/>
                  <a:gd name="connsiteY3" fmla="*/ 0 h 43053"/>
                  <a:gd name="connsiteX4" fmla="*/ 21526 w 43052"/>
                  <a:gd name="connsiteY4" fmla="*/ 0 h 43053"/>
                  <a:gd name="connsiteX5" fmla="*/ 43053 w 43052"/>
                  <a:gd name="connsiteY5" fmla="*/ 21431 h 43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52" h="43053">
                    <a:moveTo>
                      <a:pt x="43053" y="21431"/>
                    </a:moveTo>
                    <a:cubicBezTo>
                      <a:pt x="43100" y="33318"/>
                      <a:pt x="33509" y="42996"/>
                      <a:pt x="21622" y="43053"/>
                    </a:cubicBezTo>
                    <a:cubicBezTo>
                      <a:pt x="9734" y="43110"/>
                      <a:pt x="57" y="33509"/>
                      <a:pt x="0" y="21622"/>
                    </a:cubicBezTo>
                    <a:cubicBezTo>
                      <a:pt x="-47" y="9735"/>
                      <a:pt x="9544" y="57"/>
                      <a:pt x="21431" y="0"/>
                    </a:cubicBezTo>
                    <a:cubicBezTo>
                      <a:pt x="21460" y="0"/>
                      <a:pt x="21498" y="0"/>
                      <a:pt x="21526" y="0"/>
                    </a:cubicBezTo>
                    <a:cubicBezTo>
                      <a:pt x="33375" y="0"/>
                      <a:pt x="42996" y="9582"/>
                      <a:pt x="43053" y="2143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98" name="Freeform: Shape 2197">
              <a:extLst>
                <a:ext uri="{FF2B5EF4-FFF2-40B4-BE49-F238E27FC236}">
                  <a16:creationId xmlns:a16="http://schemas.microsoft.com/office/drawing/2014/main" id="{66027C21-EE34-407A-B546-381604166846}"/>
                </a:ext>
              </a:extLst>
            </p:cNvPr>
            <p:cNvSpPr/>
            <p:nvPr/>
          </p:nvSpPr>
          <p:spPr>
            <a:xfrm>
              <a:off x="7704530" y="6187829"/>
              <a:ext cx="60973" cy="60973"/>
            </a:xfrm>
            <a:custGeom>
              <a:avLst/>
              <a:gdLst>
                <a:gd name="connsiteX0" fmla="*/ 42482 w 42481"/>
                <a:gd name="connsiteY0" fmla="*/ 21241 h 42481"/>
                <a:gd name="connsiteX1" fmla="*/ 21241 w 42481"/>
                <a:gd name="connsiteY1" fmla="*/ 42482 h 42481"/>
                <a:gd name="connsiteX2" fmla="*/ 0 w 42481"/>
                <a:gd name="connsiteY2" fmla="*/ 21241 h 42481"/>
                <a:gd name="connsiteX3" fmla="*/ 21241 w 42481"/>
                <a:gd name="connsiteY3" fmla="*/ 0 h 42481"/>
                <a:gd name="connsiteX4" fmla="*/ 42482 w 42481"/>
                <a:gd name="connsiteY4" fmla="*/ 21241 h 42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81" h="42481">
                  <a:moveTo>
                    <a:pt x="42482" y="21241"/>
                  </a:moveTo>
                  <a:cubicBezTo>
                    <a:pt x="42482" y="32972"/>
                    <a:pt x="32972" y="42482"/>
                    <a:pt x="21241" y="42482"/>
                  </a:cubicBezTo>
                  <a:cubicBezTo>
                    <a:pt x="9510" y="42482"/>
                    <a:pt x="0" y="32972"/>
                    <a:pt x="0" y="21241"/>
                  </a:cubicBezTo>
                  <a:cubicBezTo>
                    <a:pt x="0" y="9510"/>
                    <a:pt x="9510" y="0"/>
                    <a:pt x="21241" y="0"/>
                  </a:cubicBezTo>
                  <a:cubicBezTo>
                    <a:pt x="32972" y="0"/>
                    <a:pt x="42482" y="9510"/>
                    <a:pt x="42482" y="2124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9" name="Freeform: Shape 2198">
              <a:extLst>
                <a:ext uri="{FF2B5EF4-FFF2-40B4-BE49-F238E27FC236}">
                  <a16:creationId xmlns:a16="http://schemas.microsoft.com/office/drawing/2014/main" id="{BB9C2986-DA31-431B-9B86-BCDFA44ADDF9}"/>
                </a:ext>
              </a:extLst>
            </p:cNvPr>
            <p:cNvSpPr/>
            <p:nvPr/>
          </p:nvSpPr>
          <p:spPr>
            <a:xfrm>
              <a:off x="7457489" y="6172106"/>
              <a:ext cx="114565" cy="114565"/>
            </a:xfrm>
            <a:custGeom>
              <a:avLst/>
              <a:gdLst>
                <a:gd name="connsiteX0" fmla="*/ 79819 w 79819"/>
                <a:gd name="connsiteY0" fmla="*/ 39910 h 79819"/>
                <a:gd name="connsiteX1" fmla="*/ 39909 w 79819"/>
                <a:gd name="connsiteY1" fmla="*/ 79820 h 79819"/>
                <a:gd name="connsiteX2" fmla="*/ 0 w 79819"/>
                <a:gd name="connsiteY2" fmla="*/ 39910 h 79819"/>
                <a:gd name="connsiteX3" fmla="*/ 39909 w 79819"/>
                <a:gd name="connsiteY3" fmla="*/ 0 h 79819"/>
                <a:gd name="connsiteX4" fmla="*/ 79819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19" y="39910"/>
                  </a:moveTo>
                  <a:cubicBezTo>
                    <a:pt x="79819" y="61952"/>
                    <a:pt x="61951" y="79820"/>
                    <a:pt x="39909" y="79820"/>
                  </a:cubicBezTo>
                  <a:cubicBezTo>
                    <a:pt x="17868" y="79820"/>
                    <a:pt x="0" y="61952"/>
                    <a:pt x="0" y="39910"/>
                  </a:cubicBezTo>
                  <a:cubicBezTo>
                    <a:pt x="0" y="17868"/>
                    <a:pt x="17868" y="0"/>
                    <a:pt x="39909" y="0"/>
                  </a:cubicBezTo>
                  <a:cubicBezTo>
                    <a:pt x="61951" y="0"/>
                    <a:pt x="79819" y="17868"/>
                    <a:pt x="79819"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0" name="Freeform: Shape 2199">
              <a:extLst>
                <a:ext uri="{FF2B5EF4-FFF2-40B4-BE49-F238E27FC236}">
                  <a16:creationId xmlns:a16="http://schemas.microsoft.com/office/drawing/2014/main" id="{3C497D32-1717-4083-ADF2-1515C69FEED5}"/>
                </a:ext>
              </a:extLst>
            </p:cNvPr>
            <p:cNvSpPr/>
            <p:nvPr/>
          </p:nvSpPr>
          <p:spPr>
            <a:xfrm>
              <a:off x="7172441" y="5599962"/>
              <a:ext cx="744194" cy="457997"/>
            </a:xfrm>
            <a:custGeom>
              <a:avLst/>
              <a:gdLst>
                <a:gd name="connsiteX0" fmla="*/ 357378 w 518491"/>
                <a:gd name="connsiteY0" fmla="*/ 0 h 319093"/>
                <a:gd name="connsiteX1" fmla="*/ 235553 w 518491"/>
                <a:gd name="connsiteY1" fmla="*/ 57912 h 319093"/>
                <a:gd name="connsiteX2" fmla="*/ 142875 w 518491"/>
                <a:gd name="connsiteY2" fmla="*/ 110014 h 319093"/>
                <a:gd name="connsiteX3" fmla="*/ 0 w 518491"/>
                <a:gd name="connsiteY3" fmla="*/ 131636 h 319093"/>
                <a:gd name="connsiteX4" fmla="*/ 0 w 518491"/>
                <a:gd name="connsiteY4" fmla="*/ 187452 h 319093"/>
                <a:gd name="connsiteX5" fmla="*/ 137827 w 518491"/>
                <a:gd name="connsiteY5" fmla="*/ 208312 h 319093"/>
                <a:gd name="connsiteX6" fmla="*/ 238792 w 518491"/>
                <a:gd name="connsiteY6" fmla="*/ 264510 h 319093"/>
                <a:gd name="connsiteX7" fmla="*/ 463905 w 518491"/>
                <a:gd name="connsiteY7" fmla="*/ 279702 h 319093"/>
                <a:gd name="connsiteX8" fmla="*/ 518256 w 518491"/>
                <a:gd name="connsiteY8" fmla="*/ 150876 h 319093"/>
                <a:gd name="connsiteX9" fmla="*/ 357378 w 518491"/>
                <a:gd name="connsiteY9" fmla="*/ 0 h 31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491" h="319093">
                  <a:moveTo>
                    <a:pt x="357378" y="0"/>
                  </a:moveTo>
                  <a:cubicBezTo>
                    <a:pt x="310201" y="334"/>
                    <a:pt x="265595" y="21536"/>
                    <a:pt x="235553" y="57912"/>
                  </a:cubicBezTo>
                  <a:cubicBezTo>
                    <a:pt x="212122" y="86087"/>
                    <a:pt x="179127" y="104632"/>
                    <a:pt x="142875" y="110014"/>
                  </a:cubicBezTo>
                  <a:lnTo>
                    <a:pt x="0" y="131636"/>
                  </a:lnTo>
                  <a:lnTo>
                    <a:pt x="0" y="187452"/>
                  </a:lnTo>
                  <a:lnTo>
                    <a:pt x="137827" y="208312"/>
                  </a:lnTo>
                  <a:cubicBezTo>
                    <a:pt x="177079" y="214475"/>
                    <a:pt x="212865" y="234401"/>
                    <a:pt x="238792" y="264510"/>
                  </a:cubicBezTo>
                  <a:cubicBezTo>
                    <a:pt x="296761" y="330870"/>
                    <a:pt x="397545" y="337671"/>
                    <a:pt x="463905" y="279702"/>
                  </a:cubicBezTo>
                  <a:cubicBezTo>
                    <a:pt x="500882" y="247412"/>
                    <a:pt x="520922" y="199892"/>
                    <a:pt x="518256" y="150876"/>
                  </a:cubicBezTo>
                  <a:cubicBezTo>
                    <a:pt x="513007" y="65933"/>
                    <a:pt x="442484" y="-209"/>
                    <a:pt x="357378"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1" name="Freeform: Shape 2200">
              <a:extLst>
                <a:ext uri="{FF2B5EF4-FFF2-40B4-BE49-F238E27FC236}">
                  <a16:creationId xmlns:a16="http://schemas.microsoft.com/office/drawing/2014/main" id="{910B0953-555E-4AE3-AB5B-ED32095FBBB1}"/>
                </a:ext>
              </a:extLst>
            </p:cNvPr>
            <p:cNvSpPr/>
            <p:nvPr/>
          </p:nvSpPr>
          <p:spPr>
            <a:xfrm>
              <a:off x="7484557" y="5631543"/>
              <a:ext cx="390998" cy="390999"/>
            </a:xfrm>
            <a:custGeom>
              <a:avLst/>
              <a:gdLst>
                <a:gd name="connsiteX0" fmla="*/ 272415 w 272414"/>
                <a:gd name="connsiteY0" fmla="*/ 136207 h 272415"/>
                <a:gd name="connsiteX1" fmla="*/ 136208 w 272414"/>
                <a:gd name="connsiteY1" fmla="*/ 272415 h 272415"/>
                <a:gd name="connsiteX2" fmla="*/ 0 w 272414"/>
                <a:gd name="connsiteY2" fmla="*/ 136207 h 272415"/>
                <a:gd name="connsiteX3" fmla="*/ 136208 w 272414"/>
                <a:gd name="connsiteY3" fmla="*/ 0 h 272415"/>
                <a:gd name="connsiteX4" fmla="*/ 272415 w 272414"/>
                <a:gd name="connsiteY4" fmla="*/ 136207 h 27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14" h="272415">
                  <a:moveTo>
                    <a:pt x="272415" y="136207"/>
                  </a:moveTo>
                  <a:cubicBezTo>
                    <a:pt x="272415" y="211433"/>
                    <a:pt x="211433" y="272415"/>
                    <a:pt x="136208" y="272415"/>
                  </a:cubicBezTo>
                  <a:cubicBezTo>
                    <a:pt x="60982" y="272415"/>
                    <a:pt x="0" y="211433"/>
                    <a:pt x="0" y="136207"/>
                  </a:cubicBezTo>
                  <a:cubicBezTo>
                    <a:pt x="0" y="60982"/>
                    <a:pt x="60982" y="0"/>
                    <a:pt x="136208" y="0"/>
                  </a:cubicBezTo>
                  <a:cubicBezTo>
                    <a:pt x="211433" y="0"/>
                    <a:pt x="272415" y="60982"/>
                    <a:pt x="272415" y="136207"/>
                  </a:cubicBezTo>
                  <a:close/>
                </a:path>
              </a:pathLst>
            </a:custGeom>
            <a:solidFill>
              <a:srgbClr val="FFFFFF"/>
            </a:solidFill>
            <a:ln w="3810" cap="flat">
              <a:solidFill>
                <a:srgbClr val="FFFFFF"/>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Pro Cond" panose="02040506050405020303" pitchFamily="18" charset="0"/>
                  <a:ea typeface="+mn-ea"/>
                  <a:cs typeface="+mn-cs"/>
                </a:rPr>
                <a:t>4</a:t>
              </a:r>
            </a:p>
          </p:txBody>
        </p:sp>
        <p:sp>
          <p:nvSpPr>
            <p:cNvPr id="2203" name="Freeform: Shape 2202">
              <a:extLst>
                <a:ext uri="{FF2B5EF4-FFF2-40B4-BE49-F238E27FC236}">
                  <a16:creationId xmlns:a16="http://schemas.microsoft.com/office/drawing/2014/main" id="{E632F208-8623-4BF3-95B8-5D9D4C19437F}"/>
                </a:ext>
              </a:extLst>
            </p:cNvPr>
            <p:cNvSpPr/>
            <p:nvPr/>
          </p:nvSpPr>
          <p:spPr>
            <a:xfrm>
              <a:off x="5162075" y="5384366"/>
              <a:ext cx="2151454" cy="889318"/>
            </a:xfrm>
            <a:custGeom>
              <a:avLst/>
              <a:gdLst>
                <a:gd name="connsiteX0" fmla="*/ 284416 w 1498949"/>
                <a:gd name="connsiteY0" fmla="*/ 619601 h 619601"/>
                <a:gd name="connsiteX1" fmla="*/ 0 w 1498949"/>
                <a:gd name="connsiteY1" fmla="*/ 309753 h 619601"/>
                <a:gd name="connsiteX2" fmla="*/ 284416 w 1498949"/>
                <a:gd name="connsiteY2" fmla="*/ 0 h 619601"/>
                <a:gd name="connsiteX3" fmla="*/ 1214533 w 1498949"/>
                <a:gd name="connsiteY3" fmla="*/ 0 h 619601"/>
                <a:gd name="connsiteX4" fmla="*/ 1498949 w 1498949"/>
                <a:gd name="connsiteY4" fmla="*/ 309753 h 619601"/>
                <a:gd name="connsiteX5" fmla="*/ 1214533 w 1498949"/>
                <a:gd name="connsiteY5" fmla="*/ 619601 h 61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949" h="619601">
                  <a:moveTo>
                    <a:pt x="284416" y="619601"/>
                  </a:moveTo>
                  <a:cubicBezTo>
                    <a:pt x="127540" y="619601"/>
                    <a:pt x="0" y="480631"/>
                    <a:pt x="0" y="309753"/>
                  </a:cubicBezTo>
                  <a:cubicBezTo>
                    <a:pt x="0" y="138874"/>
                    <a:pt x="127540" y="0"/>
                    <a:pt x="284416" y="0"/>
                  </a:cubicBezTo>
                  <a:lnTo>
                    <a:pt x="1214533" y="0"/>
                  </a:lnTo>
                  <a:cubicBezTo>
                    <a:pt x="1371409" y="0"/>
                    <a:pt x="1498949" y="138970"/>
                    <a:pt x="1498949" y="309753"/>
                  </a:cubicBezTo>
                  <a:cubicBezTo>
                    <a:pt x="1498949" y="480536"/>
                    <a:pt x="1371409" y="619601"/>
                    <a:pt x="1214533" y="61960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4" name="Rectangle: Rounded Corners 2203">
              <a:extLst>
                <a:ext uri="{FF2B5EF4-FFF2-40B4-BE49-F238E27FC236}">
                  <a16:creationId xmlns:a16="http://schemas.microsoft.com/office/drawing/2014/main" id="{7BB2D3AE-424C-4725-B7D8-D3A65C6338F3}"/>
                </a:ext>
              </a:extLst>
            </p:cNvPr>
            <p:cNvSpPr/>
            <p:nvPr/>
          </p:nvSpPr>
          <p:spPr>
            <a:xfrm>
              <a:off x="5218128" y="5445477"/>
              <a:ext cx="2039349" cy="767096"/>
            </a:xfrm>
            <a:prstGeom prst="roundRect">
              <a:avLst>
                <a:gd name="adj" fmla="val 50000"/>
              </a:avLst>
            </a:prstGeom>
            <a:solidFill>
              <a:srgbClr val="FFFFFF"/>
            </a:solidFill>
            <a:ln w="381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5" name="Freeform: Shape 2204">
              <a:extLst>
                <a:ext uri="{FF2B5EF4-FFF2-40B4-BE49-F238E27FC236}">
                  <a16:creationId xmlns:a16="http://schemas.microsoft.com/office/drawing/2014/main" id="{44F083D9-F4DC-4896-AA52-9B33B796B791}"/>
                </a:ext>
              </a:extLst>
            </p:cNvPr>
            <p:cNvSpPr/>
            <p:nvPr/>
          </p:nvSpPr>
          <p:spPr>
            <a:xfrm>
              <a:off x="4852084" y="5113451"/>
              <a:ext cx="686934" cy="850016"/>
            </a:xfrm>
            <a:custGeom>
              <a:avLst/>
              <a:gdLst>
                <a:gd name="connsiteX0" fmla="*/ 520 w 478597"/>
                <a:gd name="connsiteY0" fmla="*/ 223517 h 592219"/>
                <a:gd name="connsiteX1" fmla="*/ 165778 w 478597"/>
                <a:gd name="connsiteY1" fmla="*/ 466976 h 592219"/>
                <a:gd name="connsiteX2" fmla="*/ 223404 w 478597"/>
                <a:gd name="connsiteY2" fmla="*/ 582419 h 592219"/>
                <a:gd name="connsiteX3" fmla="*/ 247322 w 478597"/>
                <a:gd name="connsiteY3" fmla="*/ 590315 h 592219"/>
                <a:gd name="connsiteX4" fmla="*/ 255218 w 478597"/>
                <a:gd name="connsiteY4" fmla="*/ 582419 h 592219"/>
                <a:gd name="connsiteX5" fmla="*/ 312939 w 478597"/>
                <a:gd name="connsiteY5" fmla="*/ 466976 h 592219"/>
                <a:gd name="connsiteX6" fmla="*/ 466911 w 478597"/>
                <a:gd name="connsiteY6" fmla="*/ 165662 h 592219"/>
                <a:gd name="connsiteX7" fmla="*/ 165588 w 478597"/>
                <a:gd name="connsiteY7" fmla="*/ 11691 h 592219"/>
                <a:gd name="connsiteX8" fmla="*/ 520 w 478597"/>
                <a:gd name="connsiteY8" fmla="*/ 223517 h 59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597" h="592219">
                  <a:moveTo>
                    <a:pt x="520" y="223517"/>
                  </a:moveTo>
                  <a:cubicBezTo>
                    <a:pt x="-6672" y="332950"/>
                    <a:pt x="61422" y="433258"/>
                    <a:pt x="165778" y="466976"/>
                  </a:cubicBezTo>
                  <a:lnTo>
                    <a:pt x="223404" y="582419"/>
                  </a:lnTo>
                  <a:cubicBezTo>
                    <a:pt x="227834" y="591201"/>
                    <a:pt x="238540" y="594735"/>
                    <a:pt x="247322" y="590315"/>
                  </a:cubicBezTo>
                  <a:cubicBezTo>
                    <a:pt x="250732" y="588591"/>
                    <a:pt x="253504" y="585829"/>
                    <a:pt x="255218" y="582419"/>
                  </a:cubicBezTo>
                  <a:lnTo>
                    <a:pt x="312939" y="466976"/>
                  </a:lnTo>
                  <a:cubicBezTo>
                    <a:pt x="438660" y="426285"/>
                    <a:pt x="507592" y="291383"/>
                    <a:pt x="466911" y="165662"/>
                  </a:cubicBezTo>
                  <a:cubicBezTo>
                    <a:pt x="426220" y="39932"/>
                    <a:pt x="291308" y="-29000"/>
                    <a:pt x="165588" y="11691"/>
                  </a:cubicBezTo>
                  <a:cubicBezTo>
                    <a:pt x="72395" y="41856"/>
                    <a:pt x="6996" y="125772"/>
                    <a:pt x="520" y="22351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6" name="Freeform: Shape 2205">
              <a:extLst>
                <a:ext uri="{FF2B5EF4-FFF2-40B4-BE49-F238E27FC236}">
                  <a16:creationId xmlns:a16="http://schemas.microsoft.com/office/drawing/2014/main" id="{2BFA8289-9421-48F1-A272-BF818AAE7968}"/>
                </a:ext>
              </a:extLst>
            </p:cNvPr>
            <p:cNvSpPr/>
            <p:nvPr/>
          </p:nvSpPr>
          <p:spPr>
            <a:xfrm>
              <a:off x="4966576" y="5222438"/>
              <a:ext cx="457988" cy="457988"/>
            </a:xfrm>
            <a:custGeom>
              <a:avLst/>
              <a:gdLst>
                <a:gd name="connsiteX0" fmla="*/ 319087 w 319087"/>
                <a:gd name="connsiteY0" fmla="*/ 159544 h 319087"/>
                <a:gd name="connsiteX1" fmla="*/ 159544 w 319087"/>
                <a:gd name="connsiteY1" fmla="*/ 319088 h 319087"/>
                <a:gd name="connsiteX2" fmla="*/ 0 w 319087"/>
                <a:gd name="connsiteY2" fmla="*/ 159544 h 319087"/>
                <a:gd name="connsiteX3" fmla="*/ 159544 w 319087"/>
                <a:gd name="connsiteY3" fmla="*/ 0 h 319087"/>
                <a:gd name="connsiteX4" fmla="*/ 319087 w 319087"/>
                <a:gd name="connsiteY4" fmla="*/ 159544 h 31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7" h="319087">
                  <a:moveTo>
                    <a:pt x="319087" y="159544"/>
                  </a:moveTo>
                  <a:cubicBezTo>
                    <a:pt x="319087" y="247657"/>
                    <a:pt x="247657" y="319088"/>
                    <a:pt x="159544" y="319088"/>
                  </a:cubicBezTo>
                  <a:cubicBezTo>
                    <a:pt x="71430" y="319088"/>
                    <a:pt x="0" y="247657"/>
                    <a:pt x="0" y="159544"/>
                  </a:cubicBezTo>
                  <a:cubicBezTo>
                    <a:pt x="0" y="71430"/>
                    <a:pt x="71430" y="0"/>
                    <a:pt x="159544" y="0"/>
                  </a:cubicBezTo>
                  <a:cubicBezTo>
                    <a:pt x="247657" y="0"/>
                    <a:pt x="319087" y="71430"/>
                    <a:pt x="319087" y="159544"/>
                  </a:cubicBezTo>
                  <a:close/>
                </a:path>
              </a:pathLst>
            </a:custGeom>
            <a:solidFill>
              <a:srgbClr val="FFFFFF"/>
            </a:solidFill>
            <a:ln w="666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7" name="Freeform: Shape 2206">
              <a:extLst>
                <a:ext uri="{FF2B5EF4-FFF2-40B4-BE49-F238E27FC236}">
                  <a16:creationId xmlns:a16="http://schemas.microsoft.com/office/drawing/2014/main" id="{2B6025E1-B2BE-4571-93F8-76298256C2F2}"/>
                </a:ext>
              </a:extLst>
            </p:cNvPr>
            <p:cNvSpPr/>
            <p:nvPr/>
          </p:nvSpPr>
          <p:spPr>
            <a:xfrm>
              <a:off x="1013926" y="2130868"/>
              <a:ext cx="3369978" cy="3369976"/>
            </a:xfrm>
            <a:custGeom>
              <a:avLst/>
              <a:gdLst>
                <a:gd name="connsiteX0" fmla="*/ 2347913 w 2347912"/>
                <a:gd name="connsiteY0" fmla="*/ 1173956 h 2347912"/>
                <a:gd name="connsiteX1" fmla="*/ 1173956 w 2347912"/>
                <a:gd name="connsiteY1" fmla="*/ 2347913 h 2347912"/>
                <a:gd name="connsiteX2" fmla="*/ 0 w 2347912"/>
                <a:gd name="connsiteY2" fmla="*/ 1173956 h 2347912"/>
                <a:gd name="connsiteX3" fmla="*/ 1173956 w 2347912"/>
                <a:gd name="connsiteY3" fmla="*/ 0 h 2347912"/>
                <a:gd name="connsiteX4" fmla="*/ 2347913 w 2347912"/>
                <a:gd name="connsiteY4" fmla="*/ 1173956 h 2347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7912" h="2347912">
                  <a:moveTo>
                    <a:pt x="2347913" y="1173956"/>
                  </a:moveTo>
                  <a:cubicBezTo>
                    <a:pt x="2347913" y="1822314"/>
                    <a:pt x="1822314" y="2347913"/>
                    <a:pt x="1173956" y="2347913"/>
                  </a:cubicBezTo>
                  <a:cubicBezTo>
                    <a:pt x="525598" y="2347913"/>
                    <a:pt x="0" y="1822314"/>
                    <a:pt x="0" y="1173956"/>
                  </a:cubicBezTo>
                  <a:cubicBezTo>
                    <a:pt x="0" y="525598"/>
                    <a:pt x="525598" y="0"/>
                    <a:pt x="1173956" y="0"/>
                  </a:cubicBezTo>
                  <a:cubicBezTo>
                    <a:pt x="1822314" y="0"/>
                    <a:pt x="2347913" y="525598"/>
                    <a:pt x="2347913" y="1173956"/>
                  </a:cubicBezTo>
                  <a:close/>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8" name="Freeform: Shape 2207">
              <a:extLst>
                <a:ext uri="{FF2B5EF4-FFF2-40B4-BE49-F238E27FC236}">
                  <a16:creationId xmlns:a16="http://schemas.microsoft.com/office/drawing/2014/main" id="{7E58D501-59FD-4EE7-858B-D4F82864CD28}"/>
                </a:ext>
              </a:extLst>
            </p:cNvPr>
            <p:cNvSpPr/>
            <p:nvPr/>
          </p:nvSpPr>
          <p:spPr>
            <a:xfrm>
              <a:off x="3251919" y="2101476"/>
              <a:ext cx="175676" cy="496268"/>
            </a:xfrm>
            <a:custGeom>
              <a:avLst/>
              <a:gdLst>
                <a:gd name="connsiteX0" fmla="*/ 122396 w 122396"/>
                <a:gd name="connsiteY0" fmla="*/ 0 h 345757"/>
                <a:gd name="connsiteX1" fmla="*/ 0 w 122396"/>
                <a:gd name="connsiteY1" fmla="*/ 345757 h 345757"/>
              </a:gdLst>
              <a:ahLst/>
              <a:cxnLst>
                <a:cxn ang="0">
                  <a:pos x="connsiteX0" y="connsiteY0"/>
                </a:cxn>
                <a:cxn ang="0">
                  <a:pos x="connsiteX1" y="connsiteY1"/>
                </a:cxn>
              </a:cxnLst>
              <a:rect l="l" t="t" r="r" b="b"/>
              <a:pathLst>
                <a:path w="122396" h="345757">
                  <a:moveTo>
                    <a:pt x="122396" y="0"/>
                  </a:moveTo>
                  <a:lnTo>
                    <a:pt x="0" y="345757"/>
                  </a:lnTo>
                </a:path>
              </a:pathLst>
            </a:custGeom>
            <a:solidFill>
              <a:schemeClr val="accent1"/>
            </a:solidFill>
            <a:ln w="85725" cap="rnd">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09" name="Freeform: Shape 2208">
              <a:extLst>
                <a:ext uri="{FF2B5EF4-FFF2-40B4-BE49-F238E27FC236}">
                  <a16:creationId xmlns:a16="http://schemas.microsoft.com/office/drawing/2014/main" id="{115C8604-1407-45F5-80AC-6846BD4C21CC}"/>
                </a:ext>
              </a:extLst>
            </p:cNvPr>
            <p:cNvSpPr/>
            <p:nvPr/>
          </p:nvSpPr>
          <p:spPr>
            <a:xfrm>
              <a:off x="3832950" y="2932691"/>
              <a:ext cx="601538" cy="232412"/>
            </a:xfrm>
            <a:custGeom>
              <a:avLst/>
              <a:gdLst>
                <a:gd name="connsiteX0" fmla="*/ 0 w 419100"/>
                <a:gd name="connsiteY0" fmla="*/ 161925 h 161925"/>
                <a:gd name="connsiteX1" fmla="*/ 419100 w 419100"/>
                <a:gd name="connsiteY1" fmla="*/ 0 h 161925"/>
              </a:gdLst>
              <a:ahLst/>
              <a:cxnLst>
                <a:cxn ang="0">
                  <a:pos x="connsiteX0" y="connsiteY0"/>
                </a:cxn>
                <a:cxn ang="0">
                  <a:pos x="connsiteX1" y="connsiteY1"/>
                </a:cxn>
              </a:cxnLst>
              <a:rect l="l" t="t" r="r" b="b"/>
              <a:pathLst>
                <a:path w="419100" h="161925">
                  <a:moveTo>
                    <a:pt x="0" y="161925"/>
                  </a:moveTo>
                  <a:lnTo>
                    <a:pt x="419100" y="0"/>
                  </a:lnTo>
                </a:path>
              </a:pathLst>
            </a:custGeom>
            <a:solidFill>
              <a:schemeClr val="accent2"/>
            </a:solidFill>
            <a:ln w="85725"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10" name="Freeform: Shape 2209">
              <a:extLst>
                <a:ext uri="{FF2B5EF4-FFF2-40B4-BE49-F238E27FC236}">
                  <a16:creationId xmlns:a16="http://schemas.microsoft.com/office/drawing/2014/main" id="{94DED5A3-7329-46AC-A801-DCDD2299C009}"/>
                </a:ext>
              </a:extLst>
            </p:cNvPr>
            <p:cNvSpPr/>
            <p:nvPr/>
          </p:nvSpPr>
          <p:spPr>
            <a:xfrm>
              <a:off x="3983335" y="4299822"/>
              <a:ext cx="492167" cy="205070"/>
            </a:xfrm>
            <a:custGeom>
              <a:avLst/>
              <a:gdLst>
                <a:gd name="connsiteX0" fmla="*/ 0 w 342900"/>
                <a:gd name="connsiteY0" fmla="*/ 0 h 142875"/>
                <a:gd name="connsiteX1" fmla="*/ 342900 w 342900"/>
                <a:gd name="connsiteY1" fmla="*/ 142875 h 142875"/>
              </a:gdLst>
              <a:ahLst/>
              <a:cxnLst>
                <a:cxn ang="0">
                  <a:pos x="connsiteX0" y="connsiteY0"/>
                </a:cxn>
                <a:cxn ang="0">
                  <a:pos x="connsiteX1" y="connsiteY1"/>
                </a:cxn>
              </a:cxnLst>
              <a:rect l="l" t="t" r="r" b="b"/>
              <a:pathLst>
                <a:path w="342900" h="142875">
                  <a:moveTo>
                    <a:pt x="0" y="0"/>
                  </a:moveTo>
                  <a:lnTo>
                    <a:pt x="342900" y="142875"/>
                  </a:lnTo>
                </a:path>
              </a:pathLst>
            </a:custGeom>
            <a:solidFill>
              <a:schemeClr val="accent4"/>
            </a:solidFill>
            <a:ln w="8572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1" name="Freeform: Shape 2210">
              <a:extLst>
                <a:ext uri="{FF2B5EF4-FFF2-40B4-BE49-F238E27FC236}">
                  <a16:creationId xmlns:a16="http://schemas.microsoft.com/office/drawing/2014/main" id="{5E9DC255-88D4-4302-89A8-3AC69609B7FC}"/>
                </a:ext>
              </a:extLst>
            </p:cNvPr>
            <p:cNvSpPr/>
            <p:nvPr/>
          </p:nvSpPr>
          <p:spPr>
            <a:xfrm>
              <a:off x="3313441" y="5024401"/>
              <a:ext cx="205070" cy="505838"/>
            </a:xfrm>
            <a:custGeom>
              <a:avLst/>
              <a:gdLst>
                <a:gd name="connsiteX0" fmla="*/ 0 w 142875"/>
                <a:gd name="connsiteY0" fmla="*/ 0 h 352425"/>
                <a:gd name="connsiteX1" fmla="*/ 142875 w 142875"/>
                <a:gd name="connsiteY1" fmla="*/ 352425 h 352425"/>
              </a:gdLst>
              <a:ahLst/>
              <a:cxnLst>
                <a:cxn ang="0">
                  <a:pos x="connsiteX0" y="connsiteY0"/>
                </a:cxn>
                <a:cxn ang="0">
                  <a:pos x="connsiteX1" y="connsiteY1"/>
                </a:cxn>
              </a:cxnLst>
              <a:rect l="l" t="t" r="r" b="b"/>
              <a:pathLst>
                <a:path w="142875" h="352425">
                  <a:moveTo>
                    <a:pt x="0" y="0"/>
                  </a:moveTo>
                  <a:lnTo>
                    <a:pt x="142875" y="352425"/>
                  </a:lnTo>
                </a:path>
              </a:pathLst>
            </a:custGeom>
            <a:solidFill>
              <a:schemeClr val="accent1"/>
            </a:solidFill>
            <a:ln w="85725"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2" name="Freeform: Shape 2211">
              <a:extLst>
                <a:ext uri="{FF2B5EF4-FFF2-40B4-BE49-F238E27FC236}">
                  <a16:creationId xmlns:a16="http://schemas.microsoft.com/office/drawing/2014/main" id="{8E7EC4DD-3ABD-4F17-AD13-22F3459A4C8E}"/>
                </a:ext>
              </a:extLst>
            </p:cNvPr>
            <p:cNvSpPr/>
            <p:nvPr/>
          </p:nvSpPr>
          <p:spPr>
            <a:xfrm>
              <a:off x="1187004" y="2303948"/>
              <a:ext cx="3023820" cy="3023819"/>
            </a:xfrm>
            <a:custGeom>
              <a:avLst/>
              <a:gdLst>
                <a:gd name="connsiteX0" fmla="*/ 2106740 w 2106739"/>
                <a:gd name="connsiteY0" fmla="*/ 1053370 h 2106739"/>
                <a:gd name="connsiteX1" fmla="*/ 1053370 w 2106739"/>
                <a:gd name="connsiteY1" fmla="*/ 2106740 h 2106739"/>
                <a:gd name="connsiteX2" fmla="*/ 0 w 2106739"/>
                <a:gd name="connsiteY2" fmla="*/ 1053370 h 2106739"/>
                <a:gd name="connsiteX3" fmla="*/ 1053370 w 2106739"/>
                <a:gd name="connsiteY3" fmla="*/ 0 h 2106739"/>
                <a:gd name="connsiteX4" fmla="*/ 2106740 w 2106739"/>
                <a:gd name="connsiteY4" fmla="*/ 1053370 h 2106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6739" h="2106739">
                  <a:moveTo>
                    <a:pt x="2106740" y="1053370"/>
                  </a:moveTo>
                  <a:cubicBezTo>
                    <a:pt x="2106740" y="1635130"/>
                    <a:pt x="1635130" y="2106740"/>
                    <a:pt x="1053370" y="2106740"/>
                  </a:cubicBezTo>
                  <a:cubicBezTo>
                    <a:pt x="471610" y="2106740"/>
                    <a:pt x="0" y="1635130"/>
                    <a:pt x="0" y="1053370"/>
                  </a:cubicBezTo>
                  <a:cubicBezTo>
                    <a:pt x="0" y="471610"/>
                    <a:pt x="471610" y="0"/>
                    <a:pt x="1053370" y="0"/>
                  </a:cubicBezTo>
                  <a:cubicBezTo>
                    <a:pt x="1635130" y="0"/>
                    <a:pt x="2106740" y="471610"/>
                    <a:pt x="2106740" y="1053370"/>
                  </a:cubicBezTo>
                  <a:close/>
                </a:path>
              </a:pathLst>
            </a:custGeom>
            <a:solidFill>
              <a:schemeClr val="bg1">
                <a:lumMod val="65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4" name="Freeform: Shape 2213">
              <a:extLst>
                <a:ext uri="{FF2B5EF4-FFF2-40B4-BE49-F238E27FC236}">
                  <a16:creationId xmlns:a16="http://schemas.microsoft.com/office/drawing/2014/main" id="{F4602EFC-121D-4514-AB29-BCD371D3613D}"/>
                </a:ext>
              </a:extLst>
            </p:cNvPr>
            <p:cNvSpPr/>
            <p:nvPr/>
          </p:nvSpPr>
          <p:spPr>
            <a:xfrm>
              <a:off x="1532889" y="2649831"/>
              <a:ext cx="2332052" cy="2332051"/>
            </a:xfrm>
            <a:custGeom>
              <a:avLst/>
              <a:gdLst>
                <a:gd name="connsiteX0" fmla="*/ 1624775 w 1624774"/>
                <a:gd name="connsiteY0" fmla="*/ 812387 h 1624774"/>
                <a:gd name="connsiteX1" fmla="*/ 812387 w 1624774"/>
                <a:gd name="connsiteY1" fmla="*/ 1624775 h 1624774"/>
                <a:gd name="connsiteX2" fmla="*/ 0 w 1624774"/>
                <a:gd name="connsiteY2" fmla="*/ 812387 h 1624774"/>
                <a:gd name="connsiteX3" fmla="*/ 812387 w 1624774"/>
                <a:gd name="connsiteY3" fmla="*/ 0 h 1624774"/>
                <a:gd name="connsiteX4" fmla="*/ 1624775 w 1624774"/>
                <a:gd name="connsiteY4" fmla="*/ 812387 h 1624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774" h="1624774">
                  <a:moveTo>
                    <a:pt x="1624775" y="812387"/>
                  </a:moveTo>
                  <a:cubicBezTo>
                    <a:pt x="1624775" y="1261056"/>
                    <a:pt x="1261056" y="1624775"/>
                    <a:pt x="812387" y="1624775"/>
                  </a:cubicBezTo>
                  <a:cubicBezTo>
                    <a:pt x="363718" y="1624775"/>
                    <a:pt x="0" y="1261056"/>
                    <a:pt x="0" y="812387"/>
                  </a:cubicBezTo>
                  <a:cubicBezTo>
                    <a:pt x="0" y="363718"/>
                    <a:pt x="363718" y="0"/>
                    <a:pt x="812387" y="0"/>
                  </a:cubicBezTo>
                  <a:cubicBezTo>
                    <a:pt x="1261057" y="0"/>
                    <a:pt x="1624775" y="363718"/>
                    <a:pt x="1624775" y="812387"/>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15" name="Freeform: Shape 2214">
              <a:extLst>
                <a:ext uri="{FF2B5EF4-FFF2-40B4-BE49-F238E27FC236}">
                  <a16:creationId xmlns:a16="http://schemas.microsoft.com/office/drawing/2014/main" id="{BA724FBB-1EAE-45E0-9181-5B9353DAAFC5}"/>
                </a:ext>
              </a:extLst>
            </p:cNvPr>
            <p:cNvSpPr/>
            <p:nvPr/>
          </p:nvSpPr>
          <p:spPr>
            <a:xfrm>
              <a:off x="1532889" y="2649831"/>
              <a:ext cx="2332052" cy="2332051"/>
            </a:xfrm>
            <a:custGeom>
              <a:avLst/>
              <a:gdLst>
                <a:gd name="connsiteX0" fmla="*/ 1624775 w 1624774"/>
                <a:gd name="connsiteY0" fmla="*/ 812387 h 1624774"/>
                <a:gd name="connsiteX1" fmla="*/ 812387 w 1624774"/>
                <a:gd name="connsiteY1" fmla="*/ 1624775 h 1624774"/>
                <a:gd name="connsiteX2" fmla="*/ 0 w 1624774"/>
                <a:gd name="connsiteY2" fmla="*/ 812387 h 1624774"/>
                <a:gd name="connsiteX3" fmla="*/ 812387 w 1624774"/>
                <a:gd name="connsiteY3" fmla="*/ 0 h 1624774"/>
                <a:gd name="connsiteX4" fmla="*/ 1624775 w 1624774"/>
                <a:gd name="connsiteY4" fmla="*/ 812387 h 1624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774" h="1624774">
                  <a:moveTo>
                    <a:pt x="1624775" y="812387"/>
                  </a:moveTo>
                  <a:cubicBezTo>
                    <a:pt x="1624775" y="1261056"/>
                    <a:pt x="1261056" y="1624775"/>
                    <a:pt x="812387" y="1624775"/>
                  </a:cubicBezTo>
                  <a:cubicBezTo>
                    <a:pt x="363718" y="1624775"/>
                    <a:pt x="0" y="1261056"/>
                    <a:pt x="0" y="812387"/>
                  </a:cubicBezTo>
                  <a:cubicBezTo>
                    <a:pt x="0" y="363718"/>
                    <a:pt x="363718" y="0"/>
                    <a:pt x="812387" y="0"/>
                  </a:cubicBezTo>
                  <a:cubicBezTo>
                    <a:pt x="1261057" y="0"/>
                    <a:pt x="1624775" y="363718"/>
                    <a:pt x="1624775" y="812387"/>
                  </a:cubicBezTo>
                  <a:close/>
                </a:path>
              </a:pathLst>
            </a:custGeom>
            <a:noFill/>
            <a:ln w="447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6" name="Freeform: Shape 2215">
              <a:extLst>
                <a:ext uri="{FF2B5EF4-FFF2-40B4-BE49-F238E27FC236}">
                  <a16:creationId xmlns:a16="http://schemas.microsoft.com/office/drawing/2014/main" id="{038A3049-699B-4F94-93FD-CC2031D0D32B}"/>
                </a:ext>
              </a:extLst>
            </p:cNvPr>
            <p:cNvSpPr/>
            <p:nvPr/>
          </p:nvSpPr>
          <p:spPr>
            <a:xfrm>
              <a:off x="2700281" y="1787091"/>
              <a:ext cx="1369319" cy="648238"/>
            </a:xfrm>
            <a:custGeom>
              <a:avLst/>
              <a:gdLst>
                <a:gd name="connsiteX0" fmla="*/ 66676 w 954024"/>
                <a:gd name="connsiteY0" fmla="*/ 57 h 451637"/>
                <a:gd name="connsiteX1" fmla="*/ 58 w 954024"/>
                <a:gd name="connsiteY1" fmla="*/ 61341 h 451637"/>
                <a:gd name="connsiteX2" fmla="*/ 1 w 954024"/>
                <a:gd name="connsiteY2" fmla="*/ 63970 h 451637"/>
                <a:gd name="connsiteX3" fmla="*/ 1 w 954024"/>
                <a:gd name="connsiteY3" fmla="*/ 63970 h 451637"/>
                <a:gd name="connsiteX4" fmla="*/ 60294 w 954024"/>
                <a:gd name="connsiteY4" fmla="*/ 127787 h 451637"/>
                <a:gd name="connsiteX5" fmla="*/ 855536 w 954024"/>
                <a:gd name="connsiteY5" fmla="*/ 451637 h 451637"/>
                <a:gd name="connsiteX6" fmla="*/ 954025 w 954024"/>
                <a:gd name="connsiteY6" fmla="*/ 368293 h 451637"/>
                <a:gd name="connsiteX7" fmla="*/ 66676 w 954024"/>
                <a:gd name="connsiteY7" fmla="*/ 57 h 45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4024" h="451637">
                  <a:moveTo>
                    <a:pt x="66676" y="57"/>
                  </a:moveTo>
                  <a:cubicBezTo>
                    <a:pt x="31357" y="-1419"/>
                    <a:pt x="1525" y="26022"/>
                    <a:pt x="58" y="61341"/>
                  </a:cubicBezTo>
                  <a:cubicBezTo>
                    <a:pt x="20" y="62217"/>
                    <a:pt x="1" y="63093"/>
                    <a:pt x="1" y="63970"/>
                  </a:cubicBezTo>
                  <a:lnTo>
                    <a:pt x="1" y="63970"/>
                  </a:lnTo>
                  <a:cubicBezTo>
                    <a:pt x="-152" y="97926"/>
                    <a:pt x="26385" y="126006"/>
                    <a:pt x="60294" y="127787"/>
                  </a:cubicBezTo>
                  <a:cubicBezTo>
                    <a:pt x="354731" y="141084"/>
                    <a:pt x="635585" y="255460"/>
                    <a:pt x="855536" y="451637"/>
                  </a:cubicBezTo>
                  <a:lnTo>
                    <a:pt x="954025" y="368293"/>
                  </a:lnTo>
                  <a:cubicBezTo>
                    <a:pt x="710480" y="145437"/>
                    <a:pt x="396450" y="15116"/>
                    <a:pt x="66676" y="5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7" name="Freeform: Shape 2216">
              <a:extLst>
                <a:ext uri="{FF2B5EF4-FFF2-40B4-BE49-F238E27FC236}">
                  <a16:creationId xmlns:a16="http://schemas.microsoft.com/office/drawing/2014/main" id="{22EE9F5B-74DB-4DEC-A814-206B25F4F5E1}"/>
                </a:ext>
              </a:extLst>
            </p:cNvPr>
            <p:cNvSpPr/>
            <p:nvPr/>
          </p:nvSpPr>
          <p:spPr>
            <a:xfrm>
              <a:off x="2699559" y="5109846"/>
              <a:ext cx="1456854" cy="734648"/>
            </a:xfrm>
            <a:custGeom>
              <a:avLst/>
              <a:gdLst>
                <a:gd name="connsiteX0" fmla="*/ 59844 w 1015011"/>
                <a:gd name="connsiteY0" fmla="*/ 384143 h 511840"/>
                <a:gd name="connsiteX1" fmla="*/ 132 w 1015011"/>
                <a:gd name="connsiteY1" fmla="*/ 451990 h 511840"/>
                <a:gd name="connsiteX2" fmla="*/ 66702 w 1015011"/>
                <a:gd name="connsiteY2" fmla="*/ 511778 h 511840"/>
                <a:gd name="connsiteX3" fmla="*/ 1015011 w 1015011"/>
                <a:gd name="connsiteY3" fmla="*/ 83153 h 511840"/>
                <a:gd name="connsiteX4" fmla="*/ 917475 w 1015011"/>
                <a:gd name="connsiteY4" fmla="*/ 0 h 511840"/>
                <a:gd name="connsiteX5" fmla="*/ 59844 w 1015011"/>
                <a:gd name="connsiteY5" fmla="*/ 384143 h 51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5011" h="511840">
                  <a:moveTo>
                    <a:pt x="59844" y="384143"/>
                  </a:moveTo>
                  <a:cubicBezTo>
                    <a:pt x="24621" y="386391"/>
                    <a:pt x="-2116" y="416766"/>
                    <a:pt x="132" y="451990"/>
                  </a:cubicBezTo>
                  <a:cubicBezTo>
                    <a:pt x="2342" y="486728"/>
                    <a:pt x="31936" y="513302"/>
                    <a:pt x="66702" y="511778"/>
                  </a:cubicBezTo>
                  <a:cubicBezTo>
                    <a:pt x="425890" y="495014"/>
                    <a:pt x="765104" y="341690"/>
                    <a:pt x="1015011" y="83153"/>
                  </a:cubicBezTo>
                  <a:lnTo>
                    <a:pt x="917475" y="0"/>
                  </a:lnTo>
                  <a:cubicBezTo>
                    <a:pt x="690447" y="231867"/>
                    <a:pt x="384009" y="369132"/>
                    <a:pt x="59844" y="384143"/>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8" name="Freeform: Shape 2217">
              <a:extLst>
                <a:ext uri="{FF2B5EF4-FFF2-40B4-BE49-F238E27FC236}">
                  <a16:creationId xmlns:a16="http://schemas.microsoft.com/office/drawing/2014/main" id="{E436897D-35B5-434D-B65E-85611CB685F8}"/>
                </a:ext>
              </a:extLst>
            </p:cNvPr>
            <p:cNvSpPr/>
            <p:nvPr/>
          </p:nvSpPr>
          <p:spPr>
            <a:xfrm>
              <a:off x="4016419" y="3681332"/>
              <a:ext cx="713370" cy="1548548"/>
            </a:xfrm>
            <a:custGeom>
              <a:avLst/>
              <a:gdLst>
                <a:gd name="connsiteX0" fmla="*/ 493871 w 497015"/>
                <a:gd name="connsiteY0" fmla="*/ 0 h 1078896"/>
                <a:gd name="connsiteX1" fmla="*/ 365760 w 497015"/>
                <a:gd name="connsiteY1" fmla="*/ 0 h 1078896"/>
                <a:gd name="connsiteX2" fmla="*/ 369094 w 497015"/>
                <a:gd name="connsiteY2" fmla="*/ 93726 h 1078896"/>
                <a:gd name="connsiteX3" fmla="*/ 0 w 497015"/>
                <a:gd name="connsiteY3" fmla="*/ 995743 h 1078896"/>
                <a:gd name="connsiteX4" fmla="*/ 97536 w 497015"/>
                <a:gd name="connsiteY4" fmla="*/ 1078897 h 1078896"/>
                <a:gd name="connsiteX5" fmla="*/ 497015 w 497015"/>
                <a:gd name="connsiteY5" fmla="*/ 93726 h 1078896"/>
                <a:gd name="connsiteX6" fmla="*/ 493871 w 497015"/>
                <a:gd name="connsiteY6" fmla="*/ 0 h 107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015" h="1078896">
                  <a:moveTo>
                    <a:pt x="493871" y="0"/>
                  </a:moveTo>
                  <a:lnTo>
                    <a:pt x="365760" y="0"/>
                  </a:lnTo>
                  <a:cubicBezTo>
                    <a:pt x="367922" y="30985"/>
                    <a:pt x="369027" y="62227"/>
                    <a:pt x="369094" y="93726"/>
                  </a:cubicBezTo>
                  <a:cubicBezTo>
                    <a:pt x="369561" y="431254"/>
                    <a:pt x="236934" y="755361"/>
                    <a:pt x="0" y="995743"/>
                  </a:cubicBezTo>
                  <a:lnTo>
                    <a:pt x="97536" y="1078897"/>
                  </a:lnTo>
                  <a:cubicBezTo>
                    <a:pt x="354121" y="815197"/>
                    <a:pt x="497472" y="461658"/>
                    <a:pt x="497015" y="93726"/>
                  </a:cubicBezTo>
                  <a:cubicBezTo>
                    <a:pt x="497015" y="62198"/>
                    <a:pt x="495871" y="30956"/>
                    <a:pt x="493871"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9" name="Freeform: Shape 2218">
              <a:extLst>
                <a:ext uri="{FF2B5EF4-FFF2-40B4-BE49-F238E27FC236}">
                  <a16:creationId xmlns:a16="http://schemas.microsoft.com/office/drawing/2014/main" id="{62B45C0A-6D25-4238-ADA7-D7E26A2409B9}"/>
                </a:ext>
              </a:extLst>
            </p:cNvPr>
            <p:cNvSpPr/>
            <p:nvPr/>
          </p:nvSpPr>
          <p:spPr>
            <a:xfrm>
              <a:off x="3926873" y="2316115"/>
              <a:ext cx="798403" cy="1365216"/>
            </a:xfrm>
            <a:custGeom>
              <a:avLst/>
              <a:gdLst>
                <a:gd name="connsiteX0" fmla="*/ 98488 w 556259"/>
                <a:gd name="connsiteY0" fmla="*/ 0 h 951166"/>
                <a:gd name="connsiteX1" fmla="*/ 0 w 556259"/>
                <a:gd name="connsiteY1" fmla="*/ 83344 h 951166"/>
                <a:gd name="connsiteX2" fmla="*/ 428149 w 556259"/>
                <a:gd name="connsiteY2" fmla="*/ 951167 h 951166"/>
                <a:gd name="connsiteX3" fmla="*/ 556260 w 556259"/>
                <a:gd name="connsiteY3" fmla="*/ 951167 h 951166"/>
                <a:gd name="connsiteX4" fmla="*/ 98488 w 556259"/>
                <a:gd name="connsiteY4" fmla="*/ 0 h 951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259" h="951166">
                  <a:moveTo>
                    <a:pt x="98488" y="0"/>
                  </a:moveTo>
                  <a:lnTo>
                    <a:pt x="0" y="83344"/>
                  </a:lnTo>
                  <a:cubicBezTo>
                    <a:pt x="250393" y="305743"/>
                    <a:pt x="404022" y="617134"/>
                    <a:pt x="428149" y="951167"/>
                  </a:cubicBezTo>
                  <a:lnTo>
                    <a:pt x="556260" y="951167"/>
                  </a:lnTo>
                  <a:cubicBezTo>
                    <a:pt x="532429" y="586835"/>
                    <a:pt x="368351" y="245916"/>
                    <a:pt x="98488"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0" name="Freeform: Shape 2219">
              <a:extLst>
                <a:ext uri="{FF2B5EF4-FFF2-40B4-BE49-F238E27FC236}">
                  <a16:creationId xmlns:a16="http://schemas.microsoft.com/office/drawing/2014/main" id="{0FAF4402-284B-4BB0-B3A4-6248267447C4}"/>
                </a:ext>
              </a:extLst>
            </p:cNvPr>
            <p:cNvSpPr/>
            <p:nvPr/>
          </p:nvSpPr>
          <p:spPr>
            <a:xfrm>
              <a:off x="4302150" y="4279588"/>
              <a:ext cx="410139" cy="410139"/>
            </a:xfrm>
            <a:custGeom>
              <a:avLst/>
              <a:gdLst>
                <a:gd name="connsiteX0" fmla="*/ 285750 w 285750"/>
                <a:gd name="connsiteY0" fmla="*/ 142875 h 285750"/>
                <a:gd name="connsiteX1" fmla="*/ 142875 w 285750"/>
                <a:gd name="connsiteY1" fmla="*/ 285750 h 285750"/>
                <a:gd name="connsiteX2" fmla="*/ 0 w 285750"/>
                <a:gd name="connsiteY2" fmla="*/ 142875 h 285750"/>
                <a:gd name="connsiteX3" fmla="*/ 142875 w 285750"/>
                <a:gd name="connsiteY3" fmla="*/ 0 h 285750"/>
                <a:gd name="connsiteX4" fmla="*/ 285750 w 285750"/>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FFFFFF"/>
            </a:solidFill>
            <a:ln w="7429"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1" name="Freeform: Shape 2220">
              <a:extLst>
                <a:ext uri="{FF2B5EF4-FFF2-40B4-BE49-F238E27FC236}">
                  <a16:creationId xmlns:a16="http://schemas.microsoft.com/office/drawing/2014/main" id="{2713693A-9270-422B-8674-6B9D8BB8B2A2}"/>
                </a:ext>
              </a:extLst>
            </p:cNvPr>
            <p:cNvSpPr/>
            <p:nvPr/>
          </p:nvSpPr>
          <p:spPr>
            <a:xfrm>
              <a:off x="4359842" y="4337281"/>
              <a:ext cx="294752" cy="294752"/>
            </a:xfrm>
            <a:custGeom>
              <a:avLst/>
              <a:gdLst>
                <a:gd name="connsiteX0" fmla="*/ 205359 w 205358"/>
                <a:gd name="connsiteY0" fmla="*/ 102679 h 205358"/>
                <a:gd name="connsiteX1" fmla="*/ 102680 w 205358"/>
                <a:gd name="connsiteY1" fmla="*/ 205359 h 205358"/>
                <a:gd name="connsiteX2" fmla="*/ 0 w 205358"/>
                <a:gd name="connsiteY2" fmla="*/ 102679 h 205358"/>
                <a:gd name="connsiteX3" fmla="*/ 102680 w 205358"/>
                <a:gd name="connsiteY3" fmla="*/ 0 h 205358"/>
                <a:gd name="connsiteX4" fmla="*/ 205359 w 205358"/>
                <a:gd name="connsiteY4" fmla="*/ 102679 h 205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58" h="205358">
                  <a:moveTo>
                    <a:pt x="205359" y="102679"/>
                  </a:moveTo>
                  <a:cubicBezTo>
                    <a:pt x="205359" y="159388"/>
                    <a:pt x="159388" y="205359"/>
                    <a:pt x="102680" y="205359"/>
                  </a:cubicBezTo>
                  <a:cubicBezTo>
                    <a:pt x="45971" y="205359"/>
                    <a:pt x="0" y="159388"/>
                    <a:pt x="0" y="102679"/>
                  </a:cubicBezTo>
                  <a:cubicBezTo>
                    <a:pt x="0" y="45971"/>
                    <a:pt x="45971" y="0"/>
                    <a:pt x="102680" y="0"/>
                  </a:cubicBezTo>
                  <a:cubicBezTo>
                    <a:pt x="159388" y="0"/>
                    <a:pt x="205359" y="45971"/>
                    <a:pt x="205359" y="102679"/>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2" name="Freeform: Shape 2221">
              <a:extLst>
                <a:ext uri="{FF2B5EF4-FFF2-40B4-BE49-F238E27FC236}">
                  <a16:creationId xmlns:a16="http://schemas.microsoft.com/office/drawing/2014/main" id="{C6202A15-504A-4C03-B201-D266C1CAE6D2}"/>
                </a:ext>
              </a:extLst>
            </p:cNvPr>
            <p:cNvSpPr/>
            <p:nvPr/>
          </p:nvSpPr>
          <p:spPr>
            <a:xfrm>
              <a:off x="3341194" y="5370421"/>
              <a:ext cx="410139" cy="410139"/>
            </a:xfrm>
            <a:custGeom>
              <a:avLst/>
              <a:gdLst>
                <a:gd name="connsiteX0" fmla="*/ 285750 w 285750"/>
                <a:gd name="connsiteY0" fmla="*/ 142875 h 285750"/>
                <a:gd name="connsiteX1" fmla="*/ 142875 w 285750"/>
                <a:gd name="connsiteY1" fmla="*/ 285750 h 285750"/>
                <a:gd name="connsiteX2" fmla="*/ 0 w 285750"/>
                <a:gd name="connsiteY2" fmla="*/ 142875 h 285750"/>
                <a:gd name="connsiteX3" fmla="*/ 142875 w 285750"/>
                <a:gd name="connsiteY3" fmla="*/ 0 h 285750"/>
                <a:gd name="connsiteX4" fmla="*/ 285750 w 285750"/>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FFFFFF"/>
            </a:solidFill>
            <a:ln w="7429"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3" name="Freeform: Shape 2222">
              <a:extLst>
                <a:ext uri="{FF2B5EF4-FFF2-40B4-BE49-F238E27FC236}">
                  <a16:creationId xmlns:a16="http://schemas.microsoft.com/office/drawing/2014/main" id="{D20004DA-B6B7-4817-AD5B-19635358DCA0}"/>
                </a:ext>
              </a:extLst>
            </p:cNvPr>
            <p:cNvSpPr/>
            <p:nvPr/>
          </p:nvSpPr>
          <p:spPr>
            <a:xfrm>
              <a:off x="3398886" y="5428114"/>
              <a:ext cx="294752" cy="294752"/>
            </a:xfrm>
            <a:custGeom>
              <a:avLst/>
              <a:gdLst>
                <a:gd name="connsiteX0" fmla="*/ 205359 w 205358"/>
                <a:gd name="connsiteY0" fmla="*/ 102679 h 205358"/>
                <a:gd name="connsiteX1" fmla="*/ 102680 w 205358"/>
                <a:gd name="connsiteY1" fmla="*/ 205359 h 205358"/>
                <a:gd name="connsiteX2" fmla="*/ 0 w 205358"/>
                <a:gd name="connsiteY2" fmla="*/ 102679 h 205358"/>
                <a:gd name="connsiteX3" fmla="*/ 102680 w 205358"/>
                <a:gd name="connsiteY3" fmla="*/ 0 h 205358"/>
                <a:gd name="connsiteX4" fmla="*/ 205359 w 205358"/>
                <a:gd name="connsiteY4" fmla="*/ 102679 h 205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58" h="205358">
                  <a:moveTo>
                    <a:pt x="205359" y="102679"/>
                  </a:moveTo>
                  <a:cubicBezTo>
                    <a:pt x="205359" y="159388"/>
                    <a:pt x="159388" y="205359"/>
                    <a:pt x="102680" y="205359"/>
                  </a:cubicBezTo>
                  <a:cubicBezTo>
                    <a:pt x="45971" y="205359"/>
                    <a:pt x="0" y="159388"/>
                    <a:pt x="0" y="102679"/>
                  </a:cubicBezTo>
                  <a:cubicBezTo>
                    <a:pt x="0" y="45971"/>
                    <a:pt x="45971" y="0"/>
                    <a:pt x="102680" y="0"/>
                  </a:cubicBezTo>
                  <a:cubicBezTo>
                    <a:pt x="159388" y="0"/>
                    <a:pt x="205359" y="45971"/>
                    <a:pt x="205359" y="102679"/>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4" name="Freeform: Shape 2223">
              <a:extLst>
                <a:ext uri="{FF2B5EF4-FFF2-40B4-BE49-F238E27FC236}">
                  <a16:creationId xmlns:a16="http://schemas.microsoft.com/office/drawing/2014/main" id="{CD7DBB25-7864-490F-8165-D5C46FC9E3B3}"/>
                </a:ext>
              </a:extLst>
            </p:cNvPr>
            <p:cNvSpPr/>
            <p:nvPr/>
          </p:nvSpPr>
          <p:spPr>
            <a:xfrm>
              <a:off x="4223539" y="2758246"/>
              <a:ext cx="410139" cy="410139"/>
            </a:xfrm>
            <a:custGeom>
              <a:avLst/>
              <a:gdLst>
                <a:gd name="connsiteX0" fmla="*/ 285750 w 285750"/>
                <a:gd name="connsiteY0" fmla="*/ 142875 h 285750"/>
                <a:gd name="connsiteX1" fmla="*/ 142875 w 285750"/>
                <a:gd name="connsiteY1" fmla="*/ 285750 h 285750"/>
                <a:gd name="connsiteX2" fmla="*/ 0 w 285750"/>
                <a:gd name="connsiteY2" fmla="*/ 142875 h 285750"/>
                <a:gd name="connsiteX3" fmla="*/ 142875 w 285750"/>
                <a:gd name="connsiteY3" fmla="*/ 0 h 285750"/>
                <a:gd name="connsiteX4" fmla="*/ 285750 w 285750"/>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FFFFFF"/>
            </a:solidFill>
            <a:ln w="7429"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5" name="Freeform: Shape 2224">
              <a:extLst>
                <a:ext uri="{FF2B5EF4-FFF2-40B4-BE49-F238E27FC236}">
                  <a16:creationId xmlns:a16="http://schemas.microsoft.com/office/drawing/2014/main" id="{5F5574FC-F66B-4C53-BC7C-F5CA7AD5CB70}"/>
                </a:ext>
              </a:extLst>
            </p:cNvPr>
            <p:cNvSpPr/>
            <p:nvPr/>
          </p:nvSpPr>
          <p:spPr>
            <a:xfrm rot="16780199">
              <a:off x="4281025" y="2815854"/>
              <a:ext cx="294753" cy="294753"/>
            </a:xfrm>
            <a:custGeom>
              <a:avLst/>
              <a:gdLst>
                <a:gd name="connsiteX0" fmla="*/ 205357 w 205359"/>
                <a:gd name="connsiteY0" fmla="*/ 102680 h 205359"/>
                <a:gd name="connsiteX1" fmla="*/ 102678 w 205359"/>
                <a:gd name="connsiteY1" fmla="*/ 205359 h 205359"/>
                <a:gd name="connsiteX2" fmla="*/ -2 w 205359"/>
                <a:gd name="connsiteY2" fmla="*/ 102680 h 205359"/>
                <a:gd name="connsiteX3" fmla="*/ 102678 w 205359"/>
                <a:gd name="connsiteY3" fmla="*/ 0 h 205359"/>
                <a:gd name="connsiteX4" fmla="*/ 205357 w 205359"/>
                <a:gd name="connsiteY4" fmla="*/ 102680 h 20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59" h="205359">
                  <a:moveTo>
                    <a:pt x="205357" y="102680"/>
                  </a:moveTo>
                  <a:cubicBezTo>
                    <a:pt x="205357" y="159388"/>
                    <a:pt x="159386" y="205359"/>
                    <a:pt x="102678" y="205359"/>
                  </a:cubicBezTo>
                  <a:cubicBezTo>
                    <a:pt x="45969" y="205359"/>
                    <a:pt x="-2" y="159388"/>
                    <a:pt x="-2" y="102680"/>
                  </a:cubicBezTo>
                  <a:cubicBezTo>
                    <a:pt x="-2" y="45971"/>
                    <a:pt x="45969" y="0"/>
                    <a:pt x="102678" y="0"/>
                  </a:cubicBezTo>
                  <a:cubicBezTo>
                    <a:pt x="159386" y="0"/>
                    <a:pt x="205357" y="45971"/>
                    <a:pt x="205357" y="10268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6" name="Freeform: Shape 2225">
              <a:extLst>
                <a:ext uri="{FF2B5EF4-FFF2-40B4-BE49-F238E27FC236}">
                  <a16:creationId xmlns:a16="http://schemas.microsoft.com/office/drawing/2014/main" id="{9BE3B676-EFE3-451A-851A-85EA194D6164}"/>
                </a:ext>
              </a:extLst>
            </p:cNvPr>
            <p:cNvSpPr/>
            <p:nvPr/>
          </p:nvSpPr>
          <p:spPr>
            <a:xfrm>
              <a:off x="3256157" y="1801116"/>
              <a:ext cx="410138" cy="410139"/>
            </a:xfrm>
            <a:custGeom>
              <a:avLst/>
              <a:gdLst>
                <a:gd name="connsiteX0" fmla="*/ 285750 w 285749"/>
                <a:gd name="connsiteY0" fmla="*/ 142875 h 285750"/>
                <a:gd name="connsiteX1" fmla="*/ 142875 w 285749"/>
                <a:gd name="connsiteY1" fmla="*/ 285750 h 285750"/>
                <a:gd name="connsiteX2" fmla="*/ 0 w 285749"/>
                <a:gd name="connsiteY2" fmla="*/ 142875 h 285750"/>
                <a:gd name="connsiteX3" fmla="*/ 142875 w 285749"/>
                <a:gd name="connsiteY3" fmla="*/ 0 h 285750"/>
                <a:gd name="connsiteX4" fmla="*/ 285750 w 285749"/>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49"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FFFFFF"/>
            </a:solidFill>
            <a:ln w="7429"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7" name="Freeform: Shape 2226">
              <a:extLst>
                <a:ext uri="{FF2B5EF4-FFF2-40B4-BE49-F238E27FC236}">
                  <a16:creationId xmlns:a16="http://schemas.microsoft.com/office/drawing/2014/main" id="{760595F9-6927-417B-BAB2-7F3CE817612D}"/>
                </a:ext>
              </a:extLst>
            </p:cNvPr>
            <p:cNvSpPr/>
            <p:nvPr/>
          </p:nvSpPr>
          <p:spPr>
            <a:xfrm>
              <a:off x="3313851" y="1858810"/>
              <a:ext cx="294753" cy="294752"/>
            </a:xfrm>
            <a:custGeom>
              <a:avLst/>
              <a:gdLst>
                <a:gd name="connsiteX0" fmla="*/ 205359 w 205359"/>
                <a:gd name="connsiteY0" fmla="*/ 102680 h 205358"/>
                <a:gd name="connsiteX1" fmla="*/ 102680 w 205359"/>
                <a:gd name="connsiteY1" fmla="*/ 205359 h 205358"/>
                <a:gd name="connsiteX2" fmla="*/ 0 w 205359"/>
                <a:gd name="connsiteY2" fmla="*/ 102680 h 205358"/>
                <a:gd name="connsiteX3" fmla="*/ 102680 w 205359"/>
                <a:gd name="connsiteY3" fmla="*/ 0 h 205358"/>
                <a:gd name="connsiteX4" fmla="*/ 205359 w 205359"/>
                <a:gd name="connsiteY4" fmla="*/ 102680 h 205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59" h="205358">
                  <a:moveTo>
                    <a:pt x="205359" y="102680"/>
                  </a:moveTo>
                  <a:cubicBezTo>
                    <a:pt x="205359" y="159388"/>
                    <a:pt x="159388" y="205359"/>
                    <a:pt x="102680" y="205359"/>
                  </a:cubicBezTo>
                  <a:cubicBezTo>
                    <a:pt x="45971" y="205359"/>
                    <a:pt x="0" y="159388"/>
                    <a:pt x="0" y="102680"/>
                  </a:cubicBezTo>
                  <a:cubicBezTo>
                    <a:pt x="0" y="45971"/>
                    <a:pt x="45971" y="0"/>
                    <a:pt x="102680" y="0"/>
                  </a:cubicBezTo>
                  <a:cubicBezTo>
                    <a:pt x="159388" y="0"/>
                    <a:pt x="205359" y="45971"/>
                    <a:pt x="205359" y="10268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31" name="Freeform: Shape 2230">
              <a:extLst>
                <a:ext uri="{FF2B5EF4-FFF2-40B4-BE49-F238E27FC236}">
                  <a16:creationId xmlns:a16="http://schemas.microsoft.com/office/drawing/2014/main" id="{EEF160E7-CFAE-492B-8292-B190847DFFF9}"/>
                </a:ext>
              </a:extLst>
            </p:cNvPr>
            <p:cNvSpPr/>
            <p:nvPr/>
          </p:nvSpPr>
          <p:spPr>
            <a:xfrm>
              <a:off x="4484763" y="897884"/>
              <a:ext cx="114594" cy="114591"/>
            </a:xfrm>
            <a:custGeom>
              <a:avLst/>
              <a:gdLst>
                <a:gd name="connsiteX0" fmla="*/ 3241 w 79839"/>
                <a:gd name="connsiteY0" fmla="*/ 55652 h 79837"/>
                <a:gd name="connsiteX1" fmla="*/ 24187 w 79839"/>
                <a:gd name="connsiteY1" fmla="*/ 3246 h 79837"/>
                <a:gd name="connsiteX2" fmla="*/ 76594 w 79839"/>
                <a:gd name="connsiteY2" fmla="*/ 24182 h 79837"/>
                <a:gd name="connsiteX3" fmla="*/ 55648 w 79839"/>
                <a:gd name="connsiteY3" fmla="*/ 76598 h 79837"/>
                <a:gd name="connsiteX4" fmla="*/ 55629 w 79839"/>
                <a:gd name="connsiteY4" fmla="*/ 76607 h 79837"/>
                <a:gd name="connsiteX5" fmla="*/ 3241 w 79839"/>
                <a:gd name="connsiteY5" fmla="*/ 55652 h 79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39" h="79837">
                  <a:moveTo>
                    <a:pt x="3241" y="55652"/>
                  </a:moveTo>
                  <a:cubicBezTo>
                    <a:pt x="-5445" y="35393"/>
                    <a:pt x="3927" y="11932"/>
                    <a:pt x="24187" y="3246"/>
                  </a:cubicBezTo>
                  <a:cubicBezTo>
                    <a:pt x="44447" y="-5451"/>
                    <a:pt x="67907" y="3931"/>
                    <a:pt x="76594" y="24182"/>
                  </a:cubicBezTo>
                  <a:cubicBezTo>
                    <a:pt x="85290" y="44441"/>
                    <a:pt x="75908" y="67911"/>
                    <a:pt x="55648" y="76598"/>
                  </a:cubicBezTo>
                  <a:cubicBezTo>
                    <a:pt x="55648" y="76598"/>
                    <a:pt x="55639" y="76607"/>
                    <a:pt x="55629" y="76607"/>
                  </a:cubicBezTo>
                  <a:cubicBezTo>
                    <a:pt x="35379" y="85275"/>
                    <a:pt x="11928" y="75902"/>
                    <a:pt x="3241" y="5565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2" name="Freeform: Shape 2231">
              <a:extLst>
                <a:ext uri="{FF2B5EF4-FFF2-40B4-BE49-F238E27FC236}">
                  <a16:creationId xmlns:a16="http://schemas.microsoft.com/office/drawing/2014/main" id="{3C036C8C-31B1-449A-B118-04AC9AD74803}"/>
                </a:ext>
              </a:extLst>
            </p:cNvPr>
            <p:cNvSpPr/>
            <p:nvPr/>
          </p:nvSpPr>
          <p:spPr>
            <a:xfrm>
              <a:off x="4805769" y="1635625"/>
              <a:ext cx="114565" cy="114565"/>
            </a:xfrm>
            <a:custGeom>
              <a:avLst/>
              <a:gdLst>
                <a:gd name="connsiteX0" fmla="*/ 0 w 79819"/>
                <a:gd name="connsiteY0" fmla="*/ 39910 h 79819"/>
                <a:gd name="connsiteX1" fmla="*/ 39910 w 79819"/>
                <a:gd name="connsiteY1" fmla="*/ 0 h 79819"/>
                <a:gd name="connsiteX2" fmla="*/ 79820 w 79819"/>
                <a:gd name="connsiteY2" fmla="*/ 39910 h 79819"/>
                <a:gd name="connsiteX3" fmla="*/ 39910 w 79819"/>
                <a:gd name="connsiteY3" fmla="*/ 79820 h 79819"/>
                <a:gd name="connsiteX4" fmla="*/ 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0" y="39910"/>
                  </a:moveTo>
                  <a:cubicBezTo>
                    <a:pt x="0" y="17869"/>
                    <a:pt x="17869" y="0"/>
                    <a:pt x="39910" y="0"/>
                  </a:cubicBezTo>
                  <a:cubicBezTo>
                    <a:pt x="61951" y="0"/>
                    <a:pt x="79820" y="17869"/>
                    <a:pt x="79820" y="39910"/>
                  </a:cubicBezTo>
                  <a:cubicBezTo>
                    <a:pt x="79820" y="61951"/>
                    <a:pt x="61951" y="79820"/>
                    <a:pt x="39910" y="79820"/>
                  </a:cubicBezTo>
                  <a:cubicBezTo>
                    <a:pt x="17869" y="79820"/>
                    <a:pt x="0" y="61951"/>
                    <a:pt x="0" y="3991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3" name="Freeform: Shape 2232">
              <a:extLst>
                <a:ext uri="{FF2B5EF4-FFF2-40B4-BE49-F238E27FC236}">
                  <a16:creationId xmlns:a16="http://schemas.microsoft.com/office/drawing/2014/main" id="{F4390120-27C0-493C-AFB6-0A9B85BA2251}"/>
                </a:ext>
              </a:extLst>
            </p:cNvPr>
            <p:cNvSpPr/>
            <p:nvPr/>
          </p:nvSpPr>
          <p:spPr>
            <a:xfrm>
              <a:off x="4693391" y="1558792"/>
              <a:ext cx="61794" cy="61794"/>
            </a:xfrm>
            <a:custGeom>
              <a:avLst/>
              <a:gdLst>
                <a:gd name="connsiteX0" fmla="*/ 0 w 43053"/>
                <a:gd name="connsiteY0" fmla="*/ 21622 h 43053"/>
                <a:gd name="connsiteX1" fmla="*/ 21432 w 43053"/>
                <a:gd name="connsiteY1" fmla="*/ 0 h 43053"/>
                <a:gd name="connsiteX2" fmla="*/ 43053 w 43053"/>
                <a:gd name="connsiteY2" fmla="*/ 21432 h 43053"/>
                <a:gd name="connsiteX3" fmla="*/ 21622 w 43053"/>
                <a:gd name="connsiteY3" fmla="*/ 43053 h 43053"/>
                <a:gd name="connsiteX4" fmla="*/ 21527 w 43053"/>
                <a:gd name="connsiteY4" fmla="*/ 43053 h 43053"/>
                <a:gd name="connsiteX5" fmla="*/ 0 w 43053"/>
                <a:gd name="connsiteY5" fmla="*/ 21622 h 43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53" h="43053">
                  <a:moveTo>
                    <a:pt x="0" y="21622"/>
                  </a:moveTo>
                  <a:cubicBezTo>
                    <a:pt x="-57" y="9735"/>
                    <a:pt x="9544" y="58"/>
                    <a:pt x="21432" y="0"/>
                  </a:cubicBezTo>
                  <a:cubicBezTo>
                    <a:pt x="33319" y="-57"/>
                    <a:pt x="42996" y="9544"/>
                    <a:pt x="43053" y="21432"/>
                  </a:cubicBezTo>
                  <a:cubicBezTo>
                    <a:pt x="43101" y="33319"/>
                    <a:pt x="33509" y="42996"/>
                    <a:pt x="21622" y="43053"/>
                  </a:cubicBezTo>
                  <a:cubicBezTo>
                    <a:pt x="21593" y="43053"/>
                    <a:pt x="21555" y="43053"/>
                    <a:pt x="21527" y="43053"/>
                  </a:cubicBezTo>
                  <a:cubicBezTo>
                    <a:pt x="9678" y="43053"/>
                    <a:pt x="58" y="33471"/>
                    <a:pt x="0" y="2162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4" name="Freeform: Shape 2233">
              <a:extLst>
                <a:ext uri="{FF2B5EF4-FFF2-40B4-BE49-F238E27FC236}">
                  <a16:creationId xmlns:a16="http://schemas.microsoft.com/office/drawing/2014/main" id="{5D35DEC1-BF02-429C-8807-3250B7D98F2D}"/>
                </a:ext>
              </a:extLst>
            </p:cNvPr>
            <p:cNvSpPr/>
            <p:nvPr/>
          </p:nvSpPr>
          <p:spPr>
            <a:xfrm>
              <a:off x="5301977" y="571329"/>
              <a:ext cx="61265" cy="61219"/>
            </a:xfrm>
            <a:custGeom>
              <a:avLst/>
              <a:gdLst>
                <a:gd name="connsiteX0" fmla="*/ 1757 w 42684"/>
                <a:gd name="connsiteY0" fmla="*/ 29803 h 42652"/>
                <a:gd name="connsiteX1" fmla="*/ 12882 w 42684"/>
                <a:gd name="connsiteY1" fmla="*/ 1751 h 42652"/>
                <a:gd name="connsiteX2" fmla="*/ 40933 w 42684"/>
                <a:gd name="connsiteY2" fmla="*/ 12877 h 42652"/>
                <a:gd name="connsiteX3" fmla="*/ 29808 w 42684"/>
                <a:gd name="connsiteY3" fmla="*/ 40928 h 42652"/>
                <a:gd name="connsiteX4" fmla="*/ 29760 w 42684"/>
                <a:gd name="connsiteY4" fmla="*/ 40947 h 42652"/>
                <a:gd name="connsiteX5" fmla="*/ 1757 w 42684"/>
                <a:gd name="connsiteY5" fmla="*/ 29803 h 42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84" h="42652">
                  <a:moveTo>
                    <a:pt x="1757" y="29803"/>
                  </a:moveTo>
                  <a:cubicBezTo>
                    <a:pt x="-2920" y="18982"/>
                    <a:pt x="2062" y="6428"/>
                    <a:pt x="12882" y="1751"/>
                  </a:cubicBezTo>
                  <a:cubicBezTo>
                    <a:pt x="23703" y="-2916"/>
                    <a:pt x="36256" y="2066"/>
                    <a:pt x="40933" y="12877"/>
                  </a:cubicBezTo>
                  <a:cubicBezTo>
                    <a:pt x="45601" y="23697"/>
                    <a:pt x="40619" y="36251"/>
                    <a:pt x="29808" y="40928"/>
                  </a:cubicBezTo>
                  <a:cubicBezTo>
                    <a:pt x="29789" y="40937"/>
                    <a:pt x="29780" y="40937"/>
                    <a:pt x="29760" y="40947"/>
                  </a:cubicBezTo>
                  <a:cubicBezTo>
                    <a:pt x="18950" y="45528"/>
                    <a:pt x="6462" y="40566"/>
                    <a:pt x="1757" y="2980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5" name="Freeform: Shape 2234">
              <a:extLst>
                <a:ext uri="{FF2B5EF4-FFF2-40B4-BE49-F238E27FC236}">
                  <a16:creationId xmlns:a16="http://schemas.microsoft.com/office/drawing/2014/main" id="{D1740754-B313-4DF0-9CF9-AD93A351CB50}"/>
                </a:ext>
              </a:extLst>
            </p:cNvPr>
            <p:cNvSpPr/>
            <p:nvPr/>
          </p:nvSpPr>
          <p:spPr>
            <a:xfrm>
              <a:off x="5497533" y="598756"/>
              <a:ext cx="114594" cy="114638"/>
            </a:xfrm>
            <a:custGeom>
              <a:avLst/>
              <a:gdLst>
                <a:gd name="connsiteX0" fmla="*/ 3242 w 79839"/>
                <a:gd name="connsiteY0" fmla="*/ 55652 h 79870"/>
                <a:gd name="connsiteX1" fmla="*/ 24187 w 79839"/>
                <a:gd name="connsiteY1" fmla="*/ 3246 h 79870"/>
                <a:gd name="connsiteX2" fmla="*/ 76594 w 79839"/>
                <a:gd name="connsiteY2" fmla="*/ 24191 h 79870"/>
                <a:gd name="connsiteX3" fmla="*/ 55648 w 79839"/>
                <a:gd name="connsiteY3" fmla="*/ 76598 h 79870"/>
                <a:gd name="connsiteX4" fmla="*/ 55629 w 79839"/>
                <a:gd name="connsiteY4" fmla="*/ 76607 h 79870"/>
                <a:gd name="connsiteX5" fmla="*/ 3308 w 79839"/>
                <a:gd name="connsiteY5" fmla="*/ 55804 h 79870"/>
                <a:gd name="connsiteX6" fmla="*/ 3242 w 79839"/>
                <a:gd name="connsiteY6" fmla="*/ 55652 h 7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39" h="79870">
                  <a:moveTo>
                    <a:pt x="3242" y="55652"/>
                  </a:moveTo>
                  <a:cubicBezTo>
                    <a:pt x="-5445" y="35393"/>
                    <a:pt x="3927" y="11932"/>
                    <a:pt x="24187" y="3246"/>
                  </a:cubicBezTo>
                  <a:cubicBezTo>
                    <a:pt x="44447" y="-5451"/>
                    <a:pt x="67907" y="3931"/>
                    <a:pt x="76594" y="24191"/>
                  </a:cubicBezTo>
                  <a:cubicBezTo>
                    <a:pt x="85290" y="44441"/>
                    <a:pt x="75908" y="67911"/>
                    <a:pt x="55648" y="76598"/>
                  </a:cubicBezTo>
                  <a:cubicBezTo>
                    <a:pt x="55648" y="76598"/>
                    <a:pt x="55639" y="76607"/>
                    <a:pt x="55629" y="76607"/>
                  </a:cubicBezTo>
                  <a:cubicBezTo>
                    <a:pt x="35436" y="85313"/>
                    <a:pt x="12014" y="75998"/>
                    <a:pt x="3308" y="55804"/>
                  </a:cubicBezTo>
                  <a:cubicBezTo>
                    <a:pt x="3289" y="55757"/>
                    <a:pt x="3261" y="55700"/>
                    <a:pt x="3242" y="5565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6" name="Freeform: Shape 2235">
              <a:extLst>
                <a:ext uri="{FF2B5EF4-FFF2-40B4-BE49-F238E27FC236}">
                  <a16:creationId xmlns:a16="http://schemas.microsoft.com/office/drawing/2014/main" id="{271D65E9-AF3F-41AB-BADA-CA9133F4A8E8}"/>
                </a:ext>
              </a:extLst>
            </p:cNvPr>
            <p:cNvSpPr/>
            <p:nvPr/>
          </p:nvSpPr>
          <p:spPr>
            <a:xfrm>
              <a:off x="7168034" y="1149200"/>
              <a:ext cx="744194" cy="457997"/>
            </a:xfrm>
            <a:custGeom>
              <a:avLst/>
              <a:gdLst>
                <a:gd name="connsiteX0" fmla="*/ 357378 w 518491"/>
                <a:gd name="connsiteY0" fmla="*/ 0 h 319093"/>
                <a:gd name="connsiteX1" fmla="*/ 235554 w 518491"/>
                <a:gd name="connsiteY1" fmla="*/ 57912 h 319093"/>
                <a:gd name="connsiteX2" fmla="*/ 142875 w 518491"/>
                <a:gd name="connsiteY2" fmla="*/ 110014 h 319093"/>
                <a:gd name="connsiteX3" fmla="*/ 0 w 518491"/>
                <a:gd name="connsiteY3" fmla="*/ 131636 h 319093"/>
                <a:gd name="connsiteX4" fmla="*/ 0 w 518491"/>
                <a:gd name="connsiteY4" fmla="*/ 187452 h 319093"/>
                <a:gd name="connsiteX5" fmla="*/ 137827 w 518491"/>
                <a:gd name="connsiteY5" fmla="*/ 208312 h 319093"/>
                <a:gd name="connsiteX6" fmla="*/ 238792 w 518491"/>
                <a:gd name="connsiteY6" fmla="*/ 264509 h 319093"/>
                <a:gd name="connsiteX7" fmla="*/ 463906 w 518491"/>
                <a:gd name="connsiteY7" fmla="*/ 279702 h 319093"/>
                <a:gd name="connsiteX8" fmla="*/ 518256 w 518491"/>
                <a:gd name="connsiteY8" fmla="*/ 150876 h 319093"/>
                <a:gd name="connsiteX9" fmla="*/ 357378 w 518491"/>
                <a:gd name="connsiteY9" fmla="*/ 0 h 31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491" h="319093">
                  <a:moveTo>
                    <a:pt x="357378" y="0"/>
                  </a:moveTo>
                  <a:cubicBezTo>
                    <a:pt x="310201" y="334"/>
                    <a:pt x="265595" y="21536"/>
                    <a:pt x="235554" y="57912"/>
                  </a:cubicBezTo>
                  <a:cubicBezTo>
                    <a:pt x="212122" y="86087"/>
                    <a:pt x="179127" y="104632"/>
                    <a:pt x="142875" y="110014"/>
                  </a:cubicBezTo>
                  <a:lnTo>
                    <a:pt x="0" y="131636"/>
                  </a:lnTo>
                  <a:lnTo>
                    <a:pt x="0" y="187452"/>
                  </a:lnTo>
                  <a:lnTo>
                    <a:pt x="137827" y="208312"/>
                  </a:lnTo>
                  <a:cubicBezTo>
                    <a:pt x="177099" y="214437"/>
                    <a:pt x="212893" y="234363"/>
                    <a:pt x="238792" y="264509"/>
                  </a:cubicBezTo>
                  <a:cubicBezTo>
                    <a:pt x="296761" y="330870"/>
                    <a:pt x="397545" y="337671"/>
                    <a:pt x="463906" y="279702"/>
                  </a:cubicBezTo>
                  <a:cubicBezTo>
                    <a:pt x="500882" y="247412"/>
                    <a:pt x="520922" y="199892"/>
                    <a:pt x="518256" y="150876"/>
                  </a:cubicBezTo>
                  <a:cubicBezTo>
                    <a:pt x="512969" y="65952"/>
                    <a:pt x="442465" y="-162"/>
                    <a:pt x="357378"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7" name="Freeform: Shape 2236">
              <a:extLst>
                <a:ext uri="{FF2B5EF4-FFF2-40B4-BE49-F238E27FC236}">
                  <a16:creationId xmlns:a16="http://schemas.microsoft.com/office/drawing/2014/main" id="{1C99F03C-D30E-474B-A837-383CEF27116B}"/>
                </a:ext>
              </a:extLst>
            </p:cNvPr>
            <p:cNvSpPr/>
            <p:nvPr/>
          </p:nvSpPr>
          <p:spPr>
            <a:xfrm>
              <a:off x="7482689" y="1181465"/>
              <a:ext cx="390998" cy="390999"/>
            </a:xfrm>
            <a:custGeom>
              <a:avLst/>
              <a:gdLst>
                <a:gd name="connsiteX0" fmla="*/ 272415 w 272414"/>
                <a:gd name="connsiteY0" fmla="*/ 136208 h 272415"/>
                <a:gd name="connsiteX1" fmla="*/ 136208 w 272414"/>
                <a:gd name="connsiteY1" fmla="*/ 272415 h 272415"/>
                <a:gd name="connsiteX2" fmla="*/ 0 w 272414"/>
                <a:gd name="connsiteY2" fmla="*/ 136208 h 272415"/>
                <a:gd name="connsiteX3" fmla="*/ 136208 w 272414"/>
                <a:gd name="connsiteY3" fmla="*/ 0 h 272415"/>
                <a:gd name="connsiteX4" fmla="*/ 272415 w 272414"/>
                <a:gd name="connsiteY4" fmla="*/ 136208 h 27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14" h="272415">
                  <a:moveTo>
                    <a:pt x="272415" y="136208"/>
                  </a:moveTo>
                  <a:cubicBezTo>
                    <a:pt x="272415" y="211433"/>
                    <a:pt x="211433" y="272415"/>
                    <a:pt x="136208" y="272415"/>
                  </a:cubicBezTo>
                  <a:cubicBezTo>
                    <a:pt x="60983" y="272415"/>
                    <a:pt x="0" y="211433"/>
                    <a:pt x="0" y="136208"/>
                  </a:cubicBezTo>
                  <a:cubicBezTo>
                    <a:pt x="0" y="60982"/>
                    <a:pt x="60983" y="0"/>
                    <a:pt x="136208" y="0"/>
                  </a:cubicBezTo>
                  <a:cubicBezTo>
                    <a:pt x="211433" y="0"/>
                    <a:pt x="272415" y="60982"/>
                    <a:pt x="272415" y="136208"/>
                  </a:cubicBezTo>
                  <a:close/>
                </a:path>
              </a:pathLst>
            </a:custGeom>
            <a:solidFill>
              <a:srgbClr val="FFFFFF"/>
            </a:solidFill>
            <a:ln w="3810" cap="flat">
              <a:solidFill>
                <a:srgbClr val="FFFFFF"/>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Pro Cond" panose="02040506050405020303" pitchFamily="18" charset="0"/>
                  <a:ea typeface="+mn-ea"/>
                  <a:cs typeface="+mn-cs"/>
                </a:rPr>
                <a:t>1</a:t>
              </a:r>
            </a:p>
          </p:txBody>
        </p:sp>
        <p:sp>
          <p:nvSpPr>
            <p:cNvPr id="2239" name="Freeform: Shape 2238">
              <a:extLst>
                <a:ext uri="{FF2B5EF4-FFF2-40B4-BE49-F238E27FC236}">
                  <a16:creationId xmlns:a16="http://schemas.microsoft.com/office/drawing/2014/main" id="{44BFC980-C748-49B8-B6E8-53C8F50C1AE2}"/>
                </a:ext>
              </a:extLst>
            </p:cNvPr>
            <p:cNvSpPr/>
            <p:nvPr/>
          </p:nvSpPr>
          <p:spPr>
            <a:xfrm>
              <a:off x="5084526" y="933194"/>
              <a:ext cx="2183855" cy="889318"/>
            </a:xfrm>
            <a:custGeom>
              <a:avLst/>
              <a:gdLst>
                <a:gd name="connsiteX0" fmla="*/ 288703 w 1521523"/>
                <a:gd name="connsiteY0" fmla="*/ 619601 h 619601"/>
                <a:gd name="connsiteX1" fmla="*/ 0 w 1521523"/>
                <a:gd name="connsiteY1" fmla="*/ 309753 h 619601"/>
                <a:gd name="connsiteX2" fmla="*/ 288703 w 1521523"/>
                <a:gd name="connsiteY2" fmla="*/ 0 h 619601"/>
                <a:gd name="connsiteX3" fmla="*/ 1232821 w 1521523"/>
                <a:gd name="connsiteY3" fmla="*/ 0 h 619601"/>
                <a:gd name="connsiteX4" fmla="*/ 1521524 w 1521523"/>
                <a:gd name="connsiteY4" fmla="*/ 309753 h 619601"/>
                <a:gd name="connsiteX5" fmla="*/ 1232821 w 1521523"/>
                <a:gd name="connsiteY5" fmla="*/ 619601 h 61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1523" h="619601">
                  <a:moveTo>
                    <a:pt x="288703" y="619601"/>
                  </a:moveTo>
                  <a:cubicBezTo>
                    <a:pt x="129540" y="619601"/>
                    <a:pt x="0" y="480631"/>
                    <a:pt x="0" y="309753"/>
                  </a:cubicBezTo>
                  <a:cubicBezTo>
                    <a:pt x="0" y="138874"/>
                    <a:pt x="129540" y="0"/>
                    <a:pt x="288703" y="0"/>
                  </a:cubicBezTo>
                  <a:lnTo>
                    <a:pt x="1232821" y="0"/>
                  </a:lnTo>
                  <a:cubicBezTo>
                    <a:pt x="1391983" y="0"/>
                    <a:pt x="1521524" y="138970"/>
                    <a:pt x="1521524" y="309753"/>
                  </a:cubicBezTo>
                  <a:cubicBezTo>
                    <a:pt x="1521524" y="480536"/>
                    <a:pt x="1391983" y="619601"/>
                    <a:pt x="1232821" y="61960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0" name="Rectangle: Rounded Corners 2239">
              <a:extLst>
                <a:ext uri="{FF2B5EF4-FFF2-40B4-BE49-F238E27FC236}">
                  <a16:creationId xmlns:a16="http://schemas.microsoft.com/office/drawing/2014/main" id="{B492DB7B-9A65-4ABF-8954-7EA457404270}"/>
                </a:ext>
              </a:extLst>
            </p:cNvPr>
            <p:cNvSpPr/>
            <p:nvPr/>
          </p:nvSpPr>
          <p:spPr>
            <a:xfrm>
              <a:off x="5141537" y="981605"/>
              <a:ext cx="2069973" cy="767096"/>
            </a:xfrm>
            <a:prstGeom prst="roundRect">
              <a:avLst>
                <a:gd name="adj" fmla="val 50000"/>
              </a:avLst>
            </a:prstGeom>
            <a:solidFill>
              <a:srgbClr val="FFFFFF"/>
            </a:solidFill>
            <a:ln w="381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1" name="Freeform: Shape 2240">
              <a:extLst>
                <a:ext uri="{FF2B5EF4-FFF2-40B4-BE49-F238E27FC236}">
                  <a16:creationId xmlns:a16="http://schemas.microsoft.com/office/drawing/2014/main" id="{1EBA91CD-4F7F-4EFB-9F81-F83781860149}"/>
                </a:ext>
              </a:extLst>
            </p:cNvPr>
            <p:cNvSpPr/>
            <p:nvPr/>
          </p:nvSpPr>
          <p:spPr>
            <a:xfrm>
              <a:off x="4774671" y="662279"/>
              <a:ext cx="686936" cy="850048"/>
            </a:xfrm>
            <a:custGeom>
              <a:avLst/>
              <a:gdLst>
                <a:gd name="connsiteX0" fmla="*/ 521 w 478598"/>
                <a:gd name="connsiteY0" fmla="*/ 223517 h 592241"/>
                <a:gd name="connsiteX1" fmla="*/ 165685 w 478598"/>
                <a:gd name="connsiteY1" fmla="*/ 466976 h 592241"/>
                <a:gd name="connsiteX2" fmla="*/ 223406 w 478598"/>
                <a:gd name="connsiteY2" fmla="*/ 582324 h 592241"/>
                <a:gd name="connsiteX3" fmla="*/ 247114 w 478598"/>
                <a:gd name="connsiteY3" fmla="*/ 590430 h 592241"/>
                <a:gd name="connsiteX4" fmla="*/ 255220 w 478598"/>
                <a:gd name="connsiteY4" fmla="*/ 582324 h 592241"/>
                <a:gd name="connsiteX5" fmla="*/ 312941 w 478598"/>
                <a:gd name="connsiteY5" fmla="*/ 466976 h 592241"/>
                <a:gd name="connsiteX6" fmla="*/ 466913 w 478598"/>
                <a:gd name="connsiteY6" fmla="*/ 165662 h 592241"/>
                <a:gd name="connsiteX7" fmla="*/ 165589 w 478598"/>
                <a:gd name="connsiteY7" fmla="*/ 11691 h 592241"/>
                <a:gd name="connsiteX8" fmla="*/ 521 w 478598"/>
                <a:gd name="connsiteY8" fmla="*/ 223517 h 59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598" h="592241">
                  <a:moveTo>
                    <a:pt x="521" y="223517"/>
                  </a:moveTo>
                  <a:cubicBezTo>
                    <a:pt x="-6680" y="332921"/>
                    <a:pt x="61367" y="433229"/>
                    <a:pt x="165685" y="466976"/>
                  </a:cubicBezTo>
                  <a:lnTo>
                    <a:pt x="223406" y="582324"/>
                  </a:lnTo>
                  <a:cubicBezTo>
                    <a:pt x="227711" y="591106"/>
                    <a:pt x="238332" y="594735"/>
                    <a:pt x="247114" y="590430"/>
                  </a:cubicBezTo>
                  <a:cubicBezTo>
                    <a:pt x="250638" y="588706"/>
                    <a:pt x="253486" y="585848"/>
                    <a:pt x="255220" y="582324"/>
                  </a:cubicBezTo>
                  <a:lnTo>
                    <a:pt x="312941" y="466976"/>
                  </a:lnTo>
                  <a:cubicBezTo>
                    <a:pt x="438662" y="426285"/>
                    <a:pt x="507594" y="291383"/>
                    <a:pt x="466913" y="165662"/>
                  </a:cubicBezTo>
                  <a:cubicBezTo>
                    <a:pt x="426222" y="39932"/>
                    <a:pt x="291310" y="-29000"/>
                    <a:pt x="165589" y="11691"/>
                  </a:cubicBezTo>
                  <a:cubicBezTo>
                    <a:pt x="72397" y="41856"/>
                    <a:pt x="6998" y="125771"/>
                    <a:pt x="521" y="22351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2" name="Freeform: Shape 2241">
              <a:extLst>
                <a:ext uri="{FF2B5EF4-FFF2-40B4-BE49-F238E27FC236}">
                  <a16:creationId xmlns:a16="http://schemas.microsoft.com/office/drawing/2014/main" id="{25043E20-DAAE-405B-B9DA-344475C71C2E}"/>
                </a:ext>
              </a:extLst>
            </p:cNvPr>
            <p:cNvSpPr/>
            <p:nvPr/>
          </p:nvSpPr>
          <p:spPr>
            <a:xfrm>
              <a:off x="4870935" y="758566"/>
              <a:ext cx="457988" cy="457988"/>
            </a:xfrm>
            <a:custGeom>
              <a:avLst/>
              <a:gdLst>
                <a:gd name="connsiteX0" fmla="*/ 319088 w 319087"/>
                <a:gd name="connsiteY0" fmla="*/ 159544 h 319087"/>
                <a:gd name="connsiteX1" fmla="*/ 159544 w 319087"/>
                <a:gd name="connsiteY1" fmla="*/ 319088 h 319087"/>
                <a:gd name="connsiteX2" fmla="*/ 0 w 319087"/>
                <a:gd name="connsiteY2" fmla="*/ 159544 h 319087"/>
                <a:gd name="connsiteX3" fmla="*/ 159544 w 319087"/>
                <a:gd name="connsiteY3" fmla="*/ 0 h 319087"/>
                <a:gd name="connsiteX4" fmla="*/ 319088 w 319087"/>
                <a:gd name="connsiteY4" fmla="*/ 159544 h 31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7" h="319087">
                  <a:moveTo>
                    <a:pt x="319088" y="159544"/>
                  </a:moveTo>
                  <a:cubicBezTo>
                    <a:pt x="319088" y="247657"/>
                    <a:pt x="247657" y="319088"/>
                    <a:pt x="159544" y="319088"/>
                  </a:cubicBezTo>
                  <a:cubicBezTo>
                    <a:pt x="71430" y="319088"/>
                    <a:pt x="0" y="247657"/>
                    <a:pt x="0" y="159544"/>
                  </a:cubicBezTo>
                  <a:cubicBezTo>
                    <a:pt x="0" y="71430"/>
                    <a:pt x="71430" y="0"/>
                    <a:pt x="159544" y="0"/>
                  </a:cubicBezTo>
                  <a:cubicBezTo>
                    <a:pt x="247657" y="0"/>
                    <a:pt x="319088" y="71430"/>
                    <a:pt x="319088" y="159544"/>
                  </a:cubicBezTo>
                  <a:close/>
                </a:path>
              </a:pathLst>
            </a:custGeom>
            <a:solidFill>
              <a:srgbClr val="FFFFFF"/>
            </a:solidFill>
            <a:ln w="666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4" name="Shape 3619">
              <a:extLst>
                <a:ext uri="{FF2B5EF4-FFF2-40B4-BE49-F238E27FC236}">
                  <a16:creationId xmlns:a16="http://schemas.microsoft.com/office/drawing/2014/main" id="{414A87C8-9A31-468F-8A56-9352C5A75335}"/>
                </a:ext>
              </a:extLst>
            </p:cNvPr>
            <p:cNvSpPr/>
            <p:nvPr/>
          </p:nvSpPr>
          <p:spPr>
            <a:xfrm>
              <a:off x="5052689" y="5341718"/>
              <a:ext cx="285723" cy="233772"/>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chemeClr val="tx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5" name="Shape 3664">
              <a:extLst>
                <a:ext uri="{FF2B5EF4-FFF2-40B4-BE49-F238E27FC236}">
                  <a16:creationId xmlns:a16="http://schemas.microsoft.com/office/drawing/2014/main" id="{2A77A081-AE54-4F47-8FDF-5C9467562E78}"/>
                </a:ext>
              </a:extLst>
            </p:cNvPr>
            <p:cNvSpPr/>
            <p:nvPr/>
          </p:nvSpPr>
          <p:spPr>
            <a:xfrm>
              <a:off x="6262149" y="2392617"/>
              <a:ext cx="285721" cy="285721"/>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7"/>
                  </a:cubicBezTo>
                  <a:lnTo>
                    <a:pt x="19602" y="12268"/>
                  </a:lnTo>
                  <a:cubicBezTo>
                    <a:pt x="19256" y="12354"/>
                    <a:pt x="18984" y="12622"/>
                    <a:pt x="18892" y="12966"/>
                  </a:cubicBezTo>
                  <a:cubicBezTo>
                    <a:pt x="18703" y="13673"/>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8"/>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3"/>
                  </a:lnTo>
                  <a:cubicBezTo>
                    <a:pt x="3724" y="15677"/>
                    <a:pt x="3727" y="15295"/>
                    <a:pt x="3548" y="14986"/>
                  </a:cubicBezTo>
                  <a:cubicBezTo>
                    <a:pt x="3179" y="14351"/>
                    <a:pt x="2897" y="13672"/>
                    <a:pt x="2708" y="12966"/>
                  </a:cubicBezTo>
                  <a:cubicBezTo>
                    <a:pt x="2616" y="12622"/>
                    <a:pt x="2343" y="12354"/>
                    <a:pt x="1998" y="12268"/>
                  </a:cubicBezTo>
                  <a:lnTo>
                    <a:pt x="993" y="12017"/>
                  </a:lnTo>
                  <a:cubicBezTo>
                    <a:pt x="989" y="12016"/>
                    <a:pt x="986" y="12014"/>
                    <a:pt x="982" y="12013"/>
                  </a:cubicBezTo>
                  <a:lnTo>
                    <a:pt x="982" y="9587"/>
                  </a:lnTo>
                  <a:lnTo>
                    <a:pt x="1998" y="9333"/>
                  </a:lnTo>
                  <a:cubicBezTo>
                    <a:pt x="2343" y="9247"/>
                    <a:pt x="2616" y="8979"/>
                    <a:pt x="2708" y="8634"/>
                  </a:cubicBezTo>
                  <a:cubicBezTo>
                    <a:pt x="2897" y="7928"/>
                    <a:pt x="3179" y="7250"/>
                    <a:pt x="3548" y="6615"/>
                  </a:cubicBezTo>
                  <a:cubicBezTo>
                    <a:pt x="3727" y="6305"/>
                    <a:pt x="3724" y="5924"/>
                    <a:pt x="3540" y="5617"/>
                  </a:cubicBezTo>
                  <a:lnTo>
                    <a:pt x="3005" y="4725"/>
                  </a:lnTo>
                  <a:cubicBezTo>
                    <a:pt x="3004" y="4722"/>
                    <a:pt x="3002" y="4718"/>
                    <a:pt x="3000" y="4714"/>
                  </a:cubicBezTo>
                  <a:lnTo>
                    <a:pt x="4715" y="3000"/>
                  </a:lnTo>
                  <a:lnTo>
                    <a:pt x="5621" y="3544"/>
                  </a:lnTo>
                  <a:cubicBezTo>
                    <a:pt x="5777" y="3637"/>
                    <a:pt x="5951" y="3683"/>
                    <a:pt x="6127" y="3683"/>
                  </a:cubicBezTo>
                  <a:cubicBezTo>
                    <a:pt x="6296" y="3683"/>
                    <a:pt x="6465" y="3640"/>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40"/>
                    <a:pt x="15304" y="3683"/>
                    <a:pt x="15473" y="3683"/>
                  </a:cubicBezTo>
                  <a:cubicBezTo>
                    <a:pt x="15648" y="3683"/>
                    <a:pt x="15822" y="3637"/>
                    <a:pt x="15978" y="3544"/>
                  </a:cubicBezTo>
                  <a:lnTo>
                    <a:pt x="16884" y="3000"/>
                  </a:lnTo>
                  <a:lnTo>
                    <a:pt x="18600" y="4714"/>
                  </a:lnTo>
                  <a:cubicBezTo>
                    <a:pt x="18598" y="4718"/>
                    <a:pt x="18597" y="4722"/>
                    <a:pt x="18595" y="4726"/>
                  </a:cubicBezTo>
                  <a:lnTo>
                    <a:pt x="18060" y="5617"/>
                  </a:lnTo>
                  <a:cubicBezTo>
                    <a:pt x="17876" y="5924"/>
                    <a:pt x="17873" y="6305"/>
                    <a:pt x="18053" y="6615"/>
                  </a:cubicBezTo>
                  <a:cubicBezTo>
                    <a:pt x="18421" y="7249"/>
                    <a:pt x="18703" y="7928"/>
                    <a:pt x="18892" y="8634"/>
                  </a:cubicBezTo>
                  <a:cubicBezTo>
                    <a:pt x="18984" y="8979"/>
                    <a:pt x="19256" y="9247"/>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1"/>
                  </a:lnTo>
                  <a:cubicBezTo>
                    <a:pt x="19625" y="4871"/>
                    <a:pt x="19736" y="4463"/>
                    <a:pt x="19455" y="4182"/>
                  </a:cubicBezTo>
                  <a:lnTo>
                    <a:pt x="17419" y="2146"/>
                  </a:lnTo>
                  <a:cubicBezTo>
                    <a:pt x="17292" y="2018"/>
                    <a:pt x="17136" y="1968"/>
                    <a:pt x="16975" y="1968"/>
                  </a:cubicBezTo>
                  <a:cubicBezTo>
                    <a:pt x="16778" y="1968"/>
                    <a:pt x="16572" y="2043"/>
                    <a:pt x="16400" y="2146"/>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6"/>
                  </a:lnTo>
                  <a:cubicBezTo>
                    <a:pt x="5028" y="2043"/>
                    <a:pt x="4822" y="1968"/>
                    <a:pt x="4625" y="1968"/>
                  </a:cubicBezTo>
                  <a:cubicBezTo>
                    <a:pt x="4464" y="1968"/>
                    <a:pt x="4308" y="2018"/>
                    <a:pt x="4181" y="2146"/>
                  </a:cubicBezTo>
                  <a:lnTo>
                    <a:pt x="2145" y="4182"/>
                  </a:lnTo>
                  <a:cubicBezTo>
                    <a:pt x="1864" y="4463"/>
                    <a:pt x="1975" y="4871"/>
                    <a:pt x="2145" y="5201"/>
                  </a:cubicBezTo>
                  <a:lnTo>
                    <a:pt x="2698" y="6122"/>
                  </a:lnTo>
                  <a:cubicBezTo>
                    <a:pt x="2292" y="6822"/>
                    <a:pt x="1973" y="7580"/>
                    <a:pt x="1759" y="8380"/>
                  </a:cubicBezTo>
                  <a:lnTo>
                    <a:pt x="720" y="8641"/>
                  </a:lnTo>
                  <a:cubicBezTo>
                    <a:pt x="367" y="8730"/>
                    <a:pt x="0" y="8963"/>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4"/>
                    <a:pt x="1864" y="17138"/>
                    <a:pt x="2145" y="17419"/>
                  </a:cubicBezTo>
                  <a:lnTo>
                    <a:pt x="4181" y="19455"/>
                  </a:lnTo>
                  <a:cubicBezTo>
                    <a:pt x="4305" y="19579"/>
                    <a:pt x="4454" y="19627"/>
                    <a:pt x="4610" y="19627"/>
                  </a:cubicBezTo>
                  <a:cubicBezTo>
                    <a:pt x="4807" y="19627"/>
                    <a:pt x="5016" y="19550"/>
                    <a:pt x="5200" y="19455"/>
                  </a:cubicBezTo>
                  <a:lnTo>
                    <a:pt x="6127" y="18899"/>
                  </a:lnTo>
                  <a:cubicBezTo>
                    <a:pt x="6825" y="19303"/>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3"/>
                    <a:pt x="15473" y="18899"/>
                  </a:cubicBezTo>
                  <a:lnTo>
                    <a:pt x="16400" y="19455"/>
                  </a:lnTo>
                  <a:cubicBezTo>
                    <a:pt x="16584" y="19550"/>
                    <a:pt x="16793" y="19627"/>
                    <a:pt x="16990" y="19627"/>
                  </a:cubicBezTo>
                  <a:cubicBezTo>
                    <a:pt x="17146" y="19627"/>
                    <a:pt x="17294" y="19579"/>
                    <a:pt x="17419" y="19455"/>
                  </a:cubicBezTo>
                  <a:lnTo>
                    <a:pt x="19455" y="17419"/>
                  </a:lnTo>
                  <a:cubicBezTo>
                    <a:pt x="19736" y="17138"/>
                    <a:pt x="19641" y="16714"/>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3"/>
                    <a:pt x="21233" y="8730"/>
                    <a:pt x="20880" y="8641"/>
                  </a:cubicBezTo>
                </a:path>
              </a:pathLst>
            </a:custGeom>
            <a:solidFill>
              <a:schemeClr val="tx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6" name="Shape 3675">
              <a:extLst>
                <a:ext uri="{FF2B5EF4-FFF2-40B4-BE49-F238E27FC236}">
                  <a16:creationId xmlns:a16="http://schemas.microsoft.com/office/drawing/2014/main" id="{0A8F5F9E-2E15-417F-812B-42AD1E065DDA}"/>
                </a:ext>
              </a:extLst>
            </p:cNvPr>
            <p:cNvSpPr/>
            <p:nvPr/>
          </p:nvSpPr>
          <p:spPr>
            <a:xfrm>
              <a:off x="4973275" y="866231"/>
              <a:ext cx="285723" cy="233772"/>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70"/>
                    <a:pt x="8617" y="4800"/>
                    <a:pt x="8345" y="4800"/>
                  </a:cubicBezTo>
                  <a:lnTo>
                    <a:pt x="5400" y="4800"/>
                  </a:lnTo>
                  <a:cubicBezTo>
                    <a:pt x="5129" y="4800"/>
                    <a:pt x="4909" y="5070"/>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70"/>
                    <a:pt x="18926" y="16801"/>
                    <a:pt x="18655" y="16801"/>
                  </a:cubicBezTo>
                  <a:lnTo>
                    <a:pt x="18655" y="3601"/>
                  </a:lnTo>
                  <a:lnTo>
                    <a:pt x="20618" y="3601"/>
                  </a:lnTo>
                  <a:cubicBezTo>
                    <a:pt x="20618" y="3601"/>
                    <a:pt x="20618" y="20400"/>
                    <a:pt x="20618" y="20400"/>
                  </a:cubicBezTo>
                  <a:close/>
                  <a:moveTo>
                    <a:pt x="17673" y="16801"/>
                  </a:moveTo>
                  <a:cubicBezTo>
                    <a:pt x="17401" y="16801"/>
                    <a:pt x="17182" y="17070"/>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70"/>
                    <a:pt x="4199" y="16801"/>
                    <a:pt x="3927" y="16801"/>
                  </a:cubicBezTo>
                  <a:lnTo>
                    <a:pt x="3927" y="3601"/>
                  </a:lnTo>
                  <a:lnTo>
                    <a:pt x="17673" y="3601"/>
                  </a:lnTo>
                  <a:cubicBezTo>
                    <a:pt x="17673" y="3601"/>
                    <a:pt x="17673" y="16801"/>
                    <a:pt x="17673" y="16801"/>
                  </a:cubicBezTo>
                  <a:close/>
                  <a:moveTo>
                    <a:pt x="2945" y="16801"/>
                  </a:moveTo>
                  <a:cubicBezTo>
                    <a:pt x="2674" y="16801"/>
                    <a:pt x="2455" y="17070"/>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70"/>
                    <a:pt x="6653" y="7200"/>
                    <a:pt x="6382" y="7200"/>
                  </a:cubicBezTo>
                  <a:lnTo>
                    <a:pt x="5400" y="7200"/>
                  </a:lnTo>
                  <a:cubicBezTo>
                    <a:pt x="5129" y="7200"/>
                    <a:pt x="4909" y="7470"/>
                    <a:pt x="4909" y="7800"/>
                  </a:cubicBezTo>
                  <a:cubicBezTo>
                    <a:pt x="4909" y="8132"/>
                    <a:pt x="5129" y="8400"/>
                    <a:pt x="5400" y="8400"/>
                  </a:cubicBezTo>
                </a:path>
              </a:pathLst>
            </a:custGeom>
            <a:solidFill>
              <a:schemeClr val="tx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7" name="Shape 3689">
              <a:extLst>
                <a:ext uri="{FF2B5EF4-FFF2-40B4-BE49-F238E27FC236}">
                  <a16:creationId xmlns:a16="http://schemas.microsoft.com/office/drawing/2014/main" id="{BB623880-6142-47E9-9BCC-543FF8DB7600}"/>
                </a:ext>
              </a:extLst>
            </p:cNvPr>
            <p:cNvSpPr/>
            <p:nvPr/>
          </p:nvSpPr>
          <p:spPr>
            <a:xfrm>
              <a:off x="6309942" y="3852130"/>
              <a:ext cx="285723" cy="259810"/>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2"/>
                    <a:pt x="4191" y="17361"/>
                  </a:cubicBezTo>
                  <a:cubicBezTo>
                    <a:pt x="5156" y="17087"/>
                    <a:pt x="6884" y="15971"/>
                    <a:pt x="6884" y="13567"/>
                  </a:cubicBezTo>
                  <a:cubicBezTo>
                    <a:pt x="6884" y="11509"/>
                    <a:pt x="6113" y="10507"/>
                    <a:pt x="5698" y="9969"/>
                  </a:cubicBezTo>
                  <a:cubicBezTo>
                    <a:pt x="5646" y="9901"/>
                    <a:pt x="5599" y="9842"/>
                    <a:pt x="5562" y="9785"/>
                  </a:cubicBezTo>
                  <a:cubicBezTo>
                    <a:pt x="5550" y="9768"/>
                    <a:pt x="5538" y="9751"/>
                    <a:pt x="5526" y="9734"/>
                  </a:cubicBezTo>
                  <a:cubicBezTo>
                    <a:pt x="5491" y="9662"/>
                    <a:pt x="5297" y="9177"/>
                    <a:pt x="5553" y="8011"/>
                  </a:cubicBezTo>
                  <a:cubicBezTo>
                    <a:pt x="5604" y="7777"/>
                    <a:pt x="5583" y="7531"/>
                    <a:pt x="5493" y="7311"/>
                  </a:cubicBezTo>
                  <a:cubicBezTo>
                    <a:pt x="5249" y="6721"/>
                    <a:pt x="4603" y="5151"/>
                    <a:pt x="5035" y="3987"/>
                  </a:cubicBezTo>
                  <a:cubicBezTo>
                    <a:pt x="5619" y="2410"/>
                    <a:pt x="6140" y="2098"/>
                    <a:pt x="7085" y="1642"/>
                  </a:cubicBezTo>
                  <a:cubicBezTo>
                    <a:pt x="7132" y="1619"/>
                    <a:pt x="7177" y="1592"/>
                    <a:pt x="7220" y="1562"/>
                  </a:cubicBezTo>
                  <a:cubicBezTo>
                    <a:pt x="7458" y="1393"/>
                    <a:pt x="8233" y="1080"/>
                    <a:pt x="9029" y="1080"/>
                  </a:cubicBezTo>
                  <a:cubicBezTo>
                    <a:pt x="9467" y="1080"/>
                    <a:pt x="9840" y="1171"/>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3"/>
                    <a:pt x="11247" y="9602"/>
                    <a:pt x="11210" y="9679"/>
                  </a:cubicBezTo>
                  <a:cubicBezTo>
                    <a:pt x="11181" y="9712"/>
                    <a:pt x="11153" y="9748"/>
                    <a:pt x="11129" y="9785"/>
                  </a:cubicBezTo>
                  <a:cubicBezTo>
                    <a:pt x="11091" y="9842"/>
                    <a:pt x="11044" y="9901"/>
                    <a:pt x="10992" y="9969"/>
                  </a:cubicBezTo>
                  <a:cubicBezTo>
                    <a:pt x="10578" y="10507"/>
                    <a:pt x="9806" y="11509"/>
                    <a:pt x="9806" y="13567"/>
                  </a:cubicBezTo>
                  <a:cubicBezTo>
                    <a:pt x="9806" y="15971"/>
                    <a:pt x="11535" y="17087"/>
                    <a:pt x="12500" y="17361"/>
                  </a:cubicBezTo>
                  <a:cubicBezTo>
                    <a:pt x="13925" y="17915"/>
                    <a:pt x="15432" y="18664"/>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39"/>
                    <a:pt x="12999" y="4821"/>
                    <a:pt x="12211" y="2789"/>
                  </a:cubicBezTo>
                  <a:cubicBezTo>
                    <a:pt x="11716" y="1513"/>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6"/>
                    <a:pt x="0" y="17821"/>
                    <a:pt x="0" y="21060"/>
                  </a:cubicBezTo>
                  <a:cubicBezTo>
                    <a:pt x="0" y="21060"/>
                    <a:pt x="0" y="21600"/>
                    <a:pt x="491" y="21600"/>
                  </a:cubicBezTo>
                  <a:lnTo>
                    <a:pt x="16200" y="21600"/>
                  </a:lnTo>
                  <a:cubicBezTo>
                    <a:pt x="16691" y="21600"/>
                    <a:pt x="16691" y="21060"/>
                    <a:pt x="16691" y="21060"/>
                  </a:cubicBezTo>
                  <a:cubicBezTo>
                    <a:pt x="16691" y="17821"/>
                    <a:pt x="14048" y="16816"/>
                    <a:pt x="12782" y="16326"/>
                  </a:cubicBezTo>
                  <a:moveTo>
                    <a:pt x="18035" y="15773"/>
                  </a:moveTo>
                  <a:cubicBezTo>
                    <a:pt x="18035" y="15773"/>
                    <a:pt x="16217" y="15311"/>
                    <a:pt x="16217" y="13290"/>
                  </a:cubicBezTo>
                  <a:cubicBezTo>
                    <a:pt x="16217" y="11514"/>
                    <a:pt x="17087" y="10889"/>
                    <a:pt x="17376" y="10458"/>
                  </a:cubicBezTo>
                  <a:cubicBezTo>
                    <a:pt x="17376" y="10458"/>
                    <a:pt x="17968" y="9905"/>
                    <a:pt x="17572" y="8122"/>
                  </a:cubicBezTo>
                  <a:cubicBezTo>
                    <a:pt x="18232" y="7145"/>
                    <a:pt x="18387" y="5419"/>
                    <a:pt x="17669" y="3589"/>
                  </a:cubicBezTo>
                  <a:cubicBezTo>
                    <a:pt x="17218" y="2442"/>
                    <a:pt x="16666" y="1814"/>
                    <a:pt x="16059" y="1448"/>
                  </a:cubicBezTo>
                  <a:cubicBezTo>
                    <a:pt x="15612" y="1179"/>
                    <a:pt x="15107" y="1081"/>
                    <a:pt x="14614" y="1081"/>
                  </a:cubicBezTo>
                  <a:cubicBezTo>
                    <a:pt x="13880" y="1081"/>
                    <a:pt x="13182" y="1301"/>
                    <a:pt x="12753" y="1513"/>
                  </a:cubicBezTo>
                  <a:cubicBezTo>
                    <a:pt x="12878" y="1781"/>
                    <a:pt x="12997" y="2064"/>
                    <a:pt x="13115" y="2365"/>
                  </a:cubicBezTo>
                  <a:cubicBezTo>
                    <a:pt x="13131" y="2408"/>
                    <a:pt x="13143" y="2453"/>
                    <a:pt x="13159" y="2496"/>
                  </a:cubicBezTo>
                  <a:cubicBezTo>
                    <a:pt x="13436" y="2360"/>
                    <a:pt x="13994" y="2159"/>
                    <a:pt x="14614" y="2159"/>
                  </a:cubicBezTo>
                  <a:cubicBezTo>
                    <a:pt x="15001" y="2159"/>
                    <a:pt x="15328" y="2239"/>
                    <a:pt x="15588" y="2396"/>
                  </a:cubicBezTo>
                  <a:cubicBezTo>
                    <a:pt x="15893" y="2579"/>
                    <a:pt x="16347" y="2947"/>
                    <a:pt x="16767" y="4018"/>
                  </a:cubicBezTo>
                  <a:cubicBezTo>
                    <a:pt x="17366" y="5540"/>
                    <a:pt x="17207" y="6853"/>
                    <a:pt x="16784" y="7478"/>
                  </a:cubicBezTo>
                  <a:cubicBezTo>
                    <a:pt x="16610" y="7736"/>
                    <a:pt x="16549" y="8066"/>
                    <a:pt x="16618" y="8379"/>
                  </a:cubicBezTo>
                  <a:cubicBezTo>
                    <a:pt x="16817" y="9273"/>
                    <a:pt x="16689" y="9648"/>
                    <a:pt x="16656" y="9723"/>
                  </a:cubicBezTo>
                  <a:cubicBezTo>
                    <a:pt x="16631" y="9753"/>
                    <a:pt x="16607" y="9785"/>
                    <a:pt x="16584" y="9819"/>
                  </a:cubicBezTo>
                  <a:cubicBezTo>
                    <a:pt x="16565" y="9848"/>
                    <a:pt x="16497" y="9929"/>
                    <a:pt x="16447" y="9988"/>
                  </a:cubicBezTo>
                  <a:cubicBezTo>
                    <a:pt x="16023" y="10487"/>
                    <a:pt x="15236" y="11418"/>
                    <a:pt x="15236" y="13290"/>
                  </a:cubicBezTo>
                  <a:cubicBezTo>
                    <a:pt x="15236" y="15520"/>
                    <a:pt x="16851" y="16555"/>
                    <a:pt x="17757" y="16810"/>
                  </a:cubicBezTo>
                  <a:cubicBezTo>
                    <a:pt x="19050" y="17306"/>
                    <a:pt x="20311" y="17925"/>
                    <a:pt x="20570" y="19439"/>
                  </a:cubicBezTo>
                  <a:lnTo>
                    <a:pt x="17464" y="19439"/>
                  </a:lnTo>
                  <a:cubicBezTo>
                    <a:pt x="17553" y="19773"/>
                    <a:pt x="17615" y="20131"/>
                    <a:pt x="17645" y="20519"/>
                  </a:cubicBezTo>
                  <a:lnTo>
                    <a:pt x="21152" y="20519"/>
                  </a:lnTo>
                  <a:cubicBezTo>
                    <a:pt x="21600" y="20519"/>
                    <a:pt x="21600" y="20034"/>
                    <a:pt x="21600" y="20034"/>
                  </a:cubicBezTo>
                  <a:cubicBezTo>
                    <a:pt x="21600" y="17119"/>
                    <a:pt x="19191" y="16215"/>
                    <a:pt x="18035" y="15773"/>
                  </a:cubicBezTo>
                </a:path>
              </a:pathLst>
            </a:custGeom>
            <a:solidFill>
              <a:schemeClr val="tx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4" name="TextBox 2253">
            <a:extLst>
              <a:ext uri="{FF2B5EF4-FFF2-40B4-BE49-F238E27FC236}">
                <a16:creationId xmlns:a16="http://schemas.microsoft.com/office/drawing/2014/main" id="{8083D30E-E52C-7B8F-1FB6-8E3CE2261AFA}"/>
              </a:ext>
            </a:extLst>
          </p:cNvPr>
          <p:cNvSpPr txBox="1"/>
          <p:nvPr/>
        </p:nvSpPr>
        <p:spPr>
          <a:xfrm>
            <a:off x="5031368" y="1384999"/>
            <a:ext cx="2931031" cy="553998"/>
          </a:xfrm>
          <a:prstGeom prst="rect">
            <a:avLst/>
          </a:prstGeom>
          <a:noFill/>
        </p:spPr>
        <p:txBody>
          <a:bodyPr wrap="square" lIns="0" tIns="0" rIns="0" bIns="0" rtlCol="0">
            <a:spAutoFit/>
          </a:bodyPr>
          <a:lstStyle/>
          <a:p>
            <a:pPr lvl="0" algn="ctr"/>
            <a:r>
              <a:rPr lang="en-US" sz="1200" b="1" dirty="0">
                <a:latin typeface="Georgia" panose="02040502050405020303" pitchFamily="18" charset="0"/>
              </a:rPr>
              <a:t>Saving time by </a:t>
            </a:r>
          </a:p>
          <a:p>
            <a:pPr lvl="0" algn="ctr"/>
            <a:r>
              <a:rPr lang="en-US" sz="1200" b="1" dirty="0">
                <a:latin typeface="Georgia" panose="02040502050405020303" pitchFamily="18" charset="0"/>
              </a:rPr>
              <a:t>automating </a:t>
            </a:r>
          </a:p>
          <a:p>
            <a:pPr lvl="0" algn="ctr"/>
            <a:r>
              <a:rPr lang="en-US" sz="1200" b="1" dirty="0">
                <a:latin typeface="Georgia" panose="02040502050405020303" pitchFamily="18" charset="0"/>
              </a:rPr>
              <a:t>installations with Ansible</a:t>
            </a:r>
          </a:p>
        </p:txBody>
      </p:sp>
      <p:sp>
        <p:nvSpPr>
          <p:cNvPr id="95" name="TextBox 2248">
            <a:extLst>
              <a:ext uri="{FF2B5EF4-FFF2-40B4-BE49-F238E27FC236}">
                <a16:creationId xmlns:a16="http://schemas.microsoft.com/office/drawing/2014/main" id="{CE4518F0-25FF-7D04-7384-32F133B3FAD5}"/>
              </a:ext>
            </a:extLst>
          </p:cNvPr>
          <p:cNvSpPr txBox="1"/>
          <p:nvPr/>
        </p:nvSpPr>
        <p:spPr>
          <a:xfrm>
            <a:off x="7080818" y="2866725"/>
            <a:ext cx="2208293" cy="713275"/>
          </a:xfrm>
          <a:prstGeom prst="rect">
            <a:avLst/>
          </a:prstGeom>
          <a:noFill/>
        </p:spPr>
        <p:txBody>
          <a:bodyPr wrap="square" lIns="0" tIns="0" rIns="0" bIns="0" rtlCol="0">
            <a:spAutoFit/>
          </a:bodyPr>
          <a:lstStyle/>
          <a:p>
            <a:pPr lvl="0" algn="ctr"/>
            <a:r>
              <a:rPr lang="en-US" sz="1200" b="1" dirty="0">
                <a:latin typeface="Georgia" panose="02040502050405020303" pitchFamily="18" charset="0"/>
              </a:rPr>
              <a:t>Proving the importance </a:t>
            </a:r>
          </a:p>
          <a:p>
            <a:pPr lvl="0" algn="ctr"/>
            <a:r>
              <a:rPr lang="en-US" sz="1200" b="1" dirty="0">
                <a:latin typeface="Georgia" panose="02040502050405020303" pitchFamily="18" charset="0"/>
              </a:rPr>
              <a:t>of using Threat </a:t>
            </a:r>
          </a:p>
          <a:p>
            <a:pPr lvl="0" algn="ctr"/>
            <a:r>
              <a:rPr lang="en-US" sz="1200" b="1" dirty="0">
                <a:latin typeface="Georgia" panose="02040502050405020303" pitchFamily="18" charset="0"/>
              </a:rPr>
              <a:t>Hunting methodologies with SIEM solutions</a:t>
            </a:r>
          </a:p>
        </p:txBody>
      </p:sp>
      <p:sp>
        <p:nvSpPr>
          <p:cNvPr id="96" name="TextBox 2254">
            <a:extLst>
              <a:ext uri="{FF2B5EF4-FFF2-40B4-BE49-F238E27FC236}">
                <a16:creationId xmlns:a16="http://schemas.microsoft.com/office/drawing/2014/main" id="{459A5A6D-A83D-131D-9A1E-2D45F023D926}"/>
              </a:ext>
            </a:extLst>
          </p:cNvPr>
          <p:cNvSpPr txBox="1"/>
          <p:nvPr/>
        </p:nvSpPr>
        <p:spPr>
          <a:xfrm>
            <a:off x="7436438" y="4469994"/>
            <a:ext cx="1715326" cy="356637"/>
          </a:xfrm>
          <a:prstGeom prst="rect">
            <a:avLst/>
          </a:prstGeom>
          <a:noFill/>
        </p:spPr>
        <p:txBody>
          <a:bodyPr wrap="square" lIns="0" tIns="0" rIns="0" bIns="0" rtlCol="0">
            <a:spAutoFit/>
          </a:bodyPr>
          <a:lstStyle/>
          <a:p>
            <a:pPr lvl="0" algn="ctr"/>
            <a:r>
              <a:rPr lang="en-US" sz="1200" b="1" dirty="0">
                <a:latin typeface="Georgia" panose="02040502050405020303" pitchFamily="18" charset="0"/>
              </a:rPr>
              <a:t>Emulating adversaries plans</a:t>
            </a:r>
          </a:p>
        </p:txBody>
      </p:sp>
      <p:sp>
        <p:nvSpPr>
          <p:cNvPr id="98" name="ZoneTexte 97">
            <a:extLst>
              <a:ext uri="{FF2B5EF4-FFF2-40B4-BE49-F238E27FC236}">
                <a16:creationId xmlns:a16="http://schemas.microsoft.com/office/drawing/2014/main" id="{361606CF-C4E7-9D61-AD59-FD56240C90C3}"/>
              </a:ext>
            </a:extLst>
          </p:cNvPr>
          <p:cNvSpPr txBox="1"/>
          <p:nvPr/>
        </p:nvSpPr>
        <p:spPr>
          <a:xfrm>
            <a:off x="3604607" y="5833858"/>
            <a:ext cx="6096000" cy="646331"/>
          </a:xfrm>
          <a:prstGeom prst="rect">
            <a:avLst/>
          </a:prstGeom>
          <a:noFill/>
        </p:spPr>
        <p:txBody>
          <a:bodyPr wrap="square">
            <a:spAutoFit/>
          </a:bodyPr>
          <a:lstStyle/>
          <a:p>
            <a:pPr lvl="0" algn="ctr"/>
            <a:r>
              <a:rPr lang="en-US" sz="1200" b="1" dirty="0">
                <a:latin typeface="Georgia" panose="02040502050405020303" pitchFamily="18" charset="0"/>
              </a:rPr>
              <a:t>65 use cases (52 </a:t>
            </a:r>
          </a:p>
          <a:p>
            <a:pPr lvl="0" algn="ctr"/>
            <a:r>
              <a:rPr lang="en-US" sz="1200" b="1" dirty="0">
                <a:latin typeface="Georgia" panose="02040502050405020303" pitchFamily="18" charset="0"/>
              </a:rPr>
              <a:t>techniques are covered and </a:t>
            </a:r>
          </a:p>
          <a:p>
            <a:pPr lvl="0" algn="ctr"/>
            <a:r>
              <a:rPr lang="en-US" sz="1200" b="1" dirty="0">
                <a:latin typeface="Georgia" panose="02040502050405020303" pitchFamily="18" charset="0"/>
              </a:rPr>
              <a:t>11 tactics are covered)</a:t>
            </a:r>
          </a:p>
        </p:txBody>
      </p:sp>
      <p:grpSp>
        <p:nvGrpSpPr>
          <p:cNvPr id="117" name="Group 2264">
            <a:extLst>
              <a:ext uri="{FF2B5EF4-FFF2-40B4-BE49-F238E27FC236}">
                <a16:creationId xmlns:a16="http://schemas.microsoft.com/office/drawing/2014/main" id="{B1882216-4E9E-0CCB-82B3-55F71976DFEB}"/>
              </a:ext>
            </a:extLst>
          </p:cNvPr>
          <p:cNvGrpSpPr/>
          <p:nvPr/>
        </p:nvGrpSpPr>
        <p:grpSpPr>
          <a:xfrm>
            <a:off x="1167309" y="3862650"/>
            <a:ext cx="2148038" cy="620545"/>
            <a:chOff x="1739912" y="3395182"/>
            <a:chExt cx="1829156" cy="621104"/>
          </a:xfrm>
        </p:grpSpPr>
        <p:sp>
          <p:nvSpPr>
            <p:cNvPr id="118" name="TextBox 2256">
              <a:extLst>
                <a:ext uri="{FF2B5EF4-FFF2-40B4-BE49-F238E27FC236}">
                  <a16:creationId xmlns:a16="http://schemas.microsoft.com/office/drawing/2014/main" id="{2CC3037D-F1B6-6A26-A240-2745DE5D857A}"/>
                </a:ext>
              </a:extLst>
            </p:cNvPr>
            <p:cNvSpPr txBox="1"/>
            <p:nvPr/>
          </p:nvSpPr>
          <p:spPr>
            <a:xfrm>
              <a:off x="1739912" y="3395182"/>
              <a:ext cx="1770239" cy="38670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002060"/>
                  </a:solidFill>
                  <a:effectLst/>
                  <a:uLnTx/>
                  <a:uFillTx/>
                </a:rPr>
                <a:t>Conclusion</a:t>
              </a:r>
              <a:endParaRPr kumimoji="0" lang="en-US" sz="2000" b="0" i="0" u="none" strike="noStrike" kern="0" cap="none" spc="0" normalizeH="0" baseline="0" noProof="0" dirty="0">
                <a:ln>
                  <a:noFill/>
                </a:ln>
                <a:solidFill>
                  <a:prstClr val="black"/>
                </a:solidFill>
                <a:effectLst/>
                <a:uLnTx/>
                <a:uFillTx/>
                <a:latin typeface="Georgia" panose="02040502050405020303" pitchFamily="18" charset="0"/>
              </a:endParaRPr>
            </a:p>
          </p:txBody>
        </p:sp>
        <p:grpSp>
          <p:nvGrpSpPr>
            <p:cNvPr id="119" name="Group 1">
              <a:extLst>
                <a:ext uri="{FF2B5EF4-FFF2-40B4-BE49-F238E27FC236}">
                  <a16:creationId xmlns:a16="http://schemas.microsoft.com/office/drawing/2014/main" id="{E7E0C29D-AC10-3906-B9DE-4A3F611E522D}"/>
                </a:ext>
              </a:extLst>
            </p:cNvPr>
            <p:cNvGrpSpPr/>
            <p:nvPr/>
          </p:nvGrpSpPr>
          <p:grpSpPr>
            <a:xfrm>
              <a:off x="1854391" y="3988182"/>
              <a:ext cx="1714677" cy="28104"/>
              <a:chOff x="10866255" y="8448874"/>
              <a:chExt cx="2738812" cy="73150"/>
            </a:xfrm>
          </p:grpSpPr>
          <p:sp>
            <p:nvSpPr>
              <p:cNvPr id="120" name="Rectangle 11">
                <a:extLst>
                  <a:ext uri="{FF2B5EF4-FFF2-40B4-BE49-F238E27FC236}">
                    <a16:creationId xmlns:a16="http://schemas.microsoft.com/office/drawing/2014/main" id="{23474B5D-956E-FDC4-475C-B99A5FBA18E4}"/>
                  </a:ext>
                </a:extLst>
              </p:cNvPr>
              <p:cNvSpPr/>
              <p:nvPr/>
            </p:nvSpPr>
            <p:spPr>
              <a:xfrm flipV="1">
                <a:off x="10866255" y="8448874"/>
                <a:ext cx="407521" cy="73150"/>
              </a:xfrm>
              <a:prstGeom prst="rect">
                <a:avLst/>
              </a:prstGeom>
              <a:solidFill>
                <a:srgbClr val="4472C4"/>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1" name="Rectangle 12">
                <a:extLst>
                  <a:ext uri="{FF2B5EF4-FFF2-40B4-BE49-F238E27FC236}">
                    <a16:creationId xmlns:a16="http://schemas.microsoft.com/office/drawing/2014/main" id="{D4E48006-D541-15BE-6A06-153A455E3FF7}"/>
                  </a:ext>
                </a:extLst>
              </p:cNvPr>
              <p:cNvSpPr/>
              <p:nvPr/>
            </p:nvSpPr>
            <p:spPr>
              <a:xfrm flipV="1">
                <a:off x="11330497" y="8448874"/>
                <a:ext cx="407521" cy="73150"/>
              </a:xfrm>
              <a:prstGeom prst="rect">
                <a:avLst/>
              </a:prstGeom>
              <a:solidFill>
                <a:srgbClr val="ED7D31"/>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2" name="Rectangle 13">
                <a:extLst>
                  <a:ext uri="{FF2B5EF4-FFF2-40B4-BE49-F238E27FC236}">
                    <a16:creationId xmlns:a16="http://schemas.microsoft.com/office/drawing/2014/main" id="{D41997D5-A065-46DE-6A58-ECE169D7535D}"/>
                  </a:ext>
                </a:extLst>
              </p:cNvPr>
              <p:cNvSpPr/>
              <p:nvPr/>
            </p:nvSpPr>
            <p:spPr>
              <a:xfrm flipV="1">
                <a:off x="11809200" y="8448874"/>
                <a:ext cx="407521" cy="73150"/>
              </a:xfrm>
              <a:prstGeom prst="rect">
                <a:avLst/>
              </a:prstGeom>
              <a:solidFill>
                <a:srgbClr val="FFC000"/>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3" name="Rectangle 14">
                <a:extLst>
                  <a:ext uri="{FF2B5EF4-FFF2-40B4-BE49-F238E27FC236}">
                    <a16:creationId xmlns:a16="http://schemas.microsoft.com/office/drawing/2014/main" id="{EB38924B-6417-4930-4A5E-1D94D4D1AC3B}"/>
                  </a:ext>
                </a:extLst>
              </p:cNvPr>
              <p:cNvSpPr/>
              <p:nvPr/>
            </p:nvSpPr>
            <p:spPr>
              <a:xfrm flipV="1">
                <a:off x="12273541" y="8448874"/>
                <a:ext cx="407521" cy="73150"/>
              </a:xfrm>
              <a:prstGeom prst="rect">
                <a:avLst/>
              </a:prstGeom>
              <a:solidFill>
                <a:srgbClr val="A5A5A5"/>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4" name="Rectangle 15">
                <a:extLst>
                  <a:ext uri="{FF2B5EF4-FFF2-40B4-BE49-F238E27FC236}">
                    <a16:creationId xmlns:a16="http://schemas.microsoft.com/office/drawing/2014/main" id="{D8715A35-C995-3E1C-E4C1-F106E25EA767}"/>
                  </a:ext>
                </a:extLst>
              </p:cNvPr>
              <p:cNvSpPr/>
              <p:nvPr/>
            </p:nvSpPr>
            <p:spPr>
              <a:xfrm flipV="1">
                <a:off x="12737783" y="8448874"/>
                <a:ext cx="407521" cy="73150"/>
              </a:xfrm>
              <a:prstGeom prst="rect">
                <a:avLst/>
              </a:prstGeom>
              <a:solidFill>
                <a:srgbClr val="5B9BD5"/>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5" name="Rectangle 16">
                <a:extLst>
                  <a:ext uri="{FF2B5EF4-FFF2-40B4-BE49-F238E27FC236}">
                    <a16:creationId xmlns:a16="http://schemas.microsoft.com/office/drawing/2014/main" id="{C553CD53-98A5-0EE7-8BF3-910717F019EC}"/>
                  </a:ext>
                </a:extLst>
              </p:cNvPr>
              <p:cNvSpPr/>
              <p:nvPr/>
            </p:nvSpPr>
            <p:spPr>
              <a:xfrm flipV="1">
                <a:off x="13197546" y="8448874"/>
                <a:ext cx="407521" cy="73150"/>
              </a:xfrm>
              <a:prstGeom prst="rect">
                <a:avLst/>
              </a:prstGeom>
              <a:solidFill>
                <a:srgbClr val="70AD47"/>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26" name="Title 2">
            <a:extLst>
              <a:ext uri="{FF2B5EF4-FFF2-40B4-BE49-F238E27FC236}">
                <a16:creationId xmlns:a16="http://schemas.microsoft.com/office/drawing/2014/main" id="{66455C71-55FE-8F47-B3AC-79D261958543}"/>
              </a:ext>
            </a:extLst>
          </p:cNvPr>
          <p:cNvSpPr txBox="1">
            <a:spLocks/>
          </p:cNvSpPr>
          <p:nvPr/>
        </p:nvSpPr>
        <p:spPr>
          <a:xfrm>
            <a:off x="89993" y="39141"/>
            <a:ext cx="12028017" cy="93831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002060"/>
                </a:solidFill>
              </a:rPr>
              <a:t>Conclusion and perspectives</a:t>
            </a:r>
          </a:p>
        </p:txBody>
      </p:sp>
      <p:graphicFrame>
        <p:nvGraphicFramePr>
          <p:cNvPr id="128" name="Diagramme 127">
            <a:extLst>
              <a:ext uri="{FF2B5EF4-FFF2-40B4-BE49-F238E27FC236}">
                <a16:creationId xmlns:a16="http://schemas.microsoft.com/office/drawing/2014/main" id="{7A8B0AF7-6269-5A47-482C-83D4A6F0E479}"/>
              </a:ext>
            </a:extLst>
          </p:cNvPr>
          <p:cNvGraphicFramePr/>
          <p:nvPr>
            <p:extLst>
              <p:ext uri="{D42A27DB-BD31-4B8C-83A1-F6EECF244321}">
                <p14:modId xmlns:p14="http://schemas.microsoft.com/office/powerpoint/2010/main" val="2534183331"/>
              </p:ext>
            </p:extLst>
          </p:nvPr>
        </p:nvGraphicFramePr>
        <p:xfrm>
          <a:off x="6960420" y="-20924"/>
          <a:ext cx="5179408" cy="1482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3515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66" name="Group 2265">
            <a:extLst>
              <a:ext uri="{FF2B5EF4-FFF2-40B4-BE49-F238E27FC236}">
                <a16:creationId xmlns:a16="http://schemas.microsoft.com/office/drawing/2014/main" id="{1855E782-ABC3-4990-BDB2-0BD6D14A0A0C}"/>
              </a:ext>
            </a:extLst>
          </p:cNvPr>
          <p:cNvGrpSpPr/>
          <p:nvPr/>
        </p:nvGrpSpPr>
        <p:grpSpPr>
          <a:xfrm>
            <a:off x="151580" y="874643"/>
            <a:ext cx="10211620" cy="5754316"/>
            <a:chOff x="1013926" y="571329"/>
            <a:chExt cx="8233748" cy="5715342"/>
          </a:xfrm>
        </p:grpSpPr>
        <p:sp>
          <p:nvSpPr>
            <p:cNvPr id="1122" name="Freeform: Shape 1121">
              <a:extLst>
                <a:ext uri="{FF2B5EF4-FFF2-40B4-BE49-F238E27FC236}">
                  <a16:creationId xmlns:a16="http://schemas.microsoft.com/office/drawing/2014/main" id="{41597CA8-3727-4521-A58D-E4B0DA67E26D}"/>
                </a:ext>
              </a:extLst>
            </p:cNvPr>
            <p:cNvSpPr/>
            <p:nvPr/>
          </p:nvSpPr>
          <p:spPr>
            <a:xfrm>
              <a:off x="3525892" y="1104564"/>
              <a:ext cx="1287153" cy="656085"/>
            </a:xfrm>
            <a:custGeom>
              <a:avLst/>
              <a:gdLst>
                <a:gd name="connsiteX0" fmla="*/ 0 w 896778"/>
                <a:gd name="connsiteY0" fmla="*/ 457105 h 457104"/>
                <a:gd name="connsiteX1" fmla="*/ 414718 w 896778"/>
                <a:gd name="connsiteY1" fmla="*/ 0 h 457104"/>
                <a:gd name="connsiteX2" fmla="*/ 896779 w 896778"/>
                <a:gd name="connsiteY2" fmla="*/ 0 h 457104"/>
              </a:gdLst>
              <a:ahLst/>
              <a:cxnLst>
                <a:cxn ang="0">
                  <a:pos x="connsiteX0" y="connsiteY0"/>
                </a:cxn>
                <a:cxn ang="0">
                  <a:pos x="connsiteX1" y="connsiteY1"/>
                </a:cxn>
                <a:cxn ang="0">
                  <a:pos x="connsiteX2" y="connsiteY2"/>
                </a:cxn>
              </a:cxnLst>
              <a:rect l="l" t="t" r="r" b="b"/>
              <a:pathLst>
                <a:path w="896778" h="457104">
                  <a:moveTo>
                    <a:pt x="0" y="457105"/>
                  </a:moveTo>
                  <a:lnTo>
                    <a:pt x="414718" y="0"/>
                  </a:lnTo>
                  <a:lnTo>
                    <a:pt x="896779" y="0"/>
                  </a:lnTo>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3" name="Freeform: Shape 1122">
              <a:extLst>
                <a:ext uri="{FF2B5EF4-FFF2-40B4-BE49-F238E27FC236}">
                  <a16:creationId xmlns:a16="http://schemas.microsoft.com/office/drawing/2014/main" id="{2159F964-9269-4324-A4C7-68E53898438B}"/>
                </a:ext>
              </a:extLst>
            </p:cNvPr>
            <p:cNvSpPr/>
            <p:nvPr/>
          </p:nvSpPr>
          <p:spPr>
            <a:xfrm>
              <a:off x="4584873" y="2537590"/>
              <a:ext cx="1490173" cy="369125"/>
            </a:xfrm>
            <a:custGeom>
              <a:avLst/>
              <a:gdLst>
                <a:gd name="connsiteX0" fmla="*/ 0 w 1038225"/>
                <a:gd name="connsiteY0" fmla="*/ 257175 h 257175"/>
                <a:gd name="connsiteX1" fmla="*/ 781050 w 1038225"/>
                <a:gd name="connsiteY1" fmla="*/ 257175 h 257175"/>
                <a:gd name="connsiteX2" fmla="*/ 1038225 w 1038225"/>
                <a:gd name="connsiteY2" fmla="*/ 0 h 257175"/>
              </a:gdLst>
              <a:ahLst/>
              <a:cxnLst>
                <a:cxn ang="0">
                  <a:pos x="connsiteX0" y="connsiteY0"/>
                </a:cxn>
                <a:cxn ang="0">
                  <a:pos x="connsiteX1" y="connsiteY1"/>
                </a:cxn>
                <a:cxn ang="0">
                  <a:pos x="connsiteX2" y="connsiteY2"/>
                </a:cxn>
              </a:cxnLst>
              <a:rect l="l" t="t" r="r" b="b"/>
              <a:pathLst>
                <a:path w="1038225" h="257175">
                  <a:moveTo>
                    <a:pt x="0" y="257175"/>
                  </a:moveTo>
                  <a:lnTo>
                    <a:pt x="781050" y="257175"/>
                  </a:lnTo>
                  <a:lnTo>
                    <a:pt x="1038225" y="0"/>
                  </a:lnTo>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4" name="Freeform: Shape 1123">
              <a:extLst>
                <a:ext uri="{FF2B5EF4-FFF2-40B4-BE49-F238E27FC236}">
                  <a16:creationId xmlns:a16="http://schemas.microsoft.com/office/drawing/2014/main" id="{2FC032A1-1A95-4262-AF59-36F154EA2BE5}"/>
                </a:ext>
              </a:extLst>
            </p:cNvPr>
            <p:cNvSpPr/>
            <p:nvPr/>
          </p:nvSpPr>
          <p:spPr>
            <a:xfrm>
              <a:off x="4512278" y="4166799"/>
              <a:ext cx="1556478" cy="363929"/>
            </a:xfrm>
            <a:custGeom>
              <a:avLst/>
              <a:gdLst>
                <a:gd name="connsiteX0" fmla="*/ 0 w 1084421"/>
                <a:gd name="connsiteY0" fmla="*/ 253556 h 253555"/>
                <a:gd name="connsiteX1" fmla="*/ 870109 w 1084421"/>
                <a:gd name="connsiteY1" fmla="*/ 253556 h 253555"/>
                <a:gd name="connsiteX2" fmla="*/ 1084421 w 1084421"/>
                <a:gd name="connsiteY2" fmla="*/ 0 h 253555"/>
              </a:gdLst>
              <a:ahLst/>
              <a:cxnLst>
                <a:cxn ang="0">
                  <a:pos x="connsiteX0" y="connsiteY0"/>
                </a:cxn>
                <a:cxn ang="0">
                  <a:pos x="connsiteX1" y="connsiteY1"/>
                </a:cxn>
                <a:cxn ang="0">
                  <a:pos x="connsiteX2" y="connsiteY2"/>
                </a:cxn>
              </a:cxnLst>
              <a:rect l="l" t="t" r="r" b="b"/>
              <a:pathLst>
                <a:path w="1084421" h="253555">
                  <a:moveTo>
                    <a:pt x="0" y="253556"/>
                  </a:moveTo>
                  <a:lnTo>
                    <a:pt x="870109" y="253556"/>
                  </a:lnTo>
                  <a:lnTo>
                    <a:pt x="1084421" y="0"/>
                  </a:lnTo>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Freeform: Shape 1124">
              <a:extLst>
                <a:ext uri="{FF2B5EF4-FFF2-40B4-BE49-F238E27FC236}">
                  <a16:creationId xmlns:a16="http://schemas.microsoft.com/office/drawing/2014/main" id="{F728AD31-DB62-4F59-AFE5-56051FDB40A1}"/>
                </a:ext>
              </a:extLst>
            </p:cNvPr>
            <p:cNvSpPr/>
            <p:nvPr/>
          </p:nvSpPr>
          <p:spPr>
            <a:xfrm>
              <a:off x="3393692" y="5517935"/>
              <a:ext cx="1532964" cy="259755"/>
            </a:xfrm>
            <a:custGeom>
              <a:avLst/>
              <a:gdLst>
                <a:gd name="connsiteX0" fmla="*/ 0 w 1068038"/>
                <a:gd name="connsiteY0" fmla="*/ 4667 h 180975"/>
                <a:gd name="connsiteX1" fmla="*/ 925163 w 1068038"/>
                <a:gd name="connsiteY1" fmla="*/ 0 h 180975"/>
                <a:gd name="connsiteX2" fmla="*/ 1068038 w 1068038"/>
                <a:gd name="connsiteY2" fmla="*/ 180975 h 180975"/>
              </a:gdLst>
              <a:ahLst/>
              <a:cxnLst>
                <a:cxn ang="0">
                  <a:pos x="connsiteX0" y="connsiteY0"/>
                </a:cxn>
                <a:cxn ang="0">
                  <a:pos x="connsiteX1" y="connsiteY1"/>
                </a:cxn>
                <a:cxn ang="0">
                  <a:pos x="connsiteX2" y="connsiteY2"/>
                </a:cxn>
              </a:cxnLst>
              <a:rect l="l" t="t" r="r" b="b"/>
              <a:pathLst>
                <a:path w="1068038" h="180975">
                  <a:moveTo>
                    <a:pt x="0" y="4667"/>
                  </a:moveTo>
                  <a:lnTo>
                    <a:pt x="925163" y="0"/>
                  </a:lnTo>
                  <a:lnTo>
                    <a:pt x="1068038" y="180975"/>
                  </a:lnTo>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3" name="Freeform: Shape 1652">
              <a:extLst>
                <a:ext uri="{FF2B5EF4-FFF2-40B4-BE49-F238E27FC236}">
                  <a16:creationId xmlns:a16="http://schemas.microsoft.com/office/drawing/2014/main" id="{0B38F67A-017F-4F95-9D30-5FA2CB5159E2}"/>
                </a:ext>
              </a:extLst>
            </p:cNvPr>
            <p:cNvSpPr/>
            <p:nvPr/>
          </p:nvSpPr>
          <p:spPr>
            <a:xfrm>
              <a:off x="8356925" y="2227252"/>
              <a:ext cx="114565" cy="114565"/>
            </a:xfrm>
            <a:custGeom>
              <a:avLst/>
              <a:gdLst>
                <a:gd name="connsiteX0" fmla="*/ 79820 w 79819"/>
                <a:gd name="connsiteY0" fmla="*/ 39910 h 79819"/>
                <a:gd name="connsiteX1" fmla="*/ 39910 w 79819"/>
                <a:gd name="connsiteY1" fmla="*/ 79819 h 79819"/>
                <a:gd name="connsiteX2" fmla="*/ 0 w 79819"/>
                <a:gd name="connsiteY2" fmla="*/ 39910 h 79819"/>
                <a:gd name="connsiteX3" fmla="*/ 39910 w 79819"/>
                <a:gd name="connsiteY3" fmla="*/ 0 h 79819"/>
                <a:gd name="connsiteX4" fmla="*/ 7982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20" y="39910"/>
                  </a:moveTo>
                  <a:cubicBezTo>
                    <a:pt x="79820" y="61951"/>
                    <a:pt x="61952" y="79819"/>
                    <a:pt x="39910" y="79819"/>
                  </a:cubicBezTo>
                  <a:cubicBezTo>
                    <a:pt x="17868" y="79819"/>
                    <a:pt x="0" y="61951"/>
                    <a:pt x="0" y="39910"/>
                  </a:cubicBezTo>
                  <a:cubicBezTo>
                    <a:pt x="0" y="17868"/>
                    <a:pt x="17868" y="0"/>
                    <a:pt x="39910" y="0"/>
                  </a:cubicBezTo>
                  <a:cubicBezTo>
                    <a:pt x="61952" y="0"/>
                    <a:pt x="79820" y="17868"/>
                    <a:pt x="79820"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4" name="Freeform: Shape 1653">
              <a:extLst>
                <a:ext uri="{FF2B5EF4-FFF2-40B4-BE49-F238E27FC236}">
                  <a16:creationId xmlns:a16="http://schemas.microsoft.com/office/drawing/2014/main" id="{64E8E107-EC10-4261-9EC5-08C300FE9872}"/>
                </a:ext>
              </a:extLst>
            </p:cNvPr>
            <p:cNvSpPr/>
            <p:nvPr/>
          </p:nvSpPr>
          <p:spPr>
            <a:xfrm>
              <a:off x="8931256" y="2402928"/>
              <a:ext cx="114565" cy="114565"/>
            </a:xfrm>
            <a:custGeom>
              <a:avLst/>
              <a:gdLst>
                <a:gd name="connsiteX0" fmla="*/ 79820 w 79819"/>
                <a:gd name="connsiteY0" fmla="*/ 39910 h 79819"/>
                <a:gd name="connsiteX1" fmla="*/ 39910 w 79819"/>
                <a:gd name="connsiteY1" fmla="*/ 79820 h 79819"/>
                <a:gd name="connsiteX2" fmla="*/ 0 w 79819"/>
                <a:gd name="connsiteY2" fmla="*/ 39910 h 79819"/>
                <a:gd name="connsiteX3" fmla="*/ 39910 w 79819"/>
                <a:gd name="connsiteY3" fmla="*/ 0 h 79819"/>
                <a:gd name="connsiteX4" fmla="*/ 7982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20" y="39910"/>
                  </a:moveTo>
                  <a:cubicBezTo>
                    <a:pt x="79820" y="61951"/>
                    <a:pt x="61950" y="79820"/>
                    <a:pt x="39910" y="79820"/>
                  </a:cubicBezTo>
                  <a:cubicBezTo>
                    <a:pt x="17869" y="79820"/>
                    <a:pt x="0" y="61951"/>
                    <a:pt x="0" y="39910"/>
                  </a:cubicBezTo>
                  <a:cubicBezTo>
                    <a:pt x="0" y="17869"/>
                    <a:pt x="17869" y="0"/>
                    <a:pt x="39910" y="0"/>
                  </a:cubicBezTo>
                  <a:cubicBezTo>
                    <a:pt x="61931" y="48"/>
                    <a:pt x="79772" y="17888"/>
                    <a:pt x="79820"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5" name="Freeform: Shape 1654">
              <a:extLst>
                <a:ext uri="{FF2B5EF4-FFF2-40B4-BE49-F238E27FC236}">
                  <a16:creationId xmlns:a16="http://schemas.microsoft.com/office/drawing/2014/main" id="{DB4EA042-9F47-492E-974E-2B359C451F58}"/>
                </a:ext>
              </a:extLst>
            </p:cNvPr>
            <p:cNvSpPr/>
            <p:nvPr/>
          </p:nvSpPr>
          <p:spPr>
            <a:xfrm>
              <a:off x="9096269" y="2532121"/>
              <a:ext cx="61793" cy="61794"/>
            </a:xfrm>
            <a:custGeom>
              <a:avLst/>
              <a:gdLst>
                <a:gd name="connsiteX0" fmla="*/ 43053 w 43052"/>
                <a:gd name="connsiteY0" fmla="*/ 21527 h 43053"/>
                <a:gd name="connsiteX1" fmla="*/ 21526 w 43052"/>
                <a:gd name="connsiteY1" fmla="*/ 43053 h 43053"/>
                <a:gd name="connsiteX2" fmla="*/ 0 w 43052"/>
                <a:gd name="connsiteY2" fmla="*/ 21527 h 43053"/>
                <a:gd name="connsiteX3" fmla="*/ 21526 w 43052"/>
                <a:gd name="connsiteY3" fmla="*/ 0 h 43053"/>
                <a:gd name="connsiteX4" fmla="*/ 43053 w 43052"/>
                <a:gd name="connsiteY4" fmla="*/ 21527 h 43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52" h="43053">
                  <a:moveTo>
                    <a:pt x="43053" y="21527"/>
                  </a:moveTo>
                  <a:cubicBezTo>
                    <a:pt x="43053" y="33414"/>
                    <a:pt x="33414" y="43053"/>
                    <a:pt x="21526" y="43053"/>
                  </a:cubicBezTo>
                  <a:cubicBezTo>
                    <a:pt x="9639" y="43053"/>
                    <a:pt x="0" y="33414"/>
                    <a:pt x="0" y="21527"/>
                  </a:cubicBezTo>
                  <a:cubicBezTo>
                    <a:pt x="0" y="9639"/>
                    <a:pt x="9639" y="0"/>
                    <a:pt x="21526" y="0"/>
                  </a:cubicBezTo>
                  <a:cubicBezTo>
                    <a:pt x="33414" y="0"/>
                    <a:pt x="43053" y="9639"/>
                    <a:pt x="43053" y="2152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6" name="Freeform: Shape 1655">
              <a:extLst>
                <a:ext uri="{FF2B5EF4-FFF2-40B4-BE49-F238E27FC236}">
                  <a16:creationId xmlns:a16="http://schemas.microsoft.com/office/drawing/2014/main" id="{36F019E1-6923-4A19-8B31-24C8D0F7F989}"/>
                </a:ext>
              </a:extLst>
            </p:cNvPr>
            <p:cNvSpPr/>
            <p:nvPr/>
          </p:nvSpPr>
          <p:spPr>
            <a:xfrm>
              <a:off x="8752435" y="3302364"/>
              <a:ext cx="60973" cy="60973"/>
            </a:xfrm>
            <a:custGeom>
              <a:avLst/>
              <a:gdLst>
                <a:gd name="connsiteX0" fmla="*/ 42482 w 42481"/>
                <a:gd name="connsiteY0" fmla="*/ 21241 h 42481"/>
                <a:gd name="connsiteX1" fmla="*/ 21241 w 42481"/>
                <a:gd name="connsiteY1" fmla="*/ 42481 h 42481"/>
                <a:gd name="connsiteX2" fmla="*/ 1 w 42481"/>
                <a:gd name="connsiteY2" fmla="*/ 21241 h 42481"/>
                <a:gd name="connsiteX3" fmla="*/ 21241 w 42481"/>
                <a:gd name="connsiteY3" fmla="*/ 0 h 42481"/>
                <a:gd name="connsiteX4" fmla="*/ 42482 w 42481"/>
                <a:gd name="connsiteY4" fmla="*/ 21241 h 42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81" h="42481">
                  <a:moveTo>
                    <a:pt x="42482" y="21241"/>
                  </a:moveTo>
                  <a:cubicBezTo>
                    <a:pt x="42482" y="32972"/>
                    <a:pt x="32972" y="42481"/>
                    <a:pt x="21241" y="42481"/>
                  </a:cubicBezTo>
                  <a:cubicBezTo>
                    <a:pt x="9510" y="42481"/>
                    <a:pt x="1" y="32972"/>
                    <a:pt x="1" y="21241"/>
                  </a:cubicBezTo>
                  <a:cubicBezTo>
                    <a:pt x="1" y="9510"/>
                    <a:pt x="9510" y="0"/>
                    <a:pt x="21241" y="0"/>
                  </a:cubicBezTo>
                  <a:cubicBezTo>
                    <a:pt x="32972" y="0"/>
                    <a:pt x="42482" y="9510"/>
                    <a:pt x="42482" y="2124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7" name="Freeform: Shape 1656">
              <a:extLst>
                <a:ext uri="{FF2B5EF4-FFF2-40B4-BE49-F238E27FC236}">
                  <a16:creationId xmlns:a16="http://schemas.microsoft.com/office/drawing/2014/main" id="{6173A19E-DE4C-4EB2-90D8-82EBE02EBFF6}"/>
                </a:ext>
              </a:extLst>
            </p:cNvPr>
            <p:cNvSpPr/>
            <p:nvPr/>
          </p:nvSpPr>
          <p:spPr>
            <a:xfrm>
              <a:off x="8542170" y="3256564"/>
              <a:ext cx="114565" cy="114565"/>
            </a:xfrm>
            <a:custGeom>
              <a:avLst/>
              <a:gdLst>
                <a:gd name="connsiteX0" fmla="*/ 79820 w 79819"/>
                <a:gd name="connsiteY0" fmla="*/ 39910 h 79819"/>
                <a:gd name="connsiteX1" fmla="*/ 39910 w 79819"/>
                <a:gd name="connsiteY1" fmla="*/ 79820 h 79819"/>
                <a:gd name="connsiteX2" fmla="*/ 0 w 79819"/>
                <a:gd name="connsiteY2" fmla="*/ 39910 h 79819"/>
                <a:gd name="connsiteX3" fmla="*/ 39910 w 79819"/>
                <a:gd name="connsiteY3" fmla="*/ 0 h 79819"/>
                <a:gd name="connsiteX4" fmla="*/ 7982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20" y="39910"/>
                  </a:moveTo>
                  <a:cubicBezTo>
                    <a:pt x="79820" y="61951"/>
                    <a:pt x="61951" y="79820"/>
                    <a:pt x="39910" y="79820"/>
                  </a:cubicBezTo>
                  <a:cubicBezTo>
                    <a:pt x="17868" y="79820"/>
                    <a:pt x="0" y="61951"/>
                    <a:pt x="0" y="39910"/>
                  </a:cubicBezTo>
                  <a:cubicBezTo>
                    <a:pt x="0" y="17868"/>
                    <a:pt x="17868" y="0"/>
                    <a:pt x="39910" y="0"/>
                  </a:cubicBezTo>
                  <a:cubicBezTo>
                    <a:pt x="61951" y="0"/>
                    <a:pt x="79820" y="17868"/>
                    <a:pt x="79820"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9" name="Freeform: Shape 1658">
              <a:extLst>
                <a:ext uri="{FF2B5EF4-FFF2-40B4-BE49-F238E27FC236}">
                  <a16:creationId xmlns:a16="http://schemas.microsoft.com/office/drawing/2014/main" id="{74C74186-33AE-4695-9ADF-0F63CDDBB3D6}"/>
                </a:ext>
              </a:extLst>
            </p:cNvPr>
            <p:cNvSpPr/>
            <p:nvPr/>
          </p:nvSpPr>
          <p:spPr>
            <a:xfrm>
              <a:off x="8371005" y="2657761"/>
              <a:ext cx="744207" cy="458078"/>
            </a:xfrm>
            <a:custGeom>
              <a:avLst/>
              <a:gdLst>
                <a:gd name="connsiteX0" fmla="*/ 357950 w 518500"/>
                <a:gd name="connsiteY0" fmla="*/ 0 h 319150"/>
                <a:gd name="connsiteX1" fmla="*/ 236125 w 518500"/>
                <a:gd name="connsiteY1" fmla="*/ 57912 h 319150"/>
                <a:gd name="connsiteX2" fmla="*/ 143352 w 518500"/>
                <a:gd name="connsiteY2" fmla="*/ 110014 h 319150"/>
                <a:gd name="connsiteX3" fmla="*/ 0 w 518500"/>
                <a:gd name="connsiteY3" fmla="*/ 131636 h 319150"/>
                <a:gd name="connsiteX4" fmla="*/ 0 w 518500"/>
                <a:gd name="connsiteY4" fmla="*/ 187452 h 319150"/>
                <a:gd name="connsiteX5" fmla="*/ 137827 w 518500"/>
                <a:gd name="connsiteY5" fmla="*/ 208312 h 319150"/>
                <a:gd name="connsiteX6" fmla="*/ 238887 w 518500"/>
                <a:gd name="connsiteY6" fmla="*/ 264509 h 319150"/>
                <a:gd name="connsiteX7" fmla="*/ 463858 w 518500"/>
                <a:gd name="connsiteY7" fmla="*/ 279864 h 319150"/>
                <a:gd name="connsiteX8" fmla="*/ 518256 w 518500"/>
                <a:gd name="connsiteY8" fmla="*/ 150876 h 319150"/>
                <a:gd name="connsiteX9" fmla="*/ 357950 w 518500"/>
                <a:gd name="connsiteY9" fmla="*/ 0 h 31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500" h="319150">
                  <a:moveTo>
                    <a:pt x="357950" y="0"/>
                  </a:moveTo>
                  <a:cubicBezTo>
                    <a:pt x="310772" y="333"/>
                    <a:pt x="266167" y="21536"/>
                    <a:pt x="236125" y="57912"/>
                  </a:cubicBezTo>
                  <a:cubicBezTo>
                    <a:pt x="212665" y="86106"/>
                    <a:pt x="179632" y="104661"/>
                    <a:pt x="143352" y="110014"/>
                  </a:cubicBezTo>
                  <a:lnTo>
                    <a:pt x="0" y="131636"/>
                  </a:lnTo>
                  <a:lnTo>
                    <a:pt x="0" y="187452"/>
                  </a:lnTo>
                  <a:lnTo>
                    <a:pt x="137827" y="208312"/>
                  </a:lnTo>
                  <a:cubicBezTo>
                    <a:pt x="177099" y="214493"/>
                    <a:pt x="212913" y="234410"/>
                    <a:pt x="238887" y="264509"/>
                  </a:cubicBezTo>
                  <a:cubicBezTo>
                    <a:pt x="296771" y="330870"/>
                    <a:pt x="397497" y="337747"/>
                    <a:pt x="463858" y="279864"/>
                  </a:cubicBezTo>
                  <a:cubicBezTo>
                    <a:pt x="500901" y="247555"/>
                    <a:pt x="520980" y="199958"/>
                    <a:pt x="518256" y="150876"/>
                  </a:cubicBezTo>
                  <a:cubicBezTo>
                    <a:pt x="513026" y="66151"/>
                    <a:pt x="442836" y="86"/>
                    <a:pt x="3579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0" name="Freeform: Shape 1659">
              <a:extLst>
                <a:ext uri="{FF2B5EF4-FFF2-40B4-BE49-F238E27FC236}">
                  <a16:creationId xmlns:a16="http://schemas.microsoft.com/office/drawing/2014/main" id="{A00D9D56-A4BE-4247-B586-30D1055D7416}"/>
                </a:ext>
              </a:extLst>
            </p:cNvPr>
            <p:cNvSpPr/>
            <p:nvPr/>
          </p:nvSpPr>
          <p:spPr>
            <a:xfrm>
              <a:off x="8685795" y="2687670"/>
              <a:ext cx="390998" cy="390999"/>
            </a:xfrm>
            <a:custGeom>
              <a:avLst/>
              <a:gdLst>
                <a:gd name="connsiteX0" fmla="*/ 272415 w 272414"/>
                <a:gd name="connsiteY0" fmla="*/ 136207 h 272415"/>
                <a:gd name="connsiteX1" fmla="*/ 136208 w 272414"/>
                <a:gd name="connsiteY1" fmla="*/ 272415 h 272415"/>
                <a:gd name="connsiteX2" fmla="*/ 0 w 272414"/>
                <a:gd name="connsiteY2" fmla="*/ 136207 h 272415"/>
                <a:gd name="connsiteX3" fmla="*/ 136208 w 272414"/>
                <a:gd name="connsiteY3" fmla="*/ 0 h 272415"/>
                <a:gd name="connsiteX4" fmla="*/ 272415 w 272414"/>
                <a:gd name="connsiteY4" fmla="*/ 136207 h 27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14" h="272415">
                  <a:moveTo>
                    <a:pt x="272415" y="136207"/>
                  </a:moveTo>
                  <a:cubicBezTo>
                    <a:pt x="272415" y="211433"/>
                    <a:pt x="211433" y="272415"/>
                    <a:pt x="136208" y="272415"/>
                  </a:cubicBezTo>
                  <a:cubicBezTo>
                    <a:pt x="60983" y="272415"/>
                    <a:pt x="0" y="211433"/>
                    <a:pt x="0" y="136207"/>
                  </a:cubicBezTo>
                  <a:cubicBezTo>
                    <a:pt x="0" y="60982"/>
                    <a:pt x="60983" y="0"/>
                    <a:pt x="136208" y="0"/>
                  </a:cubicBezTo>
                  <a:cubicBezTo>
                    <a:pt x="211433" y="0"/>
                    <a:pt x="272415" y="60982"/>
                    <a:pt x="272415" y="136207"/>
                  </a:cubicBezTo>
                  <a:close/>
                </a:path>
              </a:pathLst>
            </a:custGeom>
            <a:solidFill>
              <a:srgbClr val="FFFFFF"/>
            </a:solidFill>
            <a:ln w="3810" cap="flat">
              <a:solidFill>
                <a:srgbClr val="FFFFFF"/>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Pro Cond" panose="02040506050405020303" pitchFamily="18" charset="0"/>
                  <a:ea typeface="+mn-ea"/>
                  <a:cs typeface="+mn-cs"/>
                </a:rPr>
                <a:t>2</a:t>
              </a:r>
            </a:p>
          </p:txBody>
        </p:sp>
        <p:sp>
          <p:nvSpPr>
            <p:cNvPr id="1663" name="Freeform: Shape 1662">
              <a:extLst>
                <a:ext uri="{FF2B5EF4-FFF2-40B4-BE49-F238E27FC236}">
                  <a16:creationId xmlns:a16="http://schemas.microsoft.com/office/drawing/2014/main" id="{84B779FA-CD12-4ACC-B054-FEEC4F787014}"/>
                </a:ext>
              </a:extLst>
            </p:cNvPr>
            <p:cNvSpPr/>
            <p:nvPr/>
          </p:nvSpPr>
          <p:spPr>
            <a:xfrm>
              <a:off x="6338765" y="2446540"/>
              <a:ext cx="2170320" cy="881662"/>
            </a:xfrm>
            <a:custGeom>
              <a:avLst/>
              <a:gdLst>
                <a:gd name="connsiteX0" fmla="*/ 285274 w 1512093"/>
                <a:gd name="connsiteY0" fmla="*/ 613886 h 614267"/>
                <a:gd name="connsiteX1" fmla="*/ 0 w 1512093"/>
                <a:gd name="connsiteY1" fmla="*/ 306705 h 614267"/>
                <a:gd name="connsiteX2" fmla="*/ 285274 w 1512093"/>
                <a:gd name="connsiteY2" fmla="*/ 0 h 614267"/>
                <a:gd name="connsiteX3" fmla="*/ 1226344 w 1512093"/>
                <a:gd name="connsiteY3" fmla="*/ 0 h 614267"/>
                <a:gd name="connsiteX4" fmla="*/ 1512094 w 1512093"/>
                <a:gd name="connsiteY4" fmla="*/ 307086 h 614267"/>
                <a:gd name="connsiteX5" fmla="*/ 1226344 w 1512093"/>
                <a:gd name="connsiteY5" fmla="*/ 614267 h 61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2093" h="614267">
                  <a:moveTo>
                    <a:pt x="285274" y="613886"/>
                  </a:moveTo>
                  <a:cubicBezTo>
                    <a:pt x="128016" y="613886"/>
                    <a:pt x="0" y="476059"/>
                    <a:pt x="0" y="306705"/>
                  </a:cubicBezTo>
                  <a:cubicBezTo>
                    <a:pt x="0" y="137350"/>
                    <a:pt x="128016" y="0"/>
                    <a:pt x="285274" y="0"/>
                  </a:cubicBezTo>
                  <a:lnTo>
                    <a:pt x="1226344" y="0"/>
                  </a:lnTo>
                  <a:cubicBezTo>
                    <a:pt x="1383602" y="0"/>
                    <a:pt x="1512094" y="137732"/>
                    <a:pt x="1512094" y="307086"/>
                  </a:cubicBezTo>
                  <a:cubicBezTo>
                    <a:pt x="1512094" y="476441"/>
                    <a:pt x="1384078" y="614267"/>
                    <a:pt x="1226344" y="61426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4" name="Rectangle: Rounded Corners 1663">
              <a:extLst>
                <a:ext uri="{FF2B5EF4-FFF2-40B4-BE49-F238E27FC236}">
                  <a16:creationId xmlns:a16="http://schemas.microsoft.com/office/drawing/2014/main" id="{49BA845B-85CD-493C-AAC6-3EFC5427C9C7}"/>
                </a:ext>
              </a:extLst>
            </p:cNvPr>
            <p:cNvSpPr/>
            <p:nvPr/>
          </p:nvSpPr>
          <p:spPr>
            <a:xfrm>
              <a:off x="6391946" y="2500286"/>
              <a:ext cx="2063273" cy="767096"/>
            </a:xfrm>
            <a:prstGeom prst="roundRect">
              <a:avLst>
                <a:gd name="adj" fmla="val 50000"/>
              </a:avLst>
            </a:prstGeom>
            <a:solidFill>
              <a:srgbClr val="FFFFFF"/>
            </a:solidFill>
            <a:ln w="381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5" name="Freeform: Shape 1664">
              <a:extLst>
                <a:ext uri="{FF2B5EF4-FFF2-40B4-BE49-F238E27FC236}">
                  <a16:creationId xmlns:a16="http://schemas.microsoft.com/office/drawing/2014/main" id="{11D6131D-9C05-46DF-BAD8-AEE15E8168F6}"/>
                </a:ext>
              </a:extLst>
            </p:cNvPr>
            <p:cNvSpPr/>
            <p:nvPr/>
          </p:nvSpPr>
          <p:spPr>
            <a:xfrm>
              <a:off x="6052560" y="2171111"/>
              <a:ext cx="686936" cy="850016"/>
            </a:xfrm>
            <a:custGeom>
              <a:avLst/>
              <a:gdLst>
                <a:gd name="connsiteX0" fmla="*/ 521 w 478598"/>
                <a:gd name="connsiteY0" fmla="*/ 223612 h 592219"/>
                <a:gd name="connsiteX1" fmla="*/ 165685 w 478598"/>
                <a:gd name="connsiteY1" fmla="*/ 467071 h 592219"/>
                <a:gd name="connsiteX2" fmla="*/ 223406 w 478598"/>
                <a:gd name="connsiteY2" fmla="*/ 582419 h 592219"/>
                <a:gd name="connsiteX3" fmla="*/ 247323 w 478598"/>
                <a:gd name="connsiteY3" fmla="*/ 590315 h 592219"/>
                <a:gd name="connsiteX4" fmla="*/ 255220 w 478598"/>
                <a:gd name="connsiteY4" fmla="*/ 582419 h 592219"/>
                <a:gd name="connsiteX5" fmla="*/ 312941 w 478598"/>
                <a:gd name="connsiteY5" fmla="*/ 466976 h 592219"/>
                <a:gd name="connsiteX6" fmla="*/ 466913 w 478598"/>
                <a:gd name="connsiteY6" fmla="*/ 165662 h 592219"/>
                <a:gd name="connsiteX7" fmla="*/ 165589 w 478598"/>
                <a:gd name="connsiteY7" fmla="*/ 11691 h 592219"/>
                <a:gd name="connsiteX8" fmla="*/ 521 w 478598"/>
                <a:gd name="connsiteY8" fmla="*/ 223517 h 59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598" h="592219">
                  <a:moveTo>
                    <a:pt x="521" y="223612"/>
                  </a:moveTo>
                  <a:cubicBezTo>
                    <a:pt x="-6680" y="333016"/>
                    <a:pt x="61367" y="433324"/>
                    <a:pt x="165685" y="467071"/>
                  </a:cubicBezTo>
                  <a:lnTo>
                    <a:pt x="223406" y="582419"/>
                  </a:lnTo>
                  <a:cubicBezTo>
                    <a:pt x="227835" y="591201"/>
                    <a:pt x="238541" y="594735"/>
                    <a:pt x="247323" y="590315"/>
                  </a:cubicBezTo>
                  <a:cubicBezTo>
                    <a:pt x="250733" y="588591"/>
                    <a:pt x="253505" y="585829"/>
                    <a:pt x="255220" y="582419"/>
                  </a:cubicBezTo>
                  <a:lnTo>
                    <a:pt x="312941" y="466976"/>
                  </a:lnTo>
                  <a:cubicBezTo>
                    <a:pt x="438662" y="426285"/>
                    <a:pt x="507594" y="291383"/>
                    <a:pt x="466913" y="165662"/>
                  </a:cubicBezTo>
                  <a:cubicBezTo>
                    <a:pt x="426222" y="39932"/>
                    <a:pt x="291310" y="-29000"/>
                    <a:pt x="165589" y="11691"/>
                  </a:cubicBezTo>
                  <a:cubicBezTo>
                    <a:pt x="72397" y="41856"/>
                    <a:pt x="6998" y="125771"/>
                    <a:pt x="521" y="22351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6" name="Freeform: Shape 1665">
              <a:extLst>
                <a:ext uri="{FF2B5EF4-FFF2-40B4-BE49-F238E27FC236}">
                  <a16:creationId xmlns:a16="http://schemas.microsoft.com/office/drawing/2014/main" id="{808778DA-2995-4516-99CB-873B5FAC6E72}"/>
                </a:ext>
              </a:extLst>
            </p:cNvPr>
            <p:cNvSpPr/>
            <p:nvPr/>
          </p:nvSpPr>
          <p:spPr>
            <a:xfrm>
              <a:off x="6161524" y="2285765"/>
              <a:ext cx="457988" cy="457988"/>
            </a:xfrm>
            <a:custGeom>
              <a:avLst/>
              <a:gdLst>
                <a:gd name="connsiteX0" fmla="*/ 319087 w 319087"/>
                <a:gd name="connsiteY0" fmla="*/ 159544 h 319087"/>
                <a:gd name="connsiteX1" fmla="*/ 159544 w 319087"/>
                <a:gd name="connsiteY1" fmla="*/ 319088 h 319087"/>
                <a:gd name="connsiteX2" fmla="*/ 0 w 319087"/>
                <a:gd name="connsiteY2" fmla="*/ 159544 h 319087"/>
                <a:gd name="connsiteX3" fmla="*/ 159544 w 319087"/>
                <a:gd name="connsiteY3" fmla="*/ 0 h 319087"/>
                <a:gd name="connsiteX4" fmla="*/ 319087 w 319087"/>
                <a:gd name="connsiteY4" fmla="*/ 159544 h 31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7" h="319087">
                  <a:moveTo>
                    <a:pt x="319087" y="159544"/>
                  </a:moveTo>
                  <a:cubicBezTo>
                    <a:pt x="319087" y="247657"/>
                    <a:pt x="247657" y="319088"/>
                    <a:pt x="159544" y="319088"/>
                  </a:cubicBezTo>
                  <a:cubicBezTo>
                    <a:pt x="71430" y="319088"/>
                    <a:pt x="0" y="247657"/>
                    <a:pt x="0" y="159544"/>
                  </a:cubicBezTo>
                  <a:cubicBezTo>
                    <a:pt x="0" y="71430"/>
                    <a:pt x="71430" y="0"/>
                    <a:pt x="159544" y="0"/>
                  </a:cubicBezTo>
                  <a:cubicBezTo>
                    <a:pt x="247657" y="0"/>
                    <a:pt x="319087" y="71430"/>
                    <a:pt x="319087" y="159544"/>
                  </a:cubicBezTo>
                  <a:close/>
                </a:path>
              </a:pathLst>
            </a:custGeom>
            <a:solidFill>
              <a:srgbClr val="FFFFFF"/>
            </a:solidFill>
            <a:ln w="666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5" name="Freeform: Shape 1924">
              <a:extLst>
                <a:ext uri="{FF2B5EF4-FFF2-40B4-BE49-F238E27FC236}">
                  <a16:creationId xmlns:a16="http://schemas.microsoft.com/office/drawing/2014/main" id="{C8C21932-3648-4E70-9957-58F28C524A8E}"/>
                </a:ext>
              </a:extLst>
            </p:cNvPr>
            <p:cNvSpPr/>
            <p:nvPr/>
          </p:nvSpPr>
          <p:spPr>
            <a:xfrm>
              <a:off x="5820208" y="3890465"/>
              <a:ext cx="114594" cy="114591"/>
            </a:xfrm>
            <a:custGeom>
              <a:avLst/>
              <a:gdLst>
                <a:gd name="connsiteX0" fmla="*/ 3241 w 79839"/>
                <a:gd name="connsiteY0" fmla="*/ 55652 h 79837"/>
                <a:gd name="connsiteX1" fmla="*/ 24187 w 79839"/>
                <a:gd name="connsiteY1" fmla="*/ 3246 h 79837"/>
                <a:gd name="connsiteX2" fmla="*/ 76594 w 79839"/>
                <a:gd name="connsiteY2" fmla="*/ 24182 h 79837"/>
                <a:gd name="connsiteX3" fmla="*/ 55648 w 79839"/>
                <a:gd name="connsiteY3" fmla="*/ 76598 h 79837"/>
                <a:gd name="connsiteX4" fmla="*/ 55629 w 79839"/>
                <a:gd name="connsiteY4" fmla="*/ 76607 h 79837"/>
                <a:gd name="connsiteX5" fmla="*/ 3241 w 79839"/>
                <a:gd name="connsiteY5" fmla="*/ 55652 h 79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39" h="79837">
                  <a:moveTo>
                    <a:pt x="3241" y="55652"/>
                  </a:moveTo>
                  <a:cubicBezTo>
                    <a:pt x="-5445" y="35393"/>
                    <a:pt x="3927" y="11932"/>
                    <a:pt x="24187" y="3246"/>
                  </a:cubicBezTo>
                  <a:cubicBezTo>
                    <a:pt x="44447" y="-5451"/>
                    <a:pt x="67907" y="3931"/>
                    <a:pt x="76594" y="24182"/>
                  </a:cubicBezTo>
                  <a:cubicBezTo>
                    <a:pt x="85290" y="44441"/>
                    <a:pt x="75908" y="67911"/>
                    <a:pt x="55648" y="76598"/>
                  </a:cubicBezTo>
                  <a:cubicBezTo>
                    <a:pt x="55648" y="76598"/>
                    <a:pt x="55639" y="76607"/>
                    <a:pt x="55629" y="76607"/>
                  </a:cubicBezTo>
                  <a:cubicBezTo>
                    <a:pt x="35379" y="85275"/>
                    <a:pt x="11928" y="75902"/>
                    <a:pt x="3241" y="5565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6" name="Freeform: Shape 1925">
              <a:extLst>
                <a:ext uri="{FF2B5EF4-FFF2-40B4-BE49-F238E27FC236}">
                  <a16:creationId xmlns:a16="http://schemas.microsoft.com/office/drawing/2014/main" id="{3A2B2C59-7747-4166-8A8D-DCFF42D843DC}"/>
                </a:ext>
              </a:extLst>
            </p:cNvPr>
            <p:cNvSpPr/>
            <p:nvPr/>
          </p:nvSpPr>
          <p:spPr>
            <a:xfrm>
              <a:off x="6141215" y="4628206"/>
              <a:ext cx="114565" cy="114565"/>
            </a:xfrm>
            <a:custGeom>
              <a:avLst/>
              <a:gdLst>
                <a:gd name="connsiteX0" fmla="*/ 0 w 79819"/>
                <a:gd name="connsiteY0" fmla="*/ 39910 h 79819"/>
                <a:gd name="connsiteX1" fmla="*/ 39910 w 79819"/>
                <a:gd name="connsiteY1" fmla="*/ 0 h 79819"/>
                <a:gd name="connsiteX2" fmla="*/ 79820 w 79819"/>
                <a:gd name="connsiteY2" fmla="*/ 39910 h 79819"/>
                <a:gd name="connsiteX3" fmla="*/ 39910 w 79819"/>
                <a:gd name="connsiteY3" fmla="*/ 79820 h 79819"/>
                <a:gd name="connsiteX4" fmla="*/ 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0" y="39910"/>
                  </a:moveTo>
                  <a:cubicBezTo>
                    <a:pt x="0" y="17869"/>
                    <a:pt x="17869" y="0"/>
                    <a:pt x="39910" y="0"/>
                  </a:cubicBezTo>
                  <a:cubicBezTo>
                    <a:pt x="61951" y="0"/>
                    <a:pt x="79820" y="17869"/>
                    <a:pt x="79820" y="39910"/>
                  </a:cubicBezTo>
                  <a:cubicBezTo>
                    <a:pt x="79820" y="61951"/>
                    <a:pt x="61951" y="79820"/>
                    <a:pt x="39910" y="79820"/>
                  </a:cubicBezTo>
                  <a:cubicBezTo>
                    <a:pt x="17869" y="79820"/>
                    <a:pt x="0" y="61951"/>
                    <a:pt x="0" y="3991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7" name="Freeform: Shape 1926">
              <a:extLst>
                <a:ext uri="{FF2B5EF4-FFF2-40B4-BE49-F238E27FC236}">
                  <a16:creationId xmlns:a16="http://schemas.microsoft.com/office/drawing/2014/main" id="{FA498D2A-55E9-4A00-AA99-AF42DECABA23}"/>
                </a:ext>
              </a:extLst>
            </p:cNvPr>
            <p:cNvSpPr/>
            <p:nvPr/>
          </p:nvSpPr>
          <p:spPr>
            <a:xfrm>
              <a:off x="6028836" y="4551373"/>
              <a:ext cx="61794" cy="61794"/>
            </a:xfrm>
            <a:custGeom>
              <a:avLst/>
              <a:gdLst>
                <a:gd name="connsiteX0" fmla="*/ 0 w 43053"/>
                <a:gd name="connsiteY0" fmla="*/ 21622 h 43053"/>
                <a:gd name="connsiteX1" fmla="*/ 21432 w 43053"/>
                <a:gd name="connsiteY1" fmla="*/ 0 h 43053"/>
                <a:gd name="connsiteX2" fmla="*/ 43053 w 43053"/>
                <a:gd name="connsiteY2" fmla="*/ 21432 h 43053"/>
                <a:gd name="connsiteX3" fmla="*/ 21622 w 43053"/>
                <a:gd name="connsiteY3" fmla="*/ 43053 h 43053"/>
                <a:gd name="connsiteX4" fmla="*/ 21527 w 43053"/>
                <a:gd name="connsiteY4" fmla="*/ 43053 h 43053"/>
                <a:gd name="connsiteX5" fmla="*/ 0 w 43053"/>
                <a:gd name="connsiteY5" fmla="*/ 21622 h 43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53" h="43053">
                  <a:moveTo>
                    <a:pt x="0" y="21622"/>
                  </a:moveTo>
                  <a:cubicBezTo>
                    <a:pt x="-57" y="9735"/>
                    <a:pt x="9544" y="58"/>
                    <a:pt x="21432" y="0"/>
                  </a:cubicBezTo>
                  <a:cubicBezTo>
                    <a:pt x="33319" y="-57"/>
                    <a:pt x="42996" y="9544"/>
                    <a:pt x="43053" y="21432"/>
                  </a:cubicBezTo>
                  <a:cubicBezTo>
                    <a:pt x="43101" y="33319"/>
                    <a:pt x="33509" y="42996"/>
                    <a:pt x="21622" y="43053"/>
                  </a:cubicBezTo>
                  <a:cubicBezTo>
                    <a:pt x="21593" y="43053"/>
                    <a:pt x="21555" y="43053"/>
                    <a:pt x="21527" y="43053"/>
                  </a:cubicBezTo>
                  <a:cubicBezTo>
                    <a:pt x="9678" y="43053"/>
                    <a:pt x="58" y="33471"/>
                    <a:pt x="0" y="2162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8" name="Freeform: Shape 1927">
              <a:extLst>
                <a:ext uri="{FF2B5EF4-FFF2-40B4-BE49-F238E27FC236}">
                  <a16:creationId xmlns:a16="http://schemas.microsoft.com/office/drawing/2014/main" id="{4A240BFC-F948-478A-B778-BC18C16165B6}"/>
                </a:ext>
              </a:extLst>
            </p:cNvPr>
            <p:cNvSpPr/>
            <p:nvPr/>
          </p:nvSpPr>
          <p:spPr>
            <a:xfrm>
              <a:off x="6637422" y="3563910"/>
              <a:ext cx="61265" cy="61219"/>
            </a:xfrm>
            <a:custGeom>
              <a:avLst/>
              <a:gdLst>
                <a:gd name="connsiteX0" fmla="*/ 1757 w 42684"/>
                <a:gd name="connsiteY0" fmla="*/ 29803 h 42652"/>
                <a:gd name="connsiteX1" fmla="*/ 12882 w 42684"/>
                <a:gd name="connsiteY1" fmla="*/ 1751 h 42652"/>
                <a:gd name="connsiteX2" fmla="*/ 40933 w 42684"/>
                <a:gd name="connsiteY2" fmla="*/ 12877 h 42652"/>
                <a:gd name="connsiteX3" fmla="*/ 29808 w 42684"/>
                <a:gd name="connsiteY3" fmla="*/ 40928 h 42652"/>
                <a:gd name="connsiteX4" fmla="*/ 29760 w 42684"/>
                <a:gd name="connsiteY4" fmla="*/ 40947 h 42652"/>
                <a:gd name="connsiteX5" fmla="*/ 1757 w 42684"/>
                <a:gd name="connsiteY5" fmla="*/ 29803 h 42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84" h="42652">
                  <a:moveTo>
                    <a:pt x="1757" y="29803"/>
                  </a:moveTo>
                  <a:cubicBezTo>
                    <a:pt x="-2920" y="18982"/>
                    <a:pt x="2062" y="6428"/>
                    <a:pt x="12882" y="1751"/>
                  </a:cubicBezTo>
                  <a:cubicBezTo>
                    <a:pt x="23703" y="-2916"/>
                    <a:pt x="36256" y="2066"/>
                    <a:pt x="40933" y="12877"/>
                  </a:cubicBezTo>
                  <a:cubicBezTo>
                    <a:pt x="45601" y="23697"/>
                    <a:pt x="40619" y="36251"/>
                    <a:pt x="29808" y="40928"/>
                  </a:cubicBezTo>
                  <a:cubicBezTo>
                    <a:pt x="29789" y="40937"/>
                    <a:pt x="29780" y="40937"/>
                    <a:pt x="29760" y="40947"/>
                  </a:cubicBezTo>
                  <a:cubicBezTo>
                    <a:pt x="18950" y="45528"/>
                    <a:pt x="6462" y="40566"/>
                    <a:pt x="1757" y="2980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9" name="Freeform: Shape 1928">
              <a:extLst>
                <a:ext uri="{FF2B5EF4-FFF2-40B4-BE49-F238E27FC236}">
                  <a16:creationId xmlns:a16="http://schemas.microsoft.com/office/drawing/2014/main" id="{2C7E4E6E-657B-4923-8C51-13BC7A25C92E}"/>
                </a:ext>
              </a:extLst>
            </p:cNvPr>
            <p:cNvSpPr/>
            <p:nvPr/>
          </p:nvSpPr>
          <p:spPr>
            <a:xfrm>
              <a:off x="6832979" y="3591337"/>
              <a:ext cx="114594" cy="114638"/>
            </a:xfrm>
            <a:custGeom>
              <a:avLst/>
              <a:gdLst>
                <a:gd name="connsiteX0" fmla="*/ 3242 w 79839"/>
                <a:gd name="connsiteY0" fmla="*/ 55652 h 79870"/>
                <a:gd name="connsiteX1" fmla="*/ 24187 w 79839"/>
                <a:gd name="connsiteY1" fmla="*/ 3246 h 79870"/>
                <a:gd name="connsiteX2" fmla="*/ 76594 w 79839"/>
                <a:gd name="connsiteY2" fmla="*/ 24191 h 79870"/>
                <a:gd name="connsiteX3" fmla="*/ 55648 w 79839"/>
                <a:gd name="connsiteY3" fmla="*/ 76598 h 79870"/>
                <a:gd name="connsiteX4" fmla="*/ 55629 w 79839"/>
                <a:gd name="connsiteY4" fmla="*/ 76607 h 79870"/>
                <a:gd name="connsiteX5" fmla="*/ 3308 w 79839"/>
                <a:gd name="connsiteY5" fmla="*/ 55804 h 79870"/>
                <a:gd name="connsiteX6" fmla="*/ 3242 w 79839"/>
                <a:gd name="connsiteY6" fmla="*/ 55652 h 7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39" h="79870">
                  <a:moveTo>
                    <a:pt x="3242" y="55652"/>
                  </a:moveTo>
                  <a:cubicBezTo>
                    <a:pt x="-5445" y="35393"/>
                    <a:pt x="3927" y="11932"/>
                    <a:pt x="24187" y="3246"/>
                  </a:cubicBezTo>
                  <a:cubicBezTo>
                    <a:pt x="44447" y="-5451"/>
                    <a:pt x="67907" y="3931"/>
                    <a:pt x="76594" y="24191"/>
                  </a:cubicBezTo>
                  <a:cubicBezTo>
                    <a:pt x="85290" y="44441"/>
                    <a:pt x="75908" y="67911"/>
                    <a:pt x="55648" y="76598"/>
                  </a:cubicBezTo>
                  <a:cubicBezTo>
                    <a:pt x="55648" y="76598"/>
                    <a:pt x="55639" y="76607"/>
                    <a:pt x="55629" y="76607"/>
                  </a:cubicBezTo>
                  <a:cubicBezTo>
                    <a:pt x="35436" y="85313"/>
                    <a:pt x="12014" y="75998"/>
                    <a:pt x="3308" y="55804"/>
                  </a:cubicBezTo>
                  <a:cubicBezTo>
                    <a:pt x="3289" y="55757"/>
                    <a:pt x="3261" y="55700"/>
                    <a:pt x="3242" y="5565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0" name="Freeform: Shape 1929">
              <a:extLst>
                <a:ext uri="{FF2B5EF4-FFF2-40B4-BE49-F238E27FC236}">
                  <a16:creationId xmlns:a16="http://schemas.microsoft.com/office/drawing/2014/main" id="{A9CBFD15-CF3F-4C8A-B470-E3BCEC473AA9}"/>
                </a:ext>
              </a:extLst>
            </p:cNvPr>
            <p:cNvSpPr/>
            <p:nvPr/>
          </p:nvSpPr>
          <p:spPr>
            <a:xfrm>
              <a:off x="8503480" y="4141780"/>
              <a:ext cx="744194" cy="457997"/>
            </a:xfrm>
            <a:custGeom>
              <a:avLst/>
              <a:gdLst>
                <a:gd name="connsiteX0" fmla="*/ 357378 w 518491"/>
                <a:gd name="connsiteY0" fmla="*/ 0 h 319093"/>
                <a:gd name="connsiteX1" fmla="*/ 235554 w 518491"/>
                <a:gd name="connsiteY1" fmla="*/ 57912 h 319093"/>
                <a:gd name="connsiteX2" fmla="*/ 142875 w 518491"/>
                <a:gd name="connsiteY2" fmla="*/ 110014 h 319093"/>
                <a:gd name="connsiteX3" fmla="*/ 0 w 518491"/>
                <a:gd name="connsiteY3" fmla="*/ 131636 h 319093"/>
                <a:gd name="connsiteX4" fmla="*/ 0 w 518491"/>
                <a:gd name="connsiteY4" fmla="*/ 187452 h 319093"/>
                <a:gd name="connsiteX5" fmla="*/ 137827 w 518491"/>
                <a:gd name="connsiteY5" fmla="*/ 208312 h 319093"/>
                <a:gd name="connsiteX6" fmla="*/ 238792 w 518491"/>
                <a:gd name="connsiteY6" fmla="*/ 264509 h 319093"/>
                <a:gd name="connsiteX7" fmla="*/ 463906 w 518491"/>
                <a:gd name="connsiteY7" fmla="*/ 279702 h 319093"/>
                <a:gd name="connsiteX8" fmla="*/ 518256 w 518491"/>
                <a:gd name="connsiteY8" fmla="*/ 150876 h 319093"/>
                <a:gd name="connsiteX9" fmla="*/ 357378 w 518491"/>
                <a:gd name="connsiteY9" fmla="*/ 0 h 31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491" h="319093">
                  <a:moveTo>
                    <a:pt x="357378" y="0"/>
                  </a:moveTo>
                  <a:cubicBezTo>
                    <a:pt x="310201" y="334"/>
                    <a:pt x="265595" y="21536"/>
                    <a:pt x="235554" y="57912"/>
                  </a:cubicBezTo>
                  <a:cubicBezTo>
                    <a:pt x="212122" y="86087"/>
                    <a:pt x="179127" y="104632"/>
                    <a:pt x="142875" y="110014"/>
                  </a:cubicBezTo>
                  <a:lnTo>
                    <a:pt x="0" y="131636"/>
                  </a:lnTo>
                  <a:lnTo>
                    <a:pt x="0" y="187452"/>
                  </a:lnTo>
                  <a:lnTo>
                    <a:pt x="137827" y="208312"/>
                  </a:lnTo>
                  <a:cubicBezTo>
                    <a:pt x="177099" y="214437"/>
                    <a:pt x="212893" y="234363"/>
                    <a:pt x="238792" y="264509"/>
                  </a:cubicBezTo>
                  <a:cubicBezTo>
                    <a:pt x="296761" y="330870"/>
                    <a:pt x="397545" y="337671"/>
                    <a:pt x="463906" y="279702"/>
                  </a:cubicBezTo>
                  <a:cubicBezTo>
                    <a:pt x="500882" y="247412"/>
                    <a:pt x="520922" y="199892"/>
                    <a:pt x="518256" y="150876"/>
                  </a:cubicBezTo>
                  <a:cubicBezTo>
                    <a:pt x="512969" y="65952"/>
                    <a:pt x="442465" y="-162"/>
                    <a:pt x="357378"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1" name="Freeform: Shape 1930">
              <a:extLst>
                <a:ext uri="{FF2B5EF4-FFF2-40B4-BE49-F238E27FC236}">
                  <a16:creationId xmlns:a16="http://schemas.microsoft.com/office/drawing/2014/main" id="{AE1AB339-A2E3-4265-B443-9D4B719E1FDD}"/>
                </a:ext>
              </a:extLst>
            </p:cNvPr>
            <p:cNvSpPr/>
            <p:nvPr/>
          </p:nvSpPr>
          <p:spPr>
            <a:xfrm>
              <a:off x="8814548" y="4164932"/>
              <a:ext cx="390998" cy="390999"/>
            </a:xfrm>
            <a:custGeom>
              <a:avLst/>
              <a:gdLst>
                <a:gd name="connsiteX0" fmla="*/ 272415 w 272414"/>
                <a:gd name="connsiteY0" fmla="*/ 136208 h 272415"/>
                <a:gd name="connsiteX1" fmla="*/ 136208 w 272414"/>
                <a:gd name="connsiteY1" fmla="*/ 272415 h 272415"/>
                <a:gd name="connsiteX2" fmla="*/ 0 w 272414"/>
                <a:gd name="connsiteY2" fmla="*/ 136208 h 272415"/>
                <a:gd name="connsiteX3" fmla="*/ 136208 w 272414"/>
                <a:gd name="connsiteY3" fmla="*/ 0 h 272415"/>
                <a:gd name="connsiteX4" fmla="*/ 272415 w 272414"/>
                <a:gd name="connsiteY4" fmla="*/ 136208 h 27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14" h="272415">
                  <a:moveTo>
                    <a:pt x="272415" y="136208"/>
                  </a:moveTo>
                  <a:cubicBezTo>
                    <a:pt x="272415" y="211433"/>
                    <a:pt x="211433" y="272415"/>
                    <a:pt x="136208" y="272415"/>
                  </a:cubicBezTo>
                  <a:cubicBezTo>
                    <a:pt x="60983" y="272415"/>
                    <a:pt x="0" y="211433"/>
                    <a:pt x="0" y="136208"/>
                  </a:cubicBezTo>
                  <a:cubicBezTo>
                    <a:pt x="0" y="60982"/>
                    <a:pt x="60983" y="0"/>
                    <a:pt x="136208" y="0"/>
                  </a:cubicBezTo>
                  <a:cubicBezTo>
                    <a:pt x="211433" y="0"/>
                    <a:pt x="272415" y="60982"/>
                    <a:pt x="272415" y="136208"/>
                  </a:cubicBezTo>
                  <a:close/>
                </a:path>
              </a:pathLst>
            </a:custGeom>
            <a:solidFill>
              <a:srgbClr val="FFFFFF"/>
            </a:solidFill>
            <a:ln w="3810" cap="flat">
              <a:solidFill>
                <a:srgbClr val="FFFFFF"/>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Pro Cond" panose="02040506050405020303" pitchFamily="18" charset="0"/>
                  <a:ea typeface="+mn-ea"/>
                  <a:cs typeface="+mn-cs"/>
                </a:rPr>
                <a:t>3</a:t>
              </a:r>
            </a:p>
          </p:txBody>
        </p:sp>
        <p:sp>
          <p:nvSpPr>
            <p:cNvPr id="1933" name="Freeform: Shape 1932">
              <a:extLst>
                <a:ext uri="{FF2B5EF4-FFF2-40B4-BE49-F238E27FC236}">
                  <a16:creationId xmlns:a16="http://schemas.microsoft.com/office/drawing/2014/main" id="{3D8D1191-3681-4C2B-A80C-F7089FE4CECA}"/>
                </a:ext>
              </a:extLst>
            </p:cNvPr>
            <p:cNvSpPr/>
            <p:nvPr/>
          </p:nvSpPr>
          <p:spPr>
            <a:xfrm>
              <a:off x="6419972" y="3925775"/>
              <a:ext cx="2183855" cy="889318"/>
            </a:xfrm>
            <a:custGeom>
              <a:avLst/>
              <a:gdLst>
                <a:gd name="connsiteX0" fmla="*/ 288703 w 1521523"/>
                <a:gd name="connsiteY0" fmla="*/ 619601 h 619601"/>
                <a:gd name="connsiteX1" fmla="*/ 0 w 1521523"/>
                <a:gd name="connsiteY1" fmla="*/ 309753 h 619601"/>
                <a:gd name="connsiteX2" fmla="*/ 288703 w 1521523"/>
                <a:gd name="connsiteY2" fmla="*/ 0 h 619601"/>
                <a:gd name="connsiteX3" fmla="*/ 1232821 w 1521523"/>
                <a:gd name="connsiteY3" fmla="*/ 0 h 619601"/>
                <a:gd name="connsiteX4" fmla="*/ 1521524 w 1521523"/>
                <a:gd name="connsiteY4" fmla="*/ 309753 h 619601"/>
                <a:gd name="connsiteX5" fmla="*/ 1232821 w 1521523"/>
                <a:gd name="connsiteY5" fmla="*/ 619601 h 61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1523" h="619601">
                  <a:moveTo>
                    <a:pt x="288703" y="619601"/>
                  </a:moveTo>
                  <a:cubicBezTo>
                    <a:pt x="129540" y="619601"/>
                    <a:pt x="0" y="480631"/>
                    <a:pt x="0" y="309753"/>
                  </a:cubicBezTo>
                  <a:cubicBezTo>
                    <a:pt x="0" y="138874"/>
                    <a:pt x="129540" y="0"/>
                    <a:pt x="288703" y="0"/>
                  </a:cubicBezTo>
                  <a:lnTo>
                    <a:pt x="1232821" y="0"/>
                  </a:lnTo>
                  <a:cubicBezTo>
                    <a:pt x="1391983" y="0"/>
                    <a:pt x="1521524" y="138970"/>
                    <a:pt x="1521524" y="309753"/>
                  </a:cubicBezTo>
                  <a:cubicBezTo>
                    <a:pt x="1521524" y="480536"/>
                    <a:pt x="1391983" y="619601"/>
                    <a:pt x="1232821" y="61960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4" name="Rectangle: Rounded Corners 1933">
              <a:extLst>
                <a:ext uri="{FF2B5EF4-FFF2-40B4-BE49-F238E27FC236}">
                  <a16:creationId xmlns:a16="http://schemas.microsoft.com/office/drawing/2014/main" id="{5D25172E-63DA-482B-B801-0D6ECB78EEAB}"/>
                </a:ext>
              </a:extLst>
            </p:cNvPr>
            <p:cNvSpPr/>
            <p:nvPr/>
          </p:nvSpPr>
          <p:spPr>
            <a:xfrm>
              <a:off x="6476982" y="3983896"/>
              <a:ext cx="2069973" cy="767096"/>
            </a:xfrm>
            <a:prstGeom prst="roundRect">
              <a:avLst>
                <a:gd name="adj" fmla="val 50000"/>
              </a:avLst>
            </a:prstGeom>
            <a:solidFill>
              <a:srgbClr val="FFFFFF"/>
            </a:solidFill>
            <a:ln w="381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5" name="Freeform: Shape 1934">
              <a:extLst>
                <a:ext uri="{FF2B5EF4-FFF2-40B4-BE49-F238E27FC236}">
                  <a16:creationId xmlns:a16="http://schemas.microsoft.com/office/drawing/2014/main" id="{98FB7A89-EA3B-4CDA-A03C-65464EEC9508}"/>
                </a:ext>
              </a:extLst>
            </p:cNvPr>
            <p:cNvSpPr/>
            <p:nvPr/>
          </p:nvSpPr>
          <p:spPr>
            <a:xfrm>
              <a:off x="6110116" y="3654859"/>
              <a:ext cx="686936" cy="850048"/>
            </a:xfrm>
            <a:custGeom>
              <a:avLst/>
              <a:gdLst>
                <a:gd name="connsiteX0" fmla="*/ 521 w 478598"/>
                <a:gd name="connsiteY0" fmla="*/ 223517 h 592241"/>
                <a:gd name="connsiteX1" fmla="*/ 165685 w 478598"/>
                <a:gd name="connsiteY1" fmla="*/ 466976 h 592241"/>
                <a:gd name="connsiteX2" fmla="*/ 223406 w 478598"/>
                <a:gd name="connsiteY2" fmla="*/ 582324 h 592241"/>
                <a:gd name="connsiteX3" fmla="*/ 247114 w 478598"/>
                <a:gd name="connsiteY3" fmla="*/ 590430 h 592241"/>
                <a:gd name="connsiteX4" fmla="*/ 255220 w 478598"/>
                <a:gd name="connsiteY4" fmla="*/ 582324 h 592241"/>
                <a:gd name="connsiteX5" fmla="*/ 312941 w 478598"/>
                <a:gd name="connsiteY5" fmla="*/ 466976 h 592241"/>
                <a:gd name="connsiteX6" fmla="*/ 466913 w 478598"/>
                <a:gd name="connsiteY6" fmla="*/ 165662 h 592241"/>
                <a:gd name="connsiteX7" fmla="*/ 165589 w 478598"/>
                <a:gd name="connsiteY7" fmla="*/ 11691 h 592241"/>
                <a:gd name="connsiteX8" fmla="*/ 521 w 478598"/>
                <a:gd name="connsiteY8" fmla="*/ 223517 h 59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598" h="592241">
                  <a:moveTo>
                    <a:pt x="521" y="223517"/>
                  </a:moveTo>
                  <a:cubicBezTo>
                    <a:pt x="-6680" y="332921"/>
                    <a:pt x="61367" y="433229"/>
                    <a:pt x="165685" y="466976"/>
                  </a:cubicBezTo>
                  <a:lnTo>
                    <a:pt x="223406" y="582324"/>
                  </a:lnTo>
                  <a:cubicBezTo>
                    <a:pt x="227711" y="591106"/>
                    <a:pt x="238332" y="594735"/>
                    <a:pt x="247114" y="590430"/>
                  </a:cubicBezTo>
                  <a:cubicBezTo>
                    <a:pt x="250638" y="588706"/>
                    <a:pt x="253486" y="585848"/>
                    <a:pt x="255220" y="582324"/>
                  </a:cubicBezTo>
                  <a:lnTo>
                    <a:pt x="312941" y="466976"/>
                  </a:lnTo>
                  <a:cubicBezTo>
                    <a:pt x="438662" y="426285"/>
                    <a:pt x="507594" y="291383"/>
                    <a:pt x="466913" y="165662"/>
                  </a:cubicBezTo>
                  <a:cubicBezTo>
                    <a:pt x="426222" y="39932"/>
                    <a:pt x="291310" y="-29000"/>
                    <a:pt x="165589" y="11691"/>
                  </a:cubicBezTo>
                  <a:cubicBezTo>
                    <a:pt x="72397" y="41856"/>
                    <a:pt x="6998" y="125771"/>
                    <a:pt x="521" y="22351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6" name="Freeform: Shape 1935">
              <a:extLst>
                <a:ext uri="{FF2B5EF4-FFF2-40B4-BE49-F238E27FC236}">
                  <a16:creationId xmlns:a16="http://schemas.microsoft.com/office/drawing/2014/main" id="{1EAA461A-CD43-40A6-89A9-80B1700379D3}"/>
                </a:ext>
              </a:extLst>
            </p:cNvPr>
            <p:cNvSpPr/>
            <p:nvPr/>
          </p:nvSpPr>
          <p:spPr>
            <a:xfrm>
              <a:off x="6219082" y="3763847"/>
              <a:ext cx="457988" cy="457988"/>
            </a:xfrm>
            <a:custGeom>
              <a:avLst/>
              <a:gdLst>
                <a:gd name="connsiteX0" fmla="*/ 319088 w 319087"/>
                <a:gd name="connsiteY0" fmla="*/ 159544 h 319087"/>
                <a:gd name="connsiteX1" fmla="*/ 159544 w 319087"/>
                <a:gd name="connsiteY1" fmla="*/ 319088 h 319087"/>
                <a:gd name="connsiteX2" fmla="*/ 0 w 319087"/>
                <a:gd name="connsiteY2" fmla="*/ 159544 h 319087"/>
                <a:gd name="connsiteX3" fmla="*/ 159544 w 319087"/>
                <a:gd name="connsiteY3" fmla="*/ 0 h 319087"/>
                <a:gd name="connsiteX4" fmla="*/ 319088 w 319087"/>
                <a:gd name="connsiteY4" fmla="*/ 159544 h 31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7" h="319087">
                  <a:moveTo>
                    <a:pt x="319088" y="159544"/>
                  </a:moveTo>
                  <a:cubicBezTo>
                    <a:pt x="319088" y="247657"/>
                    <a:pt x="247657" y="319088"/>
                    <a:pt x="159544" y="319088"/>
                  </a:cubicBezTo>
                  <a:cubicBezTo>
                    <a:pt x="71430" y="319088"/>
                    <a:pt x="0" y="247657"/>
                    <a:pt x="0" y="159544"/>
                  </a:cubicBezTo>
                  <a:cubicBezTo>
                    <a:pt x="0" y="71430"/>
                    <a:pt x="71430" y="0"/>
                    <a:pt x="159544" y="0"/>
                  </a:cubicBezTo>
                  <a:cubicBezTo>
                    <a:pt x="247657" y="0"/>
                    <a:pt x="319088" y="71430"/>
                    <a:pt x="319088" y="159544"/>
                  </a:cubicBezTo>
                  <a:close/>
                </a:path>
              </a:pathLst>
            </a:custGeom>
            <a:solidFill>
              <a:srgbClr val="FFFFFF"/>
            </a:solidFill>
            <a:ln w="666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5" name="Freeform: Shape 2194">
              <a:extLst>
                <a:ext uri="{FF2B5EF4-FFF2-40B4-BE49-F238E27FC236}">
                  <a16:creationId xmlns:a16="http://schemas.microsoft.com/office/drawing/2014/main" id="{58F7C5AA-9946-4DEC-8325-F7BB25A63E3A}"/>
                </a:ext>
              </a:extLst>
            </p:cNvPr>
            <p:cNvSpPr/>
            <p:nvPr/>
          </p:nvSpPr>
          <p:spPr>
            <a:xfrm>
              <a:off x="7516685" y="5277183"/>
              <a:ext cx="114565" cy="114565"/>
            </a:xfrm>
            <a:custGeom>
              <a:avLst/>
              <a:gdLst>
                <a:gd name="connsiteX0" fmla="*/ 79819 w 79819"/>
                <a:gd name="connsiteY0" fmla="*/ 39910 h 79819"/>
                <a:gd name="connsiteX1" fmla="*/ 39910 w 79819"/>
                <a:gd name="connsiteY1" fmla="*/ 79819 h 79819"/>
                <a:gd name="connsiteX2" fmla="*/ 0 w 79819"/>
                <a:gd name="connsiteY2" fmla="*/ 39910 h 79819"/>
                <a:gd name="connsiteX3" fmla="*/ 39910 w 79819"/>
                <a:gd name="connsiteY3" fmla="*/ 0 h 79819"/>
                <a:gd name="connsiteX4" fmla="*/ 79819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19" y="39910"/>
                  </a:moveTo>
                  <a:cubicBezTo>
                    <a:pt x="79819" y="61951"/>
                    <a:pt x="61951" y="79819"/>
                    <a:pt x="39910" y="79819"/>
                  </a:cubicBezTo>
                  <a:cubicBezTo>
                    <a:pt x="17868" y="79819"/>
                    <a:pt x="0" y="61951"/>
                    <a:pt x="0" y="39910"/>
                  </a:cubicBezTo>
                  <a:cubicBezTo>
                    <a:pt x="0" y="17868"/>
                    <a:pt x="17868" y="0"/>
                    <a:pt x="39910" y="0"/>
                  </a:cubicBezTo>
                  <a:cubicBezTo>
                    <a:pt x="61951" y="0"/>
                    <a:pt x="79819" y="17868"/>
                    <a:pt x="79819" y="3991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253" name="Group 2252">
              <a:extLst>
                <a:ext uri="{FF2B5EF4-FFF2-40B4-BE49-F238E27FC236}">
                  <a16:creationId xmlns:a16="http://schemas.microsoft.com/office/drawing/2014/main" id="{B11E86AB-E26C-4305-A058-A21B476CD2F0}"/>
                </a:ext>
              </a:extLst>
            </p:cNvPr>
            <p:cNvGrpSpPr/>
            <p:nvPr/>
          </p:nvGrpSpPr>
          <p:grpSpPr>
            <a:xfrm>
              <a:off x="7517075" y="5278556"/>
              <a:ext cx="226806" cy="191536"/>
              <a:chOff x="8151991" y="5672283"/>
              <a:chExt cx="226806" cy="191536"/>
            </a:xfrm>
          </p:grpSpPr>
          <p:sp>
            <p:nvSpPr>
              <p:cNvPr id="2196" name="Freeform: Shape 2195">
                <a:extLst>
                  <a:ext uri="{FF2B5EF4-FFF2-40B4-BE49-F238E27FC236}">
                    <a16:creationId xmlns:a16="http://schemas.microsoft.com/office/drawing/2014/main" id="{2FFE5958-2750-4C91-9424-E21DE4514052}"/>
                  </a:ext>
                </a:extLst>
              </p:cNvPr>
              <p:cNvSpPr/>
              <p:nvPr/>
            </p:nvSpPr>
            <p:spPr>
              <a:xfrm>
                <a:off x="8151991" y="5672283"/>
                <a:ext cx="114565" cy="114565"/>
              </a:xfrm>
              <a:custGeom>
                <a:avLst/>
                <a:gdLst>
                  <a:gd name="connsiteX0" fmla="*/ 79820 w 79819"/>
                  <a:gd name="connsiteY0" fmla="*/ 39910 h 79819"/>
                  <a:gd name="connsiteX1" fmla="*/ 39910 w 79819"/>
                  <a:gd name="connsiteY1" fmla="*/ 79820 h 79819"/>
                  <a:gd name="connsiteX2" fmla="*/ 0 w 79819"/>
                  <a:gd name="connsiteY2" fmla="*/ 39910 h 79819"/>
                  <a:gd name="connsiteX3" fmla="*/ 39910 w 79819"/>
                  <a:gd name="connsiteY3" fmla="*/ 0 h 79819"/>
                  <a:gd name="connsiteX4" fmla="*/ 7982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20" y="39910"/>
                    </a:moveTo>
                    <a:cubicBezTo>
                      <a:pt x="79820" y="61952"/>
                      <a:pt x="61952" y="79820"/>
                      <a:pt x="39910" y="79820"/>
                    </a:cubicBezTo>
                    <a:cubicBezTo>
                      <a:pt x="17868" y="79820"/>
                      <a:pt x="0" y="61952"/>
                      <a:pt x="0" y="39910"/>
                    </a:cubicBezTo>
                    <a:cubicBezTo>
                      <a:pt x="0" y="17868"/>
                      <a:pt x="17868" y="0"/>
                      <a:pt x="39910" y="0"/>
                    </a:cubicBezTo>
                    <a:cubicBezTo>
                      <a:pt x="61952" y="0"/>
                      <a:pt x="79820" y="17868"/>
                      <a:pt x="79820"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7" name="Freeform: Shape 2196">
                <a:extLst>
                  <a:ext uri="{FF2B5EF4-FFF2-40B4-BE49-F238E27FC236}">
                    <a16:creationId xmlns:a16="http://schemas.microsoft.com/office/drawing/2014/main" id="{9A38C300-1B5D-4AFF-B877-07FFA5EA0B91}"/>
                  </a:ext>
                </a:extLst>
              </p:cNvPr>
              <p:cNvSpPr/>
              <p:nvPr/>
            </p:nvSpPr>
            <p:spPr>
              <a:xfrm>
                <a:off x="8317004" y="5802025"/>
                <a:ext cx="61793" cy="61794"/>
              </a:xfrm>
              <a:custGeom>
                <a:avLst/>
                <a:gdLst>
                  <a:gd name="connsiteX0" fmla="*/ 43053 w 43052"/>
                  <a:gd name="connsiteY0" fmla="*/ 21431 h 43053"/>
                  <a:gd name="connsiteX1" fmla="*/ 21622 w 43052"/>
                  <a:gd name="connsiteY1" fmla="*/ 43053 h 43053"/>
                  <a:gd name="connsiteX2" fmla="*/ 0 w 43052"/>
                  <a:gd name="connsiteY2" fmla="*/ 21622 h 43053"/>
                  <a:gd name="connsiteX3" fmla="*/ 21431 w 43052"/>
                  <a:gd name="connsiteY3" fmla="*/ 0 h 43053"/>
                  <a:gd name="connsiteX4" fmla="*/ 21526 w 43052"/>
                  <a:gd name="connsiteY4" fmla="*/ 0 h 43053"/>
                  <a:gd name="connsiteX5" fmla="*/ 43053 w 43052"/>
                  <a:gd name="connsiteY5" fmla="*/ 21431 h 43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52" h="43053">
                    <a:moveTo>
                      <a:pt x="43053" y="21431"/>
                    </a:moveTo>
                    <a:cubicBezTo>
                      <a:pt x="43100" y="33318"/>
                      <a:pt x="33509" y="42996"/>
                      <a:pt x="21622" y="43053"/>
                    </a:cubicBezTo>
                    <a:cubicBezTo>
                      <a:pt x="9734" y="43110"/>
                      <a:pt x="57" y="33509"/>
                      <a:pt x="0" y="21622"/>
                    </a:cubicBezTo>
                    <a:cubicBezTo>
                      <a:pt x="-47" y="9735"/>
                      <a:pt x="9544" y="57"/>
                      <a:pt x="21431" y="0"/>
                    </a:cubicBezTo>
                    <a:cubicBezTo>
                      <a:pt x="21460" y="0"/>
                      <a:pt x="21498" y="0"/>
                      <a:pt x="21526" y="0"/>
                    </a:cubicBezTo>
                    <a:cubicBezTo>
                      <a:pt x="33375" y="0"/>
                      <a:pt x="42996" y="9582"/>
                      <a:pt x="43053" y="2143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98" name="Freeform: Shape 2197">
              <a:extLst>
                <a:ext uri="{FF2B5EF4-FFF2-40B4-BE49-F238E27FC236}">
                  <a16:creationId xmlns:a16="http://schemas.microsoft.com/office/drawing/2014/main" id="{66027C21-EE34-407A-B546-381604166846}"/>
                </a:ext>
              </a:extLst>
            </p:cNvPr>
            <p:cNvSpPr/>
            <p:nvPr/>
          </p:nvSpPr>
          <p:spPr>
            <a:xfrm>
              <a:off x="7704530" y="6187829"/>
              <a:ext cx="60973" cy="60973"/>
            </a:xfrm>
            <a:custGeom>
              <a:avLst/>
              <a:gdLst>
                <a:gd name="connsiteX0" fmla="*/ 42482 w 42481"/>
                <a:gd name="connsiteY0" fmla="*/ 21241 h 42481"/>
                <a:gd name="connsiteX1" fmla="*/ 21241 w 42481"/>
                <a:gd name="connsiteY1" fmla="*/ 42482 h 42481"/>
                <a:gd name="connsiteX2" fmla="*/ 0 w 42481"/>
                <a:gd name="connsiteY2" fmla="*/ 21241 h 42481"/>
                <a:gd name="connsiteX3" fmla="*/ 21241 w 42481"/>
                <a:gd name="connsiteY3" fmla="*/ 0 h 42481"/>
                <a:gd name="connsiteX4" fmla="*/ 42482 w 42481"/>
                <a:gd name="connsiteY4" fmla="*/ 21241 h 42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81" h="42481">
                  <a:moveTo>
                    <a:pt x="42482" y="21241"/>
                  </a:moveTo>
                  <a:cubicBezTo>
                    <a:pt x="42482" y="32972"/>
                    <a:pt x="32972" y="42482"/>
                    <a:pt x="21241" y="42482"/>
                  </a:cubicBezTo>
                  <a:cubicBezTo>
                    <a:pt x="9510" y="42482"/>
                    <a:pt x="0" y="32972"/>
                    <a:pt x="0" y="21241"/>
                  </a:cubicBezTo>
                  <a:cubicBezTo>
                    <a:pt x="0" y="9510"/>
                    <a:pt x="9510" y="0"/>
                    <a:pt x="21241" y="0"/>
                  </a:cubicBezTo>
                  <a:cubicBezTo>
                    <a:pt x="32972" y="0"/>
                    <a:pt x="42482" y="9510"/>
                    <a:pt x="42482" y="2124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9" name="Freeform: Shape 2198">
              <a:extLst>
                <a:ext uri="{FF2B5EF4-FFF2-40B4-BE49-F238E27FC236}">
                  <a16:creationId xmlns:a16="http://schemas.microsoft.com/office/drawing/2014/main" id="{BB9C2986-DA31-431B-9B86-BCDFA44ADDF9}"/>
                </a:ext>
              </a:extLst>
            </p:cNvPr>
            <p:cNvSpPr/>
            <p:nvPr/>
          </p:nvSpPr>
          <p:spPr>
            <a:xfrm>
              <a:off x="7457489" y="6172106"/>
              <a:ext cx="114565" cy="114565"/>
            </a:xfrm>
            <a:custGeom>
              <a:avLst/>
              <a:gdLst>
                <a:gd name="connsiteX0" fmla="*/ 79819 w 79819"/>
                <a:gd name="connsiteY0" fmla="*/ 39910 h 79819"/>
                <a:gd name="connsiteX1" fmla="*/ 39909 w 79819"/>
                <a:gd name="connsiteY1" fmla="*/ 79820 h 79819"/>
                <a:gd name="connsiteX2" fmla="*/ 0 w 79819"/>
                <a:gd name="connsiteY2" fmla="*/ 39910 h 79819"/>
                <a:gd name="connsiteX3" fmla="*/ 39909 w 79819"/>
                <a:gd name="connsiteY3" fmla="*/ 0 h 79819"/>
                <a:gd name="connsiteX4" fmla="*/ 79819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79819" y="39910"/>
                  </a:moveTo>
                  <a:cubicBezTo>
                    <a:pt x="79819" y="61952"/>
                    <a:pt x="61951" y="79820"/>
                    <a:pt x="39909" y="79820"/>
                  </a:cubicBezTo>
                  <a:cubicBezTo>
                    <a:pt x="17868" y="79820"/>
                    <a:pt x="0" y="61952"/>
                    <a:pt x="0" y="39910"/>
                  </a:cubicBezTo>
                  <a:cubicBezTo>
                    <a:pt x="0" y="17868"/>
                    <a:pt x="17868" y="0"/>
                    <a:pt x="39909" y="0"/>
                  </a:cubicBezTo>
                  <a:cubicBezTo>
                    <a:pt x="61951" y="0"/>
                    <a:pt x="79819" y="17868"/>
                    <a:pt x="79819" y="3991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0" name="Freeform: Shape 2199">
              <a:extLst>
                <a:ext uri="{FF2B5EF4-FFF2-40B4-BE49-F238E27FC236}">
                  <a16:creationId xmlns:a16="http://schemas.microsoft.com/office/drawing/2014/main" id="{3C497D32-1717-4083-ADF2-1515C69FEED5}"/>
                </a:ext>
              </a:extLst>
            </p:cNvPr>
            <p:cNvSpPr/>
            <p:nvPr/>
          </p:nvSpPr>
          <p:spPr>
            <a:xfrm>
              <a:off x="7172441" y="5599962"/>
              <a:ext cx="744194" cy="457997"/>
            </a:xfrm>
            <a:custGeom>
              <a:avLst/>
              <a:gdLst>
                <a:gd name="connsiteX0" fmla="*/ 357378 w 518491"/>
                <a:gd name="connsiteY0" fmla="*/ 0 h 319093"/>
                <a:gd name="connsiteX1" fmla="*/ 235553 w 518491"/>
                <a:gd name="connsiteY1" fmla="*/ 57912 h 319093"/>
                <a:gd name="connsiteX2" fmla="*/ 142875 w 518491"/>
                <a:gd name="connsiteY2" fmla="*/ 110014 h 319093"/>
                <a:gd name="connsiteX3" fmla="*/ 0 w 518491"/>
                <a:gd name="connsiteY3" fmla="*/ 131636 h 319093"/>
                <a:gd name="connsiteX4" fmla="*/ 0 w 518491"/>
                <a:gd name="connsiteY4" fmla="*/ 187452 h 319093"/>
                <a:gd name="connsiteX5" fmla="*/ 137827 w 518491"/>
                <a:gd name="connsiteY5" fmla="*/ 208312 h 319093"/>
                <a:gd name="connsiteX6" fmla="*/ 238792 w 518491"/>
                <a:gd name="connsiteY6" fmla="*/ 264510 h 319093"/>
                <a:gd name="connsiteX7" fmla="*/ 463905 w 518491"/>
                <a:gd name="connsiteY7" fmla="*/ 279702 h 319093"/>
                <a:gd name="connsiteX8" fmla="*/ 518256 w 518491"/>
                <a:gd name="connsiteY8" fmla="*/ 150876 h 319093"/>
                <a:gd name="connsiteX9" fmla="*/ 357378 w 518491"/>
                <a:gd name="connsiteY9" fmla="*/ 0 h 31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491" h="319093">
                  <a:moveTo>
                    <a:pt x="357378" y="0"/>
                  </a:moveTo>
                  <a:cubicBezTo>
                    <a:pt x="310201" y="334"/>
                    <a:pt x="265595" y="21536"/>
                    <a:pt x="235553" y="57912"/>
                  </a:cubicBezTo>
                  <a:cubicBezTo>
                    <a:pt x="212122" y="86087"/>
                    <a:pt x="179127" y="104632"/>
                    <a:pt x="142875" y="110014"/>
                  </a:cubicBezTo>
                  <a:lnTo>
                    <a:pt x="0" y="131636"/>
                  </a:lnTo>
                  <a:lnTo>
                    <a:pt x="0" y="187452"/>
                  </a:lnTo>
                  <a:lnTo>
                    <a:pt x="137827" y="208312"/>
                  </a:lnTo>
                  <a:cubicBezTo>
                    <a:pt x="177079" y="214475"/>
                    <a:pt x="212865" y="234401"/>
                    <a:pt x="238792" y="264510"/>
                  </a:cubicBezTo>
                  <a:cubicBezTo>
                    <a:pt x="296761" y="330870"/>
                    <a:pt x="397545" y="337671"/>
                    <a:pt x="463905" y="279702"/>
                  </a:cubicBezTo>
                  <a:cubicBezTo>
                    <a:pt x="500882" y="247412"/>
                    <a:pt x="520922" y="199892"/>
                    <a:pt x="518256" y="150876"/>
                  </a:cubicBezTo>
                  <a:cubicBezTo>
                    <a:pt x="513007" y="65933"/>
                    <a:pt x="442484" y="-209"/>
                    <a:pt x="357378"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1" name="Freeform: Shape 2200">
              <a:extLst>
                <a:ext uri="{FF2B5EF4-FFF2-40B4-BE49-F238E27FC236}">
                  <a16:creationId xmlns:a16="http://schemas.microsoft.com/office/drawing/2014/main" id="{910B0953-555E-4AE3-AB5B-ED32095FBBB1}"/>
                </a:ext>
              </a:extLst>
            </p:cNvPr>
            <p:cNvSpPr/>
            <p:nvPr/>
          </p:nvSpPr>
          <p:spPr>
            <a:xfrm>
              <a:off x="7484557" y="5631543"/>
              <a:ext cx="390998" cy="390999"/>
            </a:xfrm>
            <a:custGeom>
              <a:avLst/>
              <a:gdLst>
                <a:gd name="connsiteX0" fmla="*/ 272415 w 272414"/>
                <a:gd name="connsiteY0" fmla="*/ 136207 h 272415"/>
                <a:gd name="connsiteX1" fmla="*/ 136208 w 272414"/>
                <a:gd name="connsiteY1" fmla="*/ 272415 h 272415"/>
                <a:gd name="connsiteX2" fmla="*/ 0 w 272414"/>
                <a:gd name="connsiteY2" fmla="*/ 136207 h 272415"/>
                <a:gd name="connsiteX3" fmla="*/ 136208 w 272414"/>
                <a:gd name="connsiteY3" fmla="*/ 0 h 272415"/>
                <a:gd name="connsiteX4" fmla="*/ 272415 w 272414"/>
                <a:gd name="connsiteY4" fmla="*/ 136207 h 27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14" h="272415">
                  <a:moveTo>
                    <a:pt x="272415" y="136207"/>
                  </a:moveTo>
                  <a:cubicBezTo>
                    <a:pt x="272415" y="211433"/>
                    <a:pt x="211433" y="272415"/>
                    <a:pt x="136208" y="272415"/>
                  </a:cubicBezTo>
                  <a:cubicBezTo>
                    <a:pt x="60982" y="272415"/>
                    <a:pt x="0" y="211433"/>
                    <a:pt x="0" y="136207"/>
                  </a:cubicBezTo>
                  <a:cubicBezTo>
                    <a:pt x="0" y="60982"/>
                    <a:pt x="60982" y="0"/>
                    <a:pt x="136208" y="0"/>
                  </a:cubicBezTo>
                  <a:cubicBezTo>
                    <a:pt x="211433" y="0"/>
                    <a:pt x="272415" y="60982"/>
                    <a:pt x="272415" y="136207"/>
                  </a:cubicBezTo>
                  <a:close/>
                </a:path>
              </a:pathLst>
            </a:custGeom>
            <a:solidFill>
              <a:srgbClr val="FFFFFF"/>
            </a:solidFill>
            <a:ln w="3810" cap="flat">
              <a:solidFill>
                <a:srgbClr val="FFFFFF"/>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Pro Cond" panose="02040506050405020303" pitchFamily="18" charset="0"/>
                  <a:ea typeface="+mn-ea"/>
                  <a:cs typeface="+mn-cs"/>
                </a:rPr>
                <a:t>4</a:t>
              </a:r>
            </a:p>
          </p:txBody>
        </p:sp>
        <p:sp>
          <p:nvSpPr>
            <p:cNvPr id="2203" name="Freeform: Shape 2202">
              <a:extLst>
                <a:ext uri="{FF2B5EF4-FFF2-40B4-BE49-F238E27FC236}">
                  <a16:creationId xmlns:a16="http://schemas.microsoft.com/office/drawing/2014/main" id="{E632F208-8623-4BF3-95B8-5D9D4C19437F}"/>
                </a:ext>
              </a:extLst>
            </p:cNvPr>
            <p:cNvSpPr/>
            <p:nvPr/>
          </p:nvSpPr>
          <p:spPr>
            <a:xfrm>
              <a:off x="5162075" y="5384366"/>
              <a:ext cx="2151454" cy="889318"/>
            </a:xfrm>
            <a:custGeom>
              <a:avLst/>
              <a:gdLst>
                <a:gd name="connsiteX0" fmla="*/ 284416 w 1498949"/>
                <a:gd name="connsiteY0" fmla="*/ 619601 h 619601"/>
                <a:gd name="connsiteX1" fmla="*/ 0 w 1498949"/>
                <a:gd name="connsiteY1" fmla="*/ 309753 h 619601"/>
                <a:gd name="connsiteX2" fmla="*/ 284416 w 1498949"/>
                <a:gd name="connsiteY2" fmla="*/ 0 h 619601"/>
                <a:gd name="connsiteX3" fmla="*/ 1214533 w 1498949"/>
                <a:gd name="connsiteY3" fmla="*/ 0 h 619601"/>
                <a:gd name="connsiteX4" fmla="*/ 1498949 w 1498949"/>
                <a:gd name="connsiteY4" fmla="*/ 309753 h 619601"/>
                <a:gd name="connsiteX5" fmla="*/ 1214533 w 1498949"/>
                <a:gd name="connsiteY5" fmla="*/ 619601 h 61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949" h="619601">
                  <a:moveTo>
                    <a:pt x="284416" y="619601"/>
                  </a:moveTo>
                  <a:cubicBezTo>
                    <a:pt x="127540" y="619601"/>
                    <a:pt x="0" y="480631"/>
                    <a:pt x="0" y="309753"/>
                  </a:cubicBezTo>
                  <a:cubicBezTo>
                    <a:pt x="0" y="138874"/>
                    <a:pt x="127540" y="0"/>
                    <a:pt x="284416" y="0"/>
                  </a:cubicBezTo>
                  <a:lnTo>
                    <a:pt x="1214533" y="0"/>
                  </a:lnTo>
                  <a:cubicBezTo>
                    <a:pt x="1371409" y="0"/>
                    <a:pt x="1498949" y="138970"/>
                    <a:pt x="1498949" y="309753"/>
                  </a:cubicBezTo>
                  <a:cubicBezTo>
                    <a:pt x="1498949" y="480536"/>
                    <a:pt x="1371409" y="619601"/>
                    <a:pt x="1214533" y="619601"/>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4" name="Rectangle: Rounded Corners 2203">
              <a:extLst>
                <a:ext uri="{FF2B5EF4-FFF2-40B4-BE49-F238E27FC236}">
                  <a16:creationId xmlns:a16="http://schemas.microsoft.com/office/drawing/2014/main" id="{7BB2D3AE-424C-4725-B7D8-D3A65C6338F3}"/>
                </a:ext>
              </a:extLst>
            </p:cNvPr>
            <p:cNvSpPr/>
            <p:nvPr/>
          </p:nvSpPr>
          <p:spPr>
            <a:xfrm>
              <a:off x="5218128" y="5445477"/>
              <a:ext cx="2039349" cy="767096"/>
            </a:xfrm>
            <a:prstGeom prst="roundRect">
              <a:avLst>
                <a:gd name="adj" fmla="val 50000"/>
              </a:avLst>
            </a:prstGeom>
            <a:solidFill>
              <a:srgbClr val="FFFFFF"/>
            </a:solidFill>
            <a:ln w="381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5" name="Freeform: Shape 2204">
              <a:extLst>
                <a:ext uri="{FF2B5EF4-FFF2-40B4-BE49-F238E27FC236}">
                  <a16:creationId xmlns:a16="http://schemas.microsoft.com/office/drawing/2014/main" id="{44F083D9-F4DC-4896-AA52-9B33B796B791}"/>
                </a:ext>
              </a:extLst>
            </p:cNvPr>
            <p:cNvSpPr/>
            <p:nvPr/>
          </p:nvSpPr>
          <p:spPr>
            <a:xfrm>
              <a:off x="4852084" y="5113451"/>
              <a:ext cx="686934" cy="850016"/>
            </a:xfrm>
            <a:custGeom>
              <a:avLst/>
              <a:gdLst>
                <a:gd name="connsiteX0" fmla="*/ 520 w 478597"/>
                <a:gd name="connsiteY0" fmla="*/ 223517 h 592219"/>
                <a:gd name="connsiteX1" fmla="*/ 165778 w 478597"/>
                <a:gd name="connsiteY1" fmla="*/ 466976 h 592219"/>
                <a:gd name="connsiteX2" fmla="*/ 223404 w 478597"/>
                <a:gd name="connsiteY2" fmla="*/ 582419 h 592219"/>
                <a:gd name="connsiteX3" fmla="*/ 247322 w 478597"/>
                <a:gd name="connsiteY3" fmla="*/ 590315 h 592219"/>
                <a:gd name="connsiteX4" fmla="*/ 255218 w 478597"/>
                <a:gd name="connsiteY4" fmla="*/ 582419 h 592219"/>
                <a:gd name="connsiteX5" fmla="*/ 312939 w 478597"/>
                <a:gd name="connsiteY5" fmla="*/ 466976 h 592219"/>
                <a:gd name="connsiteX6" fmla="*/ 466911 w 478597"/>
                <a:gd name="connsiteY6" fmla="*/ 165662 h 592219"/>
                <a:gd name="connsiteX7" fmla="*/ 165588 w 478597"/>
                <a:gd name="connsiteY7" fmla="*/ 11691 h 592219"/>
                <a:gd name="connsiteX8" fmla="*/ 520 w 478597"/>
                <a:gd name="connsiteY8" fmla="*/ 223517 h 59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597" h="592219">
                  <a:moveTo>
                    <a:pt x="520" y="223517"/>
                  </a:moveTo>
                  <a:cubicBezTo>
                    <a:pt x="-6672" y="332950"/>
                    <a:pt x="61422" y="433258"/>
                    <a:pt x="165778" y="466976"/>
                  </a:cubicBezTo>
                  <a:lnTo>
                    <a:pt x="223404" y="582419"/>
                  </a:lnTo>
                  <a:cubicBezTo>
                    <a:pt x="227834" y="591201"/>
                    <a:pt x="238540" y="594735"/>
                    <a:pt x="247322" y="590315"/>
                  </a:cubicBezTo>
                  <a:cubicBezTo>
                    <a:pt x="250732" y="588591"/>
                    <a:pt x="253504" y="585829"/>
                    <a:pt x="255218" y="582419"/>
                  </a:cubicBezTo>
                  <a:lnTo>
                    <a:pt x="312939" y="466976"/>
                  </a:lnTo>
                  <a:cubicBezTo>
                    <a:pt x="438660" y="426285"/>
                    <a:pt x="507592" y="291383"/>
                    <a:pt x="466911" y="165662"/>
                  </a:cubicBezTo>
                  <a:cubicBezTo>
                    <a:pt x="426220" y="39932"/>
                    <a:pt x="291308" y="-29000"/>
                    <a:pt x="165588" y="11691"/>
                  </a:cubicBezTo>
                  <a:cubicBezTo>
                    <a:pt x="72395" y="41856"/>
                    <a:pt x="6996" y="125772"/>
                    <a:pt x="520" y="223517"/>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6" name="Freeform: Shape 2205">
              <a:extLst>
                <a:ext uri="{FF2B5EF4-FFF2-40B4-BE49-F238E27FC236}">
                  <a16:creationId xmlns:a16="http://schemas.microsoft.com/office/drawing/2014/main" id="{2BFA8289-9421-48F1-A272-BF818AAE7968}"/>
                </a:ext>
              </a:extLst>
            </p:cNvPr>
            <p:cNvSpPr/>
            <p:nvPr/>
          </p:nvSpPr>
          <p:spPr>
            <a:xfrm>
              <a:off x="4966576" y="5222438"/>
              <a:ext cx="457988" cy="457988"/>
            </a:xfrm>
            <a:custGeom>
              <a:avLst/>
              <a:gdLst>
                <a:gd name="connsiteX0" fmla="*/ 319087 w 319087"/>
                <a:gd name="connsiteY0" fmla="*/ 159544 h 319087"/>
                <a:gd name="connsiteX1" fmla="*/ 159544 w 319087"/>
                <a:gd name="connsiteY1" fmla="*/ 319088 h 319087"/>
                <a:gd name="connsiteX2" fmla="*/ 0 w 319087"/>
                <a:gd name="connsiteY2" fmla="*/ 159544 h 319087"/>
                <a:gd name="connsiteX3" fmla="*/ 159544 w 319087"/>
                <a:gd name="connsiteY3" fmla="*/ 0 h 319087"/>
                <a:gd name="connsiteX4" fmla="*/ 319087 w 319087"/>
                <a:gd name="connsiteY4" fmla="*/ 159544 h 31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7" h="319087">
                  <a:moveTo>
                    <a:pt x="319087" y="159544"/>
                  </a:moveTo>
                  <a:cubicBezTo>
                    <a:pt x="319087" y="247657"/>
                    <a:pt x="247657" y="319088"/>
                    <a:pt x="159544" y="319088"/>
                  </a:cubicBezTo>
                  <a:cubicBezTo>
                    <a:pt x="71430" y="319088"/>
                    <a:pt x="0" y="247657"/>
                    <a:pt x="0" y="159544"/>
                  </a:cubicBezTo>
                  <a:cubicBezTo>
                    <a:pt x="0" y="71430"/>
                    <a:pt x="71430" y="0"/>
                    <a:pt x="159544" y="0"/>
                  </a:cubicBezTo>
                  <a:cubicBezTo>
                    <a:pt x="247657" y="0"/>
                    <a:pt x="319087" y="71430"/>
                    <a:pt x="319087" y="159544"/>
                  </a:cubicBezTo>
                  <a:close/>
                </a:path>
              </a:pathLst>
            </a:custGeom>
            <a:solidFill>
              <a:srgbClr val="FFFFFF"/>
            </a:solidFill>
            <a:ln w="666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7" name="Freeform: Shape 2206">
              <a:extLst>
                <a:ext uri="{FF2B5EF4-FFF2-40B4-BE49-F238E27FC236}">
                  <a16:creationId xmlns:a16="http://schemas.microsoft.com/office/drawing/2014/main" id="{2B6025E1-B2BE-4571-93F8-76298256C2F2}"/>
                </a:ext>
              </a:extLst>
            </p:cNvPr>
            <p:cNvSpPr/>
            <p:nvPr/>
          </p:nvSpPr>
          <p:spPr>
            <a:xfrm>
              <a:off x="1013926" y="2130868"/>
              <a:ext cx="3369978" cy="3369976"/>
            </a:xfrm>
            <a:custGeom>
              <a:avLst/>
              <a:gdLst>
                <a:gd name="connsiteX0" fmla="*/ 2347913 w 2347912"/>
                <a:gd name="connsiteY0" fmla="*/ 1173956 h 2347912"/>
                <a:gd name="connsiteX1" fmla="*/ 1173956 w 2347912"/>
                <a:gd name="connsiteY1" fmla="*/ 2347913 h 2347912"/>
                <a:gd name="connsiteX2" fmla="*/ 0 w 2347912"/>
                <a:gd name="connsiteY2" fmla="*/ 1173956 h 2347912"/>
                <a:gd name="connsiteX3" fmla="*/ 1173956 w 2347912"/>
                <a:gd name="connsiteY3" fmla="*/ 0 h 2347912"/>
                <a:gd name="connsiteX4" fmla="*/ 2347913 w 2347912"/>
                <a:gd name="connsiteY4" fmla="*/ 1173956 h 2347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7912" h="2347912">
                  <a:moveTo>
                    <a:pt x="2347913" y="1173956"/>
                  </a:moveTo>
                  <a:cubicBezTo>
                    <a:pt x="2347913" y="1822314"/>
                    <a:pt x="1822314" y="2347913"/>
                    <a:pt x="1173956" y="2347913"/>
                  </a:cubicBezTo>
                  <a:cubicBezTo>
                    <a:pt x="525598" y="2347913"/>
                    <a:pt x="0" y="1822314"/>
                    <a:pt x="0" y="1173956"/>
                  </a:cubicBezTo>
                  <a:cubicBezTo>
                    <a:pt x="0" y="525598"/>
                    <a:pt x="525598" y="0"/>
                    <a:pt x="1173956" y="0"/>
                  </a:cubicBezTo>
                  <a:cubicBezTo>
                    <a:pt x="1822314" y="0"/>
                    <a:pt x="2347913" y="525598"/>
                    <a:pt x="2347913" y="1173956"/>
                  </a:cubicBezTo>
                  <a:close/>
                </a:path>
              </a:pathLst>
            </a:custGeom>
            <a:noFill/>
            <a:ln w="26765" cap="rnd">
              <a:solidFill>
                <a:schemeClr val="tx1">
                  <a:lumMod val="85000"/>
                  <a:lumOff val="15000"/>
                </a:schemeClr>
              </a:solidFill>
              <a:prstDash val="sysDot"/>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8" name="Freeform: Shape 2207">
              <a:extLst>
                <a:ext uri="{FF2B5EF4-FFF2-40B4-BE49-F238E27FC236}">
                  <a16:creationId xmlns:a16="http://schemas.microsoft.com/office/drawing/2014/main" id="{7E58D501-59FD-4EE7-858B-D4F82864CD28}"/>
                </a:ext>
              </a:extLst>
            </p:cNvPr>
            <p:cNvSpPr/>
            <p:nvPr/>
          </p:nvSpPr>
          <p:spPr>
            <a:xfrm>
              <a:off x="3251919" y="2101476"/>
              <a:ext cx="175676" cy="496268"/>
            </a:xfrm>
            <a:custGeom>
              <a:avLst/>
              <a:gdLst>
                <a:gd name="connsiteX0" fmla="*/ 122396 w 122396"/>
                <a:gd name="connsiteY0" fmla="*/ 0 h 345757"/>
                <a:gd name="connsiteX1" fmla="*/ 0 w 122396"/>
                <a:gd name="connsiteY1" fmla="*/ 345757 h 345757"/>
              </a:gdLst>
              <a:ahLst/>
              <a:cxnLst>
                <a:cxn ang="0">
                  <a:pos x="connsiteX0" y="connsiteY0"/>
                </a:cxn>
                <a:cxn ang="0">
                  <a:pos x="connsiteX1" y="connsiteY1"/>
                </a:cxn>
              </a:cxnLst>
              <a:rect l="l" t="t" r="r" b="b"/>
              <a:pathLst>
                <a:path w="122396" h="345757">
                  <a:moveTo>
                    <a:pt x="122396" y="0"/>
                  </a:moveTo>
                  <a:lnTo>
                    <a:pt x="0" y="345757"/>
                  </a:lnTo>
                </a:path>
              </a:pathLst>
            </a:custGeom>
            <a:solidFill>
              <a:schemeClr val="accent1"/>
            </a:solidFill>
            <a:ln w="85725" cap="rnd">
              <a:solidFill>
                <a:schemeClr val="accent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09" name="Freeform: Shape 2208">
              <a:extLst>
                <a:ext uri="{FF2B5EF4-FFF2-40B4-BE49-F238E27FC236}">
                  <a16:creationId xmlns:a16="http://schemas.microsoft.com/office/drawing/2014/main" id="{115C8604-1407-45F5-80AC-6846BD4C21CC}"/>
                </a:ext>
              </a:extLst>
            </p:cNvPr>
            <p:cNvSpPr/>
            <p:nvPr/>
          </p:nvSpPr>
          <p:spPr>
            <a:xfrm>
              <a:off x="3832950" y="2932691"/>
              <a:ext cx="601538" cy="232412"/>
            </a:xfrm>
            <a:custGeom>
              <a:avLst/>
              <a:gdLst>
                <a:gd name="connsiteX0" fmla="*/ 0 w 419100"/>
                <a:gd name="connsiteY0" fmla="*/ 161925 h 161925"/>
                <a:gd name="connsiteX1" fmla="*/ 419100 w 419100"/>
                <a:gd name="connsiteY1" fmla="*/ 0 h 161925"/>
              </a:gdLst>
              <a:ahLst/>
              <a:cxnLst>
                <a:cxn ang="0">
                  <a:pos x="connsiteX0" y="connsiteY0"/>
                </a:cxn>
                <a:cxn ang="0">
                  <a:pos x="connsiteX1" y="connsiteY1"/>
                </a:cxn>
              </a:cxnLst>
              <a:rect l="l" t="t" r="r" b="b"/>
              <a:pathLst>
                <a:path w="419100" h="161925">
                  <a:moveTo>
                    <a:pt x="0" y="161925"/>
                  </a:moveTo>
                  <a:lnTo>
                    <a:pt x="419100" y="0"/>
                  </a:lnTo>
                </a:path>
              </a:pathLst>
            </a:custGeom>
            <a:solidFill>
              <a:schemeClr val="accent2"/>
            </a:solidFill>
            <a:ln w="85725"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10" name="Freeform: Shape 2209">
              <a:extLst>
                <a:ext uri="{FF2B5EF4-FFF2-40B4-BE49-F238E27FC236}">
                  <a16:creationId xmlns:a16="http://schemas.microsoft.com/office/drawing/2014/main" id="{94DED5A3-7329-46AC-A801-DCDD2299C009}"/>
                </a:ext>
              </a:extLst>
            </p:cNvPr>
            <p:cNvSpPr/>
            <p:nvPr/>
          </p:nvSpPr>
          <p:spPr>
            <a:xfrm>
              <a:off x="3983335" y="4299822"/>
              <a:ext cx="492167" cy="205070"/>
            </a:xfrm>
            <a:custGeom>
              <a:avLst/>
              <a:gdLst>
                <a:gd name="connsiteX0" fmla="*/ 0 w 342900"/>
                <a:gd name="connsiteY0" fmla="*/ 0 h 142875"/>
                <a:gd name="connsiteX1" fmla="*/ 342900 w 342900"/>
                <a:gd name="connsiteY1" fmla="*/ 142875 h 142875"/>
              </a:gdLst>
              <a:ahLst/>
              <a:cxnLst>
                <a:cxn ang="0">
                  <a:pos x="connsiteX0" y="connsiteY0"/>
                </a:cxn>
                <a:cxn ang="0">
                  <a:pos x="connsiteX1" y="connsiteY1"/>
                </a:cxn>
              </a:cxnLst>
              <a:rect l="l" t="t" r="r" b="b"/>
              <a:pathLst>
                <a:path w="342900" h="142875">
                  <a:moveTo>
                    <a:pt x="0" y="0"/>
                  </a:moveTo>
                  <a:lnTo>
                    <a:pt x="342900" y="142875"/>
                  </a:lnTo>
                </a:path>
              </a:pathLst>
            </a:custGeom>
            <a:solidFill>
              <a:schemeClr val="accent4"/>
            </a:solidFill>
            <a:ln w="8572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1" name="Freeform: Shape 2210">
              <a:extLst>
                <a:ext uri="{FF2B5EF4-FFF2-40B4-BE49-F238E27FC236}">
                  <a16:creationId xmlns:a16="http://schemas.microsoft.com/office/drawing/2014/main" id="{5E9DC255-88D4-4302-89A8-3AC69609B7FC}"/>
                </a:ext>
              </a:extLst>
            </p:cNvPr>
            <p:cNvSpPr/>
            <p:nvPr/>
          </p:nvSpPr>
          <p:spPr>
            <a:xfrm>
              <a:off x="3313441" y="5024401"/>
              <a:ext cx="205070" cy="505838"/>
            </a:xfrm>
            <a:custGeom>
              <a:avLst/>
              <a:gdLst>
                <a:gd name="connsiteX0" fmla="*/ 0 w 142875"/>
                <a:gd name="connsiteY0" fmla="*/ 0 h 352425"/>
                <a:gd name="connsiteX1" fmla="*/ 142875 w 142875"/>
                <a:gd name="connsiteY1" fmla="*/ 352425 h 352425"/>
              </a:gdLst>
              <a:ahLst/>
              <a:cxnLst>
                <a:cxn ang="0">
                  <a:pos x="connsiteX0" y="connsiteY0"/>
                </a:cxn>
                <a:cxn ang="0">
                  <a:pos x="connsiteX1" y="connsiteY1"/>
                </a:cxn>
              </a:cxnLst>
              <a:rect l="l" t="t" r="r" b="b"/>
              <a:pathLst>
                <a:path w="142875" h="352425">
                  <a:moveTo>
                    <a:pt x="0" y="0"/>
                  </a:moveTo>
                  <a:lnTo>
                    <a:pt x="142875" y="352425"/>
                  </a:lnTo>
                </a:path>
              </a:pathLst>
            </a:custGeom>
            <a:solidFill>
              <a:schemeClr val="accent1"/>
            </a:solidFill>
            <a:ln w="85725"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2" name="Freeform: Shape 2211">
              <a:extLst>
                <a:ext uri="{FF2B5EF4-FFF2-40B4-BE49-F238E27FC236}">
                  <a16:creationId xmlns:a16="http://schemas.microsoft.com/office/drawing/2014/main" id="{8E7EC4DD-3ABD-4F17-AD13-22F3459A4C8E}"/>
                </a:ext>
              </a:extLst>
            </p:cNvPr>
            <p:cNvSpPr/>
            <p:nvPr/>
          </p:nvSpPr>
          <p:spPr>
            <a:xfrm>
              <a:off x="1187004" y="2303948"/>
              <a:ext cx="3023820" cy="3023819"/>
            </a:xfrm>
            <a:custGeom>
              <a:avLst/>
              <a:gdLst>
                <a:gd name="connsiteX0" fmla="*/ 2106740 w 2106739"/>
                <a:gd name="connsiteY0" fmla="*/ 1053370 h 2106739"/>
                <a:gd name="connsiteX1" fmla="*/ 1053370 w 2106739"/>
                <a:gd name="connsiteY1" fmla="*/ 2106740 h 2106739"/>
                <a:gd name="connsiteX2" fmla="*/ 0 w 2106739"/>
                <a:gd name="connsiteY2" fmla="*/ 1053370 h 2106739"/>
                <a:gd name="connsiteX3" fmla="*/ 1053370 w 2106739"/>
                <a:gd name="connsiteY3" fmla="*/ 0 h 2106739"/>
                <a:gd name="connsiteX4" fmla="*/ 2106740 w 2106739"/>
                <a:gd name="connsiteY4" fmla="*/ 1053370 h 2106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6739" h="2106739">
                  <a:moveTo>
                    <a:pt x="2106740" y="1053370"/>
                  </a:moveTo>
                  <a:cubicBezTo>
                    <a:pt x="2106740" y="1635130"/>
                    <a:pt x="1635130" y="2106740"/>
                    <a:pt x="1053370" y="2106740"/>
                  </a:cubicBezTo>
                  <a:cubicBezTo>
                    <a:pt x="471610" y="2106740"/>
                    <a:pt x="0" y="1635130"/>
                    <a:pt x="0" y="1053370"/>
                  </a:cubicBezTo>
                  <a:cubicBezTo>
                    <a:pt x="0" y="471610"/>
                    <a:pt x="471610" y="0"/>
                    <a:pt x="1053370" y="0"/>
                  </a:cubicBezTo>
                  <a:cubicBezTo>
                    <a:pt x="1635130" y="0"/>
                    <a:pt x="2106740" y="471610"/>
                    <a:pt x="2106740" y="1053370"/>
                  </a:cubicBezTo>
                  <a:close/>
                </a:path>
              </a:pathLst>
            </a:custGeom>
            <a:solidFill>
              <a:schemeClr val="bg1">
                <a:lumMod val="65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4" name="Freeform: Shape 2213">
              <a:extLst>
                <a:ext uri="{FF2B5EF4-FFF2-40B4-BE49-F238E27FC236}">
                  <a16:creationId xmlns:a16="http://schemas.microsoft.com/office/drawing/2014/main" id="{F4602EFC-121D-4514-AB29-BCD371D3613D}"/>
                </a:ext>
              </a:extLst>
            </p:cNvPr>
            <p:cNvSpPr/>
            <p:nvPr/>
          </p:nvSpPr>
          <p:spPr>
            <a:xfrm>
              <a:off x="1532889" y="2649831"/>
              <a:ext cx="2332052" cy="2332051"/>
            </a:xfrm>
            <a:custGeom>
              <a:avLst/>
              <a:gdLst>
                <a:gd name="connsiteX0" fmla="*/ 1624775 w 1624774"/>
                <a:gd name="connsiteY0" fmla="*/ 812387 h 1624774"/>
                <a:gd name="connsiteX1" fmla="*/ 812387 w 1624774"/>
                <a:gd name="connsiteY1" fmla="*/ 1624775 h 1624774"/>
                <a:gd name="connsiteX2" fmla="*/ 0 w 1624774"/>
                <a:gd name="connsiteY2" fmla="*/ 812387 h 1624774"/>
                <a:gd name="connsiteX3" fmla="*/ 812387 w 1624774"/>
                <a:gd name="connsiteY3" fmla="*/ 0 h 1624774"/>
                <a:gd name="connsiteX4" fmla="*/ 1624775 w 1624774"/>
                <a:gd name="connsiteY4" fmla="*/ 812387 h 1624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774" h="1624774">
                  <a:moveTo>
                    <a:pt x="1624775" y="812387"/>
                  </a:moveTo>
                  <a:cubicBezTo>
                    <a:pt x="1624775" y="1261056"/>
                    <a:pt x="1261056" y="1624775"/>
                    <a:pt x="812387" y="1624775"/>
                  </a:cubicBezTo>
                  <a:cubicBezTo>
                    <a:pt x="363718" y="1624775"/>
                    <a:pt x="0" y="1261056"/>
                    <a:pt x="0" y="812387"/>
                  </a:cubicBezTo>
                  <a:cubicBezTo>
                    <a:pt x="0" y="363718"/>
                    <a:pt x="363718" y="0"/>
                    <a:pt x="812387" y="0"/>
                  </a:cubicBezTo>
                  <a:cubicBezTo>
                    <a:pt x="1261057" y="0"/>
                    <a:pt x="1624775" y="363718"/>
                    <a:pt x="1624775" y="812387"/>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15" name="Freeform: Shape 2214">
              <a:extLst>
                <a:ext uri="{FF2B5EF4-FFF2-40B4-BE49-F238E27FC236}">
                  <a16:creationId xmlns:a16="http://schemas.microsoft.com/office/drawing/2014/main" id="{BA724FBB-1EAE-45E0-9181-5B9353DAAFC5}"/>
                </a:ext>
              </a:extLst>
            </p:cNvPr>
            <p:cNvSpPr/>
            <p:nvPr/>
          </p:nvSpPr>
          <p:spPr>
            <a:xfrm>
              <a:off x="1532889" y="2649831"/>
              <a:ext cx="2332052" cy="2332051"/>
            </a:xfrm>
            <a:custGeom>
              <a:avLst/>
              <a:gdLst>
                <a:gd name="connsiteX0" fmla="*/ 1624775 w 1624774"/>
                <a:gd name="connsiteY0" fmla="*/ 812387 h 1624774"/>
                <a:gd name="connsiteX1" fmla="*/ 812387 w 1624774"/>
                <a:gd name="connsiteY1" fmla="*/ 1624775 h 1624774"/>
                <a:gd name="connsiteX2" fmla="*/ 0 w 1624774"/>
                <a:gd name="connsiteY2" fmla="*/ 812387 h 1624774"/>
                <a:gd name="connsiteX3" fmla="*/ 812387 w 1624774"/>
                <a:gd name="connsiteY3" fmla="*/ 0 h 1624774"/>
                <a:gd name="connsiteX4" fmla="*/ 1624775 w 1624774"/>
                <a:gd name="connsiteY4" fmla="*/ 812387 h 1624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774" h="1624774">
                  <a:moveTo>
                    <a:pt x="1624775" y="812387"/>
                  </a:moveTo>
                  <a:cubicBezTo>
                    <a:pt x="1624775" y="1261056"/>
                    <a:pt x="1261056" y="1624775"/>
                    <a:pt x="812387" y="1624775"/>
                  </a:cubicBezTo>
                  <a:cubicBezTo>
                    <a:pt x="363718" y="1624775"/>
                    <a:pt x="0" y="1261056"/>
                    <a:pt x="0" y="812387"/>
                  </a:cubicBezTo>
                  <a:cubicBezTo>
                    <a:pt x="0" y="363718"/>
                    <a:pt x="363718" y="0"/>
                    <a:pt x="812387" y="0"/>
                  </a:cubicBezTo>
                  <a:cubicBezTo>
                    <a:pt x="1261057" y="0"/>
                    <a:pt x="1624775" y="363718"/>
                    <a:pt x="1624775" y="812387"/>
                  </a:cubicBezTo>
                  <a:close/>
                </a:path>
              </a:pathLst>
            </a:custGeom>
            <a:noFill/>
            <a:ln w="447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6" name="Freeform: Shape 2215">
              <a:extLst>
                <a:ext uri="{FF2B5EF4-FFF2-40B4-BE49-F238E27FC236}">
                  <a16:creationId xmlns:a16="http://schemas.microsoft.com/office/drawing/2014/main" id="{038A3049-699B-4F94-93FD-CC2031D0D32B}"/>
                </a:ext>
              </a:extLst>
            </p:cNvPr>
            <p:cNvSpPr/>
            <p:nvPr/>
          </p:nvSpPr>
          <p:spPr>
            <a:xfrm>
              <a:off x="2700281" y="1787091"/>
              <a:ext cx="1369319" cy="648238"/>
            </a:xfrm>
            <a:custGeom>
              <a:avLst/>
              <a:gdLst>
                <a:gd name="connsiteX0" fmla="*/ 66676 w 954024"/>
                <a:gd name="connsiteY0" fmla="*/ 57 h 451637"/>
                <a:gd name="connsiteX1" fmla="*/ 58 w 954024"/>
                <a:gd name="connsiteY1" fmla="*/ 61341 h 451637"/>
                <a:gd name="connsiteX2" fmla="*/ 1 w 954024"/>
                <a:gd name="connsiteY2" fmla="*/ 63970 h 451637"/>
                <a:gd name="connsiteX3" fmla="*/ 1 w 954024"/>
                <a:gd name="connsiteY3" fmla="*/ 63970 h 451637"/>
                <a:gd name="connsiteX4" fmla="*/ 60294 w 954024"/>
                <a:gd name="connsiteY4" fmla="*/ 127787 h 451637"/>
                <a:gd name="connsiteX5" fmla="*/ 855536 w 954024"/>
                <a:gd name="connsiteY5" fmla="*/ 451637 h 451637"/>
                <a:gd name="connsiteX6" fmla="*/ 954025 w 954024"/>
                <a:gd name="connsiteY6" fmla="*/ 368293 h 451637"/>
                <a:gd name="connsiteX7" fmla="*/ 66676 w 954024"/>
                <a:gd name="connsiteY7" fmla="*/ 57 h 451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4024" h="451637">
                  <a:moveTo>
                    <a:pt x="66676" y="57"/>
                  </a:moveTo>
                  <a:cubicBezTo>
                    <a:pt x="31357" y="-1419"/>
                    <a:pt x="1525" y="26022"/>
                    <a:pt x="58" y="61341"/>
                  </a:cubicBezTo>
                  <a:cubicBezTo>
                    <a:pt x="20" y="62217"/>
                    <a:pt x="1" y="63093"/>
                    <a:pt x="1" y="63970"/>
                  </a:cubicBezTo>
                  <a:lnTo>
                    <a:pt x="1" y="63970"/>
                  </a:lnTo>
                  <a:cubicBezTo>
                    <a:pt x="-152" y="97926"/>
                    <a:pt x="26385" y="126006"/>
                    <a:pt x="60294" y="127787"/>
                  </a:cubicBezTo>
                  <a:cubicBezTo>
                    <a:pt x="354731" y="141084"/>
                    <a:pt x="635585" y="255460"/>
                    <a:pt x="855536" y="451637"/>
                  </a:cubicBezTo>
                  <a:lnTo>
                    <a:pt x="954025" y="368293"/>
                  </a:lnTo>
                  <a:cubicBezTo>
                    <a:pt x="710480" y="145437"/>
                    <a:pt x="396450" y="15116"/>
                    <a:pt x="66676" y="5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17" name="Freeform: Shape 2216">
              <a:extLst>
                <a:ext uri="{FF2B5EF4-FFF2-40B4-BE49-F238E27FC236}">
                  <a16:creationId xmlns:a16="http://schemas.microsoft.com/office/drawing/2014/main" id="{22EE9F5B-74DB-4DEC-A814-206B25F4F5E1}"/>
                </a:ext>
              </a:extLst>
            </p:cNvPr>
            <p:cNvSpPr/>
            <p:nvPr/>
          </p:nvSpPr>
          <p:spPr>
            <a:xfrm>
              <a:off x="2699559" y="5109846"/>
              <a:ext cx="1456854" cy="734648"/>
            </a:xfrm>
            <a:custGeom>
              <a:avLst/>
              <a:gdLst>
                <a:gd name="connsiteX0" fmla="*/ 59844 w 1015011"/>
                <a:gd name="connsiteY0" fmla="*/ 384143 h 511840"/>
                <a:gd name="connsiteX1" fmla="*/ 132 w 1015011"/>
                <a:gd name="connsiteY1" fmla="*/ 451990 h 511840"/>
                <a:gd name="connsiteX2" fmla="*/ 66702 w 1015011"/>
                <a:gd name="connsiteY2" fmla="*/ 511778 h 511840"/>
                <a:gd name="connsiteX3" fmla="*/ 1015011 w 1015011"/>
                <a:gd name="connsiteY3" fmla="*/ 83153 h 511840"/>
                <a:gd name="connsiteX4" fmla="*/ 917475 w 1015011"/>
                <a:gd name="connsiteY4" fmla="*/ 0 h 511840"/>
                <a:gd name="connsiteX5" fmla="*/ 59844 w 1015011"/>
                <a:gd name="connsiteY5" fmla="*/ 384143 h 51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5011" h="511840">
                  <a:moveTo>
                    <a:pt x="59844" y="384143"/>
                  </a:moveTo>
                  <a:cubicBezTo>
                    <a:pt x="24621" y="386391"/>
                    <a:pt x="-2116" y="416766"/>
                    <a:pt x="132" y="451990"/>
                  </a:cubicBezTo>
                  <a:cubicBezTo>
                    <a:pt x="2342" y="486728"/>
                    <a:pt x="31936" y="513302"/>
                    <a:pt x="66702" y="511778"/>
                  </a:cubicBezTo>
                  <a:cubicBezTo>
                    <a:pt x="425890" y="495014"/>
                    <a:pt x="765104" y="341690"/>
                    <a:pt x="1015011" y="83153"/>
                  </a:cubicBezTo>
                  <a:lnTo>
                    <a:pt x="917475" y="0"/>
                  </a:lnTo>
                  <a:cubicBezTo>
                    <a:pt x="690447" y="231867"/>
                    <a:pt x="384009" y="369132"/>
                    <a:pt x="59844" y="384143"/>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8" name="Freeform: Shape 2217">
              <a:extLst>
                <a:ext uri="{FF2B5EF4-FFF2-40B4-BE49-F238E27FC236}">
                  <a16:creationId xmlns:a16="http://schemas.microsoft.com/office/drawing/2014/main" id="{E436897D-35B5-434D-B65E-85611CB685F8}"/>
                </a:ext>
              </a:extLst>
            </p:cNvPr>
            <p:cNvSpPr/>
            <p:nvPr/>
          </p:nvSpPr>
          <p:spPr>
            <a:xfrm>
              <a:off x="4016419" y="3681332"/>
              <a:ext cx="713370" cy="1548548"/>
            </a:xfrm>
            <a:custGeom>
              <a:avLst/>
              <a:gdLst>
                <a:gd name="connsiteX0" fmla="*/ 493871 w 497015"/>
                <a:gd name="connsiteY0" fmla="*/ 0 h 1078896"/>
                <a:gd name="connsiteX1" fmla="*/ 365760 w 497015"/>
                <a:gd name="connsiteY1" fmla="*/ 0 h 1078896"/>
                <a:gd name="connsiteX2" fmla="*/ 369094 w 497015"/>
                <a:gd name="connsiteY2" fmla="*/ 93726 h 1078896"/>
                <a:gd name="connsiteX3" fmla="*/ 0 w 497015"/>
                <a:gd name="connsiteY3" fmla="*/ 995743 h 1078896"/>
                <a:gd name="connsiteX4" fmla="*/ 97536 w 497015"/>
                <a:gd name="connsiteY4" fmla="*/ 1078897 h 1078896"/>
                <a:gd name="connsiteX5" fmla="*/ 497015 w 497015"/>
                <a:gd name="connsiteY5" fmla="*/ 93726 h 1078896"/>
                <a:gd name="connsiteX6" fmla="*/ 493871 w 497015"/>
                <a:gd name="connsiteY6" fmla="*/ 0 h 107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7015" h="1078896">
                  <a:moveTo>
                    <a:pt x="493871" y="0"/>
                  </a:moveTo>
                  <a:lnTo>
                    <a:pt x="365760" y="0"/>
                  </a:lnTo>
                  <a:cubicBezTo>
                    <a:pt x="367922" y="30985"/>
                    <a:pt x="369027" y="62227"/>
                    <a:pt x="369094" y="93726"/>
                  </a:cubicBezTo>
                  <a:cubicBezTo>
                    <a:pt x="369561" y="431254"/>
                    <a:pt x="236934" y="755361"/>
                    <a:pt x="0" y="995743"/>
                  </a:cubicBezTo>
                  <a:lnTo>
                    <a:pt x="97536" y="1078897"/>
                  </a:lnTo>
                  <a:cubicBezTo>
                    <a:pt x="354121" y="815197"/>
                    <a:pt x="497472" y="461658"/>
                    <a:pt x="497015" y="93726"/>
                  </a:cubicBezTo>
                  <a:cubicBezTo>
                    <a:pt x="497015" y="62198"/>
                    <a:pt x="495871" y="30956"/>
                    <a:pt x="493871"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9" name="Freeform: Shape 2218">
              <a:extLst>
                <a:ext uri="{FF2B5EF4-FFF2-40B4-BE49-F238E27FC236}">
                  <a16:creationId xmlns:a16="http://schemas.microsoft.com/office/drawing/2014/main" id="{62B45C0A-6D25-4238-ADA7-D7E26A2409B9}"/>
                </a:ext>
              </a:extLst>
            </p:cNvPr>
            <p:cNvSpPr/>
            <p:nvPr/>
          </p:nvSpPr>
          <p:spPr>
            <a:xfrm>
              <a:off x="3926873" y="2316115"/>
              <a:ext cx="798403" cy="1365216"/>
            </a:xfrm>
            <a:custGeom>
              <a:avLst/>
              <a:gdLst>
                <a:gd name="connsiteX0" fmla="*/ 98488 w 556259"/>
                <a:gd name="connsiteY0" fmla="*/ 0 h 951166"/>
                <a:gd name="connsiteX1" fmla="*/ 0 w 556259"/>
                <a:gd name="connsiteY1" fmla="*/ 83344 h 951166"/>
                <a:gd name="connsiteX2" fmla="*/ 428149 w 556259"/>
                <a:gd name="connsiteY2" fmla="*/ 951167 h 951166"/>
                <a:gd name="connsiteX3" fmla="*/ 556260 w 556259"/>
                <a:gd name="connsiteY3" fmla="*/ 951167 h 951166"/>
                <a:gd name="connsiteX4" fmla="*/ 98488 w 556259"/>
                <a:gd name="connsiteY4" fmla="*/ 0 h 951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259" h="951166">
                  <a:moveTo>
                    <a:pt x="98488" y="0"/>
                  </a:moveTo>
                  <a:lnTo>
                    <a:pt x="0" y="83344"/>
                  </a:lnTo>
                  <a:cubicBezTo>
                    <a:pt x="250393" y="305743"/>
                    <a:pt x="404022" y="617134"/>
                    <a:pt x="428149" y="951167"/>
                  </a:cubicBezTo>
                  <a:lnTo>
                    <a:pt x="556260" y="951167"/>
                  </a:lnTo>
                  <a:cubicBezTo>
                    <a:pt x="532429" y="586835"/>
                    <a:pt x="368351" y="245916"/>
                    <a:pt x="98488"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0" name="Freeform: Shape 2219">
              <a:extLst>
                <a:ext uri="{FF2B5EF4-FFF2-40B4-BE49-F238E27FC236}">
                  <a16:creationId xmlns:a16="http://schemas.microsoft.com/office/drawing/2014/main" id="{0FAF4402-284B-4BB0-B3A4-6248267447C4}"/>
                </a:ext>
              </a:extLst>
            </p:cNvPr>
            <p:cNvSpPr/>
            <p:nvPr/>
          </p:nvSpPr>
          <p:spPr>
            <a:xfrm>
              <a:off x="4302150" y="4279588"/>
              <a:ext cx="410139" cy="410139"/>
            </a:xfrm>
            <a:custGeom>
              <a:avLst/>
              <a:gdLst>
                <a:gd name="connsiteX0" fmla="*/ 285750 w 285750"/>
                <a:gd name="connsiteY0" fmla="*/ 142875 h 285750"/>
                <a:gd name="connsiteX1" fmla="*/ 142875 w 285750"/>
                <a:gd name="connsiteY1" fmla="*/ 285750 h 285750"/>
                <a:gd name="connsiteX2" fmla="*/ 0 w 285750"/>
                <a:gd name="connsiteY2" fmla="*/ 142875 h 285750"/>
                <a:gd name="connsiteX3" fmla="*/ 142875 w 285750"/>
                <a:gd name="connsiteY3" fmla="*/ 0 h 285750"/>
                <a:gd name="connsiteX4" fmla="*/ 285750 w 285750"/>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FFFFFF"/>
            </a:solidFill>
            <a:ln w="7429"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1" name="Freeform: Shape 2220">
              <a:extLst>
                <a:ext uri="{FF2B5EF4-FFF2-40B4-BE49-F238E27FC236}">
                  <a16:creationId xmlns:a16="http://schemas.microsoft.com/office/drawing/2014/main" id="{2713693A-9270-422B-8674-6B9D8BB8B2A2}"/>
                </a:ext>
              </a:extLst>
            </p:cNvPr>
            <p:cNvSpPr/>
            <p:nvPr/>
          </p:nvSpPr>
          <p:spPr>
            <a:xfrm>
              <a:off x="4359842" y="4337281"/>
              <a:ext cx="294752" cy="294752"/>
            </a:xfrm>
            <a:custGeom>
              <a:avLst/>
              <a:gdLst>
                <a:gd name="connsiteX0" fmla="*/ 205359 w 205358"/>
                <a:gd name="connsiteY0" fmla="*/ 102679 h 205358"/>
                <a:gd name="connsiteX1" fmla="*/ 102680 w 205358"/>
                <a:gd name="connsiteY1" fmla="*/ 205359 h 205358"/>
                <a:gd name="connsiteX2" fmla="*/ 0 w 205358"/>
                <a:gd name="connsiteY2" fmla="*/ 102679 h 205358"/>
                <a:gd name="connsiteX3" fmla="*/ 102680 w 205358"/>
                <a:gd name="connsiteY3" fmla="*/ 0 h 205358"/>
                <a:gd name="connsiteX4" fmla="*/ 205359 w 205358"/>
                <a:gd name="connsiteY4" fmla="*/ 102679 h 205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58" h="205358">
                  <a:moveTo>
                    <a:pt x="205359" y="102679"/>
                  </a:moveTo>
                  <a:cubicBezTo>
                    <a:pt x="205359" y="159388"/>
                    <a:pt x="159388" y="205359"/>
                    <a:pt x="102680" y="205359"/>
                  </a:cubicBezTo>
                  <a:cubicBezTo>
                    <a:pt x="45971" y="205359"/>
                    <a:pt x="0" y="159388"/>
                    <a:pt x="0" y="102679"/>
                  </a:cubicBezTo>
                  <a:cubicBezTo>
                    <a:pt x="0" y="45971"/>
                    <a:pt x="45971" y="0"/>
                    <a:pt x="102680" y="0"/>
                  </a:cubicBezTo>
                  <a:cubicBezTo>
                    <a:pt x="159388" y="0"/>
                    <a:pt x="205359" y="45971"/>
                    <a:pt x="205359" y="102679"/>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2" name="Freeform: Shape 2221">
              <a:extLst>
                <a:ext uri="{FF2B5EF4-FFF2-40B4-BE49-F238E27FC236}">
                  <a16:creationId xmlns:a16="http://schemas.microsoft.com/office/drawing/2014/main" id="{C6202A15-504A-4C03-B201-D266C1CAE6D2}"/>
                </a:ext>
              </a:extLst>
            </p:cNvPr>
            <p:cNvSpPr/>
            <p:nvPr/>
          </p:nvSpPr>
          <p:spPr>
            <a:xfrm>
              <a:off x="3341194" y="5370421"/>
              <a:ext cx="410139" cy="410139"/>
            </a:xfrm>
            <a:custGeom>
              <a:avLst/>
              <a:gdLst>
                <a:gd name="connsiteX0" fmla="*/ 285750 w 285750"/>
                <a:gd name="connsiteY0" fmla="*/ 142875 h 285750"/>
                <a:gd name="connsiteX1" fmla="*/ 142875 w 285750"/>
                <a:gd name="connsiteY1" fmla="*/ 285750 h 285750"/>
                <a:gd name="connsiteX2" fmla="*/ 0 w 285750"/>
                <a:gd name="connsiteY2" fmla="*/ 142875 h 285750"/>
                <a:gd name="connsiteX3" fmla="*/ 142875 w 285750"/>
                <a:gd name="connsiteY3" fmla="*/ 0 h 285750"/>
                <a:gd name="connsiteX4" fmla="*/ 285750 w 285750"/>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FFFFFF"/>
            </a:solidFill>
            <a:ln w="7429"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3" name="Freeform: Shape 2222">
              <a:extLst>
                <a:ext uri="{FF2B5EF4-FFF2-40B4-BE49-F238E27FC236}">
                  <a16:creationId xmlns:a16="http://schemas.microsoft.com/office/drawing/2014/main" id="{D20004DA-B6B7-4817-AD5B-19635358DCA0}"/>
                </a:ext>
              </a:extLst>
            </p:cNvPr>
            <p:cNvSpPr/>
            <p:nvPr/>
          </p:nvSpPr>
          <p:spPr>
            <a:xfrm>
              <a:off x="3398886" y="5428114"/>
              <a:ext cx="294752" cy="294752"/>
            </a:xfrm>
            <a:custGeom>
              <a:avLst/>
              <a:gdLst>
                <a:gd name="connsiteX0" fmla="*/ 205359 w 205358"/>
                <a:gd name="connsiteY0" fmla="*/ 102679 h 205358"/>
                <a:gd name="connsiteX1" fmla="*/ 102680 w 205358"/>
                <a:gd name="connsiteY1" fmla="*/ 205359 h 205358"/>
                <a:gd name="connsiteX2" fmla="*/ 0 w 205358"/>
                <a:gd name="connsiteY2" fmla="*/ 102679 h 205358"/>
                <a:gd name="connsiteX3" fmla="*/ 102680 w 205358"/>
                <a:gd name="connsiteY3" fmla="*/ 0 h 205358"/>
                <a:gd name="connsiteX4" fmla="*/ 205359 w 205358"/>
                <a:gd name="connsiteY4" fmla="*/ 102679 h 205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58" h="205358">
                  <a:moveTo>
                    <a:pt x="205359" y="102679"/>
                  </a:moveTo>
                  <a:cubicBezTo>
                    <a:pt x="205359" y="159388"/>
                    <a:pt x="159388" y="205359"/>
                    <a:pt x="102680" y="205359"/>
                  </a:cubicBezTo>
                  <a:cubicBezTo>
                    <a:pt x="45971" y="205359"/>
                    <a:pt x="0" y="159388"/>
                    <a:pt x="0" y="102679"/>
                  </a:cubicBezTo>
                  <a:cubicBezTo>
                    <a:pt x="0" y="45971"/>
                    <a:pt x="45971" y="0"/>
                    <a:pt x="102680" y="0"/>
                  </a:cubicBezTo>
                  <a:cubicBezTo>
                    <a:pt x="159388" y="0"/>
                    <a:pt x="205359" y="45971"/>
                    <a:pt x="205359" y="102679"/>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4" name="Freeform: Shape 2223">
              <a:extLst>
                <a:ext uri="{FF2B5EF4-FFF2-40B4-BE49-F238E27FC236}">
                  <a16:creationId xmlns:a16="http://schemas.microsoft.com/office/drawing/2014/main" id="{CD7DBB25-7864-490F-8165-D5C46FC9E3B3}"/>
                </a:ext>
              </a:extLst>
            </p:cNvPr>
            <p:cNvSpPr/>
            <p:nvPr/>
          </p:nvSpPr>
          <p:spPr>
            <a:xfrm>
              <a:off x="4223539" y="2758246"/>
              <a:ext cx="410139" cy="410139"/>
            </a:xfrm>
            <a:custGeom>
              <a:avLst/>
              <a:gdLst>
                <a:gd name="connsiteX0" fmla="*/ 285750 w 285750"/>
                <a:gd name="connsiteY0" fmla="*/ 142875 h 285750"/>
                <a:gd name="connsiteX1" fmla="*/ 142875 w 285750"/>
                <a:gd name="connsiteY1" fmla="*/ 285750 h 285750"/>
                <a:gd name="connsiteX2" fmla="*/ 0 w 285750"/>
                <a:gd name="connsiteY2" fmla="*/ 142875 h 285750"/>
                <a:gd name="connsiteX3" fmla="*/ 142875 w 285750"/>
                <a:gd name="connsiteY3" fmla="*/ 0 h 285750"/>
                <a:gd name="connsiteX4" fmla="*/ 285750 w 285750"/>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0"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FFFFFF"/>
            </a:solidFill>
            <a:ln w="7429"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5" name="Freeform: Shape 2224">
              <a:extLst>
                <a:ext uri="{FF2B5EF4-FFF2-40B4-BE49-F238E27FC236}">
                  <a16:creationId xmlns:a16="http://schemas.microsoft.com/office/drawing/2014/main" id="{5F5574FC-F66B-4C53-BC7C-F5CA7AD5CB70}"/>
                </a:ext>
              </a:extLst>
            </p:cNvPr>
            <p:cNvSpPr/>
            <p:nvPr/>
          </p:nvSpPr>
          <p:spPr>
            <a:xfrm rot="16780199">
              <a:off x="4281025" y="2815854"/>
              <a:ext cx="294753" cy="294753"/>
            </a:xfrm>
            <a:custGeom>
              <a:avLst/>
              <a:gdLst>
                <a:gd name="connsiteX0" fmla="*/ 205357 w 205359"/>
                <a:gd name="connsiteY0" fmla="*/ 102680 h 205359"/>
                <a:gd name="connsiteX1" fmla="*/ 102678 w 205359"/>
                <a:gd name="connsiteY1" fmla="*/ 205359 h 205359"/>
                <a:gd name="connsiteX2" fmla="*/ -2 w 205359"/>
                <a:gd name="connsiteY2" fmla="*/ 102680 h 205359"/>
                <a:gd name="connsiteX3" fmla="*/ 102678 w 205359"/>
                <a:gd name="connsiteY3" fmla="*/ 0 h 205359"/>
                <a:gd name="connsiteX4" fmla="*/ 205357 w 205359"/>
                <a:gd name="connsiteY4" fmla="*/ 102680 h 20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59" h="205359">
                  <a:moveTo>
                    <a:pt x="205357" y="102680"/>
                  </a:moveTo>
                  <a:cubicBezTo>
                    <a:pt x="205357" y="159388"/>
                    <a:pt x="159386" y="205359"/>
                    <a:pt x="102678" y="205359"/>
                  </a:cubicBezTo>
                  <a:cubicBezTo>
                    <a:pt x="45969" y="205359"/>
                    <a:pt x="-2" y="159388"/>
                    <a:pt x="-2" y="102680"/>
                  </a:cubicBezTo>
                  <a:cubicBezTo>
                    <a:pt x="-2" y="45971"/>
                    <a:pt x="45969" y="0"/>
                    <a:pt x="102678" y="0"/>
                  </a:cubicBezTo>
                  <a:cubicBezTo>
                    <a:pt x="159386" y="0"/>
                    <a:pt x="205357" y="45971"/>
                    <a:pt x="205357" y="10268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6" name="Freeform: Shape 2225">
              <a:extLst>
                <a:ext uri="{FF2B5EF4-FFF2-40B4-BE49-F238E27FC236}">
                  <a16:creationId xmlns:a16="http://schemas.microsoft.com/office/drawing/2014/main" id="{9BE3B676-EFE3-451A-851A-85EA194D6164}"/>
                </a:ext>
              </a:extLst>
            </p:cNvPr>
            <p:cNvSpPr/>
            <p:nvPr/>
          </p:nvSpPr>
          <p:spPr>
            <a:xfrm>
              <a:off x="3256157" y="1801116"/>
              <a:ext cx="410138" cy="410139"/>
            </a:xfrm>
            <a:custGeom>
              <a:avLst/>
              <a:gdLst>
                <a:gd name="connsiteX0" fmla="*/ 285750 w 285749"/>
                <a:gd name="connsiteY0" fmla="*/ 142875 h 285750"/>
                <a:gd name="connsiteX1" fmla="*/ 142875 w 285749"/>
                <a:gd name="connsiteY1" fmla="*/ 285750 h 285750"/>
                <a:gd name="connsiteX2" fmla="*/ 0 w 285749"/>
                <a:gd name="connsiteY2" fmla="*/ 142875 h 285750"/>
                <a:gd name="connsiteX3" fmla="*/ 142875 w 285749"/>
                <a:gd name="connsiteY3" fmla="*/ 0 h 285750"/>
                <a:gd name="connsiteX4" fmla="*/ 285750 w 285749"/>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49" h="285750">
                  <a:moveTo>
                    <a:pt x="285750" y="142875"/>
                  </a:moveTo>
                  <a:cubicBezTo>
                    <a:pt x="285750" y="221783"/>
                    <a:pt x="221783" y="285750"/>
                    <a:pt x="142875" y="285750"/>
                  </a:cubicBezTo>
                  <a:cubicBezTo>
                    <a:pt x="63967" y="285750"/>
                    <a:pt x="0" y="221783"/>
                    <a:pt x="0" y="142875"/>
                  </a:cubicBezTo>
                  <a:cubicBezTo>
                    <a:pt x="0" y="63967"/>
                    <a:pt x="63967" y="0"/>
                    <a:pt x="142875" y="0"/>
                  </a:cubicBezTo>
                  <a:cubicBezTo>
                    <a:pt x="221783" y="0"/>
                    <a:pt x="285750" y="63967"/>
                    <a:pt x="285750" y="142875"/>
                  </a:cubicBezTo>
                  <a:close/>
                </a:path>
              </a:pathLst>
            </a:custGeom>
            <a:solidFill>
              <a:srgbClr val="FFFFFF"/>
            </a:solidFill>
            <a:ln w="7429"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7" name="Freeform: Shape 2226">
              <a:extLst>
                <a:ext uri="{FF2B5EF4-FFF2-40B4-BE49-F238E27FC236}">
                  <a16:creationId xmlns:a16="http://schemas.microsoft.com/office/drawing/2014/main" id="{760595F9-6927-417B-BAB2-7F3CE817612D}"/>
                </a:ext>
              </a:extLst>
            </p:cNvPr>
            <p:cNvSpPr/>
            <p:nvPr/>
          </p:nvSpPr>
          <p:spPr>
            <a:xfrm>
              <a:off x="3313851" y="1858810"/>
              <a:ext cx="294753" cy="294752"/>
            </a:xfrm>
            <a:custGeom>
              <a:avLst/>
              <a:gdLst>
                <a:gd name="connsiteX0" fmla="*/ 205359 w 205359"/>
                <a:gd name="connsiteY0" fmla="*/ 102680 h 205358"/>
                <a:gd name="connsiteX1" fmla="*/ 102680 w 205359"/>
                <a:gd name="connsiteY1" fmla="*/ 205359 h 205358"/>
                <a:gd name="connsiteX2" fmla="*/ 0 w 205359"/>
                <a:gd name="connsiteY2" fmla="*/ 102680 h 205358"/>
                <a:gd name="connsiteX3" fmla="*/ 102680 w 205359"/>
                <a:gd name="connsiteY3" fmla="*/ 0 h 205358"/>
                <a:gd name="connsiteX4" fmla="*/ 205359 w 205359"/>
                <a:gd name="connsiteY4" fmla="*/ 102680 h 205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359" h="205358">
                  <a:moveTo>
                    <a:pt x="205359" y="102680"/>
                  </a:moveTo>
                  <a:cubicBezTo>
                    <a:pt x="205359" y="159388"/>
                    <a:pt x="159388" y="205359"/>
                    <a:pt x="102680" y="205359"/>
                  </a:cubicBezTo>
                  <a:cubicBezTo>
                    <a:pt x="45971" y="205359"/>
                    <a:pt x="0" y="159388"/>
                    <a:pt x="0" y="102680"/>
                  </a:cubicBezTo>
                  <a:cubicBezTo>
                    <a:pt x="0" y="45971"/>
                    <a:pt x="45971" y="0"/>
                    <a:pt x="102680" y="0"/>
                  </a:cubicBezTo>
                  <a:cubicBezTo>
                    <a:pt x="159388" y="0"/>
                    <a:pt x="205359" y="45971"/>
                    <a:pt x="205359" y="10268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31" name="Freeform: Shape 2230">
              <a:extLst>
                <a:ext uri="{FF2B5EF4-FFF2-40B4-BE49-F238E27FC236}">
                  <a16:creationId xmlns:a16="http://schemas.microsoft.com/office/drawing/2014/main" id="{EEF160E7-CFAE-492B-8292-B190847DFFF9}"/>
                </a:ext>
              </a:extLst>
            </p:cNvPr>
            <p:cNvSpPr/>
            <p:nvPr/>
          </p:nvSpPr>
          <p:spPr>
            <a:xfrm>
              <a:off x="4484763" y="897884"/>
              <a:ext cx="114594" cy="114591"/>
            </a:xfrm>
            <a:custGeom>
              <a:avLst/>
              <a:gdLst>
                <a:gd name="connsiteX0" fmla="*/ 3241 w 79839"/>
                <a:gd name="connsiteY0" fmla="*/ 55652 h 79837"/>
                <a:gd name="connsiteX1" fmla="*/ 24187 w 79839"/>
                <a:gd name="connsiteY1" fmla="*/ 3246 h 79837"/>
                <a:gd name="connsiteX2" fmla="*/ 76594 w 79839"/>
                <a:gd name="connsiteY2" fmla="*/ 24182 h 79837"/>
                <a:gd name="connsiteX3" fmla="*/ 55648 w 79839"/>
                <a:gd name="connsiteY3" fmla="*/ 76598 h 79837"/>
                <a:gd name="connsiteX4" fmla="*/ 55629 w 79839"/>
                <a:gd name="connsiteY4" fmla="*/ 76607 h 79837"/>
                <a:gd name="connsiteX5" fmla="*/ 3241 w 79839"/>
                <a:gd name="connsiteY5" fmla="*/ 55652 h 79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39" h="79837">
                  <a:moveTo>
                    <a:pt x="3241" y="55652"/>
                  </a:moveTo>
                  <a:cubicBezTo>
                    <a:pt x="-5445" y="35393"/>
                    <a:pt x="3927" y="11932"/>
                    <a:pt x="24187" y="3246"/>
                  </a:cubicBezTo>
                  <a:cubicBezTo>
                    <a:pt x="44447" y="-5451"/>
                    <a:pt x="67907" y="3931"/>
                    <a:pt x="76594" y="24182"/>
                  </a:cubicBezTo>
                  <a:cubicBezTo>
                    <a:pt x="85290" y="44441"/>
                    <a:pt x="75908" y="67911"/>
                    <a:pt x="55648" y="76598"/>
                  </a:cubicBezTo>
                  <a:cubicBezTo>
                    <a:pt x="55648" y="76598"/>
                    <a:pt x="55639" y="76607"/>
                    <a:pt x="55629" y="76607"/>
                  </a:cubicBezTo>
                  <a:cubicBezTo>
                    <a:pt x="35379" y="85275"/>
                    <a:pt x="11928" y="75902"/>
                    <a:pt x="3241" y="5565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2" name="Freeform: Shape 2231">
              <a:extLst>
                <a:ext uri="{FF2B5EF4-FFF2-40B4-BE49-F238E27FC236}">
                  <a16:creationId xmlns:a16="http://schemas.microsoft.com/office/drawing/2014/main" id="{3C036C8C-31B1-449A-B118-04AC9AD74803}"/>
                </a:ext>
              </a:extLst>
            </p:cNvPr>
            <p:cNvSpPr/>
            <p:nvPr/>
          </p:nvSpPr>
          <p:spPr>
            <a:xfrm>
              <a:off x="4805769" y="1635625"/>
              <a:ext cx="114565" cy="114565"/>
            </a:xfrm>
            <a:custGeom>
              <a:avLst/>
              <a:gdLst>
                <a:gd name="connsiteX0" fmla="*/ 0 w 79819"/>
                <a:gd name="connsiteY0" fmla="*/ 39910 h 79819"/>
                <a:gd name="connsiteX1" fmla="*/ 39910 w 79819"/>
                <a:gd name="connsiteY1" fmla="*/ 0 h 79819"/>
                <a:gd name="connsiteX2" fmla="*/ 79820 w 79819"/>
                <a:gd name="connsiteY2" fmla="*/ 39910 h 79819"/>
                <a:gd name="connsiteX3" fmla="*/ 39910 w 79819"/>
                <a:gd name="connsiteY3" fmla="*/ 79820 h 79819"/>
                <a:gd name="connsiteX4" fmla="*/ 0 w 79819"/>
                <a:gd name="connsiteY4" fmla="*/ 39910 h 7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19" h="79819">
                  <a:moveTo>
                    <a:pt x="0" y="39910"/>
                  </a:moveTo>
                  <a:cubicBezTo>
                    <a:pt x="0" y="17869"/>
                    <a:pt x="17869" y="0"/>
                    <a:pt x="39910" y="0"/>
                  </a:cubicBezTo>
                  <a:cubicBezTo>
                    <a:pt x="61951" y="0"/>
                    <a:pt x="79820" y="17869"/>
                    <a:pt x="79820" y="39910"/>
                  </a:cubicBezTo>
                  <a:cubicBezTo>
                    <a:pt x="79820" y="61951"/>
                    <a:pt x="61951" y="79820"/>
                    <a:pt x="39910" y="79820"/>
                  </a:cubicBezTo>
                  <a:cubicBezTo>
                    <a:pt x="17869" y="79820"/>
                    <a:pt x="0" y="61951"/>
                    <a:pt x="0" y="3991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3" name="Freeform: Shape 2232">
              <a:extLst>
                <a:ext uri="{FF2B5EF4-FFF2-40B4-BE49-F238E27FC236}">
                  <a16:creationId xmlns:a16="http://schemas.microsoft.com/office/drawing/2014/main" id="{F4390120-27C0-493C-AFB6-0A9B85BA2251}"/>
                </a:ext>
              </a:extLst>
            </p:cNvPr>
            <p:cNvSpPr/>
            <p:nvPr/>
          </p:nvSpPr>
          <p:spPr>
            <a:xfrm>
              <a:off x="4693391" y="1558792"/>
              <a:ext cx="61794" cy="61794"/>
            </a:xfrm>
            <a:custGeom>
              <a:avLst/>
              <a:gdLst>
                <a:gd name="connsiteX0" fmla="*/ 0 w 43053"/>
                <a:gd name="connsiteY0" fmla="*/ 21622 h 43053"/>
                <a:gd name="connsiteX1" fmla="*/ 21432 w 43053"/>
                <a:gd name="connsiteY1" fmla="*/ 0 h 43053"/>
                <a:gd name="connsiteX2" fmla="*/ 43053 w 43053"/>
                <a:gd name="connsiteY2" fmla="*/ 21432 h 43053"/>
                <a:gd name="connsiteX3" fmla="*/ 21622 w 43053"/>
                <a:gd name="connsiteY3" fmla="*/ 43053 h 43053"/>
                <a:gd name="connsiteX4" fmla="*/ 21527 w 43053"/>
                <a:gd name="connsiteY4" fmla="*/ 43053 h 43053"/>
                <a:gd name="connsiteX5" fmla="*/ 0 w 43053"/>
                <a:gd name="connsiteY5" fmla="*/ 21622 h 43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53" h="43053">
                  <a:moveTo>
                    <a:pt x="0" y="21622"/>
                  </a:moveTo>
                  <a:cubicBezTo>
                    <a:pt x="-57" y="9735"/>
                    <a:pt x="9544" y="58"/>
                    <a:pt x="21432" y="0"/>
                  </a:cubicBezTo>
                  <a:cubicBezTo>
                    <a:pt x="33319" y="-57"/>
                    <a:pt x="42996" y="9544"/>
                    <a:pt x="43053" y="21432"/>
                  </a:cubicBezTo>
                  <a:cubicBezTo>
                    <a:pt x="43101" y="33319"/>
                    <a:pt x="33509" y="42996"/>
                    <a:pt x="21622" y="43053"/>
                  </a:cubicBezTo>
                  <a:cubicBezTo>
                    <a:pt x="21593" y="43053"/>
                    <a:pt x="21555" y="43053"/>
                    <a:pt x="21527" y="43053"/>
                  </a:cubicBezTo>
                  <a:cubicBezTo>
                    <a:pt x="9678" y="43053"/>
                    <a:pt x="58" y="33471"/>
                    <a:pt x="0" y="2162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4" name="Freeform: Shape 2233">
              <a:extLst>
                <a:ext uri="{FF2B5EF4-FFF2-40B4-BE49-F238E27FC236}">
                  <a16:creationId xmlns:a16="http://schemas.microsoft.com/office/drawing/2014/main" id="{5D35DEC1-BF02-429C-8807-3250B7D98F2D}"/>
                </a:ext>
              </a:extLst>
            </p:cNvPr>
            <p:cNvSpPr/>
            <p:nvPr/>
          </p:nvSpPr>
          <p:spPr>
            <a:xfrm>
              <a:off x="5301977" y="571329"/>
              <a:ext cx="61265" cy="61219"/>
            </a:xfrm>
            <a:custGeom>
              <a:avLst/>
              <a:gdLst>
                <a:gd name="connsiteX0" fmla="*/ 1757 w 42684"/>
                <a:gd name="connsiteY0" fmla="*/ 29803 h 42652"/>
                <a:gd name="connsiteX1" fmla="*/ 12882 w 42684"/>
                <a:gd name="connsiteY1" fmla="*/ 1751 h 42652"/>
                <a:gd name="connsiteX2" fmla="*/ 40933 w 42684"/>
                <a:gd name="connsiteY2" fmla="*/ 12877 h 42652"/>
                <a:gd name="connsiteX3" fmla="*/ 29808 w 42684"/>
                <a:gd name="connsiteY3" fmla="*/ 40928 h 42652"/>
                <a:gd name="connsiteX4" fmla="*/ 29760 w 42684"/>
                <a:gd name="connsiteY4" fmla="*/ 40947 h 42652"/>
                <a:gd name="connsiteX5" fmla="*/ 1757 w 42684"/>
                <a:gd name="connsiteY5" fmla="*/ 29803 h 42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84" h="42652">
                  <a:moveTo>
                    <a:pt x="1757" y="29803"/>
                  </a:moveTo>
                  <a:cubicBezTo>
                    <a:pt x="-2920" y="18982"/>
                    <a:pt x="2062" y="6428"/>
                    <a:pt x="12882" y="1751"/>
                  </a:cubicBezTo>
                  <a:cubicBezTo>
                    <a:pt x="23703" y="-2916"/>
                    <a:pt x="36256" y="2066"/>
                    <a:pt x="40933" y="12877"/>
                  </a:cubicBezTo>
                  <a:cubicBezTo>
                    <a:pt x="45601" y="23697"/>
                    <a:pt x="40619" y="36251"/>
                    <a:pt x="29808" y="40928"/>
                  </a:cubicBezTo>
                  <a:cubicBezTo>
                    <a:pt x="29789" y="40937"/>
                    <a:pt x="29780" y="40937"/>
                    <a:pt x="29760" y="40947"/>
                  </a:cubicBezTo>
                  <a:cubicBezTo>
                    <a:pt x="18950" y="45528"/>
                    <a:pt x="6462" y="40566"/>
                    <a:pt x="1757" y="29803"/>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5" name="Freeform: Shape 2234">
              <a:extLst>
                <a:ext uri="{FF2B5EF4-FFF2-40B4-BE49-F238E27FC236}">
                  <a16:creationId xmlns:a16="http://schemas.microsoft.com/office/drawing/2014/main" id="{D1740754-B313-4DF0-9CF9-AD93A351CB50}"/>
                </a:ext>
              </a:extLst>
            </p:cNvPr>
            <p:cNvSpPr/>
            <p:nvPr/>
          </p:nvSpPr>
          <p:spPr>
            <a:xfrm>
              <a:off x="5497533" y="598756"/>
              <a:ext cx="114594" cy="114638"/>
            </a:xfrm>
            <a:custGeom>
              <a:avLst/>
              <a:gdLst>
                <a:gd name="connsiteX0" fmla="*/ 3242 w 79839"/>
                <a:gd name="connsiteY0" fmla="*/ 55652 h 79870"/>
                <a:gd name="connsiteX1" fmla="*/ 24187 w 79839"/>
                <a:gd name="connsiteY1" fmla="*/ 3246 h 79870"/>
                <a:gd name="connsiteX2" fmla="*/ 76594 w 79839"/>
                <a:gd name="connsiteY2" fmla="*/ 24191 h 79870"/>
                <a:gd name="connsiteX3" fmla="*/ 55648 w 79839"/>
                <a:gd name="connsiteY3" fmla="*/ 76598 h 79870"/>
                <a:gd name="connsiteX4" fmla="*/ 55629 w 79839"/>
                <a:gd name="connsiteY4" fmla="*/ 76607 h 79870"/>
                <a:gd name="connsiteX5" fmla="*/ 3308 w 79839"/>
                <a:gd name="connsiteY5" fmla="*/ 55804 h 79870"/>
                <a:gd name="connsiteX6" fmla="*/ 3242 w 79839"/>
                <a:gd name="connsiteY6" fmla="*/ 55652 h 7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39" h="79870">
                  <a:moveTo>
                    <a:pt x="3242" y="55652"/>
                  </a:moveTo>
                  <a:cubicBezTo>
                    <a:pt x="-5445" y="35393"/>
                    <a:pt x="3927" y="11932"/>
                    <a:pt x="24187" y="3246"/>
                  </a:cubicBezTo>
                  <a:cubicBezTo>
                    <a:pt x="44447" y="-5451"/>
                    <a:pt x="67907" y="3931"/>
                    <a:pt x="76594" y="24191"/>
                  </a:cubicBezTo>
                  <a:cubicBezTo>
                    <a:pt x="85290" y="44441"/>
                    <a:pt x="75908" y="67911"/>
                    <a:pt x="55648" y="76598"/>
                  </a:cubicBezTo>
                  <a:cubicBezTo>
                    <a:pt x="55648" y="76598"/>
                    <a:pt x="55639" y="76607"/>
                    <a:pt x="55629" y="76607"/>
                  </a:cubicBezTo>
                  <a:cubicBezTo>
                    <a:pt x="35436" y="85313"/>
                    <a:pt x="12014" y="75998"/>
                    <a:pt x="3308" y="55804"/>
                  </a:cubicBezTo>
                  <a:cubicBezTo>
                    <a:pt x="3289" y="55757"/>
                    <a:pt x="3261" y="55700"/>
                    <a:pt x="3242" y="55652"/>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6" name="Freeform: Shape 2235">
              <a:extLst>
                <a:ext uri="{FF2B5EF4-FFF2-40B4-BE49-F238E27FC236}">
                  <a16:creationId xmlns:a16="http://schemas.microsoft.com/office/drawing/2014/main" id="{271D65E9-AF3F-41AB-BADA-CA9133F4A8E8}"/>
                </a:ext>
              </a:extLst>
            </p:cNvPr>
            <p:cNvSpPr/>
            <p:nvPr/>
          </p:nvSpPr>
          <p:spPr>
            <a:xfrm>
              <a:off x="7168034" y="1149200"/>
              <a:ext cx="744194" cy="457997"/>
            </a:xfrm>
            <a:custGeom>
              <a:avLst/>
              <a:gdLst>
                <a:gd name="connsiteX0" fmla="*/ 357378 w 518491"/>
                <a:gd name="connsiteY0" fmla="*/ 0 h 319093"/>
                <a:gd name="connsiteX1" fmla="*/ 235554 w 518491"/>
                <a:gd name="connsiteY1" fmla="*/ 57912 h 319093"/>
                <a:gd name="connsiteX2" fmla="*/ 142875 w 518491"/>
                <a:gd name="connsiteY2" fmla="*/ 110014 h 319093"/>
                <a:gd name="connsiteX3" fmla="*/ 0 w 518491"/>
                <a:gd name="connsiteY3" fmla="*/ 131636 h 319093"/>
                <a:gd name="connsiteX4" fmla="*/ 0 w 518491"/>
                <a:gd name="connsiteY4" fmla="*/ 187452 h 319093"/>
                <a:gd name="connsiteX5" fmla="*/ 137827 w 518491"/>
                <a:gd name="connsiteY5" fmla="*/ 208312 h 319093"/>
                <a:gd name="connsiteX6" fmla="*/ 238792 w 518491"/>
                <a:gd name="connsiteY6" fmla="*/ 264509 h 319093"/>
                <a:gd name="connsiteX7" fmla="*/ 463906 w 518491"/>
                <a:gd name="connsiteY7" fmla="*/ 279702 h 319093"/>
                <a:gd name="connsiteX8" fmla="*/ 518256 w 518491"/>
                <a:gd name="connsiteY8" fmla="*/ 150876 h 319093"/>
                <a:gd name="connsiteX9" fmla="*/ 357378 w 518491"/>
                <a:gd name="connsiteY9" fmla="*/ 0 h 31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491" h="319093">
                  <a:moveTo>
                    <a:pt x="357378" y="0"/>
                  </a:moveTo>
                  <a:cubicBezTo>
                    <a:pt x="310201" y="334"/>
                    <a:pt x="265595" y="21536"/>
                    <a:pt x="235554" y="57912"/>
                  </a:cubicBezTo>
                  <a:cubicBezTo>
                    <a:pt x="212122" y="86087"/>
                    <a:pt x="179127" y="104632"/>
                    <a:pt x="142875" y="110014"/>
                  </a:cubicBezTo>
                  <a:lnTo>
                    <a:pt x="0" y="131636"/>
                  </a:lnTo>
                  <a:lnTo>
                    <a:pt x="0" y="187452"/>
                  </a:lnTo>
                  <a:lnTo>
                    <a:pt x="137827" y="208312"/>
                  </a:lnTo>
                  <a:cubicBezTo>
                    <a:pt x="177099" y="214437"/>
                    <a:pt x="212893" y="234363"/>
                    <a:pt x="238792" y="264509"/>
                  </a:cubicBezTo>
                  <a:cubicBezTo>
                    <a:pt x="296761" y="330870"/>
                    <a:pt x="397545" y="337671"/>
                    <a:pt x="463906" y="279702"/>
                  </a:cubicBezTo>
                  <a:cubicBezTo>
                    <a:pt x="500882" y="247412"/>
                    <a:pt x="520922" y="199892"/>
                    <a:pt x="518256" y="150876"/>
                  </a:cubicBezTo>
                  <a:cubicBezTo>
                    <a:pt x="512969" y="65952"/>
                    <a:pt x="442465" y="-162"/>
                    <a:pt x="357378" y="0"/>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7" name="Freeform: Shape 2236">
              <a:extLst>
                <a:ext uri="{FF2B5EF4-FFF2-40B4-BE49-F238E27FC236}">
                  <a16:creationId xmlns:a16="http://schemas.microsoft.com/office/drawing/2014/main" id="{1C99F03C-D30E-474B-A837-383CEF27116B}"/>
                </a:ext>
              </a:extLst>
            </p:cNvPr>
            <p:cNvSpPr/>
            <p:nvPr/>
          </p:nvSpPr>
          <p:spPr>
            <a:xfrm>
              <a:off x="7482689" y="1181465"/>
              <a:ext cx="390998" cy="390999"/>
            </a:xfrm>
            <a:custGeom>
              <a:avLst/>
              <a:gdLst>
                <a:gd name="connsiteX0" fmla="*/ 272415 w 272414"/>
                <a:gd name="connsiteY0" fmla="*/ 136208 h 272415"/>
                <a:gd name="connsiteX1" fmla="*/ 136208 w 272414"/>
                <a:gd name="connsiteY1" fmla="*/ 272415 h 272415"/>
                <a:gd name="connsiteX2" fmla="*/ 0 w 272414"/>
                <a:gd name="connsiteY2" fmla="*/ 136208 h 272415"/>
                <a:gd name="connsiteX3" fmla="*/ 136208 w 272414"/>
                <a:gd name="connsiteY3" fmla="*/ 0 h 272415"/>
                <a:gd name="connsiteX4" fmla="*/ 272415 w 272414"/>
                <a:gd name="connsiteY4" fmla="*/ 136208 h 27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414" h="272415">
                  <a:moveTo>
                    <a:pt x="272415" y="136208"/>
                  </a:moveTo>
                  <a:cubicBezTo>
                    <a:pt x="272415" y="211433"/>
                    <a:pt x="211433" y="272415"/>
                    <a:pt x="136208" y="272415"/>
                  </a:cubicBezTo>
                  <a:cubicBezTo>
                    <a:pt x="60983" y="272415"/>
                    <a:pt x="0" y="211433"/>
                    <a:pt x="0" y="136208"/>
                  </a:cubicBezTo>
                  <a:cubicBezTo>
                    <a:pt x="0" y="60982"/>
                    <a:pt x="60983" y="0"/>
                    <a:pt x="136208" y="0"/>
                  </a:cubicBezTo>
                  <a:cubicBezTo>
                    <a:pt x="211433" y="0"/>
                    <a:pt x="272415" y="60982"/>
                    <a:pt x="272415" y="136208"/>
                  </a:cubicBezTo>
                  <a:close/>
                </a:path>
              </a:pathLst>
            </a:custGeom>
            <a:solidFill>
              <a:srgbClr val="FFFFFF"/>
            </a:solidFill>
            <a:ln w="3810" cap="flat">
              <a:solidFill>
                <a:srgbClr val="FFFFFF"/>
              </a:solid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eorgia Pro Cond" panose="02040506050405020303" pitchFamily="18" charset="0"/>
                  <a:ea typeface="+mn-ea"/>
                  <a:cs typeface="+mn-cs"/>
                </a:rPr>
                <a:t>1</a:t>
              </a:r>
            </a:p>
          </p:txBody>
        </p:sp>
        <p:sp>
          <p:nvSpPr>
            <p:cNvPr id="2239" name="Freeform: Shape 2238">
              <a:extLst>
                <a:ext uri="{FF2B5EF4-FFF2-40B4-BE49-F238E27FC236}">
                  <a16:creationId xmlns:a16="http://schemas.microsoft.com/office/drawing/2014/main" id="{44BFC980-C748-49B8-B6E8-53C8F50C1AE2}"/>
                </a:ext>
              </a:extLst>
            </p:cNvPr>
            <p:cNvSpPr/>
            <p:nvPr/>
          </p:nvSpPr>
          <p:spPr>
            <a:xfrm>
              <a:off x="5084526" y="933194"/>
              <a:ext cx="2183855" cy="889318"/>
            </a:xfrm>
            <a:custGeom>
              <a:avLst/>
              <a:gdLst>
                <a:gd name="connsiteX0" fmla="*/ 288703 w 1521523"/>
                <a:gd name="connsiteY0" fmla="*/ 619601 h 619601"/>
                <a:gd name="connsiteX1" fmla="*/ 0 w 1521523"/>
                <a:gd name="connsiteY1" fmla="*/ 309753 h 619601"/>
                <a:gd name="connsiteX2" fmla="*/ 288703 w 1521523"/>
                <a:gd name="connsiteY2" fmla="*/ 0 h 619601"/>
                <a:gd name="connsiteX3" fmla="*/ 1232821 w 1521523"/>
                <a:gd name="connsiteY3" fmla="*/ 0 h 619601"/>
                <a:gd name="connsiteX4" fmla="*/ 1521524 w 1521523"/>
                <a:gd name="connsiteY4" fmla="*/ 309753 h 619601"/>
                <a:gd name="connsiteX5" fmla="*/ 1232821 w 1521523"/>
                <a:gd name="connsiteY5" fmla="*/ 619601 h 61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1523" h="619601">
                  <a:moveTo>
                    <a:pt x="288703" y="619601"/>
                  </a:moveTo>
                  <a:cubicBezTo>
                    <a:pt x="129540" y="619601"/>
                    <a:pt x="0" y="480631"/>
                    <a:pt x="0" y="309753"/>
                  </a:cubicBezTo>
                  <a:cubicBezTo>
                    <a:pt x="0" y="138874"/>
                    <a:pt x="129540" y="0"/>
                    <a:pt x="288703" y="0"/>
                  </a:cubicBezTo>
                  <a:lnTo>
                    <a:pt x="1232821" y="0"/>
                  </a:lnTo>
                  <a:cubicBezTo>
                    <a:pt x="1391983" y="0"/>
                    <a:pt x="1521524" y="138970"/>
                    <a:pt x="1521524" y="309753"/>
                  </a:cubicBezTo>
                  <a:cubicBezTo>
                    <a:pt x="1521524" y="480536"/>
                    <a:pt x="1391983" y="619601"/>
                    <a:pt x="1232821" y="61960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0" name="Rectangle: Rounded Corners 2239">
              <a:extLst>
                <a:ext uri="{FF2B5EF4-FFF2-40B4-BE49-F238E27FC236}">
                  <a16:creationId xmlns:a16="http://schemas.microsoft.com/office/drawing/2014/main" id="{B492DB7B-9A65-4ABF-8954-7EA457404270}"/>
                </a:ext>
              </a:extLst>
            </p:cNvPr>
            <p:cNvSpPr/>
            <p:nvPr/>
          </p:nvSpPr>
          <p:spPr>
            <a:xfrm>
              <a:off x="5141537" y="981605"/>
              <a:ext cx="2069973" cy="767096"/>
            </a:xfrm>
            <a:prstGeom prst="roundRect">
              <a:avLst>
                <a:gd name="adj" fmla="val 50000"/>
              </a:avLst>
            </a:prstGeom>
            <a:solidFill>
              <a:srgbClr val="FFFFFF"/>
            </a:solidFill>
            <a:ln w="381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1" name="Freeform: Shape 2240">
              <a:extLst>
                <a:ext uri="{FF2B5EF4-FFF2-40B4-BE49-F238E27FC236}">
                  <a16:creationId xmlns:a16="http://schemas.microsoft.com/office/drawing/2014/main" id="{1EBA91CD-4F7F-4EFB-9F81-F83781860149}"/>
                </a:ext>
              </a:extLst>
            </p:cNvPr>
            <p:cNvSpPr/>
            <p:nvPr/>
          </p:nvSpPr>
          <p:spPr>
            <a:xfrm>
              <a:off x="4774671" y="662279"/>
              <a:ext cx="686936" cy="850048"/>
            </a:xfrm>
            <a:custGeom>
              <a:avLst/>
              <a:gdLst>
                <a:gd name="connsiteX0" fmla="*/ 521 w 478598"/>
                <a:gd name="connsiteY0" fmla="*/ 223517 h 592241"/>
                <a:gd name="connsiteX1" fmla="*/ 165685 w 478598"/>
                <a:gd name="connsiteY1" fmla="*/ 466976 h 592241"/>
                <a:gd name="connsiteX2" fmla="*/ 223406 w 478598"/>
                <a:gd name="connsiteY2" fmla="*/ 582324 h 592241"/>
                <a:gd name="connsiteX3" fmla="*/ 247114 w 478598"/>
                <a:gd name="connsiteY3" fmla="*/ 590430 h 592241"/>
                <a:gd name="connsiteX4" fmla="*/ 255220 w 478598"/>
                <a:gd name="connsiteY4" fmla="*/ 582324 h 592241"/>
                <a:gd name="connsiteX5" fmla="*/ 312941 w 478598"/>
                <a:gd name="connsiteY5" fmla="*/ 466976 h 592241"/>
                <a:gd name="connsiteX6" fmla="*/ 466913 w 478598"/>
                <a:gd name="connsiteY6" fmla="*/ 165662 h 592241"/>
                <a:gd name="connsiteX7" fmla="*/ 165589 w 478598"/>
                <a:gd name="connsiteY7" fmla="*/ 11691 h 592241"/>
                <a:gd name="connsiteX8" fmla="*/ 521 w 478598"/>
                <a:gd name="connsiteY8" fmla="*/ 223517 h 59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8598" h="592241">
                  <a:moveTo>
                    <a:pt x="521" y="223517"/>
                  </a:moveTo>
                  <a:cubicBezTo>
                    <a:pt x="-6680" y="332921"/>
                    <a:pt x="61367" y="433229"/>
                    <a:pt x="165685" y="466976"/>
                  </a:cubicBezTo>
                  <a:lnTo>
                    <a:pt x="223406" y="582324"/>
                  </a:lnTo>
                  <a:cubicBezTo>
                    <a:pt x="227711" y="591106"/>
                    <a:pt x="238332" y="594735"/>
                    <a:pt x="247114" y="590430"/>
                  </a:cubicBezTo>
                  <a:cubicBezTo>
                    <a:pt x="250638" y="588706"/>
                    <a:pt x="253486" y="585848"/>
                    <a:pt x="255220" y="582324"/>
                  </a:cubicBezTo>
                  <a:lnTo>
                    <a:pt x="312941" y="466976"/>
                  </a:lnTo>
                  <a:cubicBezTo>
                    <a:pt x="438662" y="426285"/>
                    <a:pt x="507594" y="291383"/>
                    <a:pt x="466913" y="165662"/>
                  </a:cubicBezTo>
                  <a:cubicBezTo>
                    <a:pt x="426222" y="39932"/>
                    <a:pt x="291310" y="-29000"/>
                    <a:pt x="165589" y="11691"/>
                  </a:cubicBezTo>
                  <a:cubicBezTo>
                    <a:pt x="72397" y="41856"/>
                    <a:pt x="6998" y="125771"/>
                    <a:pt x="521" y="223517"/>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2" name="Freeform: Shape 2241">
              <a:extLst>
                <a:ext uri="{FF2B5EF4-FFF2-40B4-BE49-F238E27FC236}">
                  <a16:creationId xmlns:a16="http://schemas.microsoft.com/office/drawing/2014/main" id="{25043E20-DAAE-405B-B9DA-344475C71C2E}"/>
                </a:ext>
              </a:extLst>
            </p:cNvPr>
            <p:cNvSpPr/>
            <p:nvPr/>
          </p:nvSpPr>
          <p:spPr>
            <a:xfrm>
              <a:off x="4870935" y="758566"/>
              <a:ext cx="457988" cy="457988"/>
            </a:xfrm>
            <a:custGeom>
              <a:avLst/>
              <a:gdLst>
                <a:gd name="connsiteX0" fmla="*/ 319088 w 319087"/>
                <a:gd name="connsiteY0" fmla="*/ 159544 h 319087"/>
                <a:gd name="connsiteX1" fmla="*/ 159544 w 319087"/>
                <a:gd name="connsiteY1" fmla="*/ 319088 h 319087"/>
                <a:gd name="connsiteX2" fmla="*/ 0 w 319087"/>
                <a:gd name="connsiteY2" fmla="*/ 159544 h 319087"/>
                <a:gd name="connsiteX3" fmla="*/ 159544 w 319087"/>
                <a:gd name="connsiteY3" fmla="*/ 0 h 319087"/>
                <a:gd name="connsiteX4" fmla="*/ 319088 w 319087"/>
                <a:gd name="connsiteY4" fmla="*/ 159544 h 31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7" h="319087">
                  <a:moveTo>
                    <a:pt x="319088" y="159544"/>
                  </a:moveTo>
                  <a:cubicBezTo>
                    <a:pt x="319088" y="247657"/>
                    <a:pt x="247657" y="319088"/>
                    <a:pt x="159544" y="319088"/>
                  </a:cubicBezTo>
                  <a:cubicBezTo>
                    <a:pt x="71430" y="319088"/>
                    <a:pt x="0" y="247657"/>
                    <a:pt x="0" y="159544"/>
                  </a:cubicBezTo>
                  <a:cubicBezTo>
                    <a:pt x="0" y="71430"/>
                    <a:pt x="71430" y="0"/>
                    <a:pt x="159544" y="0"/>
                  </a:cubicBezTo>
                  <a:cubicBezTo>
                    <a:pt x="247657" y="0"/>
                    <a:pt x="319088" y="71430"/>
                    <a:pt x="319088" y="159544"/>
                  </a:cubicBezTo>
                  <a:close/>
                </a:path>
              </a:pathLst>
            </a:custGeom>
            <a:solidFill>
              <a:srgbClr val="FFFFFF"/>
            </a:solidFill>
            <a:ln w="6667"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4" name="Shape 3619">
              <a:extLst>
                <a:ext uri="{FF2B5EF4-FFF2-40B4-BE49-F238E27FC236}">
                  <a16:creationId xmlns:a16="http://schemas.microsoft.com/office/drawing/2014/main" id="{414A87C8-9A31-468F-8A56-9352C5A75335}"/>
                </a:ext>
              </a:extLst>
            </p:cNvPr>
            <p:cNvSpPr/>
            <p:nvPr/>
          </p:nvSpPr>
          <p:spPr>
            <a:xfrm>
              <a:off x="5052689" y="5341718"/>
              <a:ext cx="285723" cy="233772"/>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chemeClr val="tx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5" name="Shape 3664">
              <a:extLst>
                <a:ext uri="{FF2B5EF4-FFF2-40B4-BE49-F238E27FC236}">
                  <a16:creationId xmlns:a16="http://schemas.microsoft.com/office/drawing/2014/main" id="{2A77A081-AE54-4F47-8FDF-5C9467562E78}"/>
                </a:ext>
              </a:extLst>
            </p:cNvPr>
            <p:cNvSpPr/>
            <p:nvPr/>
          </p:nvSpPr>
          <p:spPr>
            <a:xfrm>
              <a:off x="6262149" y="2392617"/>
              <a:ext cx="285721" cy="285721"/>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7"/>
                  </a:cubicBezTo>
                  <a:lnTo>
                    <a:pt x="19602" y="12268"/>
                  </a:lnTo>
                  <a:cubicBezTo>
                    <a:pt x="19256" y="12354"/>
                    <a:pt x="18984" y="12622"/>
                    <a:pt x="18892" y="12966"/>
                  </a:cubicBezTo>
                  <a:cubicBezTo>
                    <a:pt x="18703" y="13673"/>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8"/>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3"/>
                  </a:lnTo>
                  <a:cubicBezTo>
                    <a:pt x="3724" y="15677"/>
                    <a:pt x="3727" y="15295"/>
                    <a:pt x="3548" y="14986"/>
                  </a:cubicBezTo>
                  <a:cubicBezTo>
                    <a:pt x="3179" y="14351"/>
                    <a:pt x="2897" y="13672"/>
                    <a:pt x="2708" y="12966"/>
                  </a:cubicBezTo>
                  <a:cubicBezTo>
                    <a:pt x="2616" y="12622"/>
                    <a:pt x="2343" y="12354"/>
                    <a:pt x="1998" y="12268"/>
                  </a:cubicBezTo>
                  <a:lnTo>
                    <a:pt x="993" y="12017"/>
                  </a:lnTo>
                  <a:cubicBezTo>
                    <a:pt x="989" y="12016"/>
                    <a:pt x="986" y="12014"/>
                    <a:pt x="982" y="12013"/>
                  </a:cubicBezTo>
                  <a:lnTo>
                    <a:pt x="982" y="9587"/>
                  </a:lnTo>
                  <a:lnTo>
                    <a:pt x="1998" y="9333"/>
                  </a:lnTo>
                  <a:cubicBezTo>
                    <a:pt x="2343" y="9247"/>
                    <a:pt x="2616" y="8979"/>
                    <a:pt x="2708" y="8634"/>
                  </a:cubicBezTo>
                  <a:cubicBezTo>
                    <a:pt x="2897" y="7928"/>
                    <a:pt x="3179" y="7250"/>
                    <a:pt x="3548" y="6615"/>
                  </a:cubicBezTo>
                  <a:cubicBezTo>
                    <a:pt x="3727" y="6305"/>
                    <a:pt x="3724" y="5924"/>
                    <a:pt x="3540" y="5617"/>
                  </a:cubicBezTo>
                  <a:lnTo>
                    <a:pt x="3005" y="4725"/>
                  </a:lnTo>
                  <a:cubicBezTo>
                    <a:pt x="3004" y="4722"/>
                    <a:pt x="3002" y="4718"/>
                    <a:pt x="3000" y="4714"/>
                  </a:cubicBezTo>
                  <a:lnTo>
                    <a:pt x="4715" y="3000"/>
                  </a:lnTo>
                  <a:lnTo>
                    <a:pt x="5621" y="3544"/>
                  </a:lnTo>
                  <a:cubicBezTo>
                    <a:pt x="5777" y="3637"/>
                    <a:pt x="5951" y="3683"/>
                    <a:pt x="6127" y="3683"/>
                  </a:cubicBezTo>
                  <a:cubicBezTo>
                    <a:pt x="6296" y="3683"/>
                    <a:pt x="6465" y="3640"/>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40"/>
                    <a:pt x="15304" y="3683"/>
                    <a:pt x="15473" y="3683"/>
                  </a:cubicBezTo>
                  <a:cubicBezTo>
                    <a:pt x="15648" y="3683"/>
                    <a:pt x="15822" y="3637"/>
                    <a:pt x="15978" y="3544"/>
                  </a:cubicBezTo>
                  <a:lnTo>
                    <a:pt x="16884" y="3000"/>
                  </a:lnTo>
                  <a:lnTo>
                    <a:pt x="18600" y="4714"/>
                  </a:lnTo>
                  <a:cubicBezTo>
                    <a:pt x="18598" y="4718"/>
                    <a:pt x="18597" y="4722"/>
                    <a:pt x="18595" y="4726"/>
                  </a:cubicBezTo>
                  <a:lnTo>
                    <a:pt x="18060" y="5617"/>
                  </a:lnTo>
                  <a:cubicBezTo>
                    <a:pt x="17876" y="5924"/>
                    <a:pt x="17873" y="6305"/>
                    <a:pt x="18053" y="6615"/>
                  </a:cubicBezTo>
                  <a:cubicBezTo>
                    <a:pt x="18421" y="7249"/>
                    <a:pt x="18703" y="7928"/>
                    <a:pt x="18892" y="8634"/>
                  </a:cubicBezTo>
                  <a:cubicBezTo>
                    <a:pt x="18984" y="8979"/>
                    <a:pt x="19256" y="9247"/>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1"/>
                  </a:lnTo>
                  <a:cubicBezTo>
                    <a:pt x="19625" y="4871"/>
                    <a:pt x="19736" y="4463"/>
                    <a:pt x="19455" y="4182"/>
                  </a:cubicBezTo>
                  <a:lnTo>
                    <a:pt x="17419" y="2146"/>
                  </a:lnTo>
                  <a:cubicBezTo>
                    <a:pt x="17292" y="2018"/>
                    <a:pt x="17136" y="1968"/>
                    <a:pt x="16975" y="1968"/>
                  </a:cubicBezTo>
                  <a:cubicBezTo>
                    <a:pt x="16778" y="1968"/>
                    <a:pt x="16572" y="2043"/>
                    <a:pt x="16400" y="2146"/>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6"/>
                  </a:lnTo>
                  <a:cubicBezTo>
                    <a:pt x="5028" y="2043"/>
                    <a:pt x="4822" y="1968"/>
                    <a:pt x="4625" y="1968"/>
                  </a:cubicBezTo>
                  <a:cubicBezTo>
                    <a:pt x="4464" y="1968"/>
                    <a:pt x="4308" y="2018"/>
                    <a:pt x="4181" y="2146"/>
                  </a:cubicBezTo>
                  <a:lnTo>
                    <a:pt x="2145" y="4182"/>
                  </a:lnTo>
                  <a:cubicBezTo>
                    <a:pt x="1864" y="4463"/>
                    <a:pt x="1975" y="4871"/>
                    <a:pt x="2145" y="5201"/>
                  </a:cubicBezTo>
                  <a:lnTo>
                    <a:pt x="2698" y="6122"/>
                  </a:lnTo>
                  <a:cubicBezTo>
                    <a:pt x="2292" y="6822"/>
                    <a:pt x="1973" y="7580"/>
                    <a:pt x="1759" y="8380"/>
                  </a:cubicBezTo>
                  <a:lnTo>
                    <a:pt x="720" y="8641"/>
                  </a:lnTo>
                  <a:cubicBezTo>
                    <a:pt x="367" y="8730"/>
                    <a:pt x="0" y="8963"/>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4"/>
                    <a:pt x="1864" y="17138"/>
                    <a:pt x="2145" y="17419"/>
                  </a:cubicBezTo>
                  <a:lnTo>
                    <a:pt x="4181" y="19455"/>
                  </a:lnTo>
                  <a:cubicBezTo>
                    <a:pt x="4305" y="19579"/>
                    <a:pt x="4454" y="19627"/>
                    <a:pt x="4610" y="19627"/>
                  </a:cubicBezTo>
                  <a:cubicBezTo>
                    <a:pt x="4807" y="19627"/>
                    <a:pt x="5016" y="19550"/>
                    <a:pt x="5200" y="19455"/>
                  </a:cubicBezTo>
                  <a:lnTo>
                    <a:pt x="6127" y="18899"/>
                  </a:lnTo>
                  <a:cubicBezTo>
                    <a:pt x="6825" y="19303"/>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3"/>
                    <a:pt x="15473" y="18899"/>
                  </a:cubicBezTo>
                  <a:lnTo>
                    <a:pt x="16400" y="19455"/>
                  </a:lnTo>
                  <a:cubicBezTo>
                    <a:pt x="16584" y="19550"/>
                    <a:pt x="16793" y="19627"/>
                    <a:pt x="16990" y="19627"/>
                  </a:cubicBezTo>
                  <a:cubicBezTo>
                    <a:pt x="17146" y="19627"/>
                    <a:pt x="17294" y="19579"/>
                    <a:pt x="17419" y="19455"/>
                  </a:cubicBezTo>
                  <a:lnTo>
                    <a:pt x="19455" y="17419"/>
                  </a:lnTo>
                  <a:cubicBezTo>
                    <a:pt x="19736" y="17138"/>
                    <a:pt x="19641" y="16714"/>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3"/>
                    <a:pt x="21233" y="8730"/>
                    <a:pt x="20880" y="8641"/>
                  </a:cubicBezTo>
                </a:path>
              </a:pathLst>
            </a:custGeom>
            <a:solidFill>
              <a:schemeClr val="tx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6" name="Shape 3675">
              <a:extLst>
                <a:ext uri="{FF2B5EF4-FFF2-40B4-BE49-F238E27FC236}">
                  <a16:creationId xmlns:a16="http://schemas.microsoft.com/office/drawing/2014/main" id="{0A8F5F9E-2E15-417F-812B-42AD1E065DDA}"/>
                </a:ext>
              </a:extLst>
            </p:cNvPr>
            <p:cNvSpPr/>
            <p:nvPr/>
          </p:nvSpPr>
          <p:spPr>
            <a:xfrm>
              <a:off x="4973275" y="866231"/>
              <a:ext cx="285723" cy="233772"/>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70"/>
                    <a:pt x="8617" y="4800"/>
                    <a:pt x="8345" y="4800"/>
                  </a:cubicBezTo>
                  <a:lnTo>
                    <a:pt x="5400" y="4800"/>
                  </a:lnTo>
                  <a:cubicBezTo>
                    <a:pt x="5129" y="4800"/>
                    <a:pt x="4909" y="5070"/>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70"/>
                    <a:pt x="18926" y="16801"/>
                    <a:pt x="18655" y="16801"/>
                  </a:cubicBezTo>
                  <a:lnTo>
                    <a:pt x="18655" y="3601"/>
                  </a:lnTo>
                  <a:lnTo>
                    <a:pt x="20618" y="3601"/>
                  </a:lnTo>
                  <a:cubicBezTo>
                    <a:pt x="20618" y="3601"/>
                    <a:pt x="20618" y="20400"/>
                    <a:pt x="20618" y="20400"/>
                  </a:cubicBezTo>
                  <a:close/>
                  <a:moveTo>
                    <a:pt x="17673" y="16801"/>
                  </a:moveTo>
                  <a:cubicBezTo>
                    <a:pt x="17401" y="16801"/>
                    <a:pt x="17182" y="17070"/>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70"/>
                    <a:pt x="4199" y="16801"/>
                    <a:pt x="3927" y="16801"/>
                  </a:cubicBezTo>
                  <a:lnTo>
                    <a:pt x="3927" y="3601"/>
                  </a:lnTo>
                  <a:lnTo>
                    <a:pt x="17673" y="3601"/>
                  </a:lnTo>
                  <a:cubicBezTo>
                    <a:pt x="17673" y="3601"/>
                    <a:pt x="17673" y="16801"/>
                    <a:pt x="17673" y="16801"/>
                  </a:cubicBezTo>
                  <a:close/>
                  <a:moveTo>
                    <a:pt x="2945" y="16801"/>
                  </a:moveTo>
                  <a:cubicBezTo>
                    <a:pt x="2674" y="16801"/>
                    <a:pt x="2455" y="17070"/>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70"/>
                    <a:pt x="6653" y="7200"/>
                    <a:pt x="6382" y="7200"/>
                  </a:cubicBezTo>
                  <a:lnTo>
                    <a:pt x="5400" y="7200"/>
                  </a:lnTo>
                  <a:cubicBezTo>
                    <a:pt x="5129" y="7200"/>
                    <a:pt x="4909" y="7470"/>
                    <a:pt x="4909" y="7800"/>
                  </a:cubicBezTo>
                  <a:cubicBezTo>
                    <a:pt x="4909" y="8132"/>
                    <a:pt x="5129" y="8400"/>
                    <a:pt x="5400" y="8400"/>
                  </a:cubicBezTo>
                </a:path>
              </a:pathLst>
            </a:custGeom>
            <a:solidFill>
              <a:schemeClr val="tx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7" name="Shape 3689">
              <a:extLst>
                <a:ext uri="{FF2B5EF4-FFF2-40B4-BE49-F238E27FC236}">
                  <a16:creationId xmlns:a16="http://schemas.microsoft.com/office/drawing/2014/main" id="{BB623880-6142-47E9-9BCC-543FF8DB7600}"/>
                </a:ext>
              </a:extLst>
            </p:cNvPr>
            <p:cNvSpPr/>
            <p:nvPr/>
          </p:nvSpPr>
          <p:spPr>
            <a:xfrm>
              <a:off x="6309942" y="3852130"/>
              <a:ext cx="285723" cy="259810"/>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2"/>
                    <a:pt x="4191" y="17361"/>
                  </a:cubicBezTo>
                  <a:cubicBezTo>
                    <a:pt x="5156" y="17087"/>
                    <a:pt x="6884" y="15971"/>
                    <a:pt x="6884" y="13567"/>
                  </a:cubicBezTo>
                  <a:cubicBezTo>
                    <a:pt x="6884" y="11509"/>
                    <a:pt x="6113" y="10507"/>
                    <a:pt x="5698" y="9969"/>
                  </a:cubicBezTo>
                  <a:cubicBezTo>
                    <a:pt x="5646" y="9901"/>
                    <a:pt x="5599" y="9842"/>
                    <a:pt x="5562" y="9785"/>
                  </a:cubicBezTo>
                  <a:cubicBezTo>
                    <a:pt x="5550" y="9768"/>
                    <a:pt x="5538" y="9751"/>
                    <a:pt x="5526" y="9734"/>
                  </a:cubicBezTo>
                  <a:cubicBezTo>
                    <a:pt x="5491" y="9662"/>
                    <a:pt x="5297" y="9177"/>
                    <a:pt x="5553" y="8011"/>
                  </a:cubicBezTo>
                  <a:cubicBezTo>
                    <a:pt x="5604" y="7777"/>
                    <a:pt x="5583" y="7531"/>
                    <a:pt x="5493" y="7311"/>
                  </a:cubicBezTo>
                  <a:cubicBezTo>
                    <a:pt x="5249" y="6721"/>
                    <a:pt x="4603" y="5151"/>
                    <a:pt x="5035" y="3987"/>
                  </a:cubicBezTo>
                  <a:cubicBezTo>
                    <a:pt x="5619" y="2410"/>
                    <a:pt x="6140" y="2098"/>
                    <a:pt x="7085" y="1642"/>
                  </a:cubicBezTo>
                  <a:cubicBezTo>
                    <a:pt x="7132" y="1619"/>
                    <a:pt x="7177" y="1592"/>
                    <a:pt x="7220" y="1562"/>
                  </a:cubicBezTo>
                  <a:cubicBezTo>
                    <a:pt x="7458" y="1393"/>
                    <a:pt x="8233" y="1080"/>
                    <a:pt x="9029" y="1080"/>
                  </a:cubicBezTo>
                  <a:cubicBezTo>
                    <a:pt x="9467" y="1080"/>
                    <a:pt x="9840" y="1171"/>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3"/>
                    <a:pt x="11247" y="9602"/>
                    <a:pt x="11210" y="9679"/>
                  </a:cubicBezTo>
                  <a:cubicBezTo>
                    <a:pt x="11181" y="9712"/>
                    <a:pt x="11153" y="9748"/>
                    <a:pt x="11129" y="9785"/>
                  </a:cubicBezTo>
                  <a:cubicBezTo>
                    <a:pt x="11091" y="9842"/>
                    <a:pt x="11044" y="9901"/>
                    <a:pt x="10992" y="9969"/>
                  </a:cubicBezTo>
                  <a:cubicBezTo>
                    <a:pt x="10578" y="10507"/>
                    <a:pt x="9806" y="11509"/>
                    <a:pt x="9806" y="13567"/>
                  </a:cubicBezTo>
                  <a:cubicBezTo>
                    <a:pt x="9806" y="15971"/>
                    <a:pt x="11535" y="17087"/>
                    <a:pt x="12500" y="17361"/>
                  </a:cubicBezTo>
                  <a:cubicBezTo>
                    <a:pt x="13925" y="17915"/>
                    <a:pt x="15432" y="18664"/>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39"/>
                    <a:pt x="12999" y="4821"/>
                    <a:pt x="12211" y="2789"/>
                  </a:cubicBezTo>
                  <a:cubicBezTo>
                    <a:pt x="11716" y="1513"/>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6"/>
                    <a:pt x="0" y="17821"/>
                    <a:pt x="0" y="21060"/>
                  </a:cubicBezTo>
                  <a:cubicBezTo>
                    <a:pt x="0" y="21060"/>
                    <a:pt x="0" y="21600"/>
                    <a:pt x="491" y="21600"/>
                  </a:cubicBezTo>
                  <a:lnTo>
                    <a:pt x="16200" y="21600"/>
                  </a:lnTo>
                  <a:cubicBezTo>
                    <a:pt x="16691" y="21600"/>
                    <a:pt x="16691" y="21060"/>
                    <a:pt x="16691" y="21060"/>
                  </a:cubicBezTo>
                  <a:cubicBezTo>
                    <a:pt x="16691" y="17821"/>
                    <a:pt x="14048" y="16816"/>
                    <a:pt x="12782" y="16326"/>
                  </a:cubicBezTo>
                  <a:moveTo>
                    <a:pt x="18035" y="15773"/>
                  </a:moveTo>
                  <a:cubicBezTo>
                    <a:pt x="18035" y="15773"/>
                    <a:pt x="16217" y="15311"/>
                    <a:pt x="16217" y="13290"/>
                  </a:cubicBezTo>
                  <a:cubicBezTo>
                    <a:pt x="16217" y="11514"/>
                    <a:pt x="17087" y="10889"/>
                    <a:pt x="17376" y="10458"/>
                  </a:cubicBezTo>
                  <a:cubicBezTo>
                    <a:pt x="17376" y="10458"/>
                    <a:pt x="17968" y="9905"/>
                    <a:pt x="17572" y="8122"/>
                  </a:cubicBezTo>
                  <a:cubicBezTo>
                    <a:pt x="18232" y="7145"/>
                    <a:pt x="18387" y="5419"/>
                    <a:pt x="17669" y="3589"/>
                  </a:cubicBezTo>
                  <a:cubicBezTo>
                    <a:pt x="17218" y="2442"/>
                    <a:pt x="16666" y="1814"/>
                    <a:pt x="16059" y="1448"/>
                  </a:cubicBezTo>
                  <a:cubicBezTo>
                    <a:pt x="15612" y="1179"/>
                    <a:pt x="15107" y="1081"/>
                    <a:pt x="14614" y="1081"/>
                  </a:cubicBezTo>
                  <a:cubicBezTo>
                    <a:pt x="13880" y="1081"/>
                    <a:pt x="13182" y="1301"/>
                    <a:pt x="12753" y="1513"/>
                  </a:cubicBezTo>
                  <a:cubicBezTo>
                    <a:pt x="12878" y="1781"/>
                    <a:pt x="12997" y="2064"/>
                    <a:pt x="13115" y="2365"/>
                  </a:cubicBezTo>
                  <a:cubicBezTo>
                    <a:pt x="13131" y="2408"/>
                    <a:pt x="13143" y="2453"/>
                    <a:pt x="13159" y="2496"/>
                  </a:cubicBezTo>
                  <a:cubicBezTo>
                    <a:pt x="13436" y="2360"/>
                    <a:pt x="13994" y="2159"/>
                    <a:pt x="14614" y="2159"/>
                  </a:cubicBezTo>
                  <a:cubicBezTo>
                    <a:pt x="15001" y="2159"/>
                    <a:pt x="15328" y="2239"/>
                    <a:pt x="15588" y="2396"/>
                  </a:cubicBezTo>
                  <a:cubicBezTo>
                    <a:pt x="15893" y="2579"/>
                    <a:pt x="16347" y="2947"/>
                    <a:pt x="16767" y="4018"/>
                  </a:cubicBezTo>
                  <a:cubicBezTo>
                    <a:pt x="17366" y="5540"/>
                    <a:pt x="17207" y="6853"/>
                    <a:pt x="16784" y="7478"/>
                  </a:cubicBezTo>
                  <a:cubicBezTo>
                    <a:pt x="16610" y="7736"/>
                    <a:pt x="16549" y="8066"/>
                    <a:pt x="16618" y="8379"/>
                  </a:cubicBezTo>
                  <a:cubicBezTo>
                    <a:pt x="16817" y="9273"/>
                    <a:pt x="16689" y="9648"/>
                    <a:pt x="16656" y="9723"/>
                  </a:cubicBezTo>
                  <a:cubicBezTo>
                    <a:pt x="16631" y="9753"/>
                    <a:pt x="16607" y="9785"/>
                    <a:pt x="16584" y="9819"/>
                  </a:cubicBezTo>
                  <a:cubicBezTo>
                    <a:pt x="16565" y="9848"/>
                    <a:pt x="16497" y="9929"/>
                    <a:pt x="16447" y="9988"/>
                  </a:cubicBezTo>
                  <a:cubicBezTo>
                    <a:pt x="16023" y="10487"/>
                    <a:pt x="15236" y="11418"/>
                    <a:pt x="15236" y="13290"/>
                  </a:cubicBezTo>
                  <a:cubicBezTo>
                    <a:pt x="15236" y="15520"/>
                    <a:pt x="16851" y="16555"/>
                    <a:pt x="17757" y="16810"/>
                  </a:cubicBezTo>
                  <a:cubicBezTo>
                    <a:pt x="19050" y="17306"/>
                    <a:pt x="20311" y="17925"/>
                    <a:pt x="20570" y="19439"/>
                  </a:cubicBezTo>
                  <a:lnTo>
                    <a:pt x="17464" y="19439"/>
                  </a:lnTo>
                  <a:cubicBezTo>
                    <a:pt x="17553" y="19773"/>
                    <a:pt x="17615" y="20131"/>
                    <a:pt x="17645" y="20519"/>
                  </a:cubicBezTo>
                  <a:lnTo>
                    <a:pt x="21152" y="20519"/>
                  </a:lnTo>
                  <a:cubicBezTo>
                    <a:pt x="21600" y="20519"/>
                    <a:pt x="21600" y="20034"/>
                    <a:pt x="21600" y="20034"/>
                  </a:cubicBezTo>
                  <a:cubicBezTo>
                    <a:pt x="21600" y="17119"/>
                    <a:pt x="19191" y="16215"/>
                    <a:pt x="18035" y="15773"/>
                  </a:cubicBezTo>
                </a:path>
              </a:pathLst>
            </a:custGeom>
            <a:solidFill>
              <a:schemeClr val="tx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9" name="Group 1">
            <a:extLst>
              <a:ext uri="{FF2B5EF4-FFF2-40B4-BE49-F238E27FC236}">
                <a16:creationId xmlns:a16="http://schemas.microsoft.com/office/drawing/2014/main" id="{E7E0C29D-AC10-3906-B9DE-4A3F611E522D}"/>
              </a:ext>
            </a:extLst>
          </p:cNvPr>
          <p:cNvGrpSpPr/>
          <p:nvPr/>
        </p:nvGrpSpPr>
        <p:grpSpPr>
          <a:xfrm>
            <a:off x="1301745" y="4455116"/>
            <a:ext cx="2013602" cy="28079"/>
            <a:chOff x="10866255" y="8448874"/>
            <a:chExt cx="2738812" cy="73150"/>
          </a:xfrm>
        </p:grpSpPr>
        <p:sp>
          <p:nvSpPr>
            <p:cNvPr id="120" name="Rectangle 11">
              <a:extLst>
                <a:ext uri="{FF2B5EF4-FFF2-40B4-BE49-F238E27FC236}">
                  <a16:creationId xmlns:a16="http://schemas.microsoft.com/office/drawing/2014/main" id="{23474B5D-956E-FDC4-475C-B99A5FBA18E4}"/>
                </a:ext>
              </a:extLst>
            </p:cNvPr>
            <p:cNvSpPr/>
            <p:nvPr/>
          </p:nvSpPr>
          <p:spPr>
            <a:xfrm flipV="1">
              <a:off x="10866255" y="8448874"/>
              <a:ext cx="407521" cy="73150"/>
            </a:xfrm>
            <a:prstGeom prst="rect">
              <a:avLst/>
            </a:prstGeom>
            <a:solidFill>
              <a:srgbClr val="4472C4"/>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1" name="Rectangle 12">
              <a:extLst>
                <a:ext uri="{FF2B5EF4-FFF2-40B4-BE49-F238E27FC236}">
                  <a16:creationId xmlns:a16="http://schemas.microsoft.com/office/drawing/2014/main" id="{D4E48006-D541-15BE-6A06-153A455E3FF7}"/>
                </a:ext>
              </a:extLst>
            </p:cNvPr>
            <p:cNvSpPr/>
            <p:nvPr/>
          </p:nvSpPr>
          <p:spPr>
            <a:xfrm flipV="1">
              <a:off x="11330497" y="8448874"/>
              <a:ext cx="407521" cy="73150"/>
            </a:xfrm>
            <a:prstGeom prst="rect">
              <a:avLst/>
            </a:prstGeom>
            <a:solidFill>
              <a:srgbClr val="ED7D31"/>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2" name="Rectangle 13">
              <a:extLst>
                <a:ext uri="{FF2B5EF4-FFF2-40B4-BE49-F238E27FC236}">
                  <a16:creationId xmlns:a16="http://schemas.microsoft.com/office/drawing/2014/main" id="{D41997D5-A065-46DE-6A58-ECE169D7535D}"/>
                </a:ext>
              </a:extLst>
            </p:cNvPr>
            <p:cNvSpPr/>
            <p:nvPr/>
          </p:nvSpPr>
          <p:spPr>
            <a:xfrm flipV="1">
              <a:off x="11809200" y="8448874"/>
              <a:ext cx="407521" cy="73150"/>
            </a:xfrm>
            <a:prstGeom prst="rect">
              <a:avLst/>
            </a:prstGeom>
            <a:solidFill>
              <a:srgbClr val="FFC000"/>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3" name="Rectangle 14">
              <a:extLst>
                <a:ext uri="{FF2B5EF4-FFF2-40B4-BE49-F238E27FC236}">
                  <a16:creationId xmlns:a16="http://schemas.microsoft.com/office/drawing/2014/main" id="{EB38924B-6417-4930-4A5E-1D94D4D1AC3B}"/>
                </a:ext>
              </a:extLst>
            </p:cNvPr>
            <p:cNvSpPr/>
            <p:nvPr/>
          </p:nvSpPr>
          <p:spPr>
            <a:xfrm flipV="1">
              <a:off x="12273541" y="8448874"/>
              <a:ext cx="407521" cy="73150"/>
            </a:xfrm>
            <a:prstGeom prst="rect">
              <a:avLst/>
            </a:prstGeom>
            <a:solidFill>
              <a:srgbClr val="A5A5A5"/>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4" name="Rectangle 15">
              <a:extLst>
                <a:ext uri="{FF2B5EF4-FFF2-40B4-BE49-F238E27FC236}">
                  <a16:creationId xmlns:a16="http://schemas.microsoft.com/office/drawing/2014/main" id="{D8715A35-C995-3E1C-E4C1-F106E25EA767}"/>
                </a:ext>
              </a:extLst>
            </p:cNvPr>
            <p:cNvSpPr/>
            <p:nvPr/>
          </p:nvSpPr>
          <p:spPr>
            <a:xfrm flipV="1">
              <a:off x="12737783" y="8448874"/>
              <a:ext cx="407521" cy="73150"/>
            </a:xfrm>
            <a:prstGeom prst="rect">
              <a:avLst/>
            </a:prstGeom>
            <a:solidFill>
              <a:srgbClr val="5B9BD5"/>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25" name="Rectangle 16">
              <a:extLst>
                <a:ext uri="{FF2B5EF4-FFF2-40B4-BE49-F238E27FC236}">
                  <a16:creationId xmlns:a16="http://schemas.microsoft.com/office/drawing/2014/main" id="{C553CD53-98A5-0EE7-8BF3-910717F019EC}"/>
                </a:ext>
              </a:extLst>
            </p:cNvPr>
            <p:cNvSpPr/>
            <p:nvPr/>
          </p:nvSpPr>
          <p:spPr>
            <a:xfrm flipV="1">
              <a:off x="13197546" y="8448874"/>
              <a:ext cx="407521" cy="73150"/>
            </a:xfrm>
            <a:prstGeom prst="rect">
              <a:avLst/>
            </a:prstGeom>
            <a:solidFill>
              <a:srgbClr val="70AD47"/>
            </a:solidFill>
            <a:ln w="6350" cap="flat" cmpd="sng" algn="ctr">
              <a:noFill/>
              <a:prstDash val="solid"/>
              <a:miter lim="800000"/>
            </a:ln>
            <a:effectLst/>
          </p:spPr>
          <p:txBody>
            <a:bodyPr lIns="121899" tIns="60950" rIns="121899" bIns="6095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sp>
        <p:nvSpPr>
          <p:cNvPr id="91" name="TextBox 2248">
            <a:extLst>
              <a:ext uri="{FF2B5EF4-FFF2-40B4-BE49-F238E27FC236}">
                <a16:creationId xmlns:a16="http://schemas.microsoft.com/office/drawing/2014/main" id="{0C298689-AF77-EAB6-6C3F-3B1FC040BF27}"/>
              </a:ext>
            </a:extLst>
          </p:cNvPr>
          <p:cNvSpPr txBox="1"/>
          <p:nvPr/>
        </p:nvSpPr>
        <p:spPr>
          <a:xfrm>
            <a:off x="5461020" y="1380713"/>
            <a:ext cx="2158422" cy="465080"/>
          </a:xfrm>
          <a:prstGeom prst="rect">
            <a:avLst/>
          </a:prstGeom>
          <a:noFill/>
        </p:spPr>
        <p:txBody>
          <a:bodyPr wrap="square" lIns="0" tIns="0" rIns="0" bIns="0" rtlCol="0">
            <a:spAutoFit/>
          </a:bodyPr>
          <a:lstStyle/>
          <a:p>
            <a:pPr lvl="0" algn="ctr"/>
            <a:r>
              <a:rPr lang="en-US" sz="1400" b="1" dirty="0">
                <a:latin typeface="Georgia" panose="02040502050405020303" pitchFamily="18" charset="0"/>
              </a:rPr>
              <a:t>Mapping Active Directory attacks </a:t>
            </a:r>
          </a:p>
        </p:txBody>
      </p:sp>
      <p:sp>
        <p:nvSpPr>
          <p:cNvPr id="92" name="TextBox 2253">
            <a:extLst>
              <a:ext uri="{FF2B5EF4-FFF2-40B4-BE49-F238E27FC236}">
                <a16:creationId xmlns:a16="http://schemas.microsoft.com/office/drawing/2014/main" id="{8EA0C9E2-2E45-29DB-E24E-658503FDAC48}"/>
              </a:ext>
            </a:extLst>
          </p:cNvPr>
          <p:cNvSpPr txBox="1"/>
          <p:nvPr/>
        </p:nvSpPr>
        <p:spPr>
          <a:xfrm>
            <a:off x="6623385" y="2842154"/>
            <a:ext cx="2864838" cy="713275"/>
          </a:xfrm>
          <a:prstGeom prst="rect">
            <a:avLst/>
          </a:prstGeom>
          <a:noFill/>
        </p:spPr>
        <p:txBody>
          <a:bodyPr wrap="square" lIns="0" tIns="0" rIns="0" bIns="0" rtlCol="0">
            <a:spAutoFit/>
          </a:bodyPr>
          <a:lstStyle/>
          <a:p>
            <a:pPr lvl="0" algn="ctr"/>
            <a:r>
              <a:rPr lang="en-US" sz="1200" b="1" dirty="0">
                <a:latin typeface="Georgia" panose="02040502050405020303" pitchFamily="18" charset="0"/>
              </a:rPr>
              <a:t>Automate </a:t>
            </a:r>
          </a:p>
          <a:p>
            <a:pPr lvl="0" algn="ctr"/>
            <a:r>
              <a:rPr lang="en-US" sz="1200" b="1" dirty="0">
                <a:latin typeface="Georgia" panose="02040502050405020303" pitchFamily="18" charset="0"/>
              </a:rPr>
              <a:t>the configuration</a:t>
            </a:r>
          </a:p>
          <a:p>
            <a:pPr lvl="0" algn="ctr"/>
            <a:r>
              <a:rPr lang="en-US" sz="1200" b="1" dirty="0">
                <a:latin typeface="Georgia" panose="02040502050405020303" pitchFamily="18" charset="0"/>
              </a:rPr>
              <a:t> of agents to gain </a:t>
            </a:r>
          </a:p>
          <a:p>
            <a:pPr lvl="0" algn="ctr"/>
            <a:r>
              <a:rPr lang="en-US" sz="1200" b="1" dirty="0">
                <a:latin typeface="Georgia" panose="02040502050405020303" pitchFamily="18" charset="0"/>
              </a:rPr>
              <a:t>time and cost </a:t>
            </a:r>
          </a:p>
        </p:txBody>
      </p:sp>
      <p:sp>
        <p:nvSpPr>
          <p:cNvPr id="93" name="TextBox 2254">
            <a:extLst>
              <a:ext uri="{FF2B5EF4-FFF2-40B4-BE49-F238E27FC236}">
                <a16:creationId xmlns:a16="http://schemas.microsoft.com/office/drawing/2014/main" id="{336ED438-1A5E-0B02-BCE9-D9334C0131B8}"/>
              </a:ext>
            </a:extLst>
          </p:cNvPr>
          <p:cNvSpPr txBox="1"/>
          <p:nvPr/>
        </p:nvSpPr>
        <p:spPr>
          <a:xfrm>
            <a:off x="7359218" y="4395607"/>
            <a:ext cx="1676587" cy="534955"/>
          </a:xfrm>
          <a:prstGeom prst="rect">
            <a:avLst/>
          </a:prstGeom>
          <a:noFill/>
        </p:spPr>
        <p:txBody>
          <a:bodyPr wrap="square" lIns="0" tIns="0" rIns="0" bIns="0" rtlCol="0">
            <a:spAutoFit/>
          </a:bodyPr>
          <a:lstStyle/>
          <a:p>
            <a:pPr lvl="0" algn="ctr"/>
            <a:r>
              <a:rPr lang="en-US" sz="1200" b="1" dirty="0">
                <a:latin typeface="Georgia" panose="02040502050405020303" pitchFamily="18" charset="0"/>
              </a:rPr>
              <a:t>Automate the registration of correlation rules</a:t>
            </a:r>
          </a:p>
        </p:txBody>
      </p:sp>
      <p:sp>
        <p:nvSpPr>
          <p:cNvPr id="97" name="TextBox 2255">
            <a:extLst>
              <a:ext uri="{FF2B5EF4-FFF2-40B4-BE49-F238E27FC236}">
                <a16:creationId xmlns:a16="http://schemas.microsoft.com/office/drawing/2014/main" id="{F53172AC-8B83-F556-13ED-0268EB7D6B76}"/>
              </a:ext>
            </a:extLst>
          </p:cNvPr>
          <p:cNvSpPr txBox="1"/>
          <p:nvPr/>
        </p:nvSpPr>
        <p:spPr>
          <a:xfrm>
            <a:off x="5799776" y="5912928"/>
            <a:ext cx="1788306" cy="553998"/>
          </a:xfrm>
          <a:prstGeom prst="rect">
            <a:avLst/>
          </a:prstGeom>
          <a:noFill/>
        </p:spPr>
        <p:txBody>
          <a:bodyPr wrap="square" lIns="0" tIns="0" rIns="0" bIns="0" rtlCol="0">
            <a:spAutoFit/>
          </a:bodyPr>
          <a:lstStyle/>
          <a:p>
            <a:pPr lvl="0" algn="ctr"/>
            <a:r>
              <a:rPr lang="en-US" sz="1200" b="1" dirty="0">
                <a:latin typeface="Georgia" panose="02040502050405020303" pitchFamily="18" charset="0"/>
              </a:rPr>
              <a:t>Developing a web application to manage rules</a:t>
            </a:r>
          </a:p>
        </p:txBody>
      </p:sp>
      <p:graphicFrame>
        <p:nvGraphicFramePr>
          <p:cNvPr id="101" name="Diagramme 100">
            <a:extLst>
              <a:ext uri="{FF2B5EF4-FFF2-40B4-BE49-F238E27FC236}">
                <a16:creationId xmlns:a16="http://schemas.microsoft.com/office/drawing/2014/main" id="{AF279544-9D1F-59A6-BB18-00F18F2630BC}"/>
              </a:ext>
            </a:extLst>
          </p:cNvPr>
          <p:cNvGraphicFramePr/>
          <p:nvPr>
            <p:extLst>
              <p:ext uri="{D42A27DB-BD31-4B8C-83A1-F6EECF244321}">
                <p14:modId xmlns:p14="http://schemas.microsoft.com/office/powerpoint/2010/main" val="2534183331"/>
              </p:ext>
            </p:extLst>
          </p:nvPr>
        </p:nvGraphicFramePr>
        <p:xfrm>
          <a:off x="6960420" y="-20924"/>
          <a:ext cx="5179408" cy="14822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2" name="Title 2">
            <a:extLst>
              <a:ext uri="{FF2B5EF4-FFF2-40B4-BE49-F238E27FC236}">
                <a16:creationId xmlns:a16="http://schemas.microsoft.com/office/drawing/2014/main" id="{C3F65DD3-50DA-81A5-D7A6-052BEB819E58}"/>
              </a:ext>
            </a:extLst>
          </p:cNvPr>
          <p:cNvSpPr txBox="1">
            <a:spLocks/>
          </p:cNvSpPr>
          <p:nvPr/>
        </p:nvSpPr>
        <p:spPr>
          <a:xfrm>
            <a:off x="89993" y="39141"/>
            <a:ext cx="12028017" cy="93831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002060"/>
                </a:solidFill>
              </a:rPr>
              <a:t>Conclusion and perspectives</a:t>
            </a:r>
          </a:p>
        </p:txBody>
      </p:sp>
      <p:sp>
        <p:nvSpPr>
          <p:cNvPr id="104" name="TextBox 2256">
            <a:extLst>
              <a:ext uri="{FF2B5EF4-FFF2-40B4-BE49-F238E27FC236}">
                <a16:creationId xmlns:a16="http://schemas.microsoft.com/office/drawing/2014/main" id="{9DDE4DF2-FDF0-74A0-519A-35E94A0E576A}"/>
              </a:ext>
            </a:extLst>
          </p:cNvPr>
          <p:cNvSpPr txBox="1"/>
          <p:nvPr/>
        </p:nvSpPr>
        <p:spPr>
          <a:xfrm>
            <a:off x="1181839" y="3940671"/>
            <a:ext cx="2031902" cy="431860"/>
          </a:xfrm>
          <a:prstGeom prst="rect">
            <a:avLst/>
          </a:prstGeom>
          <a:noFill/>
        </p:spPr>
        <p:txBody>
          <a:bodyPr wrap="square" rtlCol="0">
            <a:spAutoFit/>
          </a:bodyPr>
          <a:lstStyle/>
          <a:p>
            <a:pPr algn="ctr"/>
            <a:r>
              <a:rPr lang="en-US" sz="2000" b="1" dirty="0">
                <a:solidFill>
                  <a:srgbClr val="002060"/>
                </a:solidFill>
              </a:rPr>
              <a:t>Perspectives</a:t>
            </a:r>
            <a:endParaRPr lang="en-US" sz="2000" dirty="0">
              <a:latin typeface="Georgia" panose="02040502050405020303" pitchFamily="18" charset="0"/>
            </a:endParaRPr>
          </a:p>
        </p:txBody>
      </p:sp>
    </p:spTree>
    <p:extLst>
      <p:ext uri="{BB962C8B-B14F-4D97-AF65-F5344CB8AC3E}">
        <p14:creationId xmlns:p14="http://schemas.microsoft.com/office/powerpoint/2010/main" val="2842444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2FB1554-EA7C-E034-8E0E-FA4230CA0E14}"/>
              </a:ext>
            </a:extLst>
          </p:cNvPr>
          <p:cNvSpPr txBox="1"/>
          <p:nvPr/>
        </p:nvSpPr>
        <p:spPr>
          <a:xfrm>
            <a:off x="149275" y="2505670"/>
            <a:ext cx="11893449" cy="923330"/>
          </a:xfrm>
          <a:prstGeom prst="rect">
            <a:avLst/>
          </a:prstGeom>
          <a:noFill/>
        </p:spPr>
        <p:txBody>
          <a:bodyPr wrap="none" rtlCol="0">
            <a:spAutoFit/>
          </a:bodyPr>
          <a:lstStyle/>
          <a:p>
            <a:r>
              <a:rPr lang="en-US" sz="5400" b="1" dirty="0">
                <a:solidFill>
                  <a:schemeClr val="bg1"/>
                </a:solidFill>
                <a:latin typeface="Lao UI" panose="020B0502040204020203" pitchFamily="34" charset="0"/>
                <a:cs typeface="Lao UI" panose="020B0502040204020203" pitchFamily="34" charset="0"/>
              </a:rPr>
              <a:t>THANK YOU FOR YOUR ATTENTION</a:t>
            </a:r>
          </a:p>
        </p:txBody>
      </p:sp>
    </p:spTree>
    <p:extLst>
      <p:ext uri="{BB962C8B-B14F-4D97-AF65-F5344CB8AC3E}">
        <p14:creationId xmlns:p14="http://schemas.microsoft.com/office/powerpoint/2010/main" val="183684538"/>
      </p:ext>
    </p:extLst>
  </p:cSld>
  <p:clrMapOvr>
    <a:masterClrMapping/>
  </p:clrMapOvr>
</p:sld>
</file>

<file path=ppt/theme/theme1.xml><?xml version="1.0" encoding="utf-8"?>
<a:theme xmlns:a="http://schemas.openxmlformats.org/drawingml/2006/main" name="Thème-bleu">
  <a:themeElements>
    <a:clrScheme name="Personnalisé 3">
      <a:dk1>
        <a:sysClr val="windowText" lastClr="000000"/>
      </a:dk1>
      <a:lt1>
        <a:sysClr val="window" lastClr="FFFFFF"/>
      </a:lt1>
      <a:dk2>
        <a:srgbClr val="242852"/>
      </a:dk2>
      <a:lt2>
        <a:srgbClr val="224F76"/>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ème-bleu" id="{FBA995B3-02BC-489A-A0EF-EF52F9E8E817}" vid="{E0D6CEAD-84ED-4DA9-81FE-FFA67008DE12}"/>
    </a:ext>
  </a:ext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Personnalisé 7">
      <a:dk1>
        <a:sysClr val="windowText" lastClr="000000"/>
      </a:dk1>
      <a:lt1>
        <a:sysClr val="window" lastClr="FFFFFF"/>
      </a:lt1>
      <a:dk2>
        <a:srgbClr val="ADB9CA"/>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ustom 30">
      <a:dk1>
        <a:sysClr val="windowText" lastClr="000000"/>
      </a:dk1>
      <a:lt1>
        <a:sysClr val="window" lastClr="FFFFFF"/>
      </a:lt1>
      <a:dk2>
        <a:srgbClr val="FFC000"/>
      </a:dk2>
      <a:lt2>
        <a:srgbClr val="E7E6E6"/>
      </a:lt2>
      <a:accent1>
        <a:srgbClr val="D8A713"/>
      </a:accent1>
      <a:accent2>
        <a:srgbClr val="F2D130"/>
      </a:accent2>
      <a:accent3>
        <a:srgbClr val="D88F06"/>
      </a:accent3>
      <a:accent4>
        <a:srgbClr val="F2D130"/>
      </a:accent4>
      <a:accent5>
        <a:srgbClr val="D88F06"/>
      </a:accent5>
      <a:accent6>
        <a:srgbClr val="F2D13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Thème-bleu</Template>
  <TotalTime>2720</TotalTime>
  <Words>5504</Words>
  <Application>Microsoft Office PowerPoint</Application>
  <PresentationFormat>Grand écran</PresentationFormat>
  <Paragraphs>836</Paragraphs>
  <Slides>28</Slides>
  <Notes>25</Notes>
  <HiddenSlides>0</HiddenSlides>
  <MMClips>0</MMClips>
  <ScaleCrop>false</ScaleCrop>
  <HeadingPairs>
    <vt:vector size="6" baseType="variant">
      <vt:variant>
        <vt:lpstr>Polices utilisées</vt:lpstr>
      </vt:variant>
      <vt:variant>
        <vt:i4>13</vt:i4>
      </vt:variant>
      <vt:variant>
        <vt:lpstr>Thème</vt:lpstr>
      </vt:variant>
      <vt:variant>
        <vt:i4>4</vt:i4>
      </vt:variant>
      <vt:variant>
        <vt:lpstr>Titres des diapositives</vt:lpstr>
      </vt:variant>
      <vt:variant>
        <vt:i4>28</vt:i4>
      </vt:variant>
    </vt:vector>
  </HeadingPairs>
  <TitlesOfParts>
    <vt:vector size="45" baseType="lpstr">
      <vt:lpstr>Arial</vt:lpstr>
      <vt:lpstr>Calibri</vt:lpstr>
      <vt:lpstr>Calibri Light</vt:lpstr>
      <vt:lpstr>CMR10</vt:lpstr>
      <vt:lpstr>Concert One</vt:lpstr>
      <vt:lpstr>Didact Gothic</vt:lpstr>
      <vt:lpstr>Georgia</vt:lpstr>
      <vt:lpstr>Georgia Pro Cond</vt:lpstr>
      <vt:lpstr>Josefin Sans</vt:lpstr>
      <vt:lpstr>Lao UI</vt:lpstr>
      <vt:lpstr>Proxima Nova</vt:lpstr>
      <vt:lpstr>Proxima Nova Semibold</vt:lpstr>
      <vt:lpstr>Wingdings</vt:lpstr>
      <vt:lpstr>Thème-bleu</vt:lpstr>
      <vt:lpstr>Slidesgo Final Pages</vt:lpstr>
      <vt:lpstr>Thème Office</vt:lpstr>
      <vt:lpstr>Office Theme</vt:lpstr>
      <vt:lpstr>MAPPING ADVERSARY EMULATION PLANS USING THE MITRE ATT&amp;CK,CALDERA,ANSIBLE AND SPLUNK</vt:lpstr>
      <vt:lpstr>Motivation: Technology keeps improving as do hackers</vt:lpstr>
      <vt:lpstr>Motivation: Problematic and limitations</vt:lpstr>
      <vt:lpstr>Motivation: Context of Project and Proposed solution</vt:lpstr>
      <vt:lpstr>PLAN</vt:lpstr>
      <vt:lpstr>Présentation PowerPoint</vt:lpstr>
      <vt:lpstr>SIEM tools comparative study</vt:lpstr>
      <vt:lpstr>Threat Hunting, SIEM and Adversary emulation plan </vt:lpstr>
      <vt:lpstr>Threat Hunting framework  MITRE ATT&amp;CK</vt:lpstr>
      <vt:lpstr>Threat Hunting playbook</vt:lpstr>
      <vt:lpstr> Adversary Emulation tools         comparative study</vt:lpstr>
      <vt:lpstr>Configuration management  and automation tools </vt:lpstr>
      <vt:lpstr>Présentation PowerPoint</vt:lpstr>
      <vt:lpstr>Architecture of The Target Solution</vt:lpstr>
      <vt:lpstr>Présentation PowerPoint</vt:lpstr>
      <vt:lpstr> Realization and Implementation</vt:lpstr>
      <vt:lpstr> Realization and Implementation</vt:lpstr>
      <vt:lpstr> Realization and Implementation</vt:lpstr>
      <vt:lpstr> Realization and Implementation</vt:lpstr>
      <vt:lpstr> Realization and Implementation</vt:lpstr>
      <vt:lpstr> Realization and Implementation</vt:lpstr>
      <vt:lpstr>Présentation PowerPoint</vt:lpstr>
      <vt:lpstr>Solution Experimentation</vt:lpstr>
      <vt:lpstr>Solution Experimentation</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MAPPING ADVERSARY EMULATION PLANS USING THE MITRE ATT&amp;CK,CALDERA,ANSIBLE AND SPLUNK</dc:title>
  <dc:creator>Feriel Darragi</dc:creator>
  <cp:lastModifiedBy>Feriel Darragi</cp:lastModifiedBy>
  <cp:revision>60</cp:revision>
  <dcterms:created xsi:type="dcterms:W3CDTF">2022-06-21T19:26:03Z</dcterms:created>
  <dcterms:modified xsi:type="dcterms:W3CDTF">2022-06-24T11:27:46Z</dcterms:modified>
</cp:coreProperties>
</file>