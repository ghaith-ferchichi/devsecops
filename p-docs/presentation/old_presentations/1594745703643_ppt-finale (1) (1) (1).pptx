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notesMasterIdLst>
    <p:notesMasterId r:id="rId37"/>
  </p:notesMasterIdLst>
  <p:sldIdLst>
    <p:sldId id="256" r:id="rId2"/>
    <p:sldId id="307" r:id="rId3"/>
    <p:sldId id="332" r:id="rId4"/>
    <p:sldId id="291" r:id="rId5"/>
    <p:sldId id="335" r:id="rId6"/>
    <p:sldId id="336" r:id="rId7"/>
    <p:sldId id="308" r:id="rId8"/>
    <p:sldId id="310" r:id="rId9"/>
    <p:sldId id="300" r:id="rId10"/>
    <p:sldId id="287" r:id="rId11"/>
    <p:sldId id="337" r:id="rId12"/>
    <p:sldId id="314" r:id="rId13"/>
    <p:sldId id="304" r:id="rId14"/>
    <p:sldId id="356" r:id="rId15"/>
    <p:sldId id="357" r:id="rId16"/>
    <p:sldId id="313" r:id="rId17"/>
    <p:sldId id="358" r:id="rId18"/>
    <p:sldId id="359" r:id="rId19"/>
    <p:sldId id="360" r:id="rId20"/>
    <p:sldId id="361" r:id="rId21"/>
    <p:sldId id="362" r:id="rId22"/>
    <p:sldId id="342" r:id="rId23"/>
    <p:sldId id="343" r:id="rId24"/>
    <p:sldId id="344" r:id="rId25"/>
    <p:sldId id="345" r:id="rId26"/>
    <p:sldId id="338" r:id="rId27"/>
    <p:sldId id="350" r:id="rId28"/>
    <p:sldId id="351" r:id="rId29"/>
    <p:sldId id="352" r:id="rId30"/>
    <p:sldId id="353" r:id="rId31"/>
    <p:sldId id="354" r:id="rId32"/>
    <p:sldId id="355" r:id="rId33"/>
    <p:sldId id="347" r:id="rId34"/>
    <p:sldId id="364" r:id="rId35"/>
    <p:sldId id="289" r:id="rId3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>
    <p:extLst>
      <p:ext uri="{19B8F6BF-5375-455C-9EA6-DF929625EA0E}">
        <p15:presenceInfo xmlns:p15="http://schemas.microsoft.com/office/powerpoint/2012/main" userId="d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0808"/>
    <a:srgbClr val="0013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355" autoAdjust="0"/>
  </p:normalViewPr>
  <p:slideViewPr>
    <p:cSldViewPr>
      <p:cViewPr varScale="1">
        <p:scale>
          <a:sx n="64" d="100"/>
          <a:sy n="64" d="100"/>
        </p:scale>
        <p:origin x="396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D5513-39D5-4069-8464-88CA846A2F96}" type="datetimeFigureOut">
              <a:rPr lang="fr-FR" smtClean="0"/>
              <a:pPr/>
              <a:t>01/06/2017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84AFCA-F474-4D3B-9DE7-E9CD15BB248E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7992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84AFCA-F474-4D3B-9DE7-E9CD15BB248E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3133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l’infection de type </a:t>
            </a:r>
            <a:r>
              <a:rPr lang="fr-F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Ransomware</a:t>
            </a:r>
            <a:r>
              <a:rPr lang="fr-F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WannaCry</a:t>
            </a:r>
            <a:r>
              <a:rPr lang="fr-F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qui a exploité</a:t>
            </a:r>
          </a:p>
          <a:p>
            <a:r>
              <a:rPr lang="fr-F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les vulnérabilités des systèmes Windows, s’est répandue au niveau mondial. Elle a affecté des</a:t>
            </a:r>
          </a:p>
          <a:p>
            <a:r>
              <a:rPr lang="fr-F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organisations dans 150 pays, dont aux États-Unis Fedex, en Allemagne Deutsch </a:t>
            </a:r>
            <a:r>
              <a:rPr lang="fr-F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Bahn</a:t>
            </a:r>
            <a:r>
              <a:rPr lang="fr-F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la</a:t>
            </a:r>
          </a:p>
          <a:p>
            <a:r>
              <a:rPr lang="fr-F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banque centrale en Russie.</a:t>
            </a:r>
            <a:br>
              <a:rPr lang="fr-F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Après avoir tenté d’enrayer les incidents de sécurité pendant plusieurs années, les</a:t>
            </a:r>
          </a:p>
          <a:p>
            <a:r>
              <a:rPr lang="fr-F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organisations sont aujourd’hui en voie d’admettre qu’il est impossible pour un système</a:t>
            </a:r>
          </a:p>
          <a:p>
            <a:r>
              <a:rPr lang="fr-F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d’information d’avoir une sécurité absolue et à toute épreuve. Leur force, pour la défense</a:t>
            </a:r>
          </a:p>
          <a:p>
            <a:r>
              <a:rPr lang="fr-F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 leur patrimoine informationnel, repose alors sur la détection rapide du moindre incident</a:t>
            </a:r>
          </a:p>
          <a:p>
            <a:r>
              <a:rPr lang="fr-F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et la réaction immédiate appropriée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84AFCA-F474-4D3B-9DE7-E9CD15BB248E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2634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dirty="0" smtClean="0"/>
              <a:t>Les équipes de sécurité sont « noyées » sous l’information</a:t>
            </a:r>
          </a:p>
          <a:p>
            <a:r>
              <a:rPr lang="fr-FR" sz="1200" dirty="0" smtClean="0"/>
              <a:t/>
            </a:r>
            <a:br>
              <a:rPr lang="fr-FR" sz="1200" dirty="0" smtClean="0"/>
            </a:br>
            <a:endParaRPr lang="en-US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84AFCA-F474-4D3B-9DE7-E9CD15BB248E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66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 smtClean="0"/>
              <a:t>En effet, le SOC est un lieu où les systèmes d'information d'entreprise sont: suivis, évalués et défendus.</a:t>
            </a:r>
          </a:p>
          <a:p>
            <a:r>
              <a:rPr lang="fr-FR" sz="1200" dirty="0" smtClean="0"/>
              <a:t>). </a:t>
            </a:r>
          </a:p>
          <a:p>
            <a:r>
              <a:rPr lang="fr-FR" sz="1200" dirty="0" smtClean="0"/>
              <a:t>En</a:t>
            </a:r>
          </a:p>
          <a:p>
            <a:r>
              <a:rPr lang="fr-FR" sz="1200" dirty="0" smtClean="0"/>
              <a:t>effet, c’est impossible de détecter des attaques complexes sur une longue période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 smtClean="0"/>
          </a:p>
          <a:p>
            <a:r>
              <a:rPr lang="fr-FR" sz="1200" dirty="0" smtClean="0"/>
              <a:t>Une étude récente de GBM(General Business Machines) a indiqué que 50% des organisations</a:t>
            </a:r>
          </a:p>
          <a:p>
            <a:r>
              <a:rPr lang="fr-FR" sz="1200" dirty="0" smtClean="0"/>
              <a:t>du CCG(Conseil de Coopération du Golfe) ne peuvent pas prévoir et prévenir des cyberattaques</a:t>
            </a:r>
          </a:p>
          <a:p>
            <a:r>
              <a:rPr lang="fr-FR" sz="1200" dirty="0" smtClean="0"/>
              <a:t>ce qui mène à adopter la solution de SOC.</a:t>
            </a:r>
          </a:p>
          <a:p>
            <a:endParaRPr lang="fr-FR" sz="1200" dirty="0" smtClean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84AFCA-F474-4D3B-9DE7-E9CD15BB248E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80081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 smtClean="0"/>
              <a:t>Collection et normalisation des évènements </a:t>
            </a:r>
            <a:r>
              <a:rPr lang="fr-FR" sz="1200" dirty="0" err="1" smtClean="0"/>
              <a:t>aget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sz="1200" dirty="0" smtClean="0"/>
              <a:t>Stockage d’évènements (EDB), de configuration (KDB) et des profils (UDB). Base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 smtClean="0"/>
              <a:t>Analyse, gestion de priorité, évaluation de risque et corrélation.</a:t>
            </a:r>
            <a:r>
              <a:rPr lang="fr-FR" sz="1200" baseline="0" dirty="0" smtClean="0"/>
              <a:t> Server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 smtClean="0"/>
              <a:t>Consoles d’administration et outils de configuration.</a:t>
            </a:r>
            <a:r>
              <a:rPr lang="fr-FR" sz="1200" baseline="0" dirty="0" smtClean="0"/>
              <a:t> plateforme</a:t>
            </a:r>
            <a:endParaRPr lang="fr-FR" sz="1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84AFCA-F474-4D3B-9DE7-E9CD15BB248E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23015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84AFCA-F474-4D3B-9DE7-E9CD15BB248E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3922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/>
              <a:t>Trouver, classer par priorité et corriger les risques de sécurité rapidement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84AFCA-F474-4D3B-9DE7-E9CD15BB248E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13454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Après avoir i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nstaller ELK… nous générons un certificat au</a:t>
            </a:r>
            <a:r>
              <a:rPr lang="fr-F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niveau du serveur</a:t>
            </a:r>
            <a:r>
              <a:rPr lang="fr-F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ELK et 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</a:t>
            </a:r>
            <a:r>
              <a:rPr lang="fr-F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copio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ns dans</a:t>
            </a:r>
            <a:r>
              <a:rPr lang="fr-F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OSSIM. 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84AFCA-F474-4D3B-9DE7-E9CD15BB248E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710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tangle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178" indent="0" algn="ctr">
              <a:buNone/>
            </a:lvl2pPr>
            <a:lvl3pPr marL="914354" indent="0" algn="ctr">
              <a:buNone/>
            </a:lvl3pPr>
            <a:lvl4pPr marL="1371532" indent="0" algn="ctr">
              <a:buNone/>
            </a:lvl4pPr>
            <a:lvl5pPr marL="1828709" indent="0" algn="ctr">
              <a:buNone/>
            </a:lvl5pPr>
            <a:lvl6pPr marL="2285886" indent="0" algn="ctr">
              <a:buNone/>
            </a:lvl6pPr>
            <a:lvl7pPr marL="2743062" indent="0" algn="ctr">
              <a:buNone/>
            </a:lvl7pPr>
            <a:lvl8pPr marL="3200240" indent="0" algn="ctr">
              <a:buNone/>
            </a:lvl8pPr>
            <a:lvl9pPr marL="3657418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F185DDBA-C207-46E8-A4EF-9086297854EE}" type="datetime1">
              <a:rPr lang="fr-FR" smtClean="0"/>
              <a:pPr/>
              <a:t>01/06/2017</a:t>
            </a:fld>
            <a:endParaRPr lang="fr-BE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>
          <a:xfrm>
            <a:off x="2780524" y="236551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fr-BE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56B3-E5E2-4F42-8E5B-49D7A79A4A60}" type="datetime1">
              <a:rPr lang="fr-FR" smtClean="0"/>
              <a:pPr/>
              <a:t>01/06/2017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828803" y="2743200"/>
            <a:ext cx="9497484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A5403-EEF7-4E4E-9A37-0D064AA5DC51}" type="datetime1">
              <a:rPr lang="fr-FR" smtClean="0"/>
              <a:pPr/>
              <a:t>01/06/2017</a:t>
            </a:fld>
            <a:endParaRPr lang="fr-BE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7272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CEAFE03-41E8-4A9D-88C1-E0F94F4CA783}" type="datetime1">
              <a:rPr lang="fr-FR" smtClean="0"/>
              <a:pPr/>
              <a:t>01/06/2017</a:t>
            </a:fld>
            <a:endParaRPr lang="fr-BE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  <p:sp>
        <p:nvSpPr>
          <p:cNvPr id="12" name="Espace réservé du pied de page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fr-BE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2BBA7F2E-A90E-4EF2-A0B6-7A13DF808C81}" type="datetime1">
              <a:rPr lang="fr-FR" smtClean="0"/>
              <a:pPr/>
              <a:t>01/06/2017</a:t>
            </a:fld>
            <a:endParaRPr lang="fr-BE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fr-BE"/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E2CA2-BAAE-4094-8F25-79A484F152F5}" type="datetime1">
              <a:rPr lang="fr-FR" smtClean="0"/>
              <a:pPr/>
              <a:t>01/06/2017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BDE9C-CDB2-41EB-930B-B583D05F6689}" type="datetime1">
              <a:rPr lang="fr-FR" smtClean="0"/>
              <a:pPr/>
              <a:t>01/06/2017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7CF6B-627A-45C4-9000-E3FE9FF898C9}" type="datetime1">
              <a:rPr lang="fr-FR" smtClean="0"/>
              <a:pPr/>
              <a:t>01/06/2017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2060448" y="4654296"/>
            <a:ext cx="10131552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>
          <a:xfrm>
            <a:off x="8331200" y="6248413"/>
            <a:ext cx="3556000" cy="365125"/>
          </a:xfrm>
        </p:spPr>
        <p:txBody>
          <a:bodyPr rtlCol="0"/>
          <a:lstStyle/>
          <a:p>
            <a:fld id="{4BAA252D-5935-484E-B84B-81CBB232823F}" type="datetime1">
              <a:rPr lang="fr-FR" smtClean="0"/>
              <a:pPr/>
              <a:t>01/06/2017</a:t>
            </a:fld>
            <a:endParaRPr lang="fr-BE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9304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>
          <a:xfrm>
            <a:off x="2133600" y="6248219"/>
            <a:ext cx="6096000" cy="365125"/>
          </a:xfrm>
        </p:spPr>
        <p:txBody>
          <a:bodyPr rtlCol="0"/>
          <a:lstStyle/>
          <a:p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94D4-D42D-4776-8155-099A61DE773D}" type="datetime1">
              <a:rPr lang="fr-FR" smtClean="0"/>
              <a:pPr/>
              <a:t>01/06/2017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37600" y="609613"/>
            <a:ext cx="2743200" cy="5516563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737600" y="6248415"/>
            <a:ext cx="2946400" cy="365125"/>
          </a:xfrm>
        </p:spPr>
        <p:txBody>
          <a:bodyPr/>
          <a:lstStyle/>
          <a:p>
            <a:fld id="{F53AA8CA-AE62-4B86-A467-160E6A34578D}" type="datetime1">
              <a:rPr lang="fr-FR" smtClean="0"/>
              <a:pPr/>
              <a:t>01/06/2017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609610" y="6248220"/>
            <a:ext cx="7431311" cy="365125"/>
          </a:xfrm>
        </p:spPr>
        <p:txBody>
          <a:bodyPr/>
          <a:lstStyle/>
          <a:p>
            <a:endParaRPr lang="fr-BE"/>
          </a:p>
        </p:txBody>
      </p:sp>
      <p:sp>
        <p:nvSpPr>
          <p:cNvPr id="7" name="Rectangle 6"/>
          <p:cNvSpPr/>
          <p:nvPr/>
        </p:nvSpPr>
        <p:spPr bwMode="white">
          <a:xfrm>
            <a:off x="8128424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empty_p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/>
          <p:cNvSpPr>
            <a:spLocks noGrp="1"/>
          </p:cNvSpPr>
          <p:nvPr>
            <p:ph type="title" hasCustomPrompt="1"/>
          </p:nvPr>
        </p:nvSpPr>
        <p:spPr>
          <a:xfrm>
            <a:off x="3133805" y="156510"/>
            <a:ext cx="5924395" cy="413483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i="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362455" y="616269"/>
            <a:ext cx="34671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 smtClean="0"/>
              <a:t>Subtext Goes Here</a:t>
            </a:r>
          </a:p>
        </p:txBody>
      </p:sp>
      <p:grpSp>
        <p:nvGrpSpPr>
          <p:cNvPr id="32" name="Group 31"/>
          <p:cNvGrpSpPr/>
          <p:nvPr userDrawn="1"/>
        </p:nvGrpSpPr>
        <p:grpSpPr>
          <a:xfrm>
            <a:off x="3330577" y="990600"/>
            <a:ext cx="5530851" cy="101600"/>
            <a:chOff x="508000" y="2487613"/>
            <a:chExt cx="2818606" cy="76200"/>
          </a:xfrm>
        </p:grpSpPr>
        <p:sp>
          <p:nvSpPr>
            <p:cNvPr id="17" name="Rectangle 16"/>
            <p:cNvSpPr/>
            <p:nvPr userDrawn="1"/>
          </p:nvSpPr>
          <p:spPr>
            <a:xfrm>
              <a:off x="508000" y="2487613"/>
              <a:ext cx="469924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976948" y="2487613"/>
              <a:ext cx="469924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1446882" y="2487613"/>
              <a:ext cx="469924" cy="76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25" name="Rectangle 24"/>
            <p:cNvSpPr/>
            <p:nvPr userDrawn="1"/>
          </p:nvSpPr>
          <p:spPr>
            <a:xfrm>
              <a:off x="1916815" y="2487613"/>
              <a:ext cx="469924" cy="76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2386749" y="2487613"/>
              <a:ext cx="469924" cy="7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31" name="Rectangle 30"/>
            <p:cNvSpPr/>
            <p:nvPr userDrawn="1"/>
          </p:nvSpPr>
          <p:spPr>
            <a:xfrm>
              <a:off x="2856682" y="2487613"/>
              <a:ext cx="469924" cy="76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</p:grpSp>
      <p:sp>
        <p:nvSpPr>
          <p:cNvPr id="13" name="Pentagon 12"/>
          <p:cNvSpPr>
            <a:spLocks noChangeAspect="1"/>
          </p:cNvSpPr>
          <p:nvPr userDrawn="1"/>
        </p:nvSpPr>
        <p:spPr>
          <a:xfrm rot="5400000">
            <a:off x="11335834" y="497817"/>
            <a:ext cx="526605" cy="660400"/>
          </a:xfrm>
          <a:prstGeom prst="homePlate">
            <a:avLst>
              <a:gd name="adj" fmla="val 3190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800" dirty="0"/>
          </a:p>
        </p:txBody>
      </p:sp>
      <p:sp>
        <p:nvSpPr>
          <p:cNvPr id="14" name="Slide Number Placeholder 4"/>
          <p:cNvSpPr txBox="1">
            <a:spLocks/>
          </p:cNvSpPr>
          <p:nvPr userDrawn="1"/>
        </p:nvSpPr>
        <p:spPr>
          <a:xfrm>
            <a:off x="11234869" y="520659"/>
            <a:ext cx="728537" cy="538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36B7D2-B98C-44FD-8D04-7EC62A564975}" type="slidenum">
              <a:rPr lang="en-US" sz="1200" smtClean="0"/>
              <a:pPr/>
              <a:t>‹#›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189864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ur serv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133805" y="156510"/>
            <a:ext cx="5924395" cy="413483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i="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362455" y="616269"/>
            <a:ext cx="34671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 smtClean="0"/>
              <a:t>Subtext Goes Here</a:t>
            </a:r>
          </a:p>
        </p:txBody>
      </p:sp>
      <p:grpSp>
        <p:nvGrpSpPr>
          <p:cNvPr id="2" name="Group 31"/>
          <p:cNvGrpSpPr/>
          <p:nvPr userDrawn="1"/>
        </p:nvGrpSpPr>
        <p:grpSpPr>
          <a:xfrm>
            <a:off x="3330577" y="990600"/>
            <a:ext cx="5530851" cy="101600"/>
            <a:chOff x="508000" y="2487613"/>
            <a:chExt cx="2818606" cy="76200"/>
          </a:xfrm>
        </p:grpSpPr>
        <p:sp>
          <p:nvSpPr>
            <p:cNvPr id="9" name="Rectangle 8"/>
            <p:cNvSpPr/>
            <p:nvPr userDrawn="1"/>
          </p:nvSpPr>
          <p:spPr>
            <a:xfrm>
              <a:off x="508000" y="2487613"/>
              <a:ext cx="469924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976948" y="2487613"/>
              <a:ext cx="469924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1446882" y="2487613"/>
              <a:ext cx="469924" cy="76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1916815" y="2487613"/>
              <a:ext cx="469924" cy="76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2386749" y="2487613"/>
              <a:ext cx="469924" cy="7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2856682" y="2487613"/>
              <a:ext cx="469924" cy="76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</p:grpSp>
      <p:sp>
        <p:nvSpPr>
          <p:cNvPr id="19" name="Pentagon 18"/>
          <p:cNvSpPr>
            <a:spLocks noChangeAspect="1"/>
          </p:cNvSpPr>
          <p:nvPr userDrawn="1"/>
        </p:nvSpPr>
        <p:spPr>
          <a:xfrm rot="5400000">
            <a:off x="11335834" y="497817"/>
            <a:ext cx="526605" cy="660400"/>
          </a:xfrm>
          <a:prstGeom prst="homePlate">
            <a:avLst>
              <a:gd name="adj" fmla="val 3190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800" dirty="0"/>
          </a:p>
        </p:txBody>
      </p:sp>
      <p:sp>
        <p:nvSpPr>
          <p:cNvPr id="20" name="Slide Number Placeholder 4"/>
          <p:cNvSpPr txBox="1">
            <a:spLocks/>
          </p:cNvSpPr>
          <p:nvPr userDrawn="1"/>
        </p:nvSpPr>
        <p:spPr>
          <a:xfrm>
            <a:off x="11234869" y="520659"/>
            <a:ext cx="728537" cy="538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36B7D2-B98C-44FD-8D04-7EC62A564975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1300860"/>
            <a:ext cx="12192000" cy="3852672"/>
          </a:xfrm>
          <a:prstGeom prst="rect">
            <a:avLst/>
          </a:prstGeom>
          <a:ln>
            <a:noFill/>
          </a:ln>
        </p:spPr>
        <p:txBody>
          <a:bodyPr wrap="none" tIns="0" bIns="914400" anchor="b"/>
          <a:lstStyle>
            <a:lvl1pPr algn="ctr" rtl="0">
              <a:buNone/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 smtClean="0"/>
              <a:t>Click Icon To Add Image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8786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812800" y="228600"/>
            <a:ext cx="108712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816864" y="1600200"/>
            <a:ext cx="108712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8128000" y="6248413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82E84CA-C0A9-4932-80D1-8086089A0D2C}" type="datetime1">
              <a:rPr lang="fr-FR" smtClean="0"/>
              <a:pPr/>
              <a:t>01/06/2017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812809" y="6248219"/>
            <a:ext cx="7228111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fr-BE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787400" y="1280160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7112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</p:sldLayoutIdLst>
  <p:transition spd="slow">
    <p:push dir="u"/>
  </p:transition>
  <p:hf hdr="0" ftr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24" indent="-320024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48" indent="-274306" algn="l" rtl="0" eaLnBrk="1" latinLnBrk="0" hangingPunct="1">
        <a:spcBef>
          <a:spcPts val="551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indent="-228589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indent="-228589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indent="-228589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014" indent="-228589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322" indent="-228589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628" indent="-228589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5934" indent="-228589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714453" y="1634632"/>
            <a:ext cx="8719651" cy="1096008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fr-FR" sz="2400" b="1" dirty="0">
                <a:cs typeface="Arial" pitchFamily="34" charset="0"/>
              </a:rPr>
              <a:t>Soutenance de Stage de Fin d’ Études</a:t>
            </a:r>
          </a:p>
          <a:p>
            <a:pPr algn="ctr">
              <a:buNone/>
            </a:pPr>
            <a:r>
              <a:rPr lang="fr-FR" sz="2200" b="1" dirty="0"/>
              <a:t>Spécialité: Admi</a:t>
            </a:r>
            <a:r>
              <a:rPr lang="fr-FR" sz="2200" b="1" dirty="0">
                <a:cs typeface="Arial" pitchFamily="34" charset="0"/>
              </a:rPr>
              <a:t>nistration des Systèmes et Réseaux</a:t>
            </a:r>
            <a:endParaRPr lang="fr-FR" sz="2200" b="1" dirty="0"/>
          </a:p>
          <a:p>
            <a:pPr algn="ctr">
              <a:buNone/>
            </a:pPr>
            <a:endParaRPr lang="fr-FR" sz="2400" b="1" dirty="0"/>
          </a:p>
          <a:p>
            <a:pPr algn="ctr">
              <a:buNone/>
            </a:pPr>
            <a:endParaRPr lang="fr-FR" sz="2400" b="1" dirty="0"/>
          </a:p>
          <a:p>
            <a:pPr algn="ctr">
              <a:buNone/>
            </a:pPr>
            <a:endParaRPr lang="fr-FR" sz="2400" b="1" dirty="0"/>
          </a:p>
          <a:p>
            <a:pPr algn="ctr">
              <a:buNone/>
            </a:pPr>
            <a:endParaRPr lang="fr-FR" sz="2400" b="1" dirty="0"/>
          </a:p>
          <a:p>
            <a:pPr algn="ctr">
              <a:buNone/>
            </a:pPr>
            <a:endParaRPr lang="fr-FR" sz="2400" b="1" dirty="0">
              <a:cs typeface="Arial" pitchFamily="34" charset="0"/>
            </a:endParaRPr>
          </a:p>
          <a:p>
            <a:pPr algn="ctr">
              <a:buNone/>
            </a:pPr>
            <a:endParaRPr lang="fr-FR" sz="2400" b="1" dirty="0">
              <a:cs typeface="Arial" pitchFamily="34" charset="0"/>
            </a:endParaRPr>
          </a:p>
          <a:p>
            <a:pPr algn="ctr">
              <a:buNone/>
            </a:pPr>
            <a:endParaRPr lang="fr-FR" sz="2400" b="1" dirty="0">
              <a:cs typeface="Arial" pitchFamily="34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1030376" y="2901534"/>
            <a:ext cx="10394219" cy="1435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</a:rPr>
              <a:t>É</a:t>
            </a:r>
            <a:r>
              <a:rPr lang="fr-FR" sz="3600" b="1" dirty="0" smtClean="0">
                <a:solidFill>
                  <a:schemeClr val="tx1"/>
                </a:solidFill>
                <a:cs typeface="Arial" pitchFamily="34" charset="0"/>
              </a:rPr>
              <a:t>tude </a:t>
            </a:r>
            <a:r>
              <a:rPr lang="fr-FR" sz="3600" b="1" dirty="0">
                <a:solidFill>
                  <a:schemeClr val="tx1"/>
                </a:solidFill>
                <a:cs typeface="Arial" pitchFamily="34" charset="0"/>
              </a:rPr>
              <a:t>sur les SOC/</a:t>
            </a:r>
            <a:r>
              <a:rPr lang="fr-FR" sz="3600" b="1" dirty="0" err="1">
                <a:solidFill>
                  <a:schemeClr val="tx1"/>
                </a:solidFill>
                <a:cs typeface="Arial" pitchFamily="34" charset="0"/>
              </a:rPr>
              <a:t>SIEMs</a:t>
            </a:r>
            <a:r>
              <a:rPr lang="fr-FR" sz="3600" b="1" dirty="0">
                <a:solidFill>
                  <a:schemeClr val="tx1"/>
                </a:solidFill>
                <a:cs typeface="Arial" pitchFamily="34" charset="0"/>
              </a:rPr>
              <a:t>, Déploieme</a:t>
            </a:r>
            <a:r>
              <a:rPr lang="fr-FR" sz="3600" b="1" dirty="0">
                <a:solidFill>
                  <a:schemeClr val="tx1"/>
                </a:solidFill>
              </a:rPr>
              <a:t>nt de la solution OSSIM et intégration du produit ELK</a:t>
            </a:r>
            <a:endParaRPr lang="fr-FR" sz="3600" b="1" dirty="0">
              <a:solidFill>
                <a:schemeClr val="tx1"/>
              </a:solidFill>
              <a:cs typeface="Arial" pitchFamily="34" charset="0"/>
            </a:endParaRPr>
          </a:p>
        </p:txBody>
      </p:sp>
      <p:pic>
        <p:nvPicPr>
          <p:cNvPr id="8" name="Image 7" descr="i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76" y="148814"/>
            <a:ext cx="1691680" cy="92867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8" y="219050"/>
            <a:ext cx="1851671" cy="8191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91744" y="109530"/>
            <a:ext cx="432048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+mj-lt"/>
                <a:cs typeface="Arial" panose="020B0604020202020204" pitchFamily="34" charset="0"/>
              </a:rPr>
              <a:t>République Tunisienne</a:t>
            </a:r>
          </a:p>
          <a:p>
            <a:pPr algn="ctr"/>
            <a:r>
              <a:rPr lang="fr-FR" sz="1600" dirty="0">
                <a:latin typeface="+mj-lt"/>
                <a:cs typeface="Arial" panose="020B0604020202020204" pitchFamily="34" charset="0"/>
              </a:rPr>
              <a:t>Ministère de l’Enseignement Supérieur </a:t>
            </a:r>
          </a:p>
          <a:p>
            <a:pPr algn="ctr"/>
            <a:r>
              <a:rPr lang="fr-FR" sz="1600" dirty="0">
                <a:latin typeface="+mj-lt"/>
                <a:cs typeface="Arial" panose="020B0604020202020204" pitchFamily="34" charset="0"/>
              </a:rPr>
              <a:t>et de la Recherche Scientifique</a:t>
            </a:r>
            <a:br>
              <a:rPr lang="fr-FR" sz="1600" dirty="0">
                <a:latin typeface="+mj-lt"/>
                <a:cs typeface="Arial" panose="020B0604020202020204" pitchFamily="34" charset="0"/>
              </a:rPr>
            </a:br>
            <a:r>
              <a:rPr lang="fr-FR" sz="1600" dirty="0">
                <a:latin typeface="+mj-lt"/>
                <a:cs typeface="Arial" panose="020B0604020202020204" pitchFamily="34" charset="0"/>
              </a:rPr>
              <a:t>Institut Supérieur d’Informatique</a:t>
            </a:r>
          </a:p>
          <a:p>
            <a:pPr algn="ctr"/>
            <a:endParaRPr lang="fr-FR" b="1" dirty="0"/>
          </a:p>
        </p:txBody>
      </p:sp>
      <p:sp>
        <p:nvSpPr>
          <p:cNvPr id="12" name="Espace réservé du contenu 2"/>
          <p:cNvSpPr txBox="1">
            <a:spLocks/>
          </p:cNvSpPr>
          <p:nvPr/>
        </p:nvSpPr>
        <p:spPr>
          <a:xfrm>
            <a:off x="767409" y="4840230"/>
            <a:ext cx="3445452" cy="1377111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fr-FR" sz="2400" b="1" dirty="0" smtClean="0">
                <a:cs typeface="Arial" pitchFamily="34" charset="0"/>
              </a:rPr>
              <a:t>Encadré </a:t>
            </a:r>
            <a:r>
              <a:rPr lang="fr-FR" sz="2400" b="1" dirty="0">
                <a:cs typeface="Arial" pitchFamily="34" charset="0"/>
              </a:rPr>
              <a:t>par:</a:t>
            </a:r>
          </a:p>
          <a:p>
            <a:pPr>
              <a:buNone/>
            </a:pPr>
            <a:r>
              <a:rPr lang="fr-FR" sz="2000" b="1" dirty="0">
                <a:cs typeface="Arial" pitchFamily="34" charset="0"/>
              </a:rPr>
              <a:t>Monsieur Samy MABROUK</a:t>
            </a:r>
          </a:p>
          <a:p>
            <a:pPr>
              <a:buNone/>
            </a:pPr>
            <a:r>
              <a:rPr lang="fr-FR" sz="2000" b="1" dirty="0">
                <a:cs typeface="Arial" pitchFamily="34" charset="0"/>
              </a:rPr>
              <a:t>Madame </a:t>
            </a:r>
            <a:r>
              <a:rPr lang="fr-FR" sz="2000" b="1" dirty="0" err="1">
                <a:cs typeface="Arial" pitchFamily="34" charset="0"/>
              </a:rPr>
              <a:t>Nihel</a:t>
            </a:r>
            <a:r>
              <a:rPr lang="fr-FR" sz="2000" b="1" dirty="0">
                <a:cs typeface="Arial" pitchFamily="34" charset="0"/>
              </a:rPr>
              <a:t> BEN YOUSSEF</a:t>
            </a:r>
          </a:p>
        </p:txBody>
      </p:sp>
      <p:sp>
        <p:nvSpPr>
          <p:cNvPr id="14" name="Espace réservé du contenu 2"/>
          <p:cNvSpPr txBox="1">
            <a:spLocks/>
          </p:cNvSpPr>
          <p:nvPr/>
        </p:nvSpPr>
        <p:spPr>
          <a:xfrm>
            <a:off x="8616281" y="4783470"/>
            <a:ext cx="3445452" cy="1377111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fr-FR" sz="2400" b="1" dirty="0">
                <a:cs typeface="Arial" pitchFamily="34" charset="0"/>
              </a:rPr>
              <a:t>Réalisé par:</a:t>
            </a:r>
          </a:p>
          <a:p>
            <a:pPr>
              <a:buNone/>
            </a:pPr>
            <a:r>
              <a:rPr lang="fr-FR" sz="2000" b="1" dirty="0" err="1">
                <a:cs typeface="Arial" pitchFamily="34" charset="0"/>
              </a:rPr>
              <a:t>Abir</a:t>
            </a:r>
            <a:r>
              <a:rPr lang="fr-FR" sz="2000" b="1" dirty="0">
                <a:cs typeface="Arial" pitchFamily="34" charset="0"/>
              </a:rPr>
              <a:t> HAMZI</a:t>
            </a:r>
          </a:p>
          <a:p>
            <a:pPr>
              <a:buNone/>
            </a:pPr>
            <a:r>
              <a:rPr lang="fr-FR" sz="2000" b="1" dirty="0" err="1">
                <a:cs typeface="Arial" pitchFamily="34" charset="0"/>
              </a:rPr>
              <a:t>Ameni</a:t>
            </a:r>
            <a:r>
              <a:rPr lang="fr-FR" sz="2000" b="1" dirty="0">
                <a:cs typeface="Arial" pitchFamily="34" charset="0"/>
              </a:rPr>
              <a:t> KHORCHFI</a:t>
            </a:r>
          </a:p>
        </p:txBody>
      </p:sp>
      <p:sp>
        <p:nvSpPr>
          <p:cNvPr id="16" name="Espace réservé du contenu 2"/>
          <p:cNvSpPr txBox="1">
            <a:spLocks/>
          </p:cNvSpPr>
          <p:nvPr/>
        </p:nvSpPr>
        <p:spPr>
          <a:xfrm>
            <a:off x="4603234" y="6318285"/>
            <a:ext cx="3248505" cy="306769"/>
          </a:xfrm>
          <a:prstGeom prst="rect">
            <a:avLst/>
          </a:prstGeom>
        </p:spPr>
        <p:txBody>
          <a:bodyPr vert="horz">
            <a:no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fr-FR" sz="1600" dirty="0">
                <a:latin typeface="+mj-lt"/>
                <a:cs typeface="Arial" pitchFamily="34" charset="0"/>
              </a:rPr>
              <a:t>Année Universitaire: 2016/2017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2136648" y="228600"/>
            <a:ext cx="8153400" cy="990600"/>
          </a:xfrm>
        </p:spPr>
        <p:txBody>
          <a:bodyPr/>
          <a:lstStyle/>
          <a:p>
            <a:pPr algn="ctr"/>
            <a:r>
              <a:rPr lang="fr-FR" dirty="0"/>
              <a:t>Contexte et problématique</a:t>
            </a:r>
          </a:p>
        </p:txBody>
      </p:sp>
      <p:sp>
        <p:nvSpPr>
          <p:cNvPr id="9" name="Freeform 262"/>
          <p:cNvSpPr>
            <a:spLocks/>
          </p:cNvSpPr>
          <p:nvPr/>
        </p:nvSpPr>
        <p:spPr bwMode="auto">
          <a:xfrm>
            <a:off x="3533061" y="2876756"/>
            <a:ext cx="3491960" cy="924869"/>
          </a:xfrm>
          <a:custGeom>
            <a:avLst/>
            <a:gdLst/>
            <a:ahLst/>
            <a:cxnLst>
              <a:cxn ang="0">
                <a:pos x="3226" y="207"/>
              </a:cxn>
              <a:cxn ang="0">
                <a:pos x="3017" y="200"/>
              </a:cxn>
              <a:cxn ang="0">
                <a:pos x="2665" y="159"/>
              </a:cxn>
              <a:cxn ang="0">
                <a:pos x="2383" y="154"/>
              </a:cxn>
              <a:cxn ang="0">
                <a:pos x="2191" y="147"/>
              </a:cxn>
              <a:cxn ang="0">
                <a:pos x="2064" y="119"/>
              </a:cxn>
              <a:cxn ang="0">
                <a:pos x="1803" y="93"/>
              </a:cxn>
              <a:cxn ang="0">
                <a:pos x="1846" y="67"/>
              </a:cxn>
              <a:cxn ang="0">
                <a:pos x="1690" y="5"/>
              </a:cxn>
              <a:cxn ang="0">
                <a:pos x="1446" y="38"/>
              </a:cxn>
              <a:cxn ang="0">
                <a:pos x="1233" y="81"/>
              </a:cxn>
              <a:cxn ang="0">
                <a:pos x="1209" y="159"/>
              </a:cxn>
              <a:cxn ang="0">
                <a:pos x="1067" y="143"/>
              </a:cxn>
              <a:cxn ang="0">
                <a:pos x="1020" y="143"/>
              </a:cxn>
              <a:cxn ang="0">
                <a:pos x="1077" y="249"/>
              </a:cxn>
              <a:cxn ang="0">
                <a:pos x="944" y="282"/>
              </a:cxn>
              <a:cxn ang="0">
                <a:pos x="968" y="150"/>
              </a:cxn>
              <a:cxn ang="0">
                <a:pos x="852" y="197"/>
              </a:cxn>
              <a:cxn ang="0">
                <a:pos x="712" y="197"/>
              </a:cxn>
              <a:cxn ang="0">
                <a:pos x="643" y="228"/>
              </a:cxn>
              <a:cxn ang="0">
                <a:pos x="433" y="273"/>
              </a:cxn>
              <a:cxn ang="0">
                <a:pos x="357" y="294"/>
              </a:cxn>
              <a:cxn ang="0">
                <a:pos x="229" y="346"/>
              </a:cxn>
              <a:cxn ang="0">
                <a:pos x="120" y="275"/>
              </a:cxn>
              <a:cxn ang="0">
                <a:pos x="220" y="228"/>
              </a:cxn>
              <a:cxn ang="0">
                <a:pos x="47" y="249"/>
              </a:cxn>
              <a:cxn ang="0">
                <a:pos x="78" y="365"/>
              </a:cxn>
              <a:cxn ang="0">
                <a:pos x="52" y="451"/>
              </a:cxn>
              <a:cxn ang="0">
                <a:pos x="49" y="557"/>
              </a:cxn>
              <a:cxn ang="0">
                <a:pos x="144" y="647"/>
              </a:cxn>
              <a:cxn ang="0">
                <a:pos x="274" y="726"/>
              </a:cxn>
              <a:cxn ang="0">
                <a:pos x="208" y="820"/>
              </a:cxn>
              <a:cxn ang="0">
                <a:pos x="374" y="889"/>
              </a:cxn>
              <a:cxn ang="0">
                <a:pos x="430" y="854"/>
              </a:cxn>
              <a:cxn ang="0">
                <a:pos x="433" y="761"/>
              </a:cxn>
              <a:cxn ang="0">
                <a:pos x="499" y="664"/>
              </a:cxn>
              <a:cxn ang="0">
                <a:pos x="672" y="683"/>
              </a:cxn>
              <a:cxn ang="0">
                <a:pos x="724" y="609"/>
              </a:cxn>
              <a:cxn ang="0">
                <a:pos x="937" y="574"/>
              </a:cxn>
              <a:cxn ang="0">
                <a:pos x="1060" y="600"/>
              </a:cxn>
              <a:cxn ang="0">
                <a:pos x="1162" y="681"/>
              </a:cxn>
              <a:cxn ang="0">
                <a:pos x="1361" y="692"/>
              </a:cxn>
              <a:cxn ang="0">
                <a:pos x="1529" y="659"/>
              </a:cxn>
              <a:cxn ang="0">
                <a:pos x="1753" y="721"/>
              </a:cxn>
              <a:cxn ang="0">
                <a:pos x="1976" y="702"/>
              </a:cxn>
              <a:cxn ang="0">
                <a:pos x="2113" y="631"/>
              </a:cxn>
              <a:cxn ang="0">
                <a:pos x="2217" y="742"/>
              </a:cxn>
              <a:cxn ang="0">
                <a:pos x="2277" y="818"/>
              </a:cxn>
              <a:cxn ang="0">
                <a:pos x="2243" y="884"/>
              </a:cxn>
              <a:cxn ang="0">
                <a:pos x="2378" y="801"/>
              </a:cxn>
              <a:cxn ang="0">
                <a:pos x="2449" y="645"/>
              </a:cxn>
              <a:cxn ang="0">
                <a:pos x="2376" y="593"/>
              </a:cxn>
              <a:cxn ang="0">
                <a:pos x="2402" y="519"/>
              </a:cxn>
              <a:cxn ang="0">
                <a:pos x="2625" y="455"/>
              </a:cxn>
              <a:cxn ang="0">
                <a:pos x="2771" y="422"/>
              </a:cxn>
              <a:cxn ang="0">
                <a:pos x="2909" y="410"/>
              </a:cxn>
              <a:cxn ang="0">
                <a:pos x="2878" y="453"/>
              </a:cxn>
              <a:cxn ang="0">
                <a:pos x="2759" y="600"/>
              </a:cxn>
              <a:cxn ang="0">
                <a:pos x="2861" y="593"/>
              </a:cxn>
              <a:cxn ang="0">
                <a:pos x="2904" y="484"/>
              </a:cxn>
              <a:cxn ang="0">
                <a:pos x="3062" y="446"/>
              </a:cxn>
              <a:cxn ang="0">
                <a:pos x="3261" y="368"/>
              </a:cxn>
              <a:cxn ang="0">
                <a:pos x="3309" y="309"/>
              </a:cxn>
            </a:cxnLst>
            <a:rect l="0" t="0" r="r" b="b"/>
            <a:pathLst>
              <a:path w="3500" h="927">
                <a:moveTo>
                  <a:pt x="3500" y="294"/>
                </a:moveTo>
                <a:lnTo>
                  <a:pt x="3500" y="294"/>
                </a:lnTo>
                <a:lnTo>
                  <a:pt x="3496" y="294"/>
                </a:lnTo>
                <a:lnTo>
                  <a:pt x="3496" y="292"/>
                </a:lnTo>
                <a:lnTo>
                  <a:pt x="3491" y="292"/>
                </a:lnTo>
                <a:lnTo>
                  <a:pt x="3491" y="292"/>
                </a:lnTo>
                <a:lnTo>
                  <a:pt x="3488" y="292"/>
                </a:lnTo>
                <a:lnTo>
                  <a:pt x="3488" y="290"/>
                </a:lnTo>
                <a:lnTo>
                  <a:pt x="3488" y="290"/>
                </a:lnTo>
                <a:lnTo>
                  <a:pt x="3488" y="290"/>
                </a:lnTo>
                <a:lnTo>
                  <a:pt x="3481" y="290"/>
                </a:lnTo>
                <a:lnTo>
                  <a:pt x="3481" y="287"/>
                </a:lnTo>
                <a:lnTo>
                  <a:pt x="3479" y="287"/>
                </a:lnTo>
                <a:lnTo>
                  <a:pt x="3479" y="287"/>
                </a:lnTo>
                <a:lnTo>
                  <a:pt x="3479" y="287"/>
                </a:lnTo>
                <a:lnTo>
                  <a:pt x="3479" y="287"/>
                </a:lnTo>
                <a:lnTo>
                  <a:pt x="3477" y="287"/>
                </a:lnTo>
                <a:lnTo>
                  <a:pt x="3477" y="285"/>
                </a:lnTo>
                <a:lnTo>
                  <a:pt x="3474" y="285"/>
                </a:lnTo>
                <a:lnTo>
                  <a:pt x="3474" y="285"/>
                </a:lnTo>
                <a:lnTo>
                  <a:pt x="3472" y="285"/>
                </a:lnTo>
                <a:lnTo>
                  <a:pt x="3472" y="282"/>
                </a:lnTo>
                <a:lnTo>
                  <a:pt x="3467" y="282"/>
                </a:lnTo>
                <a:lnTo>
                  <a:pt x="3467" y="282"/>
                </a:lnTo>
                <a:lnTo>
                  <a:pt x="3467" y="282"/>
                </a:lnTo>
                <a:lnTo>
                  <a:pt x="3467" y="280"/>
                </a:lnTo>
                <a:lnTo>
                  <a:pt x="3462" y="280"/>
                </a:lnTo>
                <a:lnTo>
                  <a:pt x="3462" y="280"/>
                </a:lnTo>
                <a:lnTo>
                  <a:pt x="3465" y="280"/>
                </a:lnTo>
                <a:lnTo>
                  <a:pt x="3465" y="278"/>
                </a:lnTo>
                <a:lnTo>
                  <a:pt x="3460" y="278"/>
                </a:lnTo>
                <a:lnTo>
                  <a:pt x="3460" y="278"/>
                </a:lnTo>
                <a:lnTo>
                  <a:pt x="3458" y="278"/>
                </a:lnTo>
                <a:lnTo>
                  <a:pt x="3458" y="275"/>
                </a:lnTo>
                <a:lnTo>
                  <a:pt x="3458" y="275"/>
                </a:lnTo>
                <a:lnTo>
                  <a:pt x="3458" y="273"/>
                </a:lnTo>
                <a:lnTo>
                  <a:pt x="3455" y="273"/>
                </a:lnTo>
                <a:lnTo>
                  <a:pt x="3455" y="273"/>
                </a:lnTo>
                <a:lnTo>
                  <a:pt x="3453" y="273"/>
                </a:lnTo>
                <a:lnTo>
                  <a:pt x="3453" y="273"/>
                </a:lnTo>
                <a:lnTo>
                  <a:pt x="3453" y="273"/>
                </a:lnTo>
                <a:lnTo>
                  <a:pt x="3453" y="273"/>
                </a:lnTo>
                <a:lnTo>
                  <a:pt x="3448" y="273"/>
                </a:lnTo>
                <a:lnTo>
                  <a:pt x="3448" y="273"/>
                </a:lnTo>
                <a:lnTo>
                  <a:pt x="3448" y="273"/>
                </a:lnTo>
                <a:lnTo>
                  <a:pt x="3448" y="273"/>
                </a:lnTo>
                <a:lnTo>
                  <a:pt x="3439" y="273"/>
                </a:lnTo>
                <a:lnTo>
                  <a:pt x="3439" y="271"/>
                </a:lnTo>
                <a:lnTo>
                  <a:pt x="3434" y="271"/>
                </a:lnTo>
                <a:lnTo>
                  <a:pt x="3434" y="271"/>
                </a:lnTo>
                <a:lnTo>
                  <a:pt x="3432" y="271"/>
                </a:lnTo>
                <a:lnTo>
                  <a:pt x="3432" y="271"/>
                </a:lnTo>
                <a:lnTo>
                  <a:pt x="3429" y="271"/>
                </a:lnTo>
                <a:lnTo>
                  <a:pt x="3429" y="271"/>
                </a:lnTo>
                <a:lnTo>
                  <a:pt x="3420" y="271"/>
                </a:lnTo>
                <a:lnTo>
                  <a:pt x="3420" y="268"/>
                </a:lnTo>
                <a:lnTo>
                  <a:pt x="3413" y="268"/>
                </a:lnTo>
                <a:lnTo>
                  <a:pt x="3413" y="271"/>
                </a:lnTo>
                <a:lnTo>
                  <a:pt x="3408" y="271"/>
                </a:lnTo>
                <a:lnTo>
                  <a:pt x="3408" y="268"/>
                </a:lnTo>
                <a:lnTo>
                  <a:pt x="3401" y="268"/>
                </a:lnTo>
                <a:lnTo>
                  <a:pt x="3401" y="271"/>
                </a:lnTo>
                <a:lnTo>
                  <a:pt x="3391" y="271"/>
                </a:lnTo>
                <a:lnTo>
                  <a:pt x="3391" y="266"/>
                </a:lnTo>
                <a:lnTo>
                  <a:pt x="3391" y="266"/>
                </a:lnTo>
                <a:lnTo>
                  <a:pt x="3391" y="263"/>
                </a:lnTo>
                <a:lnTo>
                  <a:pt x="3389" y="263"/>
                </a:lnTo>
                <a:lnTo>
                  <a:pt x="3389" y="263"/>
                </a:lnTo>
                <a:lnTo>
                  <a:pt x="3389" y="263"/>
                </a:lnTo>
                <a:lnTo>
                  <a:pt x="3389" y="261"/>
                </a:lnTo>
                <a:lnTo>
                  <a:pt x="3387" y="261"/>
                </a:lnTo>
                <a:lnTo>
                  <a:pt x="3387" y="261"/>
                </a:lnTo>
                <a:lnTo>
                  <a:pt x="3384" y="261"/>
                </a:lnTo>
                <a:lnTo>
                  <a:pt x="3384" y="259"/>
                </a:lnTo>
                <a:lnTo>
                  <a:pt x="3382" y="259"/>
                </a:lnTo>
                <a:lnTo>
                  <a:pt x="3382" y="259"/>
                </a:lnTo>
                <a:lnTo>
                  <a:pt x="3380" y="259"/>
                </a:lnTo>
                <a:lnTo>
                  <a:pt x="3380" y="259"/>
                </a:lnTo>
                <a:lnTo>
                  <a:pt x="3380" y="259"/>
                </a:lnTo>
                <a:lnTo>
                  <a:pt x="3380" y="256"/>
                </a:lnTo>
                <a:lnTo>
                  <a:pt x="3380" y="256"/>
                </a:lnTo>
                <a:lnTo>
                  <a:pt x="3380" y="254"/>
                </a:lnTo>
                <a:lnTo>
                  <a:pt x="3375" y="254"/>
                </a:lnTo>
                <a:lnTo>
                  <a:pt x="3375" y="254"/>
                </a:lnTo>
                <a:lnTo>
                  <a:pt x="3370" y="254"/>
                </a:lnTo>
                <a:lnTo>
                  <a:pt x="3370" y="252"/>
                </a:lnTo>
                <a:lnTo>
                  <a:pt x="3368" y="252"/>
                </a:lnTo>
                <a:lnTo>
                  <a:pt x="3368" y="252"/>
                </a:lnTo>
                <a:lnTo>
                  <a:pt x="3368" y="252"/>
                </a:lnTo>
                <a:lnTo>
                  <a:pt x="3368" y="249"/>
                </a:lnTo>
                <a:lnTo>
                  <a:pt x="3363" y="249"/>
                </a:lnTo>
                <a:lnTo>
                  <a:pt x="3363" y="249"/>
                </a:lnTo>
                <a:lnTo>
                  <a:pt x="3358" y="249"/>
                </a:lnTo>
                <a:lnTo>
                  <a:pt x="3358" y="249"/>
                </a:lnTo>
                <a:lnTo>
                  <a:pt x="3356" y="249"/>
                </a:lnTo>
                <a:lnTo>
                  <a:pt x="3356" y="247"/>
                </a:lnTo>
                <a:lnTo>
                  <a:pt x="3354" y="247"/>
                </a:lnTo>
                <a:lnTo>
                  <a:pt x="3354" y="247"/>
                </a:lnTo>
                <a:lnTo>
                  <a:pt x="3349" y="247"/>
                </a:lnTo>
                <a:lnTo>
                  <a:pt x="3349" y="245"/>
                </a:lnTo>
                <a:lnTo>
                  <a:pt x="3346" y="245"/>
                </a:lnTo>
                <a:lnTo>
                  <a:pt x="3346" y="245"/>
                </a:lnTo>
                <a:lnTo>
                  <a:pt x="3344" y="245"/>
                </a:lnTo>
                <a:lnTo>
                  <a:pt x="3344" y="242"/>
                </a:lnTo>
                <a:lnTo>
                  <a:pt x="3339" y="242"/>
                </a:lnTo>
                <a:lnTo>
                  <a:pt x="3339" y="242"/>
                </a:lnTo>
                <a:lnTo>
                  <a:pt x="3337" y="242"/>
                </a:lnTo>
                <a:lnTo>
                  <a:pt x="3337" y="240"/>
                </a:lnTo>
                <a:lnTo>
                  <a:pt x="3332" y="240"/>
                </a:lnTo>
                <a:lnTo>
                  <a:pt x="3332" y="240"/>
                </a:lnTo>
                <a:lnTo>
                  <a:pt x="3330" y="240"/>
                </a:lnTo>
                <a:lnTo>
                  <a:pt x="3330" y="237"/>
                </a:lnTo>
                <a:lnTo>
                  <a:pt x="3327" y="237"/>
                </a:lnTo>
                <a:lnTo>
                  <a:pt x="3327" y="237"/>
                </a:lnTo>
                <a:lnTo>
                  <a:pt x="3325" y="237"/>
                </a:lnTo>
                <a:lnTo>
                  <a:pt x="3325" y="237"/>
                </a:lnTo>
                <a:lnTo>
                  <a:pt x="3323" y="237"/>
                </a:lnTo>
                <a:lnTo>
                  <a:pt x="3323" y="235"/>
                </a:lnTo>
                <a:lnTo>
                  <a:pt x="3320" y="235"/>
                </a:lnTo>
                <a:lnTo>
                  <a:pt x="3320" y="235"/>
                </a:lnTo>
                <a:lnTo>
                  <a:pt x="3316" y="235"/>
                </a:lnTo>
                <a:lnTo>
                  <a:pt x="3316" y="233"/>
                </a:lnTo>
                <a:lnTo>
                  <a:pt x="3313" y="233"/>
                </a:lnTo>
                <a:lnTo>
                  <a:pt x="3313" y="233"/>
                </a:lnTo>
                <a:lnTo>
                  <a:pt x="3311" y="233"/>
                </a:lnTo>
                <a:lnTo>
                  <a:pt x="3311" y="230"/>
                </a:lnTo>
                <a:lnTo>
                  <a:pt x="3309" y="230"/>
                </a:lnTo>
                <a:lnTo>
                  <a:pt x="3309" y="230"/>
                </a:lnTo>
                <a:lnTo>
                  <a:pt x="3306" y="230"/>
                </a:lnTo>
                <a:lnTo>
                  <a:pt x="3306" y="228"/>
                </a:lnTo>
                <a:lnTo>
                  <a:pt x="3304" y="228"/>
                </a:lnTo>
                <a:lnTo>
                  <a:pt x="3304" y="228"/>
                </a:lnTo>
                <a:lnTo>
                  <a:pt x="3301" y="228"/>
                </a:lnTo>
                <a:lnTo>
                  <a:pt x="3301" y="228"/>
                </a:lnTo>
                <a:lnTo>
                  <a:pt x="3299" y="228"/>
                </a:lnTo>
                <a:lnTo>
                  <a:pt x="3299" y="226"/>
                </a:lnTo>
                <a:lnTo>
                  <a:pt x="3294" y="226"/>
                </a:lnTo>
                <a:lnTo>
                  <a:pt x="3294" y="226"/>
                </a:lnTo>
                <a:lnTo>
                  <a:pt x="3292" y="226"/>
                </a:lnTo>
                <a:lnTo>
                  <a:pt x="3292" y="223"/>
                </a:lnTo>
                <a:lnTo>
                  <a:pt x="3290" y="223"/>
                </a:lnTo>
                <a:lnTo>
                  <a:pt x="3290" y="223"/>
                </a:lnTo>
                <a:lnTo>
                  <a:pt x="3287" y="223"/>
                </a:lnTo>
                <a:lnTo>
                  <a:pt x="3287" y="223"/>
                </a:lnTo>
                <a:lnTo>
                  <a:pt x="3283" y="223"/>
                </a:lnTo>
                <a:lnTo>
                  <a:pt x="3283" y="223"/>
                </a:lnTo>
                <a:lnTo>
                  <a:pt x="3280" y="223"/>
                </a:lnTo>
                <a:lnTo>
                  <a:pt x="3280" y="221"/>
                </a:lnTo>
                <a:lnTo>
                  <a:pt x="3280" y="221"/>
                </a:lnTo>
                <a:lnTo>
                  <a:pt x="3280" y="221"/>
                </a:lnTo>
                <a:lnTo>
                  <a:pt x="3278" y="221"/>
                </a:lnTo>
                <a:lnTo>
                  <a:pt x="3278" y="218"/>
                </a:lnTo>
                <a:lnTo>
                  <a:pt x="3275" y="218"/>
                </a:lnTo>
                <a:lnTo>
                  <a:pt x="3275" y="218"/>
                </a:lnTo>
                <a:lnTo>
                  <a:pt x="3273" y="218"/>
                </a:lnTo>
                <a:lnTo>
                  <a:pt x="3273" y="218"/>
                </a:lnTo>
                <a:lnTo>
                  <a:pt x="3271" y="218"/>
                </a:lnTo>
                <a:lnTo>
                  <a:pt x="3271" y="216"/>
                </a:lnTo>
                <a:lnTo>
                  <a:pt x="3268" y="216"/>
                </a:lnTo>
                <a:lnTo>
                  <a:pt x="3268" y="216"/>
                </a:lnTo>
                <a:lnTo>
                  <a:pt x="3266" y="216"/>
                </a:lnTo>
                <a:lnTo>
                  <a:pt x="3266" y="214"/>
                </a:lnTo>
                <a:lnTo>
                  <a:pt x="3264" y="214"/>
                </a:lnTo>
                <a:lnTo>
                  <a:pt x="3264" y="214"/>
                </a:lnTo>
                <a:lnTo>
                  <a:pt x="3259" y="214"/>
                </a:lnTo>
                <a:lnTo>
                  <a:pt x="3259" y="211"/>
                </a:lnTo>
                <a:lnTo>
                  <a:pt x="3256" y="211"/>
                </a:lnTo>
                <a:lnTo>
                  <a:pt x="3256" y="211"/>
                </a:lnTo>
                <a:lnTo>
                  <a:pt x="3252" y="211"/>
                </a:lnTo>
                <a:lnTo>
                  <a:pt x="3252" y="209"/>
                </a:lnTo>
                <a:lnTo>
                  <a:pt x="3240" y="209"/>
                </a:lnTo>
                <a:lnTo>
                  <a:pt x="3240" y="209"/>
                </a:lnTo>
                <a:lnTo>
                  <a:pt x="3233" y="209"/>
                </a:lnTo>
                <a:lnTo>
                  <a:pt x="3233" y="209"/>
                </a:lnTo>
                <a:lnTo>
                  <a:pt x="3230" y="209"/>
                </a:lnTo>
                <a:lnTo>
                  <a:pt x="3230" y="207"/>
                </a:lnTo>
                <a:lnTo>
                  <a:pt x="3226" y="207"/>
                </a:lnTo>
                <a:lnTo>
                  <a:pt x="3226" y="207"/>
                </a:lnTo>
                <a:lnTo>
                  <a:pt x="3216" y="207"/>
                </a:lnTo>
                <a:lnTo>
                  <a:pt x="3216" y="204"/>
                </a:lnTo>
                <a:lnTo>
                  <a:pt x="3212" y="204"/>
                </a:lnTo>
                <a:lnTo>
                  <a:pt x="3212" y="204"/>
                </a:lnTo>
                <a:lnTo>
                  <a:pt x="3207" y="204"/>
                </a:lnTo>
                <a:lnTo>
                  <a:pt x="3207" y="202"/>
                </a:lnTo>
                <a:lnTo>
                  <a:pt x="3202" y="202"/>
                </a:lnTo>
                <a:lnTo>
                  <a:pt x="3202" y="202"/>
                </a:lnTo>
                <a:lnTo>
                  <a:pt x="3202" y="202"/>
                </a:lnTo>
                <a:lnTo>
                  <a:pt x="3202" y="200"/>
                </a:lnTo>
                <a:lnTo>
                  <a:pt x="3200" y="200"/>
                </a:lnTo>
                <a:lnTo>
                  <a:pt x="3200" y="200"/>
                </a:lnTo>
                <a:lnTo>
                  <a:pt x="3197" y="200"/>
                </a:lnTo>
                <a:lnTo>
                  <a:pt x="3197" y="200"/>
                </a:lnTo>
                <a:lnTo>
                  <a:pt x="3195" y="200"/>
                </a:lnTo>
                <a:lnTo>
                  <a:pt x="3195" y="200"/>
                </a:lnTo>
                <a:lnTo>
                  <a:pt x="3190" y="200"/>
                </a:lnTo>
                <a:lnTo>
                  <a:pt x="3190" y="200"/>
                </a:lnTo>
                <a:lnTo>
                  <a:pt x="3188" y="200"/>
                </a:lnTo>
                <a:lnTo>
                  <a:pt x="3188" y="200"/>
                </a:lnTo>
                <a:lnTo>
                  <a:pt x="3150" y="200"/>
                </a:lnTo>
                <a:lnTo>
                  <a:pt x="3150" y="200"/>
                </a:lnTo>
                <a:lnTo>
                  <a:pt x="3145" y="200"/>
                </a:lnTo>
                <a:lnTo>
                  <a:pt x="3145" y="200"/>
                </a:lnTo>
                <a:lnTo>
                  <a:pt x="3145" y="200"/>
                </a:lnTo>
                <a:lnTo>
                  <a:pt x="3145" y="200"/>
                </a:lnTo>
                <a:lnTo>
                  <a:pt x="3143" y="200"/>
                </a:lnTo>
                <a:lnTo>
                  <a:pt x="3143" y="197"/>
                </a:lnTo>
                <a:lnTo>
                  <a:pt x="3136" y="197"/>
                </a:lnTo>
                <a:lnTo>
                  <a:pt x="3136" y="200"/>
                </a:lnTo>
                <a:lnTo>
                  <a:pt x="3133" y="200"/>
                </a:lnTo>
                <a:lnTo>
                  <a:pt x="3133" y="200"/>
                </a:lnTo>
                <a:lnTo>
                  <a:pt x="3129" y="200"/>
                </a:lnTo>
                <a:lnTo>
                  <a:pt x="3129" y="200"/>
                </a:lnTo>
                <a:lnTo>
                  <a:pt x="3126" y="200"/>
                </a:lnTo>
                <a:lnTo>
                  <a:pt x="3126" y="197"/>
                </a:lnTo>
                <a:lnTo>
                  <a:pt x="3124" y="197"/>
                </a:lnTo>
                <a:lnTo>
                  <a:pt x="3124" y="197"/>
                </a:lnTo>
                <a:lnTo>
                  <a:pt x="3124" y="197"/>
                </a:lnTo>
                <a:lnTo>
                  <a:pt x="3124" y="197"/>
                </a:lnTo>
                <a:lnTo>
                  <a:pt x="3114" y="197"/>
                </a:lnTo>
                <a:lnTo>
                  <a:pt x="3114" y="197"/>
                </a:lnTo>
                <a:lnTo>
                  <a:pt x="3105" y="197"/>
                </a:lnTo>
                <a:lnTo>
                  <a:pt x="3105" y="195"/>
                </a:lnTo>
                <a:lnTo>
                  <a:pt x="3098" y="195"/>
                </a:lnTo>
                <a:lnTo>
                  <a:pt x="3098" y="195"/>
                </a:lnTo>
                <a:lnTo>
                  <a:pt x="3088" y="195"/>
                </a:lnTo>
                <a:lnTo>
                  <a:pt x="3088" y="192"/>
                </a:lnTo>
                <a:lnTo>
                  <a:pt x="3084" y="192"/>
                </a:lnTo>
                <a:lnTo>
                  <a:pt x="3084" y="195"/>
                </a:lnTo>
                <a:lnTo>
                  <a:pt x="3084" y="195"/>
                </a:lnTo>
                <a:lnTo>
                  <a:pt x="3084" y="192"/>
                </a:lnTo>
                <a:lnTo>
                  <a:pt x="3079" y="192"/>
                </a:lnTo>
                <a:lnTo>
                  <a:pt x="3079" y="192"/>
                </a:lnTo>
                <a:lnTo>
                  <a:pt x="3077" y="192"/>
                </a:lnTo>
                <a:lnTo>
                  <a:pt x="3077" y="192"/>
                </a:lnTo>
                <a:lnTo>
                  <a:pt x="3074" y="192"/>
                </a:lnTo>
                <a:lnTo>
                  <a:pt x="3074" y="195"/>
                </a:lnTo>
                <a:lnTo>
                  <a:pt x="3077" y="195"/>
                </a:lnTo>
                <a:lnTo>
                  <a:pt x="3077" y="195"/>
                </a:lnTo>
                <a:lnTo>
                  <a:pt x="3077" y="195"/>
                </a:lnTo>
                <a:lnTo>
                  <a:pt x="3077" y="200"/>
                </a:lnTo>
                <a:lnTo>
                  <a:pt x="3077" y="200"/>
                </a:lnTo>
                <a:lnTo>
                  <a:pt x="3077" y="202"/>
                </a:lnTo>
                <a:lnTo>
                  <a:pt x="3074" y="202"/>
                </a:lnTo>
                <a:lnTo>
                  <a:pt x="3074" y="204"/>
                </a:lnTo>
                <a:lnTo>
                  <a:pt x="3072" y="204"/>
                </a:lnTo>
                <a:lnTo>
                  <a:pt x="3072" y="202"/>
                </a:lnTo>
                <a:lnTo>
                  <a:pt x="3072" y="202"/>
                </a:lnTo>
                <a:lnTo>
                  <a:pt x="3072" y="202"/>
                </a:lnTo>
                <a:lnTo>
                  <a:pt x="3067" y="202"/>
                </a:lnTo>
                <a:lnTo>
                  <a:pt x="3067" y="204"/>
                </a:lnTo>
                <a:lnTo>
                  <a:pt x="3067" y="204"/>
                </a:lnTo>
                <a:lnTo>
                  <a:pt x="3067" y="204"/>
                </a:lnTo>
                <a:lnTo>
                  <a:pt x="3069" y="204"/>
                </a:lnTo>
                <a:lnTo>
                  <a:pt x="3069" y="207"/>
                </a:lnTo>
                <a:lnTo>
                  <a:pt x="3069" y="207"/>
                </a:lnTo>
                <a:lnTo>
                  <a:pt x="3069" y="207"/>
                </a:lnTo>
                <a:lnTo>
                  <a:pt x="3069" y="207"/>
                </a:lnTo>
                <a:lnTo>
                  <a:pt x="3069" y="209"/>
                </a:lnTo>
                <a:lnTo>
                  <a:pt x="3074" y="209"/>
                </a:lnTo>
                <a:lnTo>
                  <a:pt x="3074" y="207"/>
                </a:lnTo>
                <a:lnTo>
                  <a:pt x="3079" y="207"/>
                </a:lnTo>
                <a:lnTo>
                  <a:pt x="3079" y="209"/>
                </a:lnTo>
                <a:lnTo>
                  <a:pt x="3081" y="209"/>
                </a:lnTo>
                <a:lnTo>
                  <a:pt x="3081" y="209"/>
                </a:lnTo>
                <a:lnTo>
                  <a:pt x="3081" y="209"/>
                </a:lnTo>
                <a:lnTo>
                  <a:pt x="3081" y="211"/>
                </a:lnTo>
                <a:lnTo>
                  <a:pt x="3081" y="211"/>
                </a:lnTo>
                <a:lnTo>
                  <a:pt x="3081" y="214"/>
                </a:lnTo>
                <a:lnTo>
                  <a:pt x="3084" y="214"/>
                </a:lnTo>
                <a:lnTo>
                  <a:pt x="3084" y="214"/>
                </a:lnTo>
                <a:lnTo>
                  <a:pt x="3084" y="214"/>
                </a:lnTo>
                <a:lnTo>
                  <a:pt x="3084" y="216"/>
                </a:lnTo>
                <a:lnTo>
                  <a:pt x="3084" y="216"/>
                </a:lnTo>
                <a:lnTo>
                  <a:pt x="3084" y="218"/>
                </a:lnTo>
                <a:lnTo>
                  <a:pt x="3086" y="218"/>
                </a:lnTo>
                <a:lnTo>
                  <a:pt x="3086" y="221"/>
                </a:lnTo>
                <a:lnTo>
                  <a:pt x="3086" y="221"/>
                </a:lnTo>
                <a:lnTo>
                  <a:pt x="3086" y="221"/>
                </a:lnTo>
                <a:lnTo>
                  <a:pt x="3084" y="221"/>
                </a:lnTo>
                <a:lnTo>
                  <a:pt x="3084" y="223"/>
                </a:lnTo>
                <a:lnTo>
                  <a:pt x="3081" y="223"/>
                </a:lnTo>
                <a:lnTo>
                  <a:pt x="3081" y="223"/>
                </a:lnTo>
                <a:lnTo>
                  <a:pt x="3077" y="223"/>
                </a:lnTo>
                <a:lnTo>
                  <a:pt x="3077" y="226"/>
                </a:lnTo>
                <a:lnTo>
                  <a:pt x="3074" y="226"/>
                </a:lnTo>
                <a:lnTo>
                  <a:pt x="3074" y="226"/>
                </a:lnTo>
                <a:lnTo>
                  <a:pt x="3069" y="226"/>
                </a:lnTo>
                <a:lnTo>
                  <a:pt x="3069" y="228"/>
                </a:lnTo>
                <a:lnTo>
                  <a:pt x="3055" y="228"/>
                </a:lnTo>
                <a:lnTo>
                  <a:pt x="3055" y="226"/>
                </a:lnTo>
                <a:lnTo>
                  <a:pt x="3055" y="226"/>
                </a:lnTo>
                <a:lnTo>
                  <a:pt x="3055" y="221"/>
                </a:lnTo>
                <a:lnTo>
                  <a:pt x="3053" y="221"/>
                </a:lnTo>
                <a:lnTo>
                  <a:pt x="3053" y="218"/>
                </a:lnTo>
                <a:lnTo>
                  <a:pt x="3051" y="218"/>
                </a:lnTo>
                <a:lnTo>
                  <a:pt x="3051" y="218"/>
                </a:lnTo>
                <a:lnTo>
                  <a:pt x="3051" y="218"/>
                </a:lnTo>
                <a:lnTo>
                  <a:pt x="3051" y="218"/>
                </a:lnTo>
                <a:lnTo>
                  <a:pt x="3048" y="218"/>
                </a:lnTo>
                <a:lnTo>
                  <a:pt x="3048" y="218"/>
                </a:lnTo>
                <a:lnTo>
                  <a:pt x="3043" y="218"/>
                </a:lnTo>
                <a:lnTo>
                  <a:pt x="3043" y="218"/>
                </a:lnTo>
                <a:lnTo>
                  <a:pt x="3041" y="218"/>
                </a:lnTo>
                <a:lnTo>
                  <a:pt x="3041" y="216"/>
                </a:lnTo>
                <a:lnTo>
                  <a:pt x="3029" y="216"/>
                </a:lnTo>
                <a:lnTo>
                  <a:pt x="3029" y="216"/>
                </a:lnTo>
                <a:lnTo>
                  <a:pt x="3029" y="216"/>
                </a:lnTo>
                <a:lnTo>
                  <a:pt x="3029" y="214"/>
                </a:lnTo>
                <a:lnTo>
                  <a:pt x="3027" y="214"/>
                </a:lnTo>
                <a:lnTo>
                  <a:pt x="3027" y="211"/>
                </a:lnTo>
                <a:lnTo>
                  <a:pt x="3029" y="211"/>
                </a:lnTo>
                <a:lnTo>
                  <a:pt x="3029" y="207"/>
                </a:lnTo>
                <a:lnTo>
                  <a:pt x="3025" y="207"/>
                </a:lnTo>
                <a:lnTo>
                  <a:pt x="3025" y="204"/>
                </a:lnTo>
                <a:lnTo>
                  <a:pt x="3027" y="204"/>
                </a:lnTo>
                <a:lnTo>
                  <a:pt x="3027" y="207"/>
                </a:lnTo>
                <a:lnTo>
                  <a:pt x="3032" y="207"/>
                </a:lnTo>
                <a:lnTo>
                  <a:pt x="3032" y="207"/>
                </a:lnTo>
                <a:lnTo>
                  <a:pt x="3036" y="207"/>
                </a:lnTo>
                <a:lnTo>
                  <a:pt x="3036" y="209"/>
                </a:lnTo>
                <a:lnTo>
                  <a:pt x="3051" y="209"/>
                </a:lnTo>
                <a:lnTo>
                  <a:pt x="3051" y="207"/>
                </a:lnTo>
                <a:lnTo>
                  <a:pt x="3051" y="207"/>
                </a:lnTo>
                <a:lnTo>
                  <a:pt x="3051" y="202"/>
                </a:lnTo>
                <a:lnTo>
                  <a:pt x="3053" y="202"/>
                </a:lnTo>
                <a:lnTo>
                  <a:pt x="3053" y="202"/>
                </a:lnTo>
                <a:lnTo>
                  <a:pt x="3055" y="202"/>
                </a:lnTo>
                <a:lnTo>
                  <a:pt x="3055" y="200"/>
                </a:lnTo>
                <a:lnTo>
                  <a:pt x="3053" y="200"/>
                </a:lnTo>
                <a:lnTo>
                  <a:pt x="3053" y="200"/>
                </a:lnTo>
                <a:lnTo>
                  <a:pt x="3051" y="200"/>
                </a:lnTo>
                <a:lnTo>
                  <a:pt x="3051" y="200"/>
                </a:lnTo>
                <a:lnTo>
                  <a:pt x="3051" y="200"/>
                </a:lnTo>
                <a:lnTo>
                  <a:pt x="3051" y="197"/>
                </a:lnTo>
                <a:lnTo>
                  <a:pt x="3046" y="197"/>
                </a:lnTo>
                <a:lnTo>
                  <a:pt x="3046" y="200"/>
                </a:lnTo>
                <a:lnTo>
                  <a:pt x="3041" y="200"/>
                </a:lnTo>
                <a:lnTo>
                  <a:pt x="3041" y="197"/>
                </a:lnTo>
                <a:lnTo>
                  <a:pt x="3041" y="197"/>
                </a:lnTo>
                <a:lnTo>
                  <a:pt x="3041" y="197"/>
                </a:lnTo>
                <a:lnTo>
                  <a:pt x="3039" y="197"/>
                </a:lnTo>
                <a:lnTo>
                  <a:pt x="3039" y="197"/>
                </a:lnTo>
                <a:lnTo>
                  <a:pt x="3036" y="197"/>
                </a:lnTo>
                <a:lnTo>
                  <a:pt x="3036" y="197"/>
                </a:lnTo>
                <a:lnTo>
                  <a:pt x="3034" y="197"/>
                </a:lnTo>
                <a:lnTo>
                  <a:pt x="3034" y="195"/>
                </a:lnTo>
                <a:lnTo>
                  <a:pt x="3027" y="195"/>
                </a:lnTo>
                <a:lnTo>
                  <a:pt x="3027" y="197"/>
                </a:lnTo>
                <a:lnTo>
                  <a:pt x="3025" y="197"/>
                </a:lnTo>
                <a:lnTo>
                  <a:pt x="3025" y="197"/>
                </a:lnTo>
                <a:lnTo>
                  <a:pt x="3020" y="197"/>
                </a:lnTo>
                <a:lnTo>
                  <a:pt x="3020" y="200"/>
                </a:lnTo>
                <a:lnTo>
                  <a:pt x="3017" y="200"/>
                </a:lnTo>
                <a:lnTo>
                  <a:pt x="3017" y="200"/>
                </a:lnTo>
                <a:lnTo>
                  <a:pt x="3017" y="200"/>
                </a:lnTo>
                <a:lnTo>
                  <a:pt x="3017" y="200"/>
                </a:lnTo>
                <a:lnTo>
                  <a:pt x="3017" y="200"/>
                </a:lnTo>
                <a:lnTo>
                  <a:pt x="3017" y="202"/>
                </a:lnTo>
                <a:lnTo>
                  <a:pt x="3015" y="202"/>
                </a:lnTo>
                <a:lnTo>
                  <a:pt x="3015" y="202"/>
                </a:lnTo>
                <a:lnTo>
                  <a:pt x="3013" y="202"/>
                </a:lnTo>
                <a:lnTo>
                  <a:pt x="3013" y="204"/>
                </a:lnTo>
                <a:lnTo>
                  <a:pt x="3010" y="204"/>
                </a:lnTo>
                <a:lnTo>
                  <a:pt x="3010" y="204"/>
                </a:lnTo>
                <a:lnTo>
                  <a:pt x="3008" y="204"/>
                </a:lnTo>
                <a:lnTo>
                  <a:pt x="3008" y="207"/>
                </a:lnTo>
                <a:lnTo>
                  <a:pt x="3008" y="207"/>
                </a:lnTo>
                <a:lnTo>
                  <a:pt x="3008" y="207"/>
                </a:lnTo>
                <a:lnTo>
                  <a:pt x="3003" y="207"/>
                </a:lnTo>
                <a:lnTo>
                  <a:pt x="3003" y="209"/>
                </a:lnTo>
                <a:lnTo>
                  <a:pt x="3001" y="209"/>
                </a:lnTo>
                <a:lnTo>
                  <a:pt x="3001" y="209"/>
                </a:lnTo>
                <a:lnTo>
                  <a:pt x="2996" y="209"/>
                </a:lnTo>
                <a:lnTo>
                  <a:pt x="2996" y="209"/>
                </a:lnTo>
                <a:lnTo>
                  <a:pt x="2991" y="209"/>
                </a:lnTo>
                <a:lnTo>
                  <a:pt x="2991" y="209"/>
                </a:lnTo>
                <a:lnTo>
                  <a:pt x="2987" y="209"/>
                </a:lnTo>
                <a:lnTo>
                  <a:pt x="2987" y="209"/>
                </a:lnTo>
                <a:lnTo>
                  <a:pt x="2980" y="209"/>
                </a:lnTo>
                <a:lnTo>
                  <a:pt x="2980" y="207"/>
                </a:lnTo>
                <a:lnTo>
                  <a:pt x="2963" y="207"/>
                </a:lnTo>
                <a:lnTo>
                  <a:pt x="2963" y="207"/>
                </a:lnTo>
                <a:lnTo>
                  <a:pt x="2961" y="207"/>
                </a:lnTo>
                <a:lnTo>
                  <a:pt x="2961" y="207"/>
                </a:lnTo>
                <a:lnTo>
                  <a:pt x="2949" y="207"/>
                </a:lnTo>
                <a:lnTo>
                  <a:pt x="2949" y="207"/>
                </a:lnTo>
                <a:lnTo>
                  <a:pt x="2944" y="207"/>
                </a:lnTo>
                <a:lnTo>
                  <a:pt x="2944" y="204"/>
                </a:lnTo>
                <a:lnTo>
                  <a:pt x="2942" y="204"/>
                </a:lnTo>
                <a:lnTo>
                  <a:pt x="2942" y="204"/>
                </a:lnTo>
                <a:lnTo>
                  <a:pt x="2942" y="204"/>
                </a:lnTo>
                <a:lnTo>
                  <a:pt x="2942" y="202"/>
                </a:lnTo>
                <a:lnTo>
                  <a:pt x="2935" y="202"/>
                </a:lnTo>
                <a:lnTo>
                  <a:pt x="2935" y="204"/>
                </a:lnTo>
                <a:lnTo>
                  <a:pt x="2930" y="204"/>
                </a:lnTo>
                <a:lnTo>
                  <a:pt x="2930" y="204"/>
                </a:lnTo>
                <a:lnTo>
                  <a:pt x="2927" y="204"/>
                </a:lnTo>
                <a:lnTo>
                  <a:pt x="2927" y="204"/>
                </a:lnTo>
                <a:lnTo>
                  <a:pt x="2916" y="204"/>
                </a:lnTo>
                <a:lnTo>
                  <a:pt x="2916" y="204"/>
                </a:lnTo>
                <a:lnTo>
                  <a:pt x="2901" y="204"/>
                </a:lnTo>
                <a:lnTo>
                  <a:pt x="2901" y="204"/>
                </a:lnTo>
                <a:lnTo>
                  <a:pt x="2901" y="204"/>
                </a:lnTo>
                <a:lnTo>
                  <a:pt x="2901" y="204"/>
                </a:lnTo>
                <a:lnTo>
                  <a:pt x="2897" y="204"/>
                </a:lnTo>
                <a:lnTo>
                  <a:pt x="2897" y="207"/>
                </a:lnTo>
                <a:lnTo>
                  <a:pt x="2894" y="207"/>
                </a:lnTo>
                <a:lnTo>
                  <a:pt x="2894" y="207"/>
                </a:lnTo>
                <a:lnTo>
                  <a:pt x="2892" y="207"/>
                </a:lnTo>
                <a:lnTo>
                  <a:pt x="2892" y="204"/>
                </a:lnTo>
                <a:lnTo>
                  <a:pt x="2887" y="204"/>
                </a:lnTo>
                <a:lnTo>
                  <a:pt x="2887" y="207"/>
                </a:lnTo>
                <a:lnTo>
                  <a:pt x="2880" y="207"/>
                </a:lnTo>
                <a:lnTo>
                  <a:pt x="2880" y="209"/>
                </a:lnTo>
                <a:lnTo>
                  <a:pt x="2880" y="209"/>
                </a:lnTo>
                <a:lnTo>
                  <a:pt x="2880" y="207"/>
                </a:lnTo>
                <a:lnTo>
                  <a:pt x="2880" y="207"/>
                </a:lnTo>
                <a:lnTo>
                  <a:pt x="2880" y="207"/>
                </a:lnTo>
                <a:lnTo>
                  <a:pt x="2878" y="207"/>
                </a:lnTo>
                <a:lnTo>
                  <a:pt x="2878" y="209"/>
                </a:lnTo>
                <a:lnTo>
                  <a:pt x="2878" y="209"/>
                </a:lnTo>
                <a:lnTo>
                  <a:pt x="2878" y="209"/>
                </a:lnTo>
                <a:lnTo>
                  <a:pt x="2875" y="209"/>
                </a:lnTo>
                <a:lnTo>
                  <a:pt x="2875" y="207"/>
                </a:lnTo>
                <a:lnTo>
                  <a:pt x="2875" y="207"/>
                </a:lnTo>
                <a:lnTo>
                  <a:pt x="2875" y="204"/>
                </a:lnTo>
                <a:lnTo>
                  <a:pt x="2873" y="204"/>
                </a:lnTo>
                <a:lnTo>
                  <a:pt x="2873" y="204"/>
                </a:lnTo>
                <a:lnTo>
                  <a:pt x="2871" y="204"/>
                </a:lnTo>
                <a:lnTo>
                  <a:pt x="2871" y="204"/>
                </a:lnTo>
                <a:lnTo>
                  <a:pt x="2864" y="204"/>
                </a:lnTo>
                <a:lnTo>
                  <a:pt x="2864" y="204"/>
                </a:lnTo>
                <a:lnTo>
                  <a:pt x="2856" y="204"/>
                </a:lnTo>
                <a:lnTo>
                  <a:pt x="2856" y="202"/>
                </a:lnTo>
                <a:lnTo>
                  <a:pt x="2849" y="202"/>
                </a:lnTo>
                <a:lnTo>
                  <a:pt x="2849" y="202"/>
                </a:lnTo>
                <a:lnTo>
                  <a:pt x="2847" y="202"/>
                </a:lnTo>
                <a:lnTo>
                  <a:pt x="2847" y="200"/>
                </a:lnTo>
                <a:lnTo>
                  <a:pt x="2847" y="200"/>
                </a:lnTo>
                <a:lnTo>
                  <a:pt x="2847" y="200"/>
                </a:lnTo>
                <a:lnTo>
                  <a:pt x="2847" y="200"/>
                </a:lnTo>
                <a:lnTo>
                  <a:pt x="2847" y="197"/>
                </a:lnTo>
                <a:lnTo>
                  <a:pt x="2849" y="197"/>
                </a:lnTo>
                <a:lnTo>
                  <a:pt x="2849" y="197"/>
                </a:lnTo>
                <a:lnTo>
                  <a:pt x="2849" y="197"/>
                </a:lnTo>
                <a:lnTo>
                  <a:pt x="2849" y="195"/>
                </a:lnTo>
                <a:lnTo>
                  <a:pt x="2849" y="195"/>
                </a:lnTo>
                <a:lnTo>
                  <a:pt x="2849" y="192"/>
                </a:lnTo>
                <a:lnTo>
                  <a:pt x="2852" y="192"/>
                </a:lnTo>
                <a:lnTo>
                  <a:pt x="2852" y="192"/>
                </a:lnTo>
                <a:lnTo>
                  <a:pt x="2852" y="192"/>
                </a:lnTo>
                <a:lnTo>
                  <a:pt x="2852" y="190"/>
                </a:lnTo>
                <a:lnTo>
                  <a:pt x="2854" y="190"/>
                </a:lnTo>
                <a:lnTo>
                  <a:pt x="2854" y="188"/>
                </a:lnTo>
                <a:lnTo>
                  <a:pt x="2852" y="188"/>
                </a:lnTo>
                <a:lnTo>
                  <a:pt x="2852" y="185"/>
                </a:lnTo>
                <a:lnTo>
                  <a:pt x="2852" y="185"/>
                </a:lnTo>
                <a:lnTo>
                  <a:pt x="2852" y="185"/>
                </a:lnTo>
                <a:lnTo>
                  <a:pt x="2849" y="185"/>
                </a:lnTo>
                <a:lnTo>
                  <a:pt x="2849" y="183"/>
                </a:lnTo>
                <a:lnTo>
                  <a:pt x="2849" y="183"/>
                </a:lnTo>
                <a:lnTo>
                  <a:pt x="2849" y="183"/>
                </a:lnTo>
                <a:lnTo>
                  <a:pt x="2849" y="183"/>
                </a:lnTo>
                <a:lnTo>
                  <a:pt x="2849" y="181"/>
                </a:lnTo>
                <a:lnTo>
                  <a:pt x="2847" y="181"/>
                </a:lnTo>
                <a:lnTo>
                  <a:pt x="2847" y="181"/>
                </a:lnTo>
                <a:lnTo>
                  <a:pt x="2845" y="181"/>
                </a:lnTo>
                <a:lnTo>
                  <a:pt x="2845" y="178"/>
                </a:lnTo>
                <a:lnTo>
                  <a:pt x="2842" y="178"/>
                </a:lnTo>
                <a:lnTo>
                  <a:pt x="2842" y="178"/>
                </a:lnTo>
                <a:lnTo>
                  <a:pt x="2842" y="178"/>
                </a:lnTo>
                <a:lnTo>
                  <a:pt x="2842" y="178"/>
                </a:lnTo>
                <a:lnTo>
                  <a:pt x="2838" y="178"/>
                </a:lnTo>
                <a:lnTo>
                  <a:pt x="2838" y="176"/>
                </a:lnTo>
                <a:lnTo>
                  <a:pt x="2835" y="176"/>
                </a:lnTo>
                <a:lnTo>
                  <a:pt x="2835" y="176"/>
                </a:lnTo>
                <a:lnTo>
                  <a:pt x="2833" y="176"/>
                </a:lnTo>
                <a:lnTo>
                  <a:pt x="2833" y="173"/>
                </a:lnTo>
                <a:lnTo>
                  <a:pt x="2828" y="173"/>
                </a:lnTo>
                <a:lnTo>
                  <a:pt x="2828" y="173"/>
                </a:lnTo>
                <a:lnTo>
                  <a:pt x="2823" y="173"/>
                </a:lnTo>
                <a:lnTo>
                  <a:pt x="2823" y="171"/>
                </a:lnTo>
                <a:lnTo>
                  <a:pt x="2819" y="171"/>
                </a:lnTo>
                <a:lnTo>
                  <a:pt x="2819" y="171"/>
                </a:lnTo>
                <a:lnTo>
                  <a:pt x="2812" y="171"/>
                </a:lnTo>
                <a:lnTo>
                  <a:pt x="2812" y="169"/>
                </a:lnTo>
                <a:lnTo>
                  <a:pt x="2802" y="169"/>
                </a:lnTo>
                <a:lnTo>
                  <a:pt x="2802" y="169"/>
                </a:lnTo>
                <a:lnTo>
                  <a:pt x="2785" y="169"/>
                </a:lnTo>
                <a:lnTo>
                  <a:pt x="2785" y="169"/>
                </a:lnTo>
                <a:lnTo>
                  <a:pt x="2781" y="169"/>
                </a:lnTo>
                <a:lnTo>
                  <a:pt x="2781" y="169"/>
                </a:lnTo>
                <a:lnTo>
                  <a:pt x="2781" y="169"/>
                </a:lnTo>
                <a:lnTo>
                  <a:pt x="2781" y="169"/>
                </a:lnTo>
                <a:lnTo>
                  <a:pt x="2778" y="169"/>
                </a:lnTo>
                <a:lnTo>
                  <a:pt x="2778" y="169"/>
                </a:lnTo>
                <a:lnTo>
                  <a:pt x="2769" y="169"/>
                </a:lnTo>
                <a:lnTo>
                  <a:pt x="2769" y="169"/>
                </a:lnTo>
                <a:lnTo>
                  <a:pt x="2767" y="169"/>
                </a:lnTo>
                <a:lnTo>
                  <a:pt x="2767" y="169"/>
                </a:lnTo>
                <a:lnTo>
                  <a:pt x="2752" y="169"/>
                </a:lnTo>
                <a:lnTo>
                  <a:pt x="2752" y="169"/>
                </a:lnTo>
                <a:lnTo>
                  <a:pt x="2740" y="169"/>
                </a:lnTo>
                <a:lnTo>
                  <a:pt x="2740" y="171"/>
                </a:lnTo>
                <a:lnTo>
                  <a:pt x="2731" y="171"/>
                </a:lnTo>
                <a:lnTo>
                  <a:pt x="2731" y="171"/>
                </a:lnTo>
                <a:lnTo>
                  <a:pt x="2724" y="171"/>
                </a:lnTo>
                <a:lnTo>
                  <a:pt x="2724" y="173"/>
                </a:lnTo>
                <a:lnTo>
                  <a:pt x="2719" y="173"/>
                </a:lnTo>
                <a:lnTo>
                  <a:pt x="2719" y="173"/>
                </a:lnTo>
                <a:lnTo>
                  <a:pt x="2703" y="173"/>
                </a:lnTo>
                <a:lnTo>
                  <a:pt x="2703" y="176"/>
                </a:lnTo>
                <a:lnTo>
                  <a:pt x="2688" y="176"/>
                </a:lnTo>
                <a:lnTo>
                  <a:pt x="2688" y="173"/>
                </a:lnTo>
                <a:lnTo>
                  <a:pt x="2686" y="173"/>
                </a:lnTo>
                <a:lnTo>
                  <a:pt x="2686" y="171"/>
                </a:lnTo>
                <a:lnTo>
                  <a:pt x="2681" y="171"/>
                </a:lnTo>
                <a:lnTo>
                  <a:pt x="2681" y="169"/>
                </a:lnTo>
                <a:lnTo>
                  <a:pt x="2681" y="169"/>
                </a:lnTo>
                <a:lnTo>
                  <a:pt x="2681" y="169"/>
                </a:lnTo>
                <a:lnTo>
                  <a:pt x="2679" y="169"/>
                </a:lnTo>
                <a:lnTo>
                  <a:pt x="2679" y="169"/>
                </a:lnTo>
                <a:lnTo>
                  <a:pt x="2677" y="169"/>
                </a:lnTo>
                <a:lnTo>
                  <a:pt x="2677" y="166"/>
                </a:lnTo>
                <a:lnTo>
                  <a:pt x="2674" y="166"/>
                </a:lnTo>
                <a:lnTo>
                  <a:pt x="2674" y="164"/>
                </a:lnTo>
                <a:lnTo>
                  <a:pt x="2674" y="164"/>
                </a:lnTo>
                <a:lnTo>
                  <a:pt x="2674" y="164"/>
                </a:lnTo>
                <a:lnTo>
                  <a:pt x="2672" y="164"/>
                </a:lnTo>
                <a:lnTo>
                  <a:pt x="2672" y="162"/>
                </a:lnTo>
                <a:lnTo>
                  <a:pt x="2667" y="162"/>
                </a:lnTo>
                <a:lnTo>
                  <a:pt x="2667" y="162"/>
                </a:lnTo>
                <a:lnTo>
                  <a:pt x="2665" y="162"/>
                </a:lnTo>
                <a:lnTo>
                  <a:pt x="2665" y="159"/>
                </a:lnTo>
                <a:lnTo>
                  <a:pt x="2662" y="159"/>
                </a:lnTo>
                <a:lnTo>
                  <a:pt x="2662" y="159"/>
                </a:lnTo>
                <a:lnTo>
                  <a:pt x="2665" y="159"/>
                </a:lnTo>
                <a:lnTo>
                  <a:pt x="2665" y="159"/>
                </a:lnTo>
                <a:lnTo>
                  <a:pt x="2662" y="159"/>
                </a:lnTo>
                <a:lnTo>
                  <a:pt x="2662" y="159"/>
                </a:lnTo>
                <a:lnTo>
                  <a:pt x="2660" y="159"/>
                </a:lnTo>
                <a:lnTo>
                  <a:pt x="2660" y="159"/>
                </a:lnTo>
                <a:lnTo>
                  <a:pt x="2660" y="159"/>
                </a:lnTo>
                <a:lnTo>
                  <a:pt x="2660" y="159"/>
                </a:lnTo>
                <a:lnTo>
                  <a:pt x="2658" y="159"/>
                </a:lnTo>
                <a:lnTo>
                  <a:pt x="2658" y="159"/>
                </a:lnTo>
                <a:lnTo>
                  <a:pt x="2653" y="159"/>
                </a:lnTo>
                <a:lnTo>
                  <a:pt x="2653" y="157"/>
                </a:lnTo>
                <a:lnTo>
                  <a:pt x="2648" y="157"/>
                </a:lnTo>
                <a:lnTo>
                  <a:pt x="2648" y="157"/>
                </a:lnTo>
                <a:lnTo>
                  <a:pt x="2643" y="157"/>
                </a:lnTo>
                <a:lnTo>
                  <a:pt x="2643" y="154"/>
                </a:lnTo>
                <a:lnTo>
                  <a:pt x="2639" y="154"/>
                </a:lnTo>
                <a:lnTo>
                  <a:pt x="2639" y="154"/>
                </a:lnTo>
                <a:lnTo>
                  <a:pt x="2634" y="154"/>
                </a:lnTo>
                <a:lnTo>
                  <a:pt x="2634" y="152"/>
                </a:lnTo>
                <a:lnTo>
                  <a:pt x="2634" y="152"/>
                </a:lnTo>
                <a:lnTo>
                  <a:pt x="2634" y="154"/>
                </a:lnTo>
                <a:lnTo>
                  <a:pt x="2622" y="154"/>
                </a:lnTo>
                <a:lnTo>
                  <a:pt x="2622" y="152"/>
                </a:lnTo>
                <a:lnTo>
                  <a:pt x="2615" y="152"/>
                </a:lnTo>
                <a:lnTo>
                  <a:pt x="2615" y="152"/>
                </a:lnTo>
                <a:lnTo>
                  <a:pt x="2617" y="152"/>
                </a:lnTo>
                <a:lnTo>
                  <a:pt x="2617" y="150"/>
                </a:lnTo>
                <a:lnTo>
                  <a:pt x="2622" y="150"/>
                </a:lnTo>
                <a:lnTo>
                  <a:pt x="2622" y="150"/>
                </a:lnTo>
                <a:lnTo>
                  <a:pt x="2622" y="150"/>
                </a:lnTo>
                <a:lnTo>
                  <a:pt x="2622" y="150"/>
                </a:lnTo>
                <a:lnTo>
                  <a:pt x="2627" y="150"/>
                </a:lnTo>
                <a:lnTo>
                  <a:pt x="2627" y="152"/>
                </a:lnTo>
                <a:lnTo>
                  <a:pt x="2629" y="152"/>
                </a:lnTo>
                <a:lnTo>
                  <a:pt x="2629" y="152"/>
                </a:lnTo>
                <a:lnTo>
                  <a:pt x="2634" y="152"/>
                </a:lnTo>
                <a:lnTo>
                  <a:pt x="2634" y="150"/>
                </a:lnTo>
                <a:lnTo>
                  <a:pt x="2636" y="150"/>
                </a:lnTo>
                <a:lnTo>
                  <a:pt x="2636" y="150"/>
                </a:lnTo>
                <a:lnTo>
                  <a:pt x="2639" y="150"/>
                </a:lnTo>
                <a:lnTo>
                  <a:pt x="2639" y="147"/>
                </a:lnTo>
                <a:lnTo>
                  <a:pt x="2636" y="147"/>
                </a:lnTo>
                <a:lnTo>
                  <a:pt x="2636" y="145"/>
                </a:lnTo>
                <a:lnTo>
                  <a:pt x="2636" y="145"/>
                </a:lnTo>
                <a:lnTo>
                  <a:pt x="2636" y="145"/>
                </a:lnTo>
                <a:lnTo>
                  <a:pt x="2634" y="145"/>
                </a:lnTo>
                <a:lnTo>
                  <a:pt x="2634" y="143"/>
                </a:lnTo>
                <a:lnTo>
                  <a:pt x="2632" y="143"/>
                </a:lnTo>
                <a:lnTo>
                  <a:pt x="2632" y="143"/>
                </a:lnTo>
                <a:lnTo>
                  <a:pt x="2629" y="143"/>
                </a:lnTo>
                <a:lnTo>
                  <a:pt x="2629" y="140"/>
                </a:lnTo>
                <a:lnTo>
                  <a:pt x="2625" y="140"/>
                </a:lnTo>
                <a:lnTo>
                  <a:pt x="2625" y="140"/>
                </a:lnTo>
                <a:lnTo>
                  <a:pt x="2622" y="140"/>
                </a:lnTo>
                <a:lnTo>
                  <a:pt x="2622" y="140"/>
                </a:lnTo>
                <a:lnTo>
                  <a:pt x="2615" y="140"/>
                </a:lnTo>
                <a:lnTo>
                  <a:pt x="2615" y="138"/>
                </a:lnTo>
                <a:lnTo>
                  <a:pt x="2608" y="138"/>
                </a:lnTo>
                <a:lnTo>
                  <a:pt x="2608" y="138"/>
                </a:lnTo>
                <a:lnTo>
                  <a:pt x="2570" y="138"/>
                </a:lnTo>
                <a:lnTo>
                  <a:pt x="2570" y="136"/>
                </a:lnTo>
                <a:lnTo>
                  <a:pt x="2568" y="136"/>
                </a:lnTo>
                <a:lnTo>
                  <a:pt x="2568" y="136"/>
                </a:lnTo>
                <a:lnTo>
                  <a:pt x="2561" y="136"/>
                </a:lnTo>
                <a:lnTo>
                  <a:pt x="2561" y="133"/>
                </a:lnTo>
                <a:lnTo>
                  <a:pt x="2556" y="133"/>
                </a:lnTo>
                <a:lnTo>
                  <a:pt x="2556" y="133"/>
                </a:lnTo>
                <a:lnTo>
                  <a:pt x="2549" y="133"/>
                </a:lnTo>
                <a:lnTo>
                  <a:pt x="2549" y="131"/>
                </a:lnTo>
                <a:lnTo>
                  <a:pt x="2542" y="131"/>
                </a:lnTo>
                <a:lnTo>
                  <a:pt x="2542" y="131"/>
                </a:lnTo>
                <a:lnTo>
                  <a:pt x="2530" y="131"/>
                </a:lnTo>
                <a:lnTo>
                  <a:pt x="2530" y="128"/>
                </a:lnTo>
                <a:lnTo>
                  <a:pt x="2518" y="128"/>
                </a:lnTo>
                <a:lnTo>
                  <a:pt x="2518" y="128"/>
                </a:lnTo>
                <a:lnTo>
                  <a:pt x="2501" y="128"/>
                </a:lnTo>
                <a:lnTo>
                  <a:pt x="2501" y="128"/>
                </a:lnTo>
                <a:lnTo>
                  <a:pt x="2473" y="128"/>
                </a:lnTo>
                <a:lnTo>
                  <a:pt x="2473" y="126"/>
                </a:lnTo>
                <a:lnTo>
                  <a:pt x="2459" y="126"/>
                </a:lnTo>
                <a:lnTo>
                  <a:pt x="2459" y="126"/>
                </a:lnTo>
                <a:lnTo>
                  <a:pt x="2454" y="126"/>
                </a:lnTo>
                <a:lnTo>
                  <a:pt x="2454" y="124"/>
                </a:lnTo>
                <a:lnTo>
                  <a:pt x="2452" y="124"/>
                </a:lnTo>
                <a:lnTo>
                  <a:pt x="2452" y="124"/>
                </a:lnTo>
                <a:lnTo>
                  <a:pt x="2442" y="124"/>
                </a:lnTo>
                <a:lnTo>
                  <a:pt x="2442" y="121"/>
                </a:lnTo>
                <a:lnTo>
                  <a:pt x="2435" y="121"/>
                </a:lnTo>
                <a:lnTo>
                  <a:pt x="2435" y="124"/>
                </a:lnTo>
                <a:lnTo>
                  <a:pt x="2438" y="124"/>
                </a:lnTo>
                <a:lnTo>
                  <a:pt x="2438" y="126"/>
                </a:lnTo>
                <a:lnTo>
                  <a:pt x="2438" y="126"/>
                </a:lnTo>
                <a:lnTo>
                  <a:pt x="2438" y="126"/>
                </a:lnTo>
                <a:lnTo>
                  <a:pt x="2440" y="126"/>
                </a:lnTo>
                <a:lnTo>
                  <a:pt x="2440" y="128"/>
                </a:lnTo>
                <a:lnTo>
                  <a:pt x="2442" y="128"/>
                </a:lnTo>
                <a:lnTo>
                  <a:pt x="2442" y="128"/>
                </a:lnTo>
                <a:lnTo>
                  <a:pt x="2445" y="128"/>
                </a:lnTo>
                <a:lnTo>
                  <a:pt x="2445" y="128"/>
                </a:lnTo>
                <a:lnTo>
                  <a:pt x="2445" y="128"/>
                </a:lnTo>
                <a:lnTo>
                  <a:pt x="2445" y="131"/>
                </a:lnTo>
                <a:lnTo>
                  <a:pt x="2442" y="131"/>
                </a:lnTo>
                <a:lnTo>
                  <a:pt x="2442" y="131"/>
                </a:lnTo>
                <a:lnTo>
                  <a:pt x="2438" y="131"/>
                </a:lnTo>
                <a:lnTo>
                  <a:pt x="2438" y="133"/>
                </a:lnTo>
                <a:lnTo>
                  <a:pt x="2409" y="133"/>
                </a:lnTo>
                <a:lnTo>
                  <a:pt x="2409" y="133"/>
                </a:lnTo>
                <a:lnTo>
                  <a:pt x="2409" y="133"/>
                </a:lnTo>
                <a:lnTo>
                  <a:pt x="2409" y="136"/>
                </a:lnTo>
                <a:lnTo>
                  <a:pt x="2404" y="136"/>
                </a:lnTo>
                <a:lnTo>
                  <a:pt x="2404" y="136"/>
                </a:lnTo>
                <a:lnTo>
                  <a:pt x="2404" y="136"/>
                </a:lnTo>
                <a:lnTo>
                  <a:pt x="2404" y="138"/>
                </a:lnTo>
                <a:lnTo>
                  <a:pt x="2402" y="138"/>
                </a:lnTo>
                <a:lnTo>
                  <a:pt x="2402" y="140"/>
                </a:lnTo>
                <a:lnTo>
                  <a:pt x="2404" y="140"/>
                </a:lnTo>
                <a:lnTo>
                  <a:pt x="2404" y="143"/>
                </a:lnTo>
                <a:lnTo>
                  <a:pt x="2409" y="143"/>
                </a:lnTo>
                <a:lnTo>
                  <a:pt x="2409" y="140"/>
                </a:lnTo>
                <a:lnTo>
                  <a:pt x="2411" y="140"/>
                </a:lnTo>
                <a:lnTo>
                  <a:pt x="2411" y="140"/>
                </a:lnTo>
                <a:lnTo>
                  <a:pt x="2421" y="140"/>
                </a:lnTo>
                <a:lnTo>
                  <a:pt x="2421" y="140"/>
                </a:lnTo>
                <a:lnTo>
                  <a:pt x="2419" y="140"/>
                </a:lnTo>
                <a:lnTo>
                  <a:pt x="2419" y="143"/>
                </a:lnTo>
                <a:lnTo>
                  <a:pt x="2416" y="143"/>
                </a:lnTo>
                <a:lnTo>
                  <a:pt x="2416" y="143"/>
                </a:lnTo>
                <a:lnTo>
                  <a:pt x="2416" y="143"/>
                </a:lnTo>
                <a:lnTo>
                  <a:pt x="2416" y="145"/>
                </a:lnTo>
                <a:lnTo>
                  <a:pt x="2414" y="145"/>
                </a:lnTo>
                <a:lnTo>
                  <a:pt x="2414" y="147"/>
                </a:lnTo>
                <a:lnTo>
                  <a:pt x="2407" y="147"/>
                </a:lnTo>
                <a:lnTo>
                  <a:pt x="2407" y="147"/>
                </a:lnTo>
                <a:lnTo>
                  <a:pt x="2414" y="147"/>
                </a:lnTo>
                <a:lnTo>
                  <a:pt x="2414" y="150"/>
                </a:lnTo>
                <a:lnTo>
                  <a:pt x="2416" y="150"/>
                </a:lnTo>
                <a:lnTo>
                  <a:pt x="2416" y="154"/>
                </a:lnTo>
                <a:lnTo>
                  <a:pt x="2416" y="154"/>
                </a:lnTo>
                <a:lnTo>
                  <a:pt x="2416" y="154"/>
                </a:lnTo>
                <a:lnTo>
                  <a:pt x="2416" y="154"/>
                </a:lnTo>
                <a:lnTo>
                  <a:pt x="2416" y="157"/>
                </a:lnTo>
                <a:lnTo>
                  <a:pt x="2419" y="157"/>
                </a:lnTo>
                <a:lnTo>
                  <a:pt x="2419" y="157"/>
                </a:lnTo>
                <a:lnTo>
                  <a:pt x="2419" y="157"/>
                </a:lnTo>
                <a:lnTo>
                  <a:pt x="2419" y="159"/>
                </a:lnTo>
                <a:lnTo>
                  <a:pt x="2419" y="159"/>
                </a:lnTo>
                <a:lnTo>
                  <a:pt x="2419" y="159"/>
                </a:lnTo>
                <a:lnTo>
                  <a:pt x="2416" y="159"/>
                </a:lnTo>
                <a:lnTo>
                  <a:pt x="2416" y="159"/>
                </a:lnTo>
                <a:lnTo>
                  <a:pt x="2409" y="159"/>
                </a:lnTo>
                <a:lnTo>
                  <a:pt x="2409" y="159"/>
                </a:lnTo>
                <a:lnTo>
                  <a:pt x="2404" y="159"/>
                </a:lnTo>
                <a:lnTo>
                  <a:pt x="2404" y="159"/>
                </a:lnTo>
                <a:lnTo>
                  <a:pt x="2402" y="159"/>
                </a:lnTo>
                <a:lnTo>
                  <a:pt x="2402" y="157"/>
                </a:lnTo>
                <a:lnTo>
                  <a:pt x="2402" y="157"/>
                </a:lnTo>
                <a:lnTo>
                  <a:pt x="2402" y="154"/>
                </a:lnTo>
                <a:lnTo>
                  <a:pt x="2397" y="154"/>
                </a:lnTo>
                <a:lnTo>
                  <a:pt x="2397" y="154"/>
                </a:lnTo>
                <a:lnTo>
                  <a:pt x="2397" y="154"/>
                </a:lnTo>
                <a:lnTo>
                  <a:pt x="2397" y="152"/>
                </a:lnTo>
                <a:lnTo>
                  <a:pt x="2388" y="152"/>
                </a:lnTo>
                <a:lnTo>
                  <a:pt x="2388" y="154"/>
                </a:lnTo>
                <a:lnTo>
                  <a:pt x="2390" y="154"/>
                </a:lnTo>
                <a:lnTo>
                  <a:pt x="2390" y="157"/>
                </a:lnTo>
                <a:lnTo>
                  <a:pt x="2390" y="157"/>
                </a:lnTo>
                <a:lnTo>
                  <a:pt x="2390" y="157"/>
                </a:lnTo>
                <a:lnTo>
                  <a:pt x="2388" y="157"/>
                </a:lnTo>
                <a:lnTo>
                  <a:pt x="2388" y="157"/>
                </a:lnTo>
                <a:lnTo>
                  <a:pt x="2388" y="157"/>
                </a:lnTo>
                <a:lnTo>
                  <a:pt x="2388" y="154"/>
                </a:lnTo>
                <a:lnTo>
                  <a:pt x="2383" y="154"/>
                </a:lnTo>
                <a:lnTo>
                  <a:pt x="2383" y="157"/>
                </a:lnTo>
                <a:lnTo>
                  <a:pt x="2383" y="157"/>
                </a:lnTo>
                <a:lnTo>
                  <a:pt x="2383" y="154"/>
                </a:lnTo>
                <a:lnTo>
                  <a:pt x="2381" y="154"/>
                </a:lnTo>
                <a:lnTo>
                  <a:pt x="2381" y="157"/>
                </a:lnTo>
                <a:lnTo>
                  <a:pt x="2378" y="157"/>
                </a:lnTo>
                <a:lnTo>
                  <a:pt x="2378" y="159"/>
                </a:lnTo>
                <a:lnTo>
                  <a:pt x="2378" y="159"/>
                </a:lnTo>
                <a:lnTo>
                  <a:pt x="2378" y="157"/>
                </a:lnTo>
                <a:lnTo>
                  <a:pt x="2369" y="157"/>
                </a:lnTo>
                <a:lnTo>
                  <a:pt x="2369" y="154"/>
                </a:lnTo>
                <a:lnTo>
                  <a:pt x="2364" y="154"/>
                </a:lnTo>
                <a:lnTo>
                  <a:pt x="2364" y="157"/>
                </a:lnTo>
                <a:lnTo>
                  <a:pt x="2357" y="157"/>
                </a:lnTo>
                <a:lnTo>
                  <a:pt x="2357" y="159"/>
                </a:lnTo>
                <a:lnTo>
                  <a:pt x="2355" y="159"/>
                </a:lnTo>
                <a:lnTo>
                  <a:pt x="2355" y="157"/>
                </a:lnTo>
                <a:lnTo>
                  <a:pt x="2348" y="157"/>
                </a:lnTo>
                <a:lnTo>
                  <a:pt x="2348" y="157"/>
                </a:lnTo>
                <a:lnTo>
                  <a:pt x="2343" y="157"/>
                </a:lnTo>
                <a:lnTo>
                  <a:pt x="2343" y="154"/>
                </a:lnTo>
                <a:lnTo>
                  <a:pt x="2336" y="154"/>
                </a:lnTo>
                <a:lnTo>
                  <a:pt x="2336" y="154"/>
                </a:lnTo>
                <a:lnTo>
                  <a:pt x="2331" y="154"/>
                </a:lnTo>
                <a:lnTo>
                  <a:pt x="2331" y="154"/>
                </a:lnTo>
                <a:lnTo>
                  <a:pt x="2329" y="154"/>
                </a:lnTo>
                <a:lnTo>
                  <a:pt x="2329" y="154"/>
                </a:lnTo>
                <a:lnTo>
                  <a:pt x="2329" y="154"/>
                </a:lnTo>
                <a:lnTo>
                  <a:pt x="2329" y="154"/>
                </a:lnTo>
                <a:lnTo>
                  <a:pt x="2317" y="154"/>
                </a:lnTo>
                <a:lnTo>
                  <a:pt x="2317" y="157"/>
                </a:lnTo>
                <a:lnTo>
                  <a:pt x="2312" y="157"/>
                </a:lnTo>
                <a:lnTo>
                  <a:pt x="2312" y="159"/>
                </a:lnTo>
                <a:lnTo>
                  <a:pt x="2310" y="159"/>
                </a:lnTo>
                <a:lnTo>
                  <a:pt x="2310" y="159"/>
                </a:lnTo>
                <a:lnTo>
                  <a:pt x="2307" y="159"/>
                </a:lnTo>
                <a:lnTo>
                  <a:pt x="2307" y="159"/>
                </a:lnTo>
                <a:lnTo>
                  <a:pt x="2303" y="159"/>
                </a:lnTo>
                <a:lnTo>
                  <a:pt x="2303" y="162"/>
                </a:lnTo>
                <a:lnTo>
                  <a:pt x="2296" y="162"/>
                </a:lnTo>
                <a:lnTo>
                  <a:pt x="2296" y="159"/>
                </a:lnTo>
                <a:lnTo>
                  <a:pt x="2288" y="159"/>
                </a:lnTo>
                <a:lnTo>
                  <a:pt x="2288" y="159"/>
                </a:lnTo>
                <a:lnTo>
                  <a:pt x="2284" y="159"/>
                </a:lnTo>
                <a:lnTo>
                  <a:pt x="2284" y="159"/>
                </a:lnTo>
                <a:lnTo>
                  <a:pt x="2281" y="159"/>
                </a:lnTo>
                <a:lnTo>
                  <a:pt x="2281" y="157"/>
                </a:lnTo>
                <a:lnTo>
                  <a:pt x="2277" y="157"/>
                </a:lnTo>
                <a:lnTo>
                  <a:pt x="2277" y="157"/>
                </a:lnTo>
                <a:lnTo>
                  <a:pt x="2274" y="157"/>
                </a:lnTo>
                <a:lnTo>
                  <a:pt x="2274" y="154"/>
                </a:lnTo>
                <a:lnTo>
                  <a:pt x="2274" y="154"/>
                </a:lnTo>
                <a:lnTo>
                  <a:pt x="2274" y="154"/>
                </a:lnTo>
                <a:lnTo>
                  <a:pt x="2272" y="154"/>
                </a:lnTo>
                <a:lnTo>
                  <a:pt x="2272" y="152"/>
                </a:lnTo>
                <a:lnTo>
                  <a:pt x="2269" y="152"/>
                </a:lnTo>
                <a:lnTo>
                  <a:pt x="2269" y="152"/>
                </a:lnTo>
                <a:lnTo>
                  <a:pt x="2267" y="152"/>
                </a:lnTo>
                <a:lnTo>
                  <a:pt x="2267" y="150"/>
                </a:lnTo>
                <a:lnTo>
                  <a:pt x="2269" y="150"/>
                </a:lnTo>
                <a:lnTo>
                  <a:pt x="2269" y="147"/>
                </a:lnTo>
                <a:lnTo>
                  <a:pt x="2274" y="147"/>
                </a:lnTo>
                <a:lnTo>
                  <a:pt x="2274" y="150"/>
                </a:lnTo>
                <a:lnTo>
                  <a:pt x="2277" y="150"/>
                </a:lnTo>
                <a:lnTo>
                  <a:pt x="2277" y="150"/>
                </a:lnTo>
                <a:lnTo>
                  <a:pt x="2279" y="150"/>
                </a:lnTo>
                <a:lnTo>
                  <a:pt x="2279" y="147"/>
                </a:lnTo>
                <a:lnTo>
                  <a:pt x="2277" y="147"/>
                </a:lnTo>
                <a:lnTo>
                  <a:pt x="2277" y="147"/>
                </a:lnTo>
                <a:lnTo>
                  <a:pt x="2274" y="147"/>
                </a:lnTo>
                <a:lnTo>
                  <a:pt x="2274" y="145"/>
                </a:lnTo>
                <a:lnTo>
                  <a:pt x="2269" y="145"/>
                </a:lnTo>
                <a:lnTo>
                  <a:pt x="2269" y="147"/>
                </a:lnTo>
                <a:lnTo>
                  <a:pt x="2262" y="147"/>
                </a:lnTo>
                <a:lnTo>
                  <a:pt x="2262" y="147"/>
                </a:lnTo>
                <a:lnTo>
                  <a:pt x="2260" y="147"/>
                </a:lnTo>
                <a:lnTo>
                  <a:pt x="2260" y="150"/>
                </a:lnTo>
                <a:lnTo>
                  <a:pt x="2260" y="150"/>
                </a:lnTo>
                <a:lnTo>
                  <a:pt x="2260" y="150"/>
                </a:lnTo>
                <a:lnTo>
                  <a:pt x="2258" y="150"/>
                </a:lnTo>
                <a:lnTo>
                  <a:pt x="2258" y="150"/>
                </a:lnTo>
                <a:lnTo>
                  <a:pt x="2258" y="150"/>
                </a:lnTo>
                <a:lnTo>
                  <a:pt x="2258" y="152"/>
                </a:lnTo>
                <a:lnTo>
                  <a:pt x="2255" y="152"/>
                </a:lnTo>
                <a:lnTo>
                  <a:pt x="2255" y="152"/>
                </a:lnTo>
                <a:lnTo>
                  <a:pt x="2255" y="152"/>
                </a:lnTo>
                <a:lnTo>
                  <a:pt x="2255" y="154"/>
                </a:lnTo>
                <a:lnTo>
                  <a:pt x="2253" y="154"/>
                </a:lnTo>
                <a:lnTo>
                  <a:pt x="2253" y="154"/>
                </a:lnTo>
                <a:lnTo>
                  <a:pt x="2253" y="154"/>
                </a:lnTo>
                <a:lnTo>
                  <a:pt x="2253" y="157"/>
                </a:lnTo>
                <a:lnTo>
                  <a:pt x="2251" y="157"/>
                </a:lnTo>
                <a:lnTo>
                  <a:pt x="2251" y="159"/>
                </a:lnTo>
                <a:lnTo>
                  <a:pt x="2251" y="159"/>
                </a:lnTo>
                <a:lnTo>
                  <a:pt x="2251" y="159"/>
                </a:lnTo>
                <a:lnTo>
                  <a:pt x="2251" y="159"/>
                </a:lnTo>
                <a:lnTo>
                  <a:pt x="2251" y="162"/>
                </a:lnTo>
                <a:lnTo>
                  <a:pt x="2248" y="162"/>
                </a:lnTo>
                <a:lnTo>
                  <a:pt x="2248" y="164"/>
                </a:lnTo>
                <a:lnTo>
                  <a:pt x="2248" y="164"/>
                </a:lnTo>
                <a:lnTo>
                  <a:pt x="2248" y="164"/>
                </a:lnTo>
                <a:lnTo>
                  <a:pt x="2248" y="164"/>
                </a:lnTo>
                <a:lnTo>
                  <a:pt x="2248" y="166"/>
                </a:lnTo>
                <a:lnTo>
                  <a:pt x="2246" y="166"/>
                </a:lnTo>
                <a:lnTo>
                  <a:pt x="2246" y="166"/>
                </a:lnTo>
                <a:lnTo>
                  <a:pt x="2243" y="166"/>
                </a:lnTo>
                <a:lnTo>
                  <a:pt x="2243" y="171"/>
                </a:lnTo>
                <a:lnTo>
                  <a:pt x="2243" y="171"/>
                </a:lnTo>
                <a:lnTo>
                  <a:pt x="2243" y="171"/>
                </a:lnTo>
                <a:lnTo>
                  <a:pt x="2241" y="171"/>
                </a:lnTo>
                <a:lnTo>
                  <a:pt x="2241" y="173"/>
                </a:lnTo>
                <a:lnTo>
                  <a:pt x="2241" y="173"/>
                </a:lnTo>
                <a:lnTo>
                  <a:pt x="2241" y="173"/>
                </a:lnTo>
                <a:lnTo>
                  <a:pt x="2239" y="173"/>
                </a:lnTo>
                <a:lnTo>
                  <a:pt x="2239" y="176"/>
                </a:lnTo>
                <a:lnTo>
                  <a:pt x="2236" y="176"/>
                </a:lnTo>
                <a:lnTo>
                  <a:pt x="2236" y="176"/>
                </a:lnTo>
                <a:lnTo>
                  <a:pt x="2234" y="176"/>
                </a:lnTo>
                <a:lnTo>
                  <a:pt x="2234" y="178"/>
                </a:lnTo>
                <a:lnTo>
                  <a:pt x="2229" y="178"/>
                </a:lnTo>
                <a:lnTo>
                  <a:pt x="2229" y="178"/>
                </a:lnTo>
                <a:lnTo>
                  <a:pt x="2229" y="178"/>
                </a:lnTo>
                <a:lnTo>
                  <a:pt x="2229" y="178"/>
                </a:lnTo>
                <a:lnTo>
                  <a:pt x="2227" y="178"/>
                </a:lnTo>
                <a:lnTo>
                  <a:pt x="2227" y="176"/>
                </a:lnTo>
                <a:lnTo>
                  <a:pt x="2227" y="176"/>
                </a:lnTo>
                <a:lnTo>
                  <a:pt x="2227" y="173"/>
                </a:lnTo>
                <a:lnTo>
                  <a:pt x="2225" y="173"/>
                </a:lnTo>
                <a:lnTo>
                  <a:pt x="2225" y="173"/>
                </a:lnTo>
                <a:lnTo>
                  <a:pt x="2225" y="173"/>
                </a:lnTo>
                <a:lnTo>
                  <a:pt x="2225" y="171"/>
                </a:lnTo>
                <a:lnTo>
                  <a:pt x="2225" y="171"/>
                </a:lnTo>
                <a:lnTo>
                  <a:pt x="2225" y="171"/>
                </a:lnTo>
                <a:lnTo>
                  <a:pt x="2222" y="171"/>
                </a:lnTo>
                <a:lnTo>
                  <a:pt x="2222" y="173"/>
                </a:lnTo>
                <a:lnTo>
                  <a:pt x="2217" y="173"/>
                </a:lnTo>
                <a:lnTo>
                  <a:pt x="2217" y="173"/>
                </a:lnTo>
                <a:lnTo>
                  <a:pt x="2213" y="173"/>
                </a:lnTo>
                <a:lnTo>
                  <a:pt x="2213" y="171"/>
                </a:lnTo>
                <a:lnTo>
                  <a:pt x="2210" y="171"/>
                </a:lnTo>
                <a:lnTo>
                  <a:pt x="2210" y="169"/>
                </a:lnTo>
                <a:lnTo>
                  <a:pt x="2210" y="169"/>
                </a:lnTo>
                <a:lnTo>
                  <a:pt x="2210" y="169"/>
                </a:lnTo>
                <a:lnTo>
                  <a:pt x="2208" y="169"/>
                </a:lnTo>
                <a:lnTo>
                  <a:pt x="2208" y="169"/>
                </a:lnTo>
                <a:lnTo>
                  <a:pt x="2203" y="169"/>
                </a:lnTo>
                <a:lnTo>
                  <a:pt x="2203" y="166"/>
                </a:lnTo>
                <a:lnTo>
                  <a:pt x="2201" y="166"/>
                </a:lnTo>
                <a:lnTo>
                  <a:pt x="2201" y="164"/>
                </a:lnTo>
                <a:lnTo>
                  <a:pt x="2198" y="164"/>
                </a:lnTo>
                <a:lnTo>
                  <a:pt x="2198" y="164"/>
                </a:lnTo>
                <a:lnTo>
                  <a:pt x="2196" y="164"/>
                </a:lnTo>
                <a:lnTo>
                  <a:pt x="2196" y="162"/>
                </a:lnTo>
                <a:lnTo>
                  <a:pt x="2194" y="162"/>
                </a:lnTo>
                <a:lnTo>
                  <a:pt x="2194" y="159"/>
                </a:lnTo>
                <a:lnTo>
                  <a:pt x="2194" y="159"/>
                </a:lnTo>
                <a:lnTo>
                  <a:pt x="2194" y="159"/>
                </a:lnTo>
                <a:lnTo>
                  <a:pt x="2191" y="159"/>
                </a:lnTo>
                <a:lnTo>
                  <a:pt x="2191" y="157"/>
                </a:lnTo>
                <a:lnTo>
                  <a:pt x="2191" y="157"/>
                </a:lnTo>
                <a:lnTo>
                  <a:pt x="2191" y="157"/>
                </a:lnTo>
                <a:lnTo>
                  <a:pt x="2189" y="157"/>
                </a:lnTo>
                <a:lnTo>
                  <a:pt x="2189" y="154"/>
                </a:lnTo>
                <a:lnTo>
                  <a:pt x="2184" y="154"/>
                </a:lnTo>
                <a:lnTo>
                  <a:pt x="2184" y="157"/>
                </a:lnTo>
                <a:lnTo>
                  <a:pt x="2184" y="157"/>
                </a:lnTo>
                <a:lnTo>
                  <a:pt x="2184" y="154"/>
                </a:lnTo>
                <a:lnTo>
                  <a:pt x="2182" y="154"/>
                </a:lnTo>
                <a:lnTo>
                  <a:pt x="2182" y="154"/>
                </a:lnTo>
                <a:lnTo>
                  <a:pt x="2189" y="154"/>
                </a:lnTo>
                <a:lnTo>
                  <a:pt x="2189" y="152"/>
                </a:lnTo>
                <a:lnTo>
                  <a:pt x="2196" y="152"/>
                </a:lnTo>
                <a:lnTo>
                  <a:pt x="2196" y="154"/>
                </a:lnTo>
                <a:lnTo>
                  <a:pt x="2198" y="154"/>
                </a:lnTo>
                <a:lnTo>
                  <a:pt x="2198" y="152"/>
                </a:lnTo>
                <a:lnTo>
                  <a:pt x="2196" y="152"/>
                </a:lnTo>
                <a:lnTo>
                  <a:pt x="2196" y="150"/>
                </a:lnTo>
                <a:lnTo>
                  <a:pt x="2191" y="150"/>
                </a:lnTo>
                <a:lnTo>
                  <a:pt x="2191" y="150"/>
                </a:lnTo>
                <a:lnTo>
                  <a:pt x="2191" y="150"/>
                </a:lnTo>
                <a:lnTo>
                  <a:pt x="2191" y="147"/>
                </a:lnTo>
                <a:lnTo>
                  <a:pt x="2191" y="147"/>
                </a:lnTo>
                <a:lnTo>
                  <a:pt x="2191" y="147"/>
                </a:lnTo>
                <a:lnTo>
                  <a:pt x="2189" y="147"/>
                </a:lnTo>
                <a:lnTo>
                  <a:pt x="2189" y="145"/>
                </a:lnTo>
                <a:lnTo>
                  <a:pt x="2189" y="145"/>
                </a:lnTo>
                <a:lnTo>
                  <a:pt x="2189" y="145"/>
                </a:lnTo>
                <a:lnTo>
                  <a:pt x="2194" y="145"/>
                </a:lnTo>
                <a:lnTo>
                  <a:pt x="2194" y="143"/>
                </a:lnTo>
                <a:lnTo>
                  <a:pt x="2196" y="143"/>
                </a:lnTo>
                <a:lnTo>
                  <a:pt x="2196" y="140"/>
                </a:lnTo>
                <a:lnTo>
                  <a:pt x="2198" y="140"/>
                </a:lnTo>
                <a:lnTo>
                  <a:pt x="2198" y="140"/>
                </a:lnTo>
                <a:lnTo>
                  <a:pt x="2196" y="140"/>
                </a:lnTo>
                <a:lnTo>
                  <a:pt x="2196" y="138"/>
                </a:lnTo>
                <a:lnTo>
                  <a:pt x="2196" y="138"/>
                </a:lnTo>
                <a:lnTo>
                  <a:pt x="2196" y="136"/>
                </a:lnTo>
                <a:lnTo>
                  <a:pt x="2196" y="136"/>
                </a:lnTo>
                <a:lnTo>
                  <a:pt x="2196" y="136"/>
                </a:lnTo>
                <a:lnTo>
                  <a:pt x="2196" y="136"/>
                </a:lnTo>
                <a:lnTo>
                  <a:pt x="2196" y="133"/>
                </a:lnTo>
                <a:lnTo>
                  <a:pt x="2196" y="133"/>
                </a:lnTo>
                <a:lnTo>
                  <a:pt x="2196" y="133"/>
                </a:lnTo>
                <a:lnTo>
                  <a:pt x="2196" y="133"/>
                </a:lnTo>
                <a:lnTo>
                  <a:pt x="2196" y="131"/>
                </a:lnTo>
                <a:lnTo>
                  <a:pt x="2198" y="131"/>
                </a:lnTo>
                <a:lnTo>
                  <a:pt x="2198" y="131"/>
                </a:lnTo>
                <a:lnTo>
                  <a:pt x="2196" y="131"/>
                </a:lnTo>
                <a:lnTo>
                  <a:pt x="2196" y="131"/>
                </a:lnTo>
                <a:lnTo>
                  <a:pt x="2191" y="131"/>
                </a:lnTo>
                <a:lnTo>
                  <a:pt x="2191" y="131"/>
                </a:lnTo>
                <a:lnTo>
                  <a:pt x="2196" y="131"/>
                </a:lnTo>
                <a:lnTo>
                  <a:pt x="2196" y="128"/>
                </a:lnTo>
                <a:lnTo>
                  <a:pt x="2196" y="128"/>
                </a:lnTo>
                <a:lnTo>
                  <a:pt x="2196" y="128"/>
                </a:lnTo>
                <a:lnTo>
                  <a:pt x="2196" y="128"/>
                </a:lnTo>
                <a:lnTo>
                  <a:pt x="2196" y="126"/>
                </a:lnTo>
                <a:lnTo>
                  <a:pt x="2196" y="126"/>
                </a:lnTo>
                <a:lnTo>
                  <a:pt x="2196" y="124"/>
                </a:lnTo>
                <a:lnTo>
                  <a:pt x="2194" y="124"/>
                </a:lnTo>
                <a:lnTo>
                  <a:pt x="2194" y="121"/>
                </a:lnTo>
                <a:lnTo>
                  <a:pt x="2198" y="121"/>
                </a:lnTo>
                <a:lnTo>
                  <a:pt x="2198" y="119"/>
                </a:lnTo>
                <a:lnTo>
                  <a:pt x="2196" y="119"/>
                </a:lnTo>
                <a:lnTo>
                  <a:pt x="2196" y="119"/>
                </a:lnTo>
                <a:lnTo>
                  <a:pt x="2191" y="119"/>
                </a:lnTo>
                <a:lnTo>
                  <a:pt x="2191" y="119"/>
                </a:lnTo>
                <a:lnTo>
                  <a:pt x="2191" y="119"/>
                </a:lnTo>
                <a:lnTo>
                  <a:pt x="2191" y="117"/>
                </a:lnTo>
                <a:lnTo>
                  <a:pt x="2182" y="117"/>
                </a:lnTo>
                <a:lnTo>
                  <a:pt x="2182" y="114"/>
                </a:lnTo>
                <a:lnTo>
                  <a:pt x="2177" y="114"/>
                </a:lnTo>
                <a:lnTo>
                  <a:pt x="2177" y="112"/>
                </a:lnTo>
                <a:lnTo>
                  <a:pt x="2177" y="112"/>
                </a:lnTo>
                <a:lnTo>
                  <a:pt x="2177" y="114"/>
                </a:lnTo>
                <a:lnTo>
                  <a:pt x="2175" y="114"/>
                </a:lnTo>
                <a:lnTo>
                  <a:pt x="2175" y="112"/>
                </a:lnTo>
                <a:lnTo>
                  <a:pt x="2175" y="112"/>
                </a:lnTo>
                <a:lnTo>
                  <a:pt x="2175" y="109"/>
                </a:lnTo>
                <a:lnTo>
                  <a:pt x="2170" y="109"/>
                </a:lnTo>
                <a:lnTo>
                  <a:pt x="2170" y="109"/>
                </a:lnTo>
                <a:lnTo>
                  <a:pt x="2168" y="109"/>
                </a:lnTo>
                <a:lnTo>
                  <a:pt x="2168" y="109"/>
                </a:lnTo>
                <a:lnTo>
                  <a:pt x="2165" y="109"/>
                </a:lnTo>
                <a:lnTo>
                  <a:pt x="2165" y="109"/>
                </a:lnTo>
                <a:lnTo>
                  <a:pt x="2165" y="109"/>
                </a:lnTo>
                <a:lnTo>
                  <a:pt x="2165" y="109"/>
                </a:lnTo>
                <a:lnTo>
                  <a:pt x="2163" y="109"/>
                </a:lnTo>
                <a:lnTo>
                  <a:pt x="2163" y="107"/>
                </a:lnTo>
                <a:lnTo>
                  <a:pt x="2153" y="107"/>
                </a:lnTo>
                <a:lnTo>
                  <a:pt x="2153" y="107"/>
                </a:lnTo>
                <a:lnTo>
                  <a:pt x="2151" y="107"/>
                </a:lnTo>
                <a:lnTo>
                  <a:pt x="2151" y="107"/>
                </a:lnTo>
                <a:lnTo>
                  <a:pt x="2142" y="107"/>
                </a:lnTo>
                <a:lnTo>
                  <a:pt x="2142" y="109"/>
                </a:lnTo>
                <a:lnTo>
                  <a:pt x="2142" y="109"/>
                </a:lnTo>
                <a:lnTo>
                  <a:pt x="2142" y="107"/>
                </a:lnTo>
                <a:lnTo>
                  <a:pt x="2139" y="107"/>
                </a:lnTo>
                <a:lnTo>
                  <a:pt x="2139" y="109"/>
                </a:lnTo>
                <a:lnTo>
                  <a:pt x="2137" y="109"/>
                </a:lnTo>
                <a:lnTo>
                  <a:pt x="2137" y="107"/>
                </a:lnTo>
                <a:lnTo>
                  <a:pt x="2135" y="107"/>
                </a:lnTo>
                <a:lnTo>
                  <a:pt x="2135" y="109"/>
                </a:lnTo>
                <a:lnTo>
                  <a:pt x="2130" y="109"/>
                </a:lnTo>
                <a:lnTo>
                  <a:pt x="2130" y="107"/>
                </a:lnTo>
                <a:lnTo>
                  <a:pt x="2130" y="107"/>
                </a:lnTo>
                <a:lnTo>
                  <a:pt x="2130" y="107"/>
                </a:lnTo>
                <a:lnTo>
                  <a:pt x="2127" y="107"/>
                </a:lnTo>
                <a:lnTo>
                  <a:pt x="2127" y="105"/>
                </a:lnTo>
                <a:lnTo>
                  <a:pt x="2125" y="105"/>
                </a:lnTo>
                <a:lnTo>
                  <a:pt x="2125" y="107"/>
                </a:lnTo>
                <a:lnTo>
                  <a:pt x="2116" y="107"/>
                </a:lnTo>
                <a:lnTo>
                  <a:pt x="2116" y="105"/>
                </a:lnTo>
                <a:lnTo>
                  <a:pt x="2118" y="105"/>
                </a:lnTo>
                <a:lnTo>
                  <a:pt x="2118" y="105"/>
                </a:lnTo>
                <a:lnTo>
                  <a:pt x="2118" y="105"/>
                </a:lnTo>
                <a:lnTo>
                  <a:pt x="2118" y="102"/>
                </a:lnTo>
                <a:lnTo>
                  <a:pt x="2116" y="102"/>
                </a:lnTo>
                <a:lnTo>
                  <a:pt x="2116" y="105"/>
                </a:lnTo>
                <a:lnTo>
                  <a:pt x="2116" y="105"/>
                </a:lnTo>
                <a:lnTo>
                  <a:pt x="2116" y="102"/>
                </a:lnTo>
                <a:lnTo>
                  <a:pt x="2113" y="102"/>
                </a:lnTo>
                <a:lnTo>
                  <a:pt x="2113" y="105"/>
                </a:lnTo>
                <a:lnTo>
                  <a:pt x="2111" y="105"/>
                </a:lnTo>
                <a:lnTo>
                  <a:pt x="2111" y="107"/>
                </a:lnTo>
                <a:lnTo>
                  <a:pt x="2111" y="107"/>
                </a:lnTo>
                <a:lnTo>
                  <a:pt x="2111" y="105"/>
                </a:lnTo>
                <a:lnTo>
                  <a:pt x="2109" y="105"/>
                </a:lnTo>
                <a:lnTo>
                  <a:pt x="2109" y="105"/>
                </a:lnTo>
                <a:lnTo>
                  <a:pt x="2109" y="105"/>
                </a:lnTo>
                <a:lnTo>
                  <a:pt x="2109" y="102"/>
                </a:lnTo>
                <a:lnTo>
                  <a:pt x="2104" y="102"/>
                </a:lnTo>
                <a:lnTo>
                  <a:pt x="2104" y="105"/>
                </a:lnTo>
                <a:lnTo>
                  <a:pt x="2104" y="105"/>
                </a:lnTo>
                <a:lnTo>
                  <a:pt x="2104" y="102"/>
                </a:lnTo>
                <a:lnTo>
                  <a:pt x="2104" y="102"/>
                </a:lnTo>
                <a:lnTo>
                  <a:pt x="2104" y="102"/>
                </a:lnTo>
                <a:lnTo>
                  <a:pt x="2097" y="102"/>
                </a:lnTo>
                <a:lnTo>
                  <a:pt x="2097" y="100"/>
                </a:lnTo>
                <a:lnTo>
                  <a:pt x="2090" y="100"/>
                </a:lnTo>
                <a:lnTo>
                  <a:pt x="2090" y="100"/>
                </a:lnTo>
                <a:lnTo>
                  <a:pt x="2094" y="100"/>
                </a:lnTo>
                <a:lnTo>
                  <a:pt x="2094" y="98"/>
                </a:lnTo>
                <a:lnTo>
                  <a:pt x="2099" y="98"/>
                </a:lnTo>
                <a:lnTo>
                  <a:pt x="2099" y="98"/>
                </a:lnTo>
                <a:lnTo>
                  <a:pt x="2097" y="98"/>
                </a:lnTo>
                <a:lnTo>
                  <a:pt x="2097" y="95"/>
                </a:lnTo>
                <a:lnTo>
                  <a:pt x="2092" y="95"/>
                </a:lnTo>
                <a:lnTo>
                  <a:pt x="2092" y="98"/>
                </a:lnTo>
                <a:lnTo>
                  <a:pt x="2090" y="98"/>
                </a:lnTo>
                <a:lnTo>
                  <a:pt x="2090" y="95"/>
                </a:lnTo>
                <a:lnTo>
                  <a:pt x="2085" y="95"/>
                </a:lnTo>
                <a:lnTo>
                  <a:pt x="2085" y="98"/>
                </a:lnTo>
                <a:lnTo>
                  <a:pt x="2082" y="98"/>
                </a:lnTo>
                <a:lnTo>
                  <a:pt x="2082" y="100"/>
                </a:lnTo>
                <a:lnTo>
                  <a:pt x="2085" y="100"/>
                </a:lnTo>
                <a:lnTo>
                  <a:pt x="2085" y="100"/>
                </a:lnTo>
                <a:lnTo>
                  <a:pt x="2080" y="100"/>
                </a:lnTo>
                <a:lnTo>
                  <a:pt x="2080" y="100"/>
                </a:lnTo>
                <a:lnTo>
                  <a:pt x="2075" y="100"/>
                </a:lnTo>
                <a:lnTo>
                  <a:pt x="2075" y="100"/>
                </a:lnTo>
                <a:lnTo>
                  <a:pt x="2073" y="100"/>
                </a:lnTo>
                <a:lnTo>
                  <a:pt x="2073" y="98"/>
                </a:lnTo>
                <a:lnTo>
                  <a:pt x="2071" y="98"/>
                </a:lnTo>
                <a:lnTo>
                  <a:pt x="2071" y="100"/>
                </a:lnTo>
                <a:lnTo>
                  <a:pt x="2071" y="100"/>
                </a:lnTo>
                <a:lnTo>
                  <a:pt x="2071" y="100"/>
                </a:lnTo>
                <a:lnTo>
                  <a:pt x="2068" y="100"/>
                </a:lnTo>
                <a:lnTo>
                  <a:pt x="2068" y="102"/>
                </a:lnTo>
                <a:lnTo>
                  <a:pt x="2068" y="102"/>
                </a:lnTo>
                <a:lnTo>
                  <a:pt x="2068" y="102"/>
                </a:lnTo>
                <a:lnTo>
                  <a:pt x="2068" y="102"/>
                </a:lnTo>
                <a:lnTo>
                  <a:pt x="2068" y="102"/>
                </a:lnTo>
                <a:lnTo>
                  <a:pt x="2064" y="102"/>
                </a:lnTo>
                <a:lnTo>
                  <a:pt x="2064" y="105"/>
                </a:lnTo>
                <a:lnTo>
                  <a:pt x="2061" y="105"/>
                </a:lnTo>
                <a:lnTo>
                  <a:pt x="2061" y="105"/>
                </a:lnTo>
                <a:lnTo>
                  <a:pt x="2059" y="105"/>
                </a:lnTo>
                <a:lnTo>
                  <a:pt x="2059" y="109"/>
                </a:lnTo>
                <a:lnTo>
                  <a:pt x="2059" y="109"/>
                </a:lnTo>
                <a:lnTo>
                  <a:pt x="2059" y="109"/>
                </a:lnTo>
                <a:lnTo>
                  <a:pt x="2061" y="109"/>
                </a:lnTo>
                <a:lnTo>
                  <a:pt x="2061" y="112"/>
                </a:lnTo>
                <a:lnTo>
                  <a:pt x="2061" y="112"/>
                </a:lnTo>
                <a:lnTo>
                  <a:pt x="2061" y="114"/>
                </a:lnTo>
                <a:lnTo>
                  <a:pt x="2064" y="114"/>
                </a:lnTo>
                <a:lnTo>
                  <a:pt x="2064" y="117"/>
                </a:lnTo>
                <a:lnTo>
                  <a:pt x="2064" y="117"/>
                </a:lnTo>
                <a:lnTo>
                  <a:pt x="2064" y="112"/>
                </a:lnTo>
                <a:lnTo>
                  <a:pt x="2064" y="112"/>
                </a:lnTo>
                <a:lnTo>
                  <a:pt x="2064" y="114"/>
                </a:lnTo>
                <a:lnTo>
                  <a:pt x="2066" y="114"/>
                </a:lnTo>
                <a:lnTo>
                  <a:pt x="2066" y="114"/>
                </a:lnTo>
                <a:lnTo>
                  <a:pt x="2066" y="114"/>
                </a:lnTo>
                <a:lnTo>
                  <a:pt x="2066" y="117"/>
                </a:lnTo>
                <a:lnTo>
                  <a:pt x="2064" y="117"/>
                </a:lnTo>
                <a:lnTo>
                  <a:pt x="2064" y="119"/>
                </a:lnTo>
                <a:lnTo>
                  <a:pt x="2064" y="119"/>
                </a:lnTo>
                <a:lnTo>
                  <a:pt x="2064" y="119"/>
                </a:lnTo>
                <a:lnTo>
                  <a:pt x="2064" y="119"/>
                </a:lnTo>
                <a:lnTo>
                  <a:pt x="2064" y="121"/>
                </a:lnTo>
                <a:lnTo>
                  <a:pt x="2061" y="121"/>
                </a:lnTo>
                <a:lnTo>
                  <a:pt x="2061" y="121"/>
                </a:lnTo>
                <a:lnTo>
                  <a:pt x="2059" y="121"/>
                </a:lnTo>
                <a:lnTo>
                  <a:pt x="2059" y="121"/>
                </a:lnTo>
                <a:lnTo>
                  <a:pt x="2054" y="121"/>
                </a:lnTo>
                <a:lnTo>
                  <a:pt x="2054" y="119"/>
                </a:lnTo>
                <a:lnTo>
                  <a:pt x="2049" y="119"/>
                </a:lnTo>
                <a:lnTo>
                  <a:pt x="2049" y="119"/>
                </a:lnTo>
                <a:lnTo>
                  <a:pt x="2054" y="119"/>
                </a:lnTo>
                <a:lnTo>
                  <a:pt x="2054" y="119"/>
                </a:lnTo>
                <a:lnTo>
                  <a:pt x="2052" y="119"/>
                </a:lnTo>
                <a:lnTo>
                  <a:pt x="2052" y="117"/>
                </a:lnTo>
                <a:lnTo>
                  <a:pt x="2045" y="117"/>
                </a:lnTo>
                <a:lnTo>
                  <a:pt x="2045" y="119"/>
                </a:lnTo>
                <a:lnTo>
                  <a:pt x="2042" y="119"/>
                </a:lnTo>
                <a:lnTo>
                  <a:pt x="2042" y="117"/>
                </a:lnTo>
                <a:lnTo>
                  <a:pt x="2040" y="117"/>
                </a:lnTo>
                <a:lnTo>
                  <a:pt x="2040" y="119"/>
                </a:lnTo>
                <a:lnTo>
                  <a:pt x="2038" y="119"/>
                </a:lnTo>
                <a:lnTo>
                  <a:pt x="2038" y="119"/>
                </a:lnTo>
                <a:lnTo>
                  <a:pt x="2035" y="119"/>
                </a:lnTo>
                <a:lnTo>
                  <a:pt x="2035" y="119"/>
                </a:lnTo>
                <a:lnTo>
                  <a:pt x="2035" y="119"/>
                </a:lnTo>
                <a:lnTo>
                  <a:pt x="2035" y="119"/>
                </a:lnTo>
                <a:lnTo>
                  <a:pt x="2035" y="119"/>
                </a:lnTo>
                <a:lnTo>
                  <a:pt x="2035" y="121"/>
                </a:lnTo>
                <a:lnTo>
                  <a:pt x="2030" y="121"/>
                </a:lnTo>
                <a:lnTo>
                  <a:pt x="2030" y="119"/>
                </a:lnTo>
                <a:lnTo>
                  <a:pt x="2021" y="119"/>
                </a:lnTo>
                <a:lnTo>
                  <a:pt x="2021" y="121"/>
                </a:lnTo>
                <a:lnTo>
                  <a:pt x="2009" y="121"/>
                </a:lnTo>
                <a:lnTo>
                  <a:pt x="2009" y="119"/>
                </a:lnTo>
                <a:lnTo>
                  <a:pt x="2002" y="119"/>
                </a:lnTo>
                <a:lnTo>
                  <a:pt x="2002" y="119"/>
                </a:lnTo>
                <a:lnTo>
                  <a:pt x="2002" y="119"/>
                </a:lnTo>
                <a:lnTo>
                  <a:pt x="2002" y="119"/>
                </a:lnTo>
                <a:lnTo>
                  <a:pt x="2000" y="119"/>
                </a:lnTo>
                <a:lnTo>
                  <a:pt x="2000" y="117"/>
                </a:lnTo>
                <a:lnTo>
                  <a:pt x="1997" y="117"/>
                </a:lnTo>
                <a:lnTo>
                  <a:pt x="1997" y="114"/>
                </a:lnTo>
                <a:lnTo>
                  <a:pt x="1995" y="114"/>
                </a:lnTo>
                <a:lnTo>
                  <a:pt x="1995" y="117"/>
                </a:lnTo>
                <a:lnTo>
                  <a:pt x="1995" y="117"/>
                </a:lnTo>
                <a:lnTo>
                  <a:pt x="1995" y="114"/>
                </a:lnTo>
                <a:lnTo>
                  <a:pt x="1993" y="114"/>
                </a:lnTo>
                <a:lnTo>
                  <a:pt x="1993" y="117"/>
                </a:lnTo>
                <a:lnTo>
                  <a:pt x="1990" y="117"/>
                </a:lnTo>
                <a:lnTo>
                  <a:pt x="1990" y="114"/>
                </a:lnTo>
                <a:lnTo>
                  <a:pt x="1990" y="114"/>
                </a:lnTo>
                <a:lnTo>
                  <a:pt x="1990" y="117"/>
                </a:lnTo>
                <a:lnTo>
                  <a:pt x="1988" y="117"/>
                </a:lnTo>
                <a:lnTo>
                  <a:pt x="1988" y="114"/>
                </a:lnTo>
                <a:lnTo>
                  <a:pt x="1985" y="114"/>
                </a:lnTo>
                <a:lnTo>
                  <a:pt x="1985" y="117"/>
                </a:lnTo>
                <a:lnTo>
                  <a:pt x="1985" y="117"/>
                </a:lnTo>
                <a:lnTo>
                  <a:pt x="1985" y="114"/>
                </a:lnTo>
                <a:lnTo>
                  <a:pt x="1983" y="114"/>
                </a:lnTo>
                <a:lnTo>
                  <a:pt x="1983" y="117"/>
                </a:lnTo>
                <a:lnTo>
                  <a:pt x="1981" y="117"/>
                </a:lnTo>
                <a:lnTo>
                  <a:pt x="1981" y="117"/>
                </a:lnTo>
                <a:lnTo>
                  <a:pt x="1978" y="117"/>
                </a:lnTo>
                <a:lnTo>
                  <a:pt x="1978" y="117"/>
                </a:lnTo>
                <a:lnTo>
                  <a:pt x="1976" y="117"/>
                </a:lnTo>
                <a:lnTo>
                  <a:pt x="1976" y="117"/>
                </a:lnTo>
                <a:lnTo>
                  <a:pt x="1976" y="117"/>
                </a:lnTo>
                <a:lnTo>
                  <a:pt x="1976" y="119"/>
                </a:lnTo>
                <a:lnTo>
                  <a:pt x="1974" y="119"/>
                </a:lnTo>
                <a:lnTo>
                  <a:pt x="1974" y="117"/>
                </a:lnTo>
                <a:lnTo>
                  <a:pt x="1969" y="117"/>
                </a:lnTo>
                <a:lnTo>
                  <a:pt x="1969" y="117"/>
                </a:lnTo>
                <a:lnTo>
                  <a:pt x="1962" y="117"/>
                </a:lnTo>
                <a:lnTo>
                  <a:pt x="1962" y="114"/>
                </a:lnTo>
                <a:lnTo>
                  <a:pt x="1959" y="114"/>
                </a:lnTo>
                <a:lnTo>
                  <a:pt x="1959" y="114"/>
                </a:lnTo>
                <a:lnTo>
                  <a:pt x="1957" y="114"/>
                </a:lnTo>
                <a:lnTo>
                  <a:pt x="1957" y="112"/>
                </a:lnTo>
                <a:lnTo>
                  <a:pt x="1959" y="112"/>
                </a:lnTo>
                <a:lnTo>
                  <a:pt x="1959" y="109"/>
                </a:lnTo>
                <a:lnTo>
                  <a:pt x="1957" y="109"/>
                </a:lnTo>
                <a:lnTo>
                  <a:pt x="1957" y="109"/>
                </a:lnTo>
                <a:lnTo>
                  <a:pt x="1962" y="109"/>
                </a:lnTo>
                <a:lnTo>
                  <a:pt x="1962" y="109"/>
                </a:lnTo>
                <a:lnTo>
                  <a:pt x="1962" y="109"/>
                </a:lnTo>
                <a:lnTo>
                  <a:pt x="1962" y="112"/>
                </a:lnTo>
                <a:lnTo>
                  <a:pt x="1967" y="112"/>
                </a:lnTo>
                <a:lnTo>
                  <a:pt x="1967" y="109"/>
                </a:lnTo>
                <a:lnTo>
                  <a:pt x="1969" y="109"/>
                </a:lnTo>
                <a:lnTo>
                  <a:pt x="1969" y="107"/>
                </a:lnTo>
                <a:lnTo>
                  <a:pt x="1967" y="107"/>
                </a:lnTo>
                <a:lnTo>
                  <a:pt x="1967" y="105"/>
                </a:lnTo>
                <a:lnTo>
                  <a:pt x="1933" y="105"/>
                </a:lnTo>
                <a:lnTo>
                  <a:pt x="1933" y="105"/>
                </a:lnTo>
                <a:lnTo>
                  <a:pt x="1926" y="105"/>
                </a:lnTo>
                <a:lnTo>
                  <a:pt x="1926" y="102"/>
                </a:lnTo>
                <a:lnTo>
                  <a:pt x="1917" y="102"/>
                </a:lnTo>
                <a:lnTo>
                  <a:pt x="1917" y="102"/>
                </a:lnTo>
                <a:lnTo>
                  <a:pt x="1914" y="102"/>
                </a:lnTo>
                <a:lnTo>
                  <a:pt x="1914" y="102"/>
                </a:lnTo>
                <a:lnTo>
                  <a:pt x="1910" y="102"/>
                </a:lnTo>
                <a:lnTo>
                  <a:pt x="1910" y="102"/>
                </a:lnTo>
                <a:lnTo>
                  <a:pt x="1895" y="102"/>
                </a:lnTo>
                <a:lnTo>
                  <a:pt x="1895" y="100"/>
                </a:lnTo>
                <a:lnTo>
                  <a:pt x="1893" y="100"/>
                </a:lnTo>
                <a:lnTo>
                  <a:pt x="1893" y="102"/>
                </a:lnTo>
                <a:lnTo>
                  <a:pt x="1886" y="102"/>
                </a:lnTo>
                <a:lnTo>
                  <a:pt x="1886" y="102"/>
                </a:lnTo>
                <a:lnTo>
                  <a:pt x="1884" y="102"/>
                </a:lnTo>
                <a:lnTo>
                  <a:pt x="1884" y="105"/>
                </a:lnTo>
                <a:lnTo>
                  <a:pt x="1862" y="105"/>
                </a:lnTo>
                <a:lnTo>
                  <a:pt x="1862" y="105"/>
                </a:lnTo>
                <a:lnTo>
                  <a:pt x="1858" y="105"/>
                </a:lnTo>
                <a:lnTo>
                  <a:pt x="1858" y="107"/>
                </a:lnTo>
                <a:lnTo>
                  <a:pt x="1851" y="107"/>
                </a:lnTo>
                <a:lnTo>
                  <a:pt x="1851" y="109"/>
                </a:lnTo>
                <a:lnTo>
                  <a:pt x="1855" y="109"/>
                </a:lnTo>
                <a:lnTo>
                  <a:pt x="1855" y="112"/>
                </a:lnTo>
                <a:lnTo>
                  <a:pt x="1853" y="112"/>
                </a:lnTo>
                <a:lnTo>
                  <a:pt x="1853" y="109"/>
                </a:lnTo>
                <a:lnTo>
                  <a:pt x="1848" y="109"/>
                </a:lnTo>
                <a:lnTo>
                  <a:pt x="1848" y="109"/>
                </a:lnTo>
                <a:lnTo>
                  <a:pt x="1846" y="109"/>
                </a:lnTo>
                <a:lnTo>
                  <a:pt x="1846" y="107"/>
                </a:lnTo>
                <a:lnTo>
                  <a:pt x="1848" y="107"/>
                </a:lnTo>
                <a:lnTo>
                  <a:pt x="1848" y="107"/>
                </a:lnTo>
                <a:lnTo>
                  <a:pt x="1851" y="107"/>
                </a:lnTo>
                <a:lnTo>
                  <a:pt x="1851" y="105"/>
                </a:lnTo>
                <a:lnTo>
                  <a:pt x="1851" y="105"/>
                </a:lnTo>
                <a:lnTo>
                  <a:pt x="1851" y="105"/>
                </a:lnTo>
                <a:lnTo>
                  <a:pt x="1851" y="105"/>
                </a:lnTo>
                <a:lnTo>
                  <a:pt x="1851" y="102"/>
                </a:lnTo>
                <a:lnTo>
                  <a:pt x="1851" y="102"/>
                </a:lnTo>
                <a:lnTo>
                  <a:pt x="1851" y="102"/>
                </a:lnTo>
                <a:lnTo>
                  <a:pt x="1848" y="102"/>
                </a:lnTo>
                <a:lnTo>
                  <a:pt x="1848" y="100"/>
                </a:lnTo>
                <a:lnTo>
                  <a:pt x="1846" y="100"/>
                </a:lnTo>
                <a:lnTo>
                  <a:pt x="1846" y="100"/>
                </a:lnTo>
                <a:lnTo>
                  <a:pt x="1846" y="100"/>
                </a:lnTo>
                <a:lnTo>
                  <a:pt x="1846" y="100"/>
                </a:lnTo>
                <a:lnTo>
                  <a:pt x="1846" y="100"/>
                </a:lnTo>
                <a:lnTo>
                  <a:pt x="1846" y="98"/>
                </a:lnTo>
                <a:lnTo>
                  <a:pt x="1843" y="98"/>
                </a:lnTo>
                <a:lnTo>
                  <a:pt x="1843" y="98"/>
                </a:lnTo>
                <a:lnTo>
                  <a:pt x="1841" y="98"/>
                </a:lnTo>
                <a:lnTo>
                  <a:pt x="1841" y="95"/>
                </a:lnTo>
                <a:lnTo>
                  <a:pt x="1839" y="95"/>
                </a:lnTo>
                <a:lnTo>
                  <a:pt x="1839" y="95"/>
                </a:lnTo>
                <a:lnTo>
                  <a:pt x="1836" y="95"/>
                </a:lnTo>
                <a:lnTo>
                  <a:pt x="1836" y="98"/>
                </a:lnTo>
                <a:lnTo>
                  <a:pt x="1836" y="98"/>
                </a:lnTo>
                <a:lnTo>
                  <a:pt x="1836" y="98"/>
                </a:lnTo>
                <a:lnTo>
                  <a:pt x="1839" y="98"/>
                </a:lnTo>
                <a:lnTo>
                  <a:pt x="1839" y="100"/>
                </a:lnTo>
                <a:lnTo>
                  <a:pt x="1839" y="100"/>
                </a:lnTo>
                <a:lnTo>
                  <a:pt x="1839" y="100"/>
                </a:lnTo>
                <a:lnTo>
                  <a:pt x="1834" y="100"/>
                </a:lnTo>
                <a:lnTo>
                  <a:pt x="1834" y="102"/>
                </a:lnTo>
                <a:lnTo>
                  <a:pt x="1822" y="102"/>
                </a:lnTo>
                <a:lnTo>
                  <a:pt x="1822" y="100"/>
                </a:lnTo>
                <a:lnTo>
                  <a:pt x="1813" y="100"/>
                </a:lnTo>
                <a:lnTo>
                  <a:pt x="1813" y="100"/>
                </a:lnTo>
                <a:lnTo>
                  <a:pt x="1808" y="100"/>
                </a:lnTo>
                <a:lnTo>
                  <a:pt x="1808" y="100"/>
                </a:lnTo>
                <a:lnTo>
                  <a:pt x="1806" y="100"/>
                </a:lnTo>
                <a:lnTo>
                  <a:pt x="1806" y="98"/>
                </a:lnTo>
                <a:lnTo>
                  <a:pt x="1803" y="98"/>
                </a:lnTo>
                <a:lnTo>
                  <a:pt x="1803" y="98"/>
                </a:lnTo>
                <a:lnTo>
                  <a:pt x="1803" y="98"/>
                </a:lnTo>
                <a:lnTo>
                  <a:pt x="1803" y="95"/>
                </a:lnTo>
                <a:lnTo>
                  <a:pt x="1810" y="95"/>
                </a:lnTo>
                <a:lnTo>
                  <a:pt x="1810" y="95"/>
                </a:lnTo>
                <a:lnTo>
                  <a:pt x="1810" y="95"/>
                </a:lnTo>
                <a:lnTo>
                  <a:pt x="1810" y="93"/>
                </a:lnTo>
                <a:lnTo>
                  <a:pt x="1810" y="93"/>
                </a:lnTo>
                <a:lnTo>
                  <a:pt x="1810" y="93"/>
                </a:lnTo>
                <a:lnTo>
                  <a:pt x="1803" y="93"/>
                </a:lnTo>
                <a:lnTo>
                  <a:pt x="1803" y="93"/>
                </a:lnTo>
                <a:lnTo>
                  <a:pt x="1798" y="93"/>
                </a:lnTo>
                <a:lnTo>
                  <a:pt x="1798" y="95"/>
                </a:lnTo>
                <a:lnTo>
                  <a:pt x="1798" y="95"/>
                </a:lnTo>
                <a:lnTo>
                  <a:pt x="1798" y="98"/>
                </a:lnTo>
                <a:lnTo>
                  <a:pt x="1796" y="98"/>
                </a:lnTo>
                <a:lnTo>
                  <a:pt x="1796" y="95"/>
                </a:lnTo>
                <a:lnTo>
                  <a:pt x="1791" y="95"/>
                </a:lnTo>
                <a:lnTo>
                  <a:pt x="1791" y="95"/>
                </a:lnTo>
                <a:lnTo>
                  <a:pt x="1787" y="95"/>
                </a:lnTo>
                <a:lnTo>
                  <a:pt x="1787" y="93"/>
                </a:lnTo>
                <a:lnTo>
                  <a:pt x="1775" y="93"/>
                </a:lnTo>
                <a:lnTo>
                  <a:pt x="1775" y="95"/>
                </a:lnTo>
                <a:lnTo>
                  <a:pt x="1772" y="95"/>
                </a:lnTo>
                <a:lnTo>
                  <a:pt x="1772" y="95"/>
                </a:lnTo>
                <a:lnTo>
                  <a:pt x="1772" y="95"/>
                </a:lnTo>
                <a:lnTo>
                  <a:pt x="1772" y="98"/>
                </a:lnTo>
                <a:lnTo>
                  <a:pt x="1772" y="98"/>
                </a:lnTo>
                <a:lnTo>
                  <a:pt x="1772" y="98"/>
                </a:lnTo>
                <a:lnTo>
                  <a:pt x="1768" y="98"/>
                </a:lnTo>
                <a:lnTo>
                  <a:pt x="1768" y="100"/>
                </a:lnTo>
                <a:lnTo>
                  <a:pt x="1765" y="100"/>
                </a:lnTo>
                <a:lnTo>
                  <a:pt x="1765" y="100"/>
                </a:lnTo>
                <a:lnTo>
                  <a:pt x="1765" y="100"/>
                </a:lnTo>
                <a:lnTo>
                  <a:pt x="1765" y="102"/>
                </a:lnTo>
                <a:lnTo>
                  <a:pt x="1768" y="102"/>
                </a:lnTo>
                <a:lnTo>
                  <a:pt x="1768" y="102"/>
                </a:lnTo>
                <a:lnTo>
                  <a:pt x="1770" y="102"/>
                </a:lnTo>
                <a:lnTo>
                  <a:pt x="1770" y="105"/>
                </a:lnTo>
                <a:lnTo>
                  <a:pt x="1772" y="105"/>
                </a:lnTo>
                <a:lnTo>
                  <a:pt x="1772" y="102"/>
                </a:lnTo>
                <a:lnTo>
                  <a:pt x="1784" y="102"/>
                </a:lnTo>
                <a:lnTo>
                  <a:pt x="1784" y="105"/>
                </a:lnTo>
                <a:lnTo>
                  <a:pt x="1784" y="105"/>
                </a:lnTo>
                <a:lnTo>
                  <a:pt x="1784" y="105"/>
                </a:lnTo>
                <a:lnTo>
                  <a:pt x="1777" y="105"/>
                </a:lnTo>
                <a:lnTo>
                  <a:pt x="1777" y="107"/>
                </a:lnTo>
                <a:lnTo>
                  <a:pt x="1775" y="107"/>
                </a:lnTo>
                <a:lnTo>
                  <a:pt x="1775" y="109"/>
                </a:lnTo>
                <a:lnTo>
                  <a:pt x="1765" y="109"/>
                </a:lnTo>
                <a:lnTo>
                  <a:pt x="1765" y="109"/>
                </a:lnTo>
                <a:lnTo>
                  <a:pt x="1763" y="109"/>
                </a:lnTo>
                <a:lnTo>
                  <a:pt x="1763" y="109"/>
                </a:lnTo>
                <a:lnTo>
                  <a:pt x="1763" y="109"/>
                </a:lnTo>
                <a:lnTo>
                  <a:pt x="1763" y="107"/>
                </a:lnTo>
                <a:lnTo>
                  <a:pt x="1761" y="107"/>
                </a:lnTo>
                <a:lnTo>
                  <a:pt x="1761" y="105"/>
                </a:lnTo>
                <a:lnTo>
                  <a:pt x="1758" y="105"/>
                </a:lnTo>
                <a:lnTo>
                  <a:pt x="1758" y="107"/>
                </a:lnTo>
                <a:lnTo>
                  <a:pt x="1758" y="107"/>
                </a:lnTo>
                <a:lnTo>
                  <a:pt x="1758" y="109"/>
                </a:lnTo>
                <a:lnTo>
                  <a:pt x="1758" y="109"/>
                </a:lnTo>
                <a:lnTo>
                  <a:pt x="1758" y="109"/>
                </a:lnTo>
                <a:lnTo>
                  <a:pt x="1751" y="109"/>
                </a:lnTo>
                <a:lnTo>
                  <a:pt x="1751" y="112"/>
                </a:lnTo>
                <a:lnTo>
                  <a:pt x="1739" y="112"/>
                </a:lnTo>
                <a:lnTo>
                  <a:pt x="1739" y="112"/>
                </a:lnTo>
                <a:lnTo>
                  <a:pt x="1737" y="112"/>
                </a:lnTo>
                <a:lnTo>
                  <a:pt x="1737" y="114"/>
                </a:lnTo>
                <a:lnTo>
                  <a:pt x="1732" y="114"/>
                </a:lnTo>
                <a:lnTo>
                  <a:pt x="1732" y="114"/>
                </a:lnTo>
                <a:lnTo>
                  <a:pt x="1730" y="114"/>
                </a:lnTo>
                <a:lnTo>
                  <a:pt x="1730" y="117"/>
                </a:lnTo>
                <a:lnTo>
                  <a:pt x="1709" y="117"/>
                </a:lnTo>
                <a:lnTo>
                  <a:pt x="1709" y="117"/>
                </a:lnTo>
                <a:lnTo>
                  <a:pt x="1709" y="117"/>
                </a:lnTo>
                <a:lnTo>
                  <a:pt x="1709" y="117"/>
                </a:lnTo>
                <a:lnTo>
                  <a:pt x="1701" y="117"/>
                </a:lnTo>
                <a:lnTo>
                  <a:pt x="1701" y="114"/>
                </a:lnTo>
                <a:lnTo>
                  <a:pt x="1697" y="114"/>
                </a:lnTo>
                <a:lnTo>
                  <a:pt x="1697" y="117"/>
                </a:lnTo>
                <a:lnTo>
                  <a:pt x="1697" y="117"/>
                </a:lnTo>
                <a:lnTo>
                  <a:pt x="1697" y="117"/>
                </a:lnTo>
                <a:lnTo>
                  <a:pt x="1694" y="117"/>
                </a:lnTo>
                <a:lnTo>
                  <a:pt x="1694" y="119"/>
                </a:lnTo>
                <a:lnTo>
                  <a:pt x="1694" y="119"/>
                </a:lnTo>
                <a:lnTo>
                  <a:pt x="1694" y="119"/>
                </a:lnTo>
                <a:lnTo>
                  <a:pt x="1694" y="119"/>
                </a:lnTo>
                <a:lnTo>
                  <a:pt x="1694" y="121"/>
                </a:lnTo>
                <a:lnTo>
                  <a:pt x="1692" y="121"/>
                </a:lnTo>
                <a:lnTo>
                  <a:pt x="1692" y="119"/>
                </a:lnTo>
                <a:lnTo>
                  <a:pt x="1690" y="119"/>
                </a:lnTo>
                <a:lnTo>
                  <a:pt x="1690" y="119"/>
                </a:lnTo>
                <a:lnTo>
                  <a:pt x="1690" y="119"/>
                </a:lnTo>
                <a:lnTo>
                  <a:pt x="1690" y="117"/>
                </a:lnTo>
                <a:lnTo>
                  <a:pt x="1692" y="117"/>
                </a:lnTo>
                <a:lnTo>
                  <a:pt x="1692" y="114"/>
                </a:lnTo>
                <a:lnTo>
                  <a:pt x="1692" y="114"/>
                </a:lnTo>
                <a:lnTo>
                  <a:pt x="1692" y="114"/>
                </a:lnTo>
                <a:lnTo>
                  <a:pt x="1697" y="114"/>
                </a:lnTo>
                <a:lnTo>
                  <a:pt x="1697" y="112"/>
                </a:lnTo>
                <a:lnTo>
                  <a:pt x="1709" y="112"/>
                </a:lnTo>
                <a:lnTo>
                  <a:pt x="1709" y="109"/>
                </a:lnTo>
                <a:lnTo>
                  <a:pt x="1711" y="109"/>
                </a:lnTo>
                <a:lnTo>
                  <a:pt x="1711" y="109"/>
                </a:lnTo>
                <a:lnTo>
                  <a:pt x="1713" y="109"/>
                </a:lnTo>
                <a:lnTo>
                  <a:pt x="1713" y="105"/>
                </a:lnTo>
                <a:lnTo>
                  <a:pt x="1718" y="105"/>
                </a:lnTo>
                <a:lnTo>
                  <a:pt x="1718" y="105"/>
                </a:lnTo>
                <a:lnTo>
                  <a:pt x="1720" y="105"/>
                </a:lnTo>
                <a:lnTo>
                  <a:pt x="1720" y="105"/>
                </a:lnTo>
                <a:lnTo>
                  <a:pt x="1730" y="105"/>
                </a:lnTo>
                <a:lnTo>
                  <a:pt x="1730" y="105"/>
                </a:lnTo>
                <a:lnTo>
                  <a:pt x="1739" y="105"/>
                </a:lnTo>
                <a:lnTo>
                  <a:pt x="1739" y="102"/>
                </a:lnTo>
                <a:lnTo>
                  <a:pt x="1739" y="102"/>
                </a:lnTo>
                <a:lnTo>
                  <a:pt x="1739" y="102"/>
                </a:lnTo>
                <a:lnTo>
                  <a:pt x="1742" y="102"/>
                </a:lnTo>
                <a:lnTo>
                  <a:pt x="1742" y="100"/>
                </a:lnTo>
                <a:lnTo>
                  <a:pt x="1744" y="100"/>
                </a:lnTo>
                <a:lnTo>
                  <a:pt x="1744" y="100"/>
                </a:lnTo>
                <a:lnTo>
                  <a:pt x="1746" y="100"/>
                </a:lnTo>
                <a:lnTo>
                  <a:pt x="1746" y="100"/>
                </a:lnTo>
                <a:lnTo>
                  <a:pt x="1749" y="100"/>
                </a:lnTo>
                <a:lnTo>
                  <a:pt x="1749" y="98"/>
                </a:lnTo>
                <a:lnTo>
                  <a:pt x="1751" y="98"/>
                </a:lnTo>
                <a:lnTo>
                  <a:pt x="1751" y="98"/>
                </a:lnTo>
                <a:lnTo>
                  <a:pt x="1753" y="98"/>
                </a:lnTo>
                <a:lnTo>
                  <a:pt x="1753" y="95"/>
                </a:lnTo>
                <a:lnTo>
                  <a:pt x="1756" y="95"/>
                </a:lnTo>
                <a:lnTo>
                  <a:pt x="1756" y="95"/>
                </a:lnTo>
                <a:lnTo>
                  <a:pt x="1756" y="95"/>
                </a:lnTo>
                <a:lnTo>
                  <a:pt x="1756" y="93"/>
                </a:lnTo>
                <a:lnTo>
                  <a:pt x="1765" y="93"/>
                </a:lnTo>
                <a:lnTo>
                  <a:pt x="1765" y="93"/>
                </a:lnTo>
                <a:lnTo>
                  <a:pt x="1770" y="93"/>
                </a:lnTo>
                <a:lnTo>
                  <a:pt x="1770" y="90"/>
                </a:lnTo>
                <a:lnTo>
                  <a:pt x="1772" y="90"/>
                </a:lnTo>
                <a:lnTo>
                  <a:pt x="1772" y="90"/>
                </a:lnTo>
                <a:lnTo>
                  <a:pt x="1775" y="90"/>
                </a:lnTo>
                <a:lnTo>
                  <a:pt x="1775" y="90"/>
                </a:lnTo>
                <a:lnTo>
                  <a:pt x="1775" y="90"/>
                </a:lnTo>
                <a:lnTo>
                  <a:pt x="1775" y="86"/>
                </a:lnTo>
                <a:lnTo>
                  <a:pt x="1782" y="86"/>
                </a:lnTo>
                <a:lnTo>
                  <a:pt x="1782" y="86"/>
                </a:lnTo>
                <a:lnTo>
                  <a:pt x="1784" y="86"/>
                </a:lnTo>
                <a:lnTo>
                  <a:pt x="1784" y="83"/>
                </a:lnTo>
                <a:lnTo>
                  <a:pt x="1787" y="83"/>
                </a:lnTo>
                <a:lnTo>
                  <a:pt x="1787" y="83"/>
                </a:lnTo>
                <a:lnTo>
                  <a:pt x="1791" y="83"/>
                </a:lnTo>
                <a:lnTo>
                  <a:pt x="1791" y="81"/>
                </a:lnTo>
                <a:lnTo>
                  <a:pt x="1796" y="81"/>
                </a:lnTo>
                <a:lnTo>
                  <a:pt x="1796" y="81"/>
                </a:lnTo>
                <a:lnTo>
                  <a:pt x="1796" y="81"/>
                </a:lnTo>
                <a:lnTo>
                  <a:pt x="1796" y="81"/>
                </a:lnTo>
                <a:lnTo>
                  <a:pt x="1798" y="81"/>
                </a:lnTo>
                <a:lnTo>
                  <a:pt x="1798" y="81"/>
                </a:lnTo>
                <a:lnTo>
                  <a:pt x="1801" y="81"/>
                </a:lnTo>
                <a:lnTo>
                  <a:pt x="1801" y="81"/>
                </a:lnTo>
                <a:lnTo>
                  <a:pt x="1803" y="81"/>
                </a:lnTo>
                <a:lnTo>
                  <a:pt x="1803" y="79"/>
                </a:lnTo>
                <a:lnTo>
                  <a:pt x="1806" y="79"/>
                </a:lnTo>
                <a:lnTo>
                  <a:pt x="1806" y="79"/>
                </a:lnTo>
                <a:lnTo>
                  <a:pt x="1813" y="79"/>
                </a:lnTo>
                <a:lnTo>
                  <a:pt x="1813" y="79"/>
                </a:lnTo>
                <a:lnTo>
                  <a:pt x="1815" y="79"/>
                </a:lnTo>
                <a:lnTo>
                  <a:pt x="1815" y="79"/>
                </a:lnTo>
                <a:lnTo>
                  <a:pt x="1817" y="79"/>
                </a:lnTo>
                <a:lnTo>
                  <a:pt x="1817" y="76"/>
                </a:lnTo>
                <a:lnTo>
                  <a:pt x="1820" y="76"/>
                </a:lnTo>
                <a:lnTo>
                  <a:pt x="1820" y="76"/>
                </a:lnTo>
                <a:lnTo>
                  <a:pt x="1820" y="76"/>
                </a:lnTo>
                <a:lnTo>
                  <a:pt x="1820" y="74"/>
                </a:lnTo>
                <a:lnTo>
                  <a:pt x="1822" y="74"/>
                </a:lnTo>
                <a:lnTo>
                  <a:pt x="1822" y="74"/>
                </a:lnTo>
                <a:lnTo>
                  <a:pt x="1822" y="74"/>
                </a:lnTo>
                <a:lnTo>
                  <a:pt x="1822" y="72"/>
                </a:lnTo>
                <a:lnTo>
                  <a:pt x="1832" y="72"/>
                </a:lnTo>
                <a:lnTo>
                  <a:pt x="1832" y="72"/>
                </a:lnTo>
                <a:lnTo>
                  <a:pt x="1836" y="72"/>
                </a:lnTo>
                <a:lnTo>
                  <a:pt x="1836" y="69"/>
                </a:lnTo>
                <a:lnTo>
                  <a:pt x="1839" y="69"/>
                </a:lnTo>
                <a:lnTo>
                  <a:pt x="1839" y="69"/>
                </a:lnTo>
                <a:lnTo>
                  <a:pt x="1841" y="69"/>
                </a:lnTo>
                <a:lnTo>
                  <a:pt x="1841" y="69"/>
                </a:lnTo>
                <a:lnTo>
                  <a:pt x="1843" y="69"/>
                </a:lnTo>
                <a:lnTo>
                  <a:pt x="1843" y="67"/>
                </a:lnTo>
                <a:lnTo>
                  <a:pt x="1846" y="67"/>
                </a:lnTo>
                <a:lnTo>
                  <a:pt x="1846" y="67"/>
                </a:lnTo>
                <a:lnTo>
                  <a:pt x="1848" y="67"/>
                </a:lnTo>
                <a:lnTo>
                  <a:pt x="1848" y="64"/>
                </a:lnTo>
                <a:lnTo>
                  <a:pt x="1853" y="64"/>
                </a:lnTo>
                <a:lnTo>
                  <a:pt x="1853" y="64"/>
                </a:lnTo>
                <a:lnTo>
                  <a:pt x="1853" y="64"/>
                </a:lnTo>
                <a:lnTo>
                  <a:pt x="1853" y="62"/>
                </a:lnTo>
                <a:lnTo>
                  <a:pt x="1855" y="62"/>
                </a:lnTo>
                <a:lnTo>
                  <a:pt x="1855" y="62"/>
                </a:lnTo>
                <a:lnTo>
                  <a:pt x="1855" y="62"/>
                </a:lnTo>
                <a:lnTo>
                  <a:pt x="1855" y="60"/>
                </a:lnTo>
                <a:lnTo>
                  <a:pt x="1858" y="60"/>
                </a:lnTo>
                <a:lnTo>
                  <a:pt x="1858" y="57"/>
                </a:lnTo>
                <a:lnTo>
                  <a:pt x="1855" y="57"/>
                </a:lnTo>
                <a:lnTo>
                  <a:pt x="1855" y="55"/>
                </a:lnTo>
                <a:lnTo>
                  <a:pt x="1855" y="55"/>
                </a:lnTo>
                <a:lnTo>
                  <a:pt x="1855" y="55"/>
                </a:lnTo>
                <a:lnTo>
                  <a:pt x="1858" y="55"/>
                </a:lnTo>
                <a:lnTo>
                  <a:pt x="1858" y="53"/>
                </a:lnTo>
                <a:lnTo>
                  <a:pt x="1858" y="53"/>
                </a:lnTo>
                <a:lnTo>
                  <a:pt x="1858" y="50"/>
                </a:lnTo>
                <a:lnTo>
                  <a:pt x="1860" y="50"/>
                </a:lnTo>
                <a:lnTo>
                  <a:pt x="1860" y="50"/>
                </a:lnTo>
                <a:lnTo>
                  <a:pt x="1860" y="50"/>
                </a:lnTo>
                <a:lnTo>
                  <a:pt x="1860" y="48"/>
                </a:lnTo>
                <a:lnTo>
                  <a:pt x="1862" y="48"/>
                </a:lnTo>
                <a:lnTo>
                  <a:pt x="1862" y="45"/>
                </a:lnTo>
                <a:lnTo>
                  <a:pt x="1860" y="45"/>
                </a:lnTo>
                <a:lnTo>
                  <a:pt x="1860" y="45"/>
                </a:lnTo>
                <a:lnTo>
                  <a:pt x="1858" y="45"/>
                </a:lnTo>
                <a:lnTo>
                  <a:pt x="1858" y="43"/>
                </a:lnTo>
                <a:lnTo>
                  <a:pt x="1855" y="43"/>
                </a:lnTo>
                <a:lnTo>
                  <a:pt x="1855" y="45"/>
                </a:lnTo>
                <a:lnTo>
                  <a:pt x="1853" y="45"/>
                </a:lnTo>
                <a:lnTo>
                  <a:pt x="1853" y="41"/>
                </a:lnTo>
                <a:lnTo>
                  <a:pt x="1851" y="41"/>
                </a:lnTo>
                <a:lnTo>
                  <a:pt x="1851" y="38"/>
                </a:lnTo>
                <a:lnTo>
                  <a:pt x="1848" y="38"/>
                </a:lnTo>
                <a:lnTo>
                  <a:pt x="1848" y="38"/>
                </a:lnTo>
                <a:lnTo>
                  <a:pt x="1848" y="38"/>
                </a:lnTo>
                <a:lnTo>
                  <a:pt x="1848" y="36"/>
                </a:lnTo>
                <a:lnTo>
                  <a:pt x="1843" y="36"/>
                </a:lnTo>
                <a:lnTo>
                  <a:pt x="1843" y="38"/>
                </a:lnTo>
                <a:lnTo>
                  <a:pt x="1839" y="38"/>
                </a:lnTo>
                <a:lnTo>
                  <a:pt x="1839" y="38"/>
                </a:lnTo>
                <a:lnTo>
                  <a:pt x="1841" y="38"/>
                </a:lnTo>
                <a:lnTo>
                  <a:pt x="1841" y="41"/>
                </a:lnTo>
                <a:lnTo>
                  <a:pt x="1839" y="41"/>
                </a:lnTo>
                <a:lnTo>
                  <a:pt x="1839" y="41"/>
                </a:lnTo>
                <a:lnTo>
                  <a:pt x="1839" y="41"/>
                </a:lnTo>
                <a:lnTo>
                  <a:pt x="1839" y="41"/>
                </a:lnTo>
                <a:lnTo>
                  <a:pt x="1836" y="41"/>
                </a:lnTo>
                <a:lnTo>
                  <a:pt x="1836" y="38"/>
                </a:lnTo>
                <a:lnTo>
                  <a:pt x="1836" y="38"/>
                </a:lnTo>
                <a:lnTo>
                  <a:pt x="1836" y="36"/>
                </a:lnTo>
                <a:lnTo>
                  <a:pt x="1836" y="36"/>
                </a:lnTo>
                <a:lnTo>
                  <a:pt x="1836" y="36"/>
                </a:lnTo>
                <a:lnTo>
                  <a:pt x="1836" y="36"/>
                </a:lnTo>
                <a:lnTo>
                  <a:pt x="1836" y="31"/>
                </a:lnTo>
                <a:lnTo>
                  <a:pt x="1836" y="31"/>
                </a:lnTo>
                <a:lnTo>
                  <a:pt x="1836" y="29"/>
                </a:lnTo>
                <a:lnTo>
                  <a:pt x="1834" y="29"/>
                </a:lnTo>
                <a:lnTo>
                  <a:pt x="1834" y="29"/>
                </a:lnTo>
                <a:lnTo>
                  <a:pt x="1832" y="29"/>
                </a:lnTo>
                <a:lnTo>
                  <a:pt x="1832" y="27"/>
                </a:lnTo>
                <a:lnTo>
                  <a:pt x="1822" y="27"/>
                </a:lnTo>
                <a:lnTo>
                  <a:pt x="1822" y="29"/>
                </a:lnTo>
                <a:lnTo>
                  <a:pt x="1820" y="29"/>
                </a:lnTo>
                <a:lnTo>
                  <a:pt x="1820" y="29"/>
                </a:lnTo>
                <a:lnTo>
                  <a:pt x="1817" y="29"/>
                </a:lnTo>
                <a:lnTo>
                  <a:pt x="1817" y="27"/>
                </a:lnTo>
                <a:lnTo>
                  <a:pt x="1817" y="27"/>
                </a:lnTo>
                <a:lnTo>
                  <a:pt x="1817" y="27"/>
                </a:lnTo>
                <a:lnTo>
                  <a:pt x="1808" y="27"/>
                </a:lnTo>
                <a:lnTo>
                  <a:pt x="1808" y="24"/>
                </a:lnTo>
                <a:lnTo>
                  <a:pt x="1806" y="24"/>
                </a:lnTo>
                <a:lnTo>
                  <a:pt x="1806" y="24"/>
                </a:lnTo>
                <a:lnTo>
                  <a:pt x="1803" y="24"/>
                </a:lnTo>
                <a:lnTo>
                  <a:pt x="1803" y="22"/>
                </a:lnTo>
                <a:lnTo>
                  <a:pt x="1801" y="22"/>
                </a:lnTo>
                <a:lnTo>
                  <a:pt x="1801" y="24"/>
                </a:lnTo>
                <a:lnTo>
                  <a:pt x="1798" y="24"/>
                </a:lnTo>
                <a:lnTo>
                  <a:pt x="1798" y="24"/>
                </a:lnTo>
                <a:lnTo>
                  <a:pt x="1796" y="24"/>
                </a:lnTo>
                <a:lnTo>
                  <a:pt x="1796" y="24"/>
                </a:lnTo>
                <a:lnTo>
                  <a:pt x="1796" y="24"/>
                </a:lnTo>
                <a:lnTo>
                  <a:pt x="1796" y="22"/>
                </a:lnTo>
                <a:lnTo>
                  <a:pt x="1791" y="22"/>
                </a:lnTo>
                <a:lnTo>
                  <a:pt x="1791" y="24"/>
                </a:lnTo>
                <a:lnTo>
                  <a:pt x="1784" y="24"/>
                </a:lnTo>
                <a:lnTo>
                  <a:pt x="1784" y="24"/>
                </a:lnTo>
                <a:lnTo>
                  <a:pt x="1770" y="24"/>
                </a:lnTo>
                <a:lnTo>
                  <a:pt x="1770" y="24"/>
                </a:lnTo>
                <a:lnTo>
                  <a:pt x="1761" y="24"/>
                </a:lnTo>
                <a:lnTo>
                  <a:pt x="1761" y="24"/>
                </a:lnTo>
                <a:lnTo>
                  <a:pt x="1758" y="24"/>
                </a:lnTo>
                <a:lnTo>
                  <a:pt x="1758" y="24"/>
                </a:lnTo>
                <a:lnTo>
                  <a:pt x="1756" y="24"/>
                </a:lnTo>
                <a:lnTo>
                  <a:pt x="1756" y="24"/>
                </a:lnTo>
                <a:lnTo>
                  <a:pt x="1749" y="24"/>
                </a:lnTo>
                <a:lnTo>
                  <a:pt x="1749" y="27"/>
                </a:lnTo>
                <a:lnTo>
                  <a:pt x="1746" y="27"/>
                </a:lnTo>
                <a:lnTo>
                  <a:pt x="1746" y="24"/>
                </a:lnTo>
                <a:lnTo>
                  <a:pt x="1739" y="24"/>
                </a:lnTo>
                <a:lnTo>
                  <a:pt x="1739" y="24"/>
                </a:lnTo>
                <a:lnTo>
                  <a:pt x="1739" y="24"/>
                </a:lnTo>
                <a:lnTo>
                  <a:pt x="1739" y="24"/>
                </a:lnTo>
                <a:lnTo>
                  <a:pt x="1732" y="24"/>
                </a:lnTo>
                <a:lnTo>
                  <a:pt x="1732" y="29"/>
                </a:lnTo>
                <a:lnTo>
                  <a:pt x="1732" y="29"/>
                </a:lnTo>
                <a:lnTo>
                  <a:pt x="1732" y="29"/>
                </a:lnTo>
                <a:lnTo>
                  <a:pt x="1732" y="29"/>
                </a:lnTo>
                <a:lnTo>
                  <a:pt x="1732" y="31"/>
                </a:lnTo>
                <a:lnTo>
                  <a:pt x="1727" y="31"/>
                </a:lnTo>
                <a:lnTo>
                  <a:pt x="1727" y="31"/>
                </a:lnTo>
                <a:lnTo>
                  <a:pt x="1725" y="31"/>
                </a:lnTo>
                <a:lnTo>
                  <a:pt x="1725" y="31"/>
                </a:lnTo>
                <a:lnTo>
                  <a:pt x="1713" y="31"/>
                </a:lnTo>
                <a:lnTo>
                  <a:pt x="1713" y="31"/>
                </a:lnTo>
                <a:lnTo>
                  <a:pt x="1706" y="31"/>
                </a:lnTo>
                <a:lnTo>
                  <a:pt x="1706" y="31"/>
                </a:lnTo>
                <a:lnTo>
                  <a:pt x="1709" y="31"/>
                </a:lnTo>
                <a:lnTo>
                  <a:pt x="1709" y="29"/>
                </a:lnTo>
                <a:lnTo>
                  <a:pt x="1709" y="29"/>
                </a:lnTo>
                <a:lnTo>
                  <a:pt x="1709" y="29"/>
                </a:lnTo>
                <a:lnTo>
                  <a:pt x="1709" y="29"/>
                </a:lnTo>
                <a:lnTo>
                  <a:pt x="1709" y="27"/>
                </a:lnTo>
                <a:lnTo>
                  <a:pt x="1711" y="27"/>
                </a:lnTo>
                <a:lnTo>
                  <a:pt x="1711" y="27"/>
                </a:lnTo>
                <a:lnTo>
                  <a:pt x="1713" y="27"/>
                </a:lnTo>
                <a:lnTo>
                  <a:pt x="1713" y="24"/>
                </a:lnTo>
                <a:lnTo>
                  <a:pt x="1718" y="24"/>
                </a:lnTo>
                <a:lnTo>
                  <a:pt x="1718" y="22"/>
                </a:lnTo>
                <a:lnTo>
                  <a:pt x="1720" y="22"/>
                </a:lnTo>
                <a:lnTo>
                  <a:pt x="1720" y="22"/>
                </a:lnTo>
                <a:lnTo>
                  <a:pt x="1723" y="22"/>
                </a:lnTo>
                <a:lnTo>
                  <a:pt x="1723" y="19"/>
                </a:lnTo>
                <a:lnTo>
                  <a:pt x="1720" y="19"/>
                </a:lnTo>
                <a:lnTo>
                  <a:pt x="1720" y="17"/>
                </a:lnTo>
                <a:lnTo>
                  <a:pt x="1716" y="17"/>
                </a:lnTo>
                <a:lnTo>
                  <a:pt x="1716" y="19"/>
                </a:lnTo>
                <a:lnTo>
                  <a:pt x="1716" y="19"/>
                </a:lnTo>
                <a:lnTo>
                  <a:pt x="1716" y="17"/>
                </a:lnTo>
                <a:lnTo>
                  <a:pt x="1716" y="17"/>
                </a:lnTo>
                <a:lnTo>
                  <a:pt x="1716" y="19"/>
                </a:lnTo>
                <a:lnTo>
                  <a:pt x="1713" y="19"/>
                </a:lnTo>
                <a:lnTo>
                  <a:pt x="1713" y="17"/>
                </a:lnTo>
                <a:lnTo>
                  <a:pt x="1711" y="17"/>
                </a:lnTo>
                <a:lnTo>
                  <a:pt x="1711" y="17"/>
                </a:lnTo>
                <a:lnTo>
                  <a:pt x="1706" y="17"/>
                </a:lnTo>
                <a:lnTo>
                  <a:pt x="1706" y="17"/>
                </a:lnTo>
                <a:lnTo>
                  <a:pt x="1699" y="17"/>
                </a:lnTo>
                <a:lnTo>
                  <a:pt x="1699" y="17"/>
                </a:lnTo>
                <a:lnTo>
                  <a:pt x="1692" y="17"/>
                </a:lnTo>
                <a:lnTo>
                  <a:pt x="1692" y="17"/>
                </a:lnTo>
                <a:lnTo>
                  <a:pt x="1690" y="17"/>
                </a:lnTo>
                <a:lnTo>
                  <a:pt x="1690" y="19"/>
                </a:lnTo>
                <a:lnTo>
                  <a:pt x="1687" y="19"/>
                </a:lnTo>
                <a:lnTo>
                  <a:pt x="1687" y="17"/>
                </a:lnTo>
                <a:lnTo>
                  <a:pt x="1690" y="17"/>
                </a:lnTo>
                <a:lnTo>
                  <a:pt x="1690" y="17"/>
                </a:lnTo>
                <a:lnTo>
                  <a:pt x="1690" y="17"/>
                </a:lnTo>
                <a:lnTo>
                  <a:pt x="1690" y="12"/>
                </a:lnTo>
                <a:lnTo>
                  <a:pt x="1690" y="12"/>
                </a:lnTo>
                <a:lnTo>
                  <a:pt x="1690" y="10"/>
                </a:lnTo>
                <a:lnTo>
                  <a:pt x="1692" y="10"/>
                </a:lnTo>
                <a:lnTo>
                  <a:pt x="1692" y="10"/>
                </a:lnTo>
                <a:lnTo>
                  <a:pt x="1697" y="10"/>
                </a:lnTo>
                <a:lnTo>
                  <a:pt x="1697" y="10"/>
                </a:lnTo>
                <a:lnTo>
                  <a:pt x="1701" y="10"/>
                </a:lnTo>
                <a:lnTo>
                  <a:pt x="1701" y="10"/>
                </a:lnTo>
                <a:lnTo>
                  <a:pt x="1699" y="10"/>
                </a:lnTo>
                <a:lnTo>
                  <a:pt x="1699" y="10"/>
                </a:lnTo>
                <a:lnTo>
                  <a:pt x="1697" y="10"/>
                </a:lnTo>
                <a:lnTo>
                  <a:pt x="1697" y="8"/>
                </a:lnTo>
                <a:lnTo>
                  <a:pt x="1692" y="8"/>
                </a:lnTo>
                <a:lnTo>
                  <a:pt x="1692" y="8"/>
                </a:lnTo>
                <a:lnTo>
                  <a:pt x="1690" y="8"/>
                </a:lnTo>
                <a:lnTo>
                  <a:pt x="1690" y="5"/>
                </a:lnTo>
                <a:lnTo>
                  <a:pt x="1690" y="5"/>
                </a:lnTo>
                <a:lnTo>
                  <a:pt x="1690" y="3"/>
                </a:lnTo>
                <a:lnTo>
                  <a:pt x="1673" y="3"/>
                </a:lnTo>
                <a:lnTo>
                  <a:pt x="1673" y="3"/>
                </a:lnTo>
                <a:lnTo>
                  <a:pt x="1666" y="3"/>
                </a:lnTo>
                <a:lnTo>
                  <a:pt x="1666" y="0"/>
                </a:lnTo>
                <a:lnTo>
                  <a:pt x="1666" y="0"/>
                </a:lnTo>
                <a:lnTo>
                  <a:pt x="1666" y="0"/>
                </a:lnTo>
                <a:lnTo>
                  <a:pt x="1656" y="0"/>
                </a:lnTo>
                <a:lnTo>
                  <a:pt x="1656" y="0"/>
                </a:lnTo>
                <a:lnTo>
                  <a:pt x="1647" y="0"/>
                </a:lnTo>
                <a:lnTo>
                  <a:pt x="1647" y="0"/>
                </a:lnTo>
                <a:lnTo>
                  <a:pt x="1645" y="0"/>
                </a:lnTo>
                <a:lnTo>
                  <a:pt x="1645" y="0"/>
                </a:lnTo>
                <a:lnTo>
                  <a:pt x="1640" y="0"/>
                </a:lnTo>
                <a:lnTo>
                  <a:pt x="1640" y="3"/>
                </a:lnTo>
                <a:lnTo>
                  <a:pt x="1635" y="3"/>
                </a:lnTo>
                <a:lnTo>
                  <a:pt x="1635" y="0"/>
                </a:lnTo>
                <a:lnTo>
                  <a:pt x="1630" y="0"/>
                </a:lnTo>
                <a:lnTo>
                  <a:pt x="1630" y="3"/>
                </a:lnTo>
                <a:lnTo>
                  <a:pt x="1628" y="3"/>
                </a:lnTo>
                <a:lnTo>
                  <a:pt x="1628" y="3"/>
                </a:lnTo>
                <a:lnTo>
                  <a:pt x="1626" y="3"/>
                </a:lnTo>
                <a:lnTo>
                  <a:pt x="1626" y="5"/>
                </a:lnTo>
                <a:lnTo>
                  <a:pt x="1619" y="5"/>
                </a:lnTo>
                <a:lnTo>
                  <a:pt x="1619" y="5"/>
                </a:lnTo>
                <a:lnTo>
                  <a:pt x="1619" y="5"/>
                </a:lnTo>
                <a:lnTo>
                  <a:pt x="1619" y="5"/>
                </a:lnTo>
                <a:lnTo>
                  <a:pt x="1616" y="5"/>
                </a:lnTo>
                <a:lnTo>
                  <a:pt x="1616" y="5"/>
                </a:lnTo>
                <a:lnTo>
                  <a:pt x="1616" y="5"/>
                </a:lnTo>
                <a:lnTo>
                  <a:pt x="1616" y="8"/>
                </a:lnTo>
                <a:lnTo>
                  <a:pt x="1616" y="8"/>
                </a:lnTo>
                <a:lnTo>
                  <a:pt x="1616" y="8"/>
                </a:lnTo>
                <a:lnTo>
                  <a:pt x="1607" y="8"/>
                </a:lnTo>
                <a:lnTo>
                  <a:pt x="1607" y="10"/>
                </a:lnTo>
                <a:lnTo>
                  <a:pt x="1607" y="10"/>
                </a:lnTo>
                <a:lnTo>
                  <a:pt x="1607" y="10"/>
                </a:lnTo>
                <a:lnTo>
                  <a:pt x="1604" y="10"/>
                </a:lnTo>
                <a:lnTo>
                  <a:pt x="1604" y="10"/>
                </a:lnTo>
                <a:lnTo>
                  <a:pt x="1600" y="10"/>
                </a:lnTo>
                <a:lnTo>
                  <a:pt x="1600" y="12"/>
                </a:lnTo>
                <a:lnTo>
                  <a:pt x="1597" y="12"/>
                </a:lnTo>
                <a:lnTo>
                  <a:pt x="1597" y="12"/>
                </a:lnTo>
                <a:lnTo>
                  <a:pt x="1595" y="12"/>
                </a:lnTo>
                <a:lnTo>
                  <a:pt x="1595" y="15"/>
                </a:lnTo>
                <a:lnTo>
                  <a:pt x="1593" y="15"/>
                </a:lnTo>
                <a:lnTo>
                  <a:pt x="1593" y="15"/>
                </a:lnTo>
                <a:lnTo>
                  <a:pt x="1590" y="15"/>
                </a:lnTo>
                <a:lnTo>
                  <a:pt x="1590" y="17"/>
                </a:lnTo>
                <a:lnTo>
                  <a:pt x="1588" y="17"/>
                </a:lnTo>
                <a:lnTo>
                  <a:pt x="1588" y="19"/>
                </a:lnTo>
                <a:lnTo>
                  <a:pt x="1583" y="19"/>
                </a:lnTo>
                <a:lnTo>
                  <a:pt x="1583" y="22"/>
                </a:lnTo>
                <a:lnTo>
                  <a:pt x="1583" y="22"/>
                </a:lnTo>
                <a:lnTo>
                  <a:pt x="1583" y="22"/>
                </a:lnTo>
                <a:lnTo>
                  <a:pt x="1581" y="22"/>
                </a:lnTo>
                <a:lnTo>
                  <a:pt x="1581" y="24"/>
                </a:lnTo>
                <a:lnTo>
                  <a:pt x="1583" y="24"/>
                </a:lnTo>
                <a:lnTo>
                  <a:pt x="1583" y="24"/>
                </a:lnTo>
                <a:lnTo>
                  <a:pt x="1585" y="24"/>
                </a:lnTo>
                <a:lnTo>
                  <a:pt x="1585" y="29"/>
                </a:lnTo>
                <a:lnTo>
                  <a:pt x="1585" y="29"/>
                </a:lnTo>
                <a:lnTo>
                  <a:pt x="1585" y="29"/>
                </a:lnTo>
                <a:lnTo>
                  <a:pt x="1585" y="29"/>
                </a:lnTo>
                <a:lnTo>
                  <a:pt x="1585" y="31"/>
                </a:lnTo>
                <a:lnTo>
                  <a:pt x="1581" y="31"/>
                </a:lnTo>
                <a:lnTo>
                  <a:pt x="1581" y="31"/>
                </a:lnTo>
                <a:lnTo>
                  <a:pt x="1571" y="31"/>
                </a:lnTo>
                <a:lnTo>
                  <a:pt x="1571" y="31"/>
                </a:lnTo>
                <a:lnTo>
                  <a:pt x="1548" y="31"/>
                </a:lnTo>
                <a:lnTo>
                  <a:pt x="1548" y="31"/>
                </a:lnTo>
                <a:lnTo>
                  <a:pt x="1538" y="31"/>
                </a:lnTo>
                <a:lnTo>
                  <a:pt x="1538" y="34"/>
                </a:lnTo>
                <a:lnTo>
                  <a:pt x="1538" y="34"/>
                </a:lnTo>
                <a:lnTo>
                  <a:pt x="1538" y="34"/>
                </a:lnTo>
                <a:lnTo>
                  <a:pt x="1540" y="34"/>
                </a:lnTo>
                <a:lnTo>
                  <a:pt x="1540" y="36"/>
                </a:lnTo>
                <a:lnTo>
                  <a:pt x="1543" y="36"/>
                </a:lnTo>
                <a:lnTo>
                  <a:pt x="1543" y="36"/>
                </a:lnTo>
                <a:lnTo>
                  <a:pt x="1548" y="36"/>
                </a:lnTo>
                <a:lnTo>
                  <a:pt x="1548" y="38"/>
                </a:lnTo>
                <a:lnTo>
                  <a:pt x="1548" y="38"/>
                </a:lnTo>
                <a:lnTo>
                  <a:pt x="1548" y="38"/>
                </a:lnTo>
                <a:lnTo>
                  <a:pt x="1543" y="38"/>
                </a:lnTo>
                <a:lnTo>
                  <a:pt x="1543" y="38"/>
                </a:lnTo>
                <a:lnTo>
                  <a:pt x="1538" y="38"/>
                </a:lnTo>
                <a:lnTo>
                  <a:pt x="1538" y="36"/>
                </a:lnTo>
                <a:lnTo>
                  <a:pt x="1536" y="36"/>
                </a:lnTo>
                <a:lnTo>
                  <a:pt x="1536" y="38"/>
                </a:lnTo>
                <a:lnTo>
                  <a:pt x="1531" y="38"/>
                </a:lnTo>
                <a:lnTo>
                  <a:pt x="1531" y="38"/>
                </a:lnTo>
                <a:lnTo>
                  <a:pt x="1526" y="38"/>
                </a:lnTo>
                <a:lnTo>
                  <a:pt x="1526" y="41"/>
                </a:lnTo>
                <a:lnTo>
                  <a:pt x="1519" y="41"/>
                </a:lnTo>
                <a:lnTo>
                  <a:pt x="1519" y="41"/>
                </a:lnTo>
                <a:lnTo>
                  <a:pt x="1517" y="41"/>
                </a:lnTo>
                <a:lnTo>
                  <a:pt x="1517" y="41"/>
                </a:lnTo>
                <a:lnTo>
                  <a:pt x="1517" y="41"/>
                </a:lnTo>
                <a:lnTo>
                  <a:pt x="1517" y="41"/>
                </a:lnTo>
                <a:lnTo>
                  <a:pt x="1514" y="41"/>
                </a:lnTo>
                <a:lnTo>
                  <a:pt x="1514" y="41"/>
                </a:lnTo>
                <a:lnTo>
                  <a:pt x="1510" y="41"/>
                </a:lnTo>
                <a:lnTo>
                  <a:pt x="1510" y="43"/>
                </a:lnTo>
                <a:lnTo>
                  <a:pt x="1510" y="43"/>
                </a:lnTo>
                <a:lnTo>
                  <a:pt x="1510" y="43"/>
                </a:lnTo>
                <a:lnTo>
                  <a:pt x="1505" y="43"/>
                </a:lnTo>
                <a:lnTo>
                  <a:pt x="1505" y="43"/>
                </a:lnTo>
                <a:lnTo>
                  <a:pt x="1505" y="43"/>
                </a:lnTo>
                <a:lnTo>
                  <a:pt x="1505" y="41"/>
                </a:lnTo>
                <a:lnTo>
                  <a:pt x="1500" y="41"/>
                </a:lnTo>
                <a:lnTo>
                  <a:pt x="1500" y="41"/>
                </a:lnTo>
                <a:lnTo>
                  <a:pt x="1495" y="41"/>
                </a:lnTo>
                <a:lnTo>
                  <a:pt x="1495" y="43"/>
                </a:lnTo>
                <a:lnTo>
                  <a:pt x="1491" y="43"/>
                </a:lnTo>
                <a:lnTo>
                  <a:pt x="1491" y="43"/>
                </a:lnTo>
                <a:lnTo>
                  <a:pt x="1488" y="43"/>
                </a:lnTo>
                <a:lnTo>
                  <a:pt x="1488" y="43"/>
                </a:lnTo>
                <a:lnTo>
                  <a:pt x="1486" y="43"/>
                </a:lnTo>
                <a:lnTo>
                  <a:pt x="1486" y="41"/>
                </a:lnTo>
                <a:lnTo>
                  <a:pt x="1486" y="41"/>
                </a:lnTo>
                <a:lnTo>
                  <a:pt x="1486" y="41"/>
                </a:lnTo>
                <a:lnTo>
                  <a:pt x="1488" y="41"/>
                </a:lnTo>
                <a:lnTo>
                  <a:pt x="1488" y="41"/>
                </a:lnTo>
                <a:lnTo>
                  <a:pt x="1491" y="41"/>
                </a:lnTo>
                <a:lnTo>
                  <a:pt x="1491" y="41"/>
                </a:lnTo>
                <a:lnTo>
                  <a:pt x="1493" y="41"/>
                </a:lnTo>
                <a:lnTo>
                  <a:pt x="1493" y="41"/>
                </a:lnTo>
                <a:lnTo>
                  <a:pt x="1498" y="41"/>
                </a:lnTo>
                <a:lnTo>
                  <a:pt x="1498" y="38"/>
                </a:lnTo>
                <a:lnTo>
                  <a:pt x="1500" y="38"/>
                </a:lnTo>
                <a:lnTo>
                  <a:pt x="1500" y="36"/>
                </a:lnTo>
                <a:lnTo>
                  <a:pt x="1495" y="36"/>
                </a:lnTo>
                <a:lnTo>
                  <a:pt x="1495" y="34"/>
                </a:lnTo>
                <a:lnTo>
                  <a:pt x="1495" y="34"/>
                </a:lnTo>
                <a:lnTo>
                  <a:pt x="1495" y="34"/>
                </a:lnTo>
                <a:lnTo>
                  <a:pt x="1493" y="34"/>
                </a:lnTo>
                <a:lnTo>
                  <a:pt x="1493" y="36"/>
                </a:lnTo>
                <a:lnTo>
                  <a:pt x="1491" y="36"/>
                </a:lnTo>
                <a:lnTo>
                  <a:pt x="1491" y="34"/>
                </a:lnTo>
                <a:lnTo>
                  <a:pt x="1484" y="34"/>
                </a:lnTo>
                <a:lnTo>
                  <a:pt x="1484" y="36"/>
                </a:lnTo>
                <a:lnTo>
                  <a:pt x="1481" y="36"/>
                </a:lnTo>
                <a:lnTo>
                  <a:pt x="1481" y="36"/>
                </a:lnTo>
                <a:lnTo>
                  <a:pt x="1481" y="36"/>
                </a:lnTo>
                <a:lnTo>
                  <a:pt x="1481" y="34"/>
                </a:lnTo>
                <a:lnTo>
                  <a:pt x="1479" y="34"/>
                </a:lnTo>
                <a:lnTo>
                  <a:pt x="1479" y="36"/>
                </a:lnTo>
                <a:lnTo>
                  <a:pt x="1477" y="36"/>
                </a:lnTo>
                <a:lnTo>
                  <a:pt x="1477" y="36"/>
                </a:lnTo>
                <a:lnTo>
                  <a:pt x="1474" y="36"/>
                </a:lnTo>
                <a:lnTo>
                  <a:pt x="1474" y="36"/>
                </a:lnTo>
                <a:lnTo>
                  <a:pt x="1469" y="36"/>
                </a:lnTo>
                <a:lnTo>
                  <a:pt x="1469" y="36"/>
                </a:lnTo>
                <a:lnTo>
                  <a:pt x="1467" y="36"/>
                </a:lnTo>
                <a:lnTo>
                  <a:pt x="1467" y="38"/>
                </a:lnTo>
                <a:lnTo>
                  <a:pt x="1467" y="38"/>
                </a:lnTo>
                <a:lnTo>
                  <a:pt x="1467" y="36"/>
                </a:lnTo>
                <a:lnTo>
                  <a:pt x="1462" y="36"/>
                </a:lnTo>
                <a:lnTo>
                  <a:pt x="1462" y="36"/>
                </a:lnTo>
                <a:lnTo>
                  <a:pt x="1462" y="36"/>
                </a:lnTo>
                <a:lnTo>
                  <a:pt x="1462" y="38"/>
                </a:lnTo>
                <a:lnTo>
                  <a:pt x="1460" y="38"/>
                </a:lnTo>
                <a:lnTo>
                  <a:pt x="1460" y="38"/>
                </a:lnTo>
                <a:lnTo>
                  <a:pt x="1462" y="38"/>
                </a:lnTo>
                <a:lnTo>
                  <a:pt x="1462" y="41"/>
                </a:lnTo>
                <a:lnTo>
                  <a:pt x="1462" y="41"/>
                </a:lnTo>
                <a:lnTo>
                  <a:pt x="1462" y="41"/>
                </a:lnTo>
                <a:lnTo>
                  <a:pt x="1460" y="41"/>
                </a:lnTo>
                <a:lnTo>
                  <a:pt x="1460" y="41"/>
                </a:lnTo>
                <a:lnTo>
                  <a:pt x="1460" y="41"/>
                </a:lnTo>
                <a:lnTo>
                  <a:pt x="1460" y="38"/>
                </a:lnTo>
                <a:lnTo>
                  <a:pt x="1458" y="38"/>
                </a:lnTo>
                <a:lnTo>
                  <a:pt x="1458" y="38"/>
                </a:lnTo>
                <a:lnTo>
                  <a:pt x="1455" y="38"/>
                </a:lnTo>
                <a:lnTo>
                  <a:pt x="1455" y="36"/>
                </a:lnTo>
                <a:lnTo>
                  <a:pt x="1446" y="36"/>
                </a:lnTo>
                <a:lnTo>
                  <a:pt x="1446" y="38"/>
                </a:lnTo>
                <a:lnTo>
                  <a:pt x="1443" y="38"/>
                </a:lnTo>
                <a:lnTo>
                  <a:pt x="1443" y="38"/>
                </a:lnTo>
                <a:lnTo>
                  <a:pt x="1441" y="38"/>
                </a:lnTo>
                <a:lnTo>
                  <a:pt x="1441" y="41"/>
                </a:lnTo>
                <a:lnTo>
                  <a:pt x="1439" y="41"/>
                </a:lnTo>
                <a:lnTo>
                  <a:pt x="1439" y="41"/>
                </a:lnTo>
                <a:lnTo>
                  <a:pt x="1436" y="41"/>
                </a:lnTo>
                <a:lnTo>
                  <a:pt x="1436" y="41"/>
                </a:lnTo>
                <a:lnTo>
                  <a:pt x="1434" y="41"/>
                </a:lnTo>
                <a:lnTo>
                  <a:pt x="1434" y="41"/>
                </a:lnTo>
                <a:lnTo>
                  <a:pt x="1432" y="41"/>
                </a:lnTo>
                <a:lnTo>
                  <a:pt x="1432" y="41"/>
                </a:lnTo>
                <a:lnTo>
                  <a:pt x="1432" y="41"/>
                </a:lnTo>
                <a:lnTo>
                  <a:pt x="1432" y="38"/>
                </a:lnTo>
                <a:lnTo>
                  <a:pt x="1429" y="38"/>
                </a:lnTo>
                <a:lnTo>
                  <a:pt x="1429" y="41"/>
                </a:lnTo>
                <a:lnTo>
                  <a:pt x="1424" y="41"/>
                </a:lnTo>
                <a:lnTo>
                  <a:pt x="1424" y="41"/>
                </a:lnTo>
                <a:lnTo>
                  <a:pt x="1422" y="41"/>
                </a:lnTo>
                <a:lnTo>
                  <a:pt x="1422" y="43"/>
                </a:lnTo>
                <a:lnTo>
                  <a:pt x="1422" y="43"/>
                </a:lnTo>
                <a:lnTo>
                  <a:pt x="1422" y="41"/>
                </a:lnTo>
                <a:lnTo>
                  <a:pt x="1413" y="41"/>
                </a:lnTo>
                <a:lnTo>
                  <a:pt x="1413" y="41"/>
                </a:lnTo>
                <a:lnTo>
                  <a:pt x="1410" y="41"/>
                </a:lnTo>
                <a:lnTo>
                  <a:pt x="1410" y="43"/>
                </a:lnTo>
                <a:lnTo>
                  <a:pt x="1406" y="43"/>
                </a:lnTo>
                <a:lnTo>
                  <a:pt x="1406" y="45"/>
                </a:lnTo>
                <a:lnTo>
                  <a:pt x="1408" y="45"/>
                </a:lnTo>
                <a:lnTo>
                  <a:pt x="1408" y="48"/>
                </a:lnTo>
                <a:lnTo>
                  <a:pt x="1403" y="48"/>
                </a:lnTo>
                <a:lnTo>
                  <a:pt x="1403" y="48"/>
                </a:lnTo>
                <a:lnTo>
                  <a:pt x="1403" y="48"/>
                </a:lnTo>
                <a:lnTo>
                  <a:pt x="1403" y="50"/>
                </a:lnTo>
                <a:lnTo>
                  <a:pt x="1398" y="50"/>
                </a:lnTo>
                <a:lnTo>
                  <a:pt x="1398" y="50"/>
                </a:lnTo>
                <a:lnTo>
                  <a:pt x="1391" y="50"/>
                </a:lnTo>
                <a:lnTo>
                  <a:pt x="1391" y="50"/>
                </a:lnTo>
                <a:lnTo>
                  <a:pt x="1391" y="50"/>
                </a:lnTo>
                <a:lnTo>
                  <a:pt x="1391" y="50"/>
                </a:lnTo>
                <a:lnTo>
                  <a:pt x="1387" y="50"/>
                </a:lnTo>
                <a:lnTo>
                  <a:pt x="1387" y="50"/>
                </a:lnTo>
                <a:lnTo>
                  <a:pt x="1384" y="50"/>
                </a:lnTo>
                <a:lnTo>
                  <a:pt x="1384" y="50"/>
                </a:lnTo>
                <a:lnTo>
                  <a:pt x="1382" y="50"/>
                </a:lnTo>
                <a:lnTo>
                  <a:pt x="1382" y="50"/>
                </a:lnTo>
                <a:lnTo>
                  <a:pt x="1382" y="50"/>
                </a:lnTo>
                <a:lnTo>
                  <a:pt x="1382" y="53"/>
                </a:lnTo>
                <a:lnTo>
                  <a:pt x="1375" y="53"/>
                </a:lnTo>
                <a:lnTo>
                  <a:pt x="1375" y="50"/>
                </a:lnTo>
                <a:lnTo>
                  <a:pt x="1372" y="50"/>
                </a:lnTo>
                <a:lnTo>
                  <a:pt x="1372" y="53"/>
                </a:lnTo>
                <a:lnTo>
                  <a:pt x="1370" y="53"/>
                </a:lnTo>
                <a:lnTo>
                  <a:pt x="1370" y="53"/>
                </a:lnTo>
                <a:lnTo>
                  <a:pt x="1368" y="53"/>
                </a:lnTo>
                <a:lnTo>
                  <a:pt x="1368" y="53"/>
                </a:lnTo>
                <a:lnTo>
                  <a:pt x="1361" y="53"/>
                </a:lnTo>
                <a:lnTo>
                  <a:pt x="1361" y="53"/>
                </a:lnTo>
                <a:lnTo>
                  <a:pt x="1351" y="53"/>
                </a:lnTo>
                <a:lnTo>
                  <a:pt x="1351" y="55"/>
                </a:lnTo>
                <a:lnTo>
                  <a:pt x="1346" y="55"/>
                </a:lnTo>
                <a:lnTo>
                  <a:pt x="1346" y="55"/>
                </a:lnTo>
                <a:lnTo>
                  <a:pt x="1344" y="55"/>
                </a:lnTo>
                <a:lnTo>
                  <a:pt x="1344" y="57"/>
                </a:lnTo>
                <a:lnTo>
                  <a:pt x="1339" y="57"/>
                </a:lnTo>
                <a:lnTo>
                  <a:pt x="1339" y="55"/>
                </a:lnTo>
                <a:lnTo>
                  <a:pt x="1337" y="55"/>
                </a:lnTo>
                <a:lnTo>
                  <a:pt x="1337" y="55"/>
                </a:lnTo>
                <a:lnTo>
                  <a:pt x="1335" y="55"/>
                </a:lnTo>
                <a:lnTo>
                  <a:pt x="1335" y="55"/>
                </a:lnTo>
                <a:lnTo>
                  <a:pt x="1332" y="55"/>
                </a:lnTo>
                <a:lnTo>
                  <a:pt x="1332" y="55"/>
                </a:lnTo>
                <a:lnTo>
                  <a:pt x="1330" y="55"/>
                </a:lnTo>
                <a:lnTo>
                  <a:pt x="1330" y="57"/>
                </a:lnTo>
                <a:lnTo>
                  <a:pt x="1330" y="57"/>
                </a:lnTo>
                <a:lnTo>
                  <a:pt x="1330" y="57"/>
                </a:lnTo>
                <a:lnTo>
                  <a:pt x="1323" y="57"/>
                </a:lnTo>
                <a:lnTo>
                  <a:pt x="1323" y="60"/>
                </a:lnTo>
                <a:lnTo>
                  <a:pt x="1318" y="60"/>
                </a:lnTo>
                <a:lnTo>
                  <a:pt x="1318" y="60"/>
                </a:lnTo>
                <a:lnTo>
                  <a:pt x="1318" y="60"/>
                </a:lnTo>
                <a:lnTo>
                  <a:pt x="1318" y="60"/>
                </a:lnTo>
                <a:lnTo>
                  <a:pt x="1316" y="60"/>
                </a:lnTo>
                <a:lnTo>
                  <a:pt x="1316" y="62"/>
                </a:lnTo>
                <a:lnTo>
                  <a:pt x="1313" y="62"/>
                </a:lnTo>
                <a:lnTo>
                  <a:pt x="1313" y="62"/>
                </a:lnTo>
                <a:lnTo>
                  <a:pt x="1311" y="62"/>
                </a:lnTo>
                <a:lnTo>
                  <a:pt x="1311" y="64"/>
                </a:lnTo>
                <a:lnTo>
                  <a:pt x="1306" y="64"/>
                </a:lnTo>
                <a:lnTo>
                  <a:pt x="1306" y="64"/>
                </a:lnTo>
                <a:lnTo>
                  <a:pt x="1306" y="64"/>
                </a:lnTo>
                <a:lnTo>
                  <a:pt x="1306" y="67"/>
                </a:lnTo>
                <a:lnTo>
                  <a:pt x="1294" y="67"/>
                </a:lnTo>
                <a:lnTo>
                  <a:pt x="1294" y="64"/>
                </a:lnTo>
                <a:lnTo>
                  <a:pt x="1280" y="64"/>
                </a:lnTo>
                <a:lnTo>
                  <a:pt x="1280" y="67"/>
                </a:lnTo>
                <a:lnTo>
                  <a:pt x="1278" y="67"/>
                </a:lnTo>
                <a:lnTo>
                  <a:pt x="1278" y="67"/>
                </a:lnTo>
                <a:lnTo>
                  <a:pt x="1280" y="67"/>
                </a:lnTo>
                <a:lnTo>
                  <a:pt x="1280" y="69"/>
                </a:lnTo>
                <a:lnTo>
                  <a:pt x="1282" y="69"/>
                </a:lnTo>
                <a:lnTo>
                  <a:pt x="1282" y="67"/>
                </a:lnTo>
                <a:lnTo>
                  <a:pt x="1282" y="67"/>
                </a:lnTo>
                <a:lnTo>
                  <a:pt x="1282" y="69"/>
                </a:lnTo>
                <a:lnTo>
                  <a:pt x="1290" y="69"/>
                </a:lnTo>
                <a:lnTo>
                  <a:pt x="1290" y="69"/>
                </a:lnTo>
                <a:lnTo>
                  <a:pt x="1285" y="69"/>
                </a:lnTo>
                <a:lnTo>
                  <a:pt x="1285" y="69"/>
                </a:lnTo>
                <a:lnTo>
                  <a:pt x="1285" y="69"/>
                </a:lnTo>
                <a:lnTo>
                  <a:pt x="1285" y="69"/>
                </a:lnTo>
                <a:lnTo>
                  <a:pt x="1278" y="69"/>
                </a:lnTo>
                <a:lnTo>
                  <a:pt x="1278" y="69"/>
                </a:lnTo>
                <a:lnTo>
                  <a:pt x="1278" y="69"/>
                </a:lnTo>
                <a:lnTo>
                  <a:pt x="1278" y="69"/>
                </a:lnTo>
                <a:lnTo>
                  <a:pt x="1271" y="69"/>
                </a:lnTo>
                <a:lnTo>
                  <a:pt x="1271" y="72"/>
                </a:lnTo>
                <a:lnTo>
                  <a:pt x="1271" y="72"/>
                </a:lnTo>
                <a:lnTo>
                  <a:pt x="1271" y="69"/>
                </a:lnTo>
                <a:lnTo>
                  <a:pt x="1268" y="69"/>
                </a:lnTo>
                <a:lnTo>
                  <a:pt x="1268" y="69"/>
                </a:lnTo>
                <a:lnTo>
                  <a:pt x="1266" y="69"/>
                </a:lnTo>
                <a:lnTo>
                  <a:pt x="1266" y="69"/>
                </a:lnTo>
                <a:lnTo>
                  <a:pt x="1266" y="69"/>
                </a:lnTo>
                <a:lnTo>
                  <a:pt x="1266" y="72"/>
                </a:lnTo>
                <a:lnTo>
                  <a:pt x="1266" y="72"/>
                </a:lnTo>
                <a:lnTo>
                  <a:pt x="1266" y="72"/>
                </a:lnTo>
                <a:lnTo>
                  <a:pt x="1266" y="72"/>
                </a:lnTo>
                <a:lnTo>
                  <a:pt x="1266" y="74"/>
                </a:lnTo>
                <a:lnTo>
                  <a:pt x="1264" y="74"/>
                </a:lnTo>
                <a:lnTo>
                  <a:pt x="1264" y="72"/>
                </a:lnTo>
                <a:lnTo>
                  <a:pt x="1261" y="72"/>
                </a:lnTo>
                <a:lnTo>
                  <a:pt x="1261" y="74"/>
                </a:lnTo>
                <a:lnTo>
                  <a:pt x="1261" y="74"/>
                </a:lnTo>
                <a:lnTo>
                  <a:pt x="1261" y="72"/>
                </a:lnTo>
                <a:lnTo>
                  <a:pt x="1259" y="72"/>
                </a:lnTo>
                <a:lnTo>
                  <a:pt x="1259" y="72"/>
                </a:lnTo>
                <a:lnTo>
                  <a:pt x="1256" y="72"/>
                </a:lnTo>
                <a:lnTo>
                  <a:pt x="1256" y="72"/>
                </a:lnTo>
                <a:lnTo>
                  <a:pt x="1256" y="72"/>
                </a:lnTo>
                <a:lnTo>
                  <a:pt x="1256" y="74"/>
                </a:lnTo>
                <a:lnTo>
                  <a:pt x="1254" y="74"/>
                </a:lnTo>
                <a:lnTo>
                  <a:pt x="1254" y="72"/>
                </a:lnTo>
                <a:lnTo>
                  <a:pt x="1249" y="72"/>
                </a:lnTo>
                <a:lnTo>
                  <a:pt x="1249" y="74"/>
                </a:lnTo>
                <a:lnTo>
                  <a:pt x="1249" y="74"/>
                </a:lnTo>
                <a:lnTo>
                  <a:pt x="1249" y="74"/>
                </a:lnTo>
                <a:lnTo>
                  <a:pt x="1247" y="74"/>
                </a:lnTo>
                <a:lnTo>
                  <a:pt x="1247" y="74"/>
                </a:lnTo>
                <a:lnTo>
                  <a:pt x="1245" y="74"/>
                </a:lnTo>
                <a:lnTo>
                  <a:pt x="1245" y="72"/>
                </a:lnTo>
                <a:lnTo>
                  <a:pt x="1242" y="72"/>
                </a:lnTo>
                <a:lnTo>
                  <a:pt x="1242" y="72"/>
                </a:lnTo>
                <a:lnTo>
                  <a:pt x="1240" y="72"/>
                </a:lnTo>
                <a:lnTo>
                  <a:pt x="1240" y="74"/>
                </a:lnTo>
                <a:lnTo>
                  <a:pt x="1245" y="74"/>
                </a:lnTo>
                <a:lnTo>
                  <a:pt x="1245" y="74"/>
                </a:lnTo>
                <a:lnTo>
                  <a:pt x="1240" y="74"/>
                </a:lnTo>
                <a:lnTo>
                  <a:pt x="1240" y="76"/>
                </a:lnTo>
                <a:lnTo>
                  <a:pt x="1242" y="76"/>
                </a:lnTo>
                <a:lnTo>
                  <a:pt x="1242" y="76"/>
                </a:lnTo>
                <a:lnTo>
                  <a:pt x="1249" y="76"/>
                </a:lnTo>
                <a:lnTo>
                  <a:pt x="1249" y="79"/>
                </a:lnTo>
                <a:lnTo>
                  <a:pt x="1252" y="79"/>
                </a:lnTo>
                <a:lnTo>
                  <a:pt x="1252" y="76"/>
                </a:lnTo>
                <a:lnTo>
                  <a:pt x="1252" y="76"/>
                </a:lnTo>
                <a:lnTo>
                  <a:pt x="1252" y="81"/>
                </a:lnTo>
                <a:lnTo>
                  <a:pt x="1242" y="81"/>
                </a:lnTo>
                <a:lnTo>
                  <a:pt x="1242" y="79"/>
                </a:lnTo>
                <a:lnTo>
                  <a:pt x="1240" y="79"/>
                </a:lnTo>
                <a:lnTo>
                  <a:pt x="1240" y="81"/>
                </a:lnTo>
                <a:lnTo>
                  <a:pt x="1240" y="81"/>
                </a:lnTo>
                <a:lnTo>
                  <a:pt x="1240" y="79"/>
                </a:lnTo>
                <a:lnTo>
                  <a:pt x="1237" y="79"/>
                </a:lnTo>
                <a:lnTo>
                  <a:pt x="1237" y="81"/>
                </a:lnTo>
                <a:lnTo>
                  <a:pt x="1235" y="81"/>
                </a:lnTo>
                <a:lnTo>
                  <a:pt x="1235" y="81"/>
                </a:lnTo>
                <a:lnTo>
                  <a:pt x="1233" y="81"/>
                </a:lnTo>
                <a:lnTo>
                  <a:pt x="1233" y="81"/>
                </a:lnTo>
                <a:lnTo>
                  <a:pt x="1228" y="81"/>
                </a:lnTo>
                <a:lnTo>
                  <a:pt x="1228" y="83"/>
                </a:lnTo>
                <a:lnTo>
                  <a:pt x="1226" y="83"/>
                </a:lnTo>
                <a:lnTo>
                  <a:pt x="1226" y="83"/>
                </a:lnTo>
                <a:lnTo>
                  <a:pt x="1233" y="83"/>
                </a:lnTo>
                <a:lnTo>
                  <a:pt x="1233" y="86"/>
                </a:lnTo>
                <a:lnTo>
                  <a:pt x="1237" y="86"/>
                </a:lnTo>
                <a:lnTo>
                  <a:pt x="1237" y="83"/>
                </a:lnTo>
                <a:lnTo>
                  <a:pt x="1235" y="83"/>
                </a:lnTo>
                <a:lnTo>
                  <a:pt x="1235" y="83"/>
                </a:lnTo>
                <a:lnTo>
                  <a:pt x="1237" y="83"/>
                </a:lnTo>
                <a:lnTo>
                  <a:pt x="1237" y="83"/>
                </a:lnTo>
                <a:lnTo>
                  <a:pt x="1240" y="83"/>
                </a:lnTo>
                <a:lnTo>
                  <a:pt x="1240" y="81"/>
                </a:lnTo>
                <a:lnTo>
                  <a:pt x="1240" y="81"/>
                </a:lnTo>
                <a:lnTo>
                  <a:pt x="1240" y="81"/>
                </a:lnTo>
                <a:lnTo>
                  <a:pt x="1242" y="81"/>
                </a:lnTo>
                <a:lnTo>
                  <a:pt x="1242" y="83"/>
                </a:lnTo>
                <a:lnTo>
                  <a:pt x="1242" y="83"/>
                </a:lnTo>
                <a:lnTo>
                  <a:pt x="1242" y="83"/>
                </a:lnTo>
                <a:lnTo>
                  <a:pt x="1242" y="83"/>
                </a:lnTo>
                <a:lnTo>
                  <a:pt x="1242" y="86"/>
                </a:lnTo>
                <a:lnTo>
                  <a:pt x="1240" y="86"/>
                </a:lnTo>
                <a:lnTo>
                  <a:pt x="1240" y="86"/>
                </a:lnTo>
                <a:lnTo>
                  <a:pt x="1237" y="86"/>
                </a:lnTo>
                <a:lnTo>
                  <a:pt x="1237" y="86"/>
                </a:lnTo>
                <a:lnTo>
                  <a:pt x="1237" y="86"/>
                </a:lnTo>
                <a:lnTo>
                  <a:pt x="1237" y="88"/>
                </a:lnTo>
                <a:lnTo>
                  <a:pt x="1237" y="88"/>
                </a:lnTo>
                <a:lnTo>
                  <a:pt x="1237" y="88"/>
                </a:lnTo>
                <a:lnTo>
                  <a:pt x="1242" y="88"/>
                </a:lnTo>
                <a:lnTo>
                  <a:pt x="1242" y="88"/>
                </a:lnTo>
                <a:lnTo>
                  <a:pt x="1247" y="88"/>
                </a:lnTo>
                <a:lnTo>
                  <a:pt x="1247" y="86"/>
                </a:lnTo>
                <a:lnTo>
                  <a:pt x="1245" y="86"/>
                </a:lnTo>
                <a:lnTo>
                  <a:pt x="1245" y="86"/>
                </a:lnTo>
                <a:lnTo>
                  <a:pt x="1252" y="86"/>
                </a:lnTo>
                <a:lnTo>
                  <a:pt x="1252" y="83"/>
                </a:lnTo>
                <a:lnTo>
                  <a:pt x="1254" y="83"/>
                </a:lnTo>
                <a:lnTo>
                  <a:pt x="1254" y="83"/>
                </a:lnTo>
                <a:lnTo>
                  <a:pt x="1256" y="83"/>
                </a:lnTo>
                <a:lnTo>
                  <a:pt x="1256" y="83"/>
                </a:lnTo>
                <a:lnTo>
                  <a:pt x="1261" y="83"/>
                </a:lnTo>
                <a:lnTo>
                  <a:pt x="1261" y="83"/>
                </a:lnTo>
                <a:lnTo>
                  <a:pt x="1259" y="83"/>
                </a:lnTo>
                <a:lnTo>
                  <a:pt x="1259" y="86"/>
                </a:lnTo>
                <a:lnTo>
                  <a:pt x="1259" y="86"/>
                </a:lnTo>
                <a:lnTo>
                  <a:pt x="1259" y="88"/>
                </a:lnTo>
                <a:lnTo>
                  <a:pt x="1259" y="88"/>
                </a:lnTo>
                <a:lnTo>
                  <a:pt x="1259" y="88"/>
                </a:lnTo>
                <a:lnTo>
                  <a:pt x="1268" y="88"/>
                </a:lnTo>
                <a:lnTo>
                  <a:pt x="1268" y="90"/>
                </a:lnTo>
                <a:lnTo>
                  <a:pt x="1275" y="90"/>
                </a:lnTo>
                <a:lnTo>
                  <a:pt x="1275" y="90"/>
                </a:lnTo>
                <a:lnTo>
                  <a:pt x="1275" y="90"/>
                </a:lnTo>
                <a:lnTo>
                  <a:pt x="1275" y="90"/>
                </a:lnTo>
                <a:lnTo>
                  <a:pt x="1271" y="90"/>
                </a:lnTo>
                <a:lnTo>
                  <a:pt x="1271" y="93"/>
                </a:lnTo>
                <a:lnTo>
                  <a:pt x="1273" y="93"/>
                </a:lnTo>
                <a:lnTo>
                  <a:pt x="1273" y="93"/>
                </a:lnTo>
                <a:lnTo>
                  <a:pt x="1271" y="93"/>
                </a:lnTo>
                <a:lnTo>
                  <a:pt x="1271" y="95"/>
                </a:lnTo>
                <a:lnTo>
                  <a:pt x="1273" y="95"/>
                </a:lnTo>
                <a:lnTo>
                  <a:pt x="1273" y="95"/>
                </a:lnTo>
                <a:lnTo>
                  <a:pt x="1271" y="95"/>
                </a:lnTo>
                <a:lnTo>
                  <a:pt x="1271" y="95"/>
                </a:lnTo>
                <a:lnTo>
                  <a:pt x="1266" y="95"/>
                </a:lnTo>
                <a:lnTo>
                  <a:pt x="1266" y="98"/>
                </a:lnTo>
                <a:lnTo>
                  <a:pt x="1268" y="98"/>
                </a:lnTo>
                <a:lnTo>
                  <a:pt x="1268" y="98"/>
                </a:lnTo>
                <a:lnTo>
                  <a:pt x="1261" y="98"/>
                </a:lnTo>
                <a:lnTo>
                  <a:pt x="1261" y="100"/>
                </a:lnTo>
                <a:lnTo>
                  <a:pt x="1252" y="100"/>
                </a:lnTo>
                <a:lnTo>
                  <a:pt x="1252" y="100"/>
                </a:lnTo>
                <a:lnTo>
                  <a:pt x="1249" y="100"/>
                </a:lnTo>
                <a:lnTo>
                  <a:pt x="1249" y="102"/>
                </a:lnTo>
                <a:lnTo>
                  <a:pt x="1240" y="102"/>
                </a:lnTo>
                <a:lnTo>
                  <a:pt x="1240" y="100"/>
                </a:lnTo>
                <a:lnTo>
                  <a:pt x="1226" y="100"/>
                </a:lnTo>
                <a:lnTo>
                  <a:pt x="1226" y="102"/>
                </a:lnTo>
                <a:lnTo>
                  <a:pt x="1216" y="102"/>
                </a:lnTo>
                <a:lnTo>
                  <a:pt x="1216" y="102"/>
                </a:lnTo>
                <a:lnTo>
                  <a:pt x="1176" y="102"/>
                </a:lnTo>
                <a:lnTo>
                  <a:pt x="1176" y="105"/>
                </a:lnTo>
                <a:lnTo>
                  <a:pt x="1174" y="105"/>
                </a:lnTo>
                <a:lnTo>
                  <a:pt x="1174" y="102"/>
                </a:lnTo>
                <a:lnTo>
                  <a:pt x="1171" y="102"/>
                </a:lnTo>
                <a:lnTo>
                  <a:pt x="1171" y="105"/>
                </a:lnTo>
                <a:lnTo>
                  <a:pt x="1162" y="105"/>
                </a:lnTo>
                <a:lnTo>
                  <a:pt x="1162" y="105"/>
                </a:lnTo>
                <a:lnTo>
                  <a:pt x="1152" y="105"/>
                </a:lnTo>
                <a:lnTo>
                  <a:pt x="1152" y="107"/>
                </a:lnTo>
                <a:lnTo>
                  <a:pt x="1150" y="107"/>
                </a:lnTo>
                <a:lnTo>
                  <a:pt x="1150" y="105"/>
                </a:lnTo>
                <a:lnTo>
                  <a:pt x="1140" y="105"/>
                </a:lnTo>
                <a:lnTo>
                  <a:pt x="1140" y="107"/>
                </a:lnTo>
                <a:lnTo>
                  <a:pt x="1133" y="107"/>
                </a:lnTo>
                <a:lnTo>
                  <a:pt x="1133" y="109"/>
                </a:lnTo>
                <a:lnTo>
                  <a:pt x="1138" y="109"/>
                </a:lnTo>
                <a:lnTo>
                  <a:pt x="1138" y="109"/>
                </a:lnTo>
                <a:lnTo>
                  <a:pt x="1138" y="109"/>
                </a:lnTo>
                <a:lnTo>
                  <a:pt x="1138" y="109"/>
                </a:lnTo>
                <a:lnTo>
                  <a:pt x="1140" y="109"/>
                </a:lnTo>
                <a:lnTo>
                  <a:pt x="1140" y="112"/>
                </a:lnTo>
                <a:lnTo>
                  <a:pt x="1138" y="112"/>
                </a:lnTo>
                <a:lnTo>
                  <a:pt x="1138" y="114"/>
                </a:lnTo>
                <a:lnTo>
                  <a:pt x="1143" y="114"/>
                </a:lnTo>
                <a:lnTo>
                  <a:pt x="1143" y="114"/>
                </a:lnTo>
                <a:lnTo>
                  <a:pt x="1138" y="114"/>
                </a:lnTo>
                <a:lnTo>
                  <a:pt x="1138" y="117"/>
                </a:lnTo>
                <a:lnTo>
                  <a:pt x="1143" y="117"/>
                </a:lnTo>
                <a:lnTo>
                  <a:pt x="1143" y="119"/>
                </a:lnTo>
                <a:lnTo>
                  <a:pt x="1148" y="119"/>
                </a:lnTo>
                <a:lnTo>
                  <a:pt x="1148" y="119"/>
                </a:lnTo>
                <a:lnTo>
                  <a:pt x="1150" y="119"/>
                </a:lnTo>
                <a:lnTo>
                  <a:pt x="1150" y="121"/>
                </a:lnTo>
                <a:lnTo>
                  <a:pt x="1150" y="121"/>
                </a:lnTo>
                <a:lnTo>
                  <a:pt x="1150" y="124"/>
                </a:lnTo>
                <a:lnTo>
                  <a:pt x="1150" y="124"/>
                </a:lnTo>
                <a:lnTo>
                  <a:pt x="1150" y="126"/>
                </a:lnTo>
                <a:lnTo>
                  <a:pt x="1148" y="126"/>
                </a:lnTo>
                <a:lnTo>
                  <a:pt x="1148" y="126"/>
                </a:lnTo>
                <a:lnTo>
                  <a:pt x="1145" y="126"/>
                </a:lnTo>
                <a:lnTo>
                  <a:pt x="1145" y="131"/>
                </a:lnTo>
                <a:lnTo>
                  <a:pt x="1150" y="131"/>
                </a:lnTo>
                <a:lnTo>
                  <a:pt x="1150" y="131"/>
                </a:lnTo>
                <a:lnTo>
                  <a:pt x="1148" y="131"/>
                </a:lnTo>
                <a:lnTo>
                  <a:pt x="1148" y="133"/>
                </a:lnTo>
                <a:lnTo>
                  <a:pt x="1148" y="133"/>
                </a:lnTo>
                <a:lnTo>
                  <a:pt x="1148" y="136"/>
                </a:lnTo>
                <a:lnTo>
                  <a:pt x="1148" y="136"/>
                </a:lnTo>
                <a:lnTo>
                  <a:pt x="1148" y="136"/>
                </a:lnTo>
                <a:lnTo>
                  <a:pt x="1155" y="136"/>
                </a:lnTo>
                <a:lnTo>
                  <a:pt x="1155" y="138"/>
                </a:lnTo>
                <a:lnTo>
                  <a:pt x="1164" y="138"/>
                </a:lnTo>
                <a:lnTo>
                  <a:pt x="1164" y="138"/>
                </a:lnTo>
                <a:lnTo>
                  <a:pt x="1166" y="138"/>
                </a:lnTo>
                <a:lnTo>
                  <a:pt x="1166" y="138"/>
                </a:lnTo>
                <a:lnTo>
                  <a:pt x="1166" y="138"/>
                </a:lnTo>
                <a:lnTo>
                  <a:pt x="1166" y="138"/>
                </a:lnTo>
                <a:lnTo>
                  <a:pt x="1174" y="138"/>
                </a:lnTo>
                <a:lnTo>
                  <a:pt x="1174" y="140"/>
                </a:lnTo>
                <a:lnTo>
                  <a:pt x="1181" y="140"/>
                </a:lnTo>
                <a:lnTo>
                  <a:pt x="1181" y="140"/>
                </a:lnTo>
                <a:lnTo>
                  <a:pt x="1183" y="140"/>
                </a:lnTo>
                <a:lnTo>
                  <a:pt x="1183" y="140"/>
                </a:lnTo>
                <a:lnTo>
                  <a:pt x="1183" y="140"/>
                </a:lnTo>
                <a:lnTo>
                  <a:pt x="1183" y="143"/>
                </a:lnTo>
                <a:lnTo>
                  <a:pt x="1181" y="143"/>
                </a:lnTo>
                <a:lnTo>
                  <a:pt x="1181" y="145"/>
                </a:lnTo>
                <a:lnTo>
                  <a:pt x="1185" y="145"/>
                </a:lnTo>
                <a:lnTo>
                  <a:pt x="1185" y="145"/>
                </a:lnTo>
                <a:lnTo>
                  <a:pt x="1185" y="145"/>
                </a:lnTo>
                <a:lnTo>
                  <a:pt x="1185" y="147"/>
                </a:lnTo>
                <a:lnTo>
                  <a:pt x="1188" y="147"/>
                </a:lnTo>
                <a:lnTo>
                  <a:pt x="1188" y="147"/>
                </a:lnTo>
                <a:lnTo>
                  <a:pt x="1188" y="147"/>
                </a:lnTo>
                <a:lnTo>
                  <a:pt x="1188" y="150"/>
                </a:lnTo>
                <a:lnTo>
                  <a:pt x="1190" y="150"/>
                </a:lnTo>
                <a:lnTo>
                  <a:pt x="1190" y="150"/>
                </a:lnTo>
                <a:lnTo>
                  <a:pt x="1190" y="150"/>
                </a:lnTo>
                <a:lnTo>
                  <a:pt x="1190" y="150"/>
                </a:lnTo>
                <a:lnTo>
                  <a:pt x="1195" y="150"/>
                </a:lnTo>
                <a:lnTo>
                  <a:pt x="1195" y="150"/>
                </a:lnTo>
                <a:lnTo>
                  <a:pt x="1202" y="150"/>
                </a:lnTo>
                <a:lnTo>
                  <a:pt x="1202" y="150"/>
                </a:lnTo>
                <a:lnTo>
                  <a:pt x="1204" y="150"/>
                </a:lnTo>
                <a:lnTo>
                  <a:pt x="1204" y="152"/>
                </a:lnTo>
                <a:lnTo>
                  <a:pt x="1204" y="152"/>
                </a:lnTo>
                <a:lnTo>
                  <a:pt x="1204" y="152"/>
                </a:lnTo>
                <a:lnTo>
                  <a:pt x="1204" y="152"/>
                </a:lnTo>
                <a:lnTo>
                  <a:pt x="1204" y="154"/>
                </a:lnTo>
                <a:lnTo>
                  <a:pt x="1209" y="154"/>
                </a:lnTo>
                <a:lnTo>
                  <a:pt x="1209" y="154"/>
                </a:lnTo>
                <a:lnTo>
                  <a:pt x="1209" y="154"/>
                </a:lnTo>
                <a:lnTo>
                  <a:pt x="1209" y="157"/>
                </a:lnTo>
                <a:lnTo>
                  <a:pt x="1209" y="157"/>
                </a:lnTo>
                <a:lnTo>
                  <a:pt x="1209" y="159"/>
                </a:lnTo>
                <a:lnTo>
                  <a:pt x="1204" y="159"/>
                </a:lnTo>
                <a:lnTo>
                  <a:pt x="1204" y="159"/>
                </a:lnTo>
                <a:lnTo>
                  <a:pt x="1204" y="159"/>
                </a:lnTo>
                <a:lnTo>
                  <a:pt x="1204" y="162"/>
                </a:lnTo>
                <a:lnTo>
                  <a:pt x="1204" y="162"/>
                </a:lnTo>
                <a:lnTo>
                  <a:pt x="1204" y="162"/>
                </a:lnTo>
                <a:lnTo>
                  <a:pt x="1202" y="162"/>
                </a:lnTo>
                <a:lnTo>
                  <a:pt x="1202" y="164"/>
                </a:lnTo>
                <a:lnTo>
                  <a:pt x="1200" y="164"/>
                </a:lnTo>
                <a:lnTo>
                  <a:pt x="1200" y="164"/>
                </a:lnTo>
                <a:lnTo>
                  <a:pt x="1200" y="164"/>
                </a:lnTo>
                <a:lnTo>
                  <a:pt x="1200" y="166"/>
                </a:lnTo>
                <a:lnTo>
                  <a:pt x="1200" y="166"/>
                </a:lnTo>
                <a:lnTo>
                  <a:pt x="1200" y="166"/>
                </a:lnTo>
                <a:lnTo>
                  <a:pt x="1200" y="166"/>
                </a:lnTo>
                <a:lnTo>
                  <a:pt x="1200" y="169"/>
                </a:lnTo>
                <a:lnTo>
                  <a:pt x="1200" y="169"/>
                </a:lnTo>
                <a:lnTo>
                  <a:pt x="1200" y="169"/>
                </a:lnTo>
                <a:lnTo>
                  <a:pt x="1200" y="169"/>
                </a:lnTo>
                <a:lnTo>
                  <a:pt x="1200" y="169"/>
                </a:lnTo>
                <a:lnTo>
                  <a:pt x="1202" y="169"/>
                </a:lnTo>
                <a:lnTo>
                  <a:pt x="1202" y="171"/>
                </a:lnTo>
                <a:lnTo>
                  <a:pt x="1204" y="171"/>
                </a:lnTo>
                <a:lnTo>
                  <a:pt x="1204" y="171"/>
                </a:lnTo>
                <a:lnTo>
                  <a:pt x="1204" y="171"/>
                </a:lnTo>
                <a:lnTo>
                  <a:pt x="1204" y="173"/>
                </a:lnTo>
                <a:lnTo>
                  <a:pt x="1207" y="173"/>
                </a:lnTo>
                <a:lnTo>
                  <a:pt x="1207" y="173"/>
                </a:lnTo>
                <a:lnTo>
                  <a:pt x="1207" y="173"/>
                </a:lnTo>
                <a:lnTo>
                  <a:pt x="1207" y="176"/>
                </a:lnTo>
                <a:lnTo>
                  <a:pt x="1209" y="176"/>
                </a:lnTo>
                <a:lnTo>
                  <a:pt x="1209" y="178"/>
                </a:lnTo>
                <a:lnTo>
                  <a:pt x="1209" y="178"/>
                </a:lnTo>
                <a:lnTo>
                  <a:pt x="1209" y="178"/>
                </a:lnTo>
                <a:lnTo>
                  <a:pt x="1207" y="178"/>
                </a:lnTo>
                <a:lnTo>
                  <a:pt x="1207" y="176"/>
                </a:lnTo>
                <a:lnTo>
                  <a:pt x="1204" y="176"/>
                </a:lnTo>
                <a:lnTo>
                  <a:pt x="1204" y="176"/>
                </a:lnTo>
                <a:lnTo>
                  <a:pt x="1204" y="176"/>
                </a:lnTo>
                <a:lnTo>
                  <a:pt x="1204" y="173"/>
                </a:lnTo>
                <a:lnTo>
                  <a:pt x="1202" y="173"/>
                </a:lnTo>
                <a:lnTo>
                  <a:pt x="1202" y="176"/>
                </a:lnTo>
                <a:lnTo>
                  <a:pt x="1202" y="176"/>
                </a:lnTo>
                <a:lnTo>
                  <a:pt x="1202" y="171"/>
                </a:lnTo>
                <a:lnTo>
                  <a:pt x="1200" y="171"/>
                </a:lnTo>
                <a:lnTo>
                  <a:pt x="1200" y="171"/>
                </a:lnTo>
                <a:lnTo>
                  <a:pt x="1193" y="171"/>
                </a:lnTo>
                <a:lnTo>
                  <a:pt x="1193" y="171"/>
                </a:lnTo>
                <a:lnTo>
                  <a:pt x="1190" y="171"/>
                </a:lnTo>
                <a:lnTo>
                  <a:pt x="1190" y="171"/>
                </a:lnTo>
                <a:lnTo>
                  <a:pt x="1183" y="171"/>
                </a:lnTo>
                <a:lnTo>
                  <a:pt x="1183" y="166"/>
                </a:lnTo>
                <a:lnTo>
                  <a:pt x="1181" y="166"/>
                </a:lnTo>
                <a:lnTo>
                  <a:pt x="1181" y="164"/>
                </a:lnTo>
                <a:lnTo>
                  <a:pt x="1183" y="164"/>
                </a:lnTo>
                <a:lnTo>
                  <a:pt x="1183" y="164"/>
                </a:lnTo>
                <a:lnTo>
                  <a:pt x="1188" y="164"/>
                </a:lnTo>
                <a:lnTo>
                  <a:pt x="1188" y="162"/>
                </a:lnTo>
                <a:lnTo>
                  <a:pt x="1193" y="162"/>
                </a:lnTo>
                <a:lnTo>
                  <a:pt x="1193" y="162"/>
                </a:lnTo>
                <a:lnTo>
                  <a:pt x="1197" y="162"/>
                </a:lnTo>
                <a:lnTo>
                  <a:pt x="1197" y="159"/>
                </a:lnTo>
                <a:lnTo>
                  <a:pt x="1197" y="159"/>
                </a:lnTo>
                <a:lnTo>
                  <a:pt x="1197" y="159"/>
                </a:lnTo>
                <a:lnTo>
                  <a:pt x="1197" y="159"/>
                </a:lnTo>
                <a:lnTo>
                  <a:pt x="1197" y="157"/>
                </a:lnTo>
                <a:lnTo>
                  <a:pt x="1200" y="157"/>
                </a:lnTo>
                <a:lnTo>
                  <a:pt x="1200" y="157"/>
                </a:lnTo>
                <a:lnTo>
                  <a:pt x="1202" y="157"/>
                </a:lnTo>
                <a:lnTo>
                  <a:pt x="1202" y="154"/>
                </a:lnTo>
                <a:lnTo>
                  <a:pt x="1204" y="154"/>
                </a:lnTo>
                <a:lnTo>
                  <a:pt x="1204" y="152"/>
                </a:lnTo>
                <a:lnTo>
                  <a:pt x="1202" y="152"/>
                </a:lnTo>
                <a:lnTo>
                  <a:pt x="1202" y="152"/>
                </a:lnTo>
                <a:lnTo>
                  <a:pt x="1195" y="152"/>
                </a:lnTo>
                <a:lnTo>
                  <a:pt x="1195" y="150"/>
                </a:lnTo>
                <a:lnTo>
                  <a:pt x="1190" y="150"/>
                </a:lnTo>
                <a:lnTo>
                  <a:pt x="1190" y="152"/>
                </a:lnTo>
                <a:lnTo>
                  <a:pt x="1183" y="152"/>
                </a:lnTo>
                <a:lnTo>
                  <a:pt x="1183" y="152"/>
                </a:lnTo>
                <a:lnTo>
                  <a:pt x="1166" y="152"/>
                </a:lnTo>
                <a:lnTo>
                  <a:pt x="1166" y="152"/>
                </a:lnTo>
                <a:lnTo>
                  <a:pt x="1159" y="152"/>
                </a:lnTo>
                <a:lnTo>
                  <a:pt x="1159" y="150"/>
                </a:lnTo>
                <a:lnTo>
                  <a:pt x="1159" y="150"/>
                </a:lnTo>
                <a:lnTo>
                  <a:pt x="1159" y="150"/>
                </a:lnTo>
                <a:lnTo>
                  <a:pt x="1157" y="150"/>
                </a:lnTo>
                <a:lnTo>
                  <a:pt x="1157" y="147"/>
                </a:lnTo>
                <a:lnTo>
                  <a:pt x="1155" y="147"/>
                </a:lnTo>
                <a:lnTo>
                  <a:pt x="1155" y="147"/>
                </a:lnTo>
                <a:lnTo>
                  <a:pt x="1152" y="147"/>
                </a:lnTo>
                <a:lnTo>
                  <a:pt x="1152" y="145"/>
                </a:lnTo>
                <a:lnTo>
                  <a:pt x="1148" y="145"/>
                </a:lnTo>
                <a:lnTo>
                  <a:pt x="1148" y="145"/>
                </a:lnTo>
                <a:lnTo>
                  <a:pt x="1148" y="145"/>
                </a:lnTo>
                <a:lnTo>
                  <a:pt x="1148" y="143"/>
                </a:lnTo>
                <a:lnTo>
                  <a:pt x="1145" y="143"/>
                </a:lnTo>
                <a:lnTo>
                  <a:pt x="1145" y="143"/>
                </a:lnTo>
                <a:lnTo>
                  <a:pt x="1140" y="143"/>
                </a:lnTo>
                <a:lnTo>
                  <a:pt x="1140" y="140"/>
                </a:lnTo>
                <a:lnTo>
                  <a:pt x="1136" y="140"/>
                </a:lnTo>
                <a:lnTo>
                  <a:pt x="1136" y="140"/>
                </a:lnTo>
                <a:lnTo>
                  <a:pt x="1131" y="140"/>
                </a:lnTo>
                <a:lnTo>
                  <a:pt x="1131" y="140"/>
                </a:lnTo>
                <a:lnTo>
                  <a:pt x="1126" y="140"/>
                </a:lnTo>
                <a:lnTo>
                  <a:pt x="1126" y="138"/>
                </a:lnTo>
                <a:lnTo>
                  <a:pt x="1124" y="138"/>
                </a:lnTo>
                <a:lnTo>
                  <a:pt x="1124" y="138"/>
                </a:lnTo>
                <a:lnTo>
                  <a:pt x="1122" y="138"/>
                </a:lnTo>
                <a:lnTo>
                  <a:pt x="1122" y="136"/>
                </a:lnTo>
                <a:lnTo>
                  <a:pt x="1103" y="136"/>
                </a:lnTo>
                <a:lnTo>
                  <a:pt x="1103" y="136"/>
                </a:lnTo>
                <a:lnTo>
                  <a:pt x="1098" y="136"/>
                </a:lnTo>
                <a:lnTo>
                  <a:pt x="1098" y="133"/>
                </a:lnTo>
                <a:lnTo>
                  <a:pt x="1095" y="133"/>
                </a:lnTo>
                <a:lnTo>
                  <a:pt x="1095" y="131"/>
                </a:lnTo>
                <a:lnTo>
                  <a:pt x="1093" y="131"/>
                </a:lnTo>
                <a:lnTo>
                  <a:pt x="1093" y="131"/>
                </a:lnTo>
                <a:lnTo>
                  <a:pt x="1088" y="131"/>
                </a:lnTo>
                <a:lnTo>
                  <a:pt x="1088" y="128"/>
                </a:lnTo>
                <a:lnTo>
                  <a:pt x="1079" y="128"/>
                </a:lnTo>
                <a:lnTo>
                  <a:pt x="1079" y="131"/>
                </a:lnTo>
                <a:lnTo>
                  <a:pt x="1077" y="131"/>
                </a:lnTo>
                <a:lnTo>
                  <a:pt x="1077" y="131"/>
                </a:lnTo>
                <a:lnTo>
                  <a:pt x="1074" y="131"/>
                </a:lnTo>
                <a:lnTo>
                  <a:pt x="1074" y="133"/>
                </a:lnTo>
                <a:lnTo>
                  <a:pt x="1072" y="133"/>
                </a:lnTo>
                <a:lnTo>
                  <a:pt x="1072" y="133"/>
                </a:lnTo>
                <a:lnTo>
                  <a:pt x="1072" y="133"/>
                </a:lnTo>
                <a:lnTo>
                  <a:pt x="1072" y="136"/>
                </a:lnTo>
                <a:lnTo>
                  <a:pt x="1067" y="136"/>
                </a:lnTo>
                <a:lnTo>
                  <a:pt x="1067" y="136"/>
                </a:lnTo>
                <a:lnTo>
                  <a:pt x="1065" y="136"/>
                </a:lnTo>
                <a:lnTo>
                  <a:pt x="1065" y="138"/>
                </a:lnTo>
                <a:lnTo>
                  <a:pt x="1065" y="138"/>
                </a:lnTo>
                <a:lnTo>
                  <a:pt x="1065" y="138"/>
                </a:lnTo>
                <a:lnTo>
                  <a:pt x="1065" y="138"/>
                </a:lnTo>
                <a:lnTo>
                  <a:pt x="1065" y="140"/>
                </a:lnTo>
                <a:lnTo>
                  <a:pt x="1065" y="140"/>
                </a:lnTo>
                <a:lnTo>
                  <a:pt x="1065" y="140"/>
                </a:lnTo>
                <a:lnTo>
                  <a:pt x="1065" y="140"/>
                </a:lnTo>
                <a:lnTo>
                  <a:pt x="1065" y="143"/>
                </a:lnTo>
                <a:lnTo>
                  <a:pt x="1067" y="143"/>
                </a:lnTo>
                <a:lnTo>
                  <a:pt x="1067" y="140"/>
                </a:lnTo>
                <a:lnTo>
                  <a:pt x="1069" y="140"/>
                </a:lnTo>
                <a:lnTo>
                  <a:pt x="1069" y="140"/>
                </a:lnTo>
                <a:lnTo>
                  <a:pt x="1072" y="140"/>
                </a:lnTo>
                <a:lnTo>
                  <a:pt x="1072" y="140"/>
                </a:lnTo>
                <a:lnTo>
                  <a:pt x="1074" y="140"/>
                </a:lnTo>
                <a:lnTo>
                  <a:pt x="1074" y="140"/>
                </a:lnTo>
                <a:lnTo>
                  <a:pt x="1077" y="140"/>
                </a:lnTo>
                <a:lnTo>
                  <a:pt x="1077" y="143"/>
                </a:lnTo>
                <a:lnTo>
                  <a:pt x="1077" y="143"/>
                </a:lnTo>
                <a:lnTo>
                  <a:pt x="1077" y="145"/>
                </a:lnTo>
                <a:lnTo>
                  <a:pt x="1084" y="145"/>
                </a:lnTo>
                <a:lnTo>
                  <a:pt x="1084" y="143"/>
                </a:lnTo>
                <a:lnTo>
                  <a:pt x="1091" y="143"/>
                </a:lnTo>
                <a:lnTo>
                  <a:pt x="1091" y="145"/>
                </a:lnTo>
                <a:lnTo>
                  <a:pt x="1091" y="145"/>
                </a:lnTo>
                <a:lnTo>
                  <a:pt x="1091" y="145"/>
                </a:lnTo>
                <a:lnTo>
                  <a:pt x="1093" y="145"/>
                </a:lnTo>
                <a:lnTo>
                  <a:pt x="1093" y="147"/>
                </a:lnTo>
                <a:lnTo>
                  <a:pt x="1091" y="147"/>
                </a:lnTo>
                <a:lnTo>
                  <a:pt x="1091" y="150"/>
                </a:lnTo>
                <a:lnTo>
                  <a:pt x="1086" y="150"/>
                </a:lnTo>
                <a:lnTo>
                  <a:pt x="1086" y="150"/>
                </a:lnTo>
                <a:lnTo>
                  <a:pt x="1079" y="150"/>
                </a:lnTo>
                <a:lnTo>
                  <a:pt x="1079" y="150"/>
                </a:lnTo>
                <a:lnTo>
                  <a:pt x="1077" y="150"/>
                </a:lnTo>
                <a:lnTo>
                  <a:pt x="1077" y="147"/>
                </a:lnTo>
                <a:lnTo>
                  <a:pt x="1074" y="147"/>
                </a:lnTo>
                <a:lnTo>
                  <a:pt x="1074" y="147"/>
                </a:lnTo>
                <a:lnTo>
                  <a:pt x="1072" y="147"/>
                </a:lnTo>
                <a:lnTo>
                  <a:pt x="1072" y="145"/>
                </a:lnTo>
                <a:lnTo>
                  <a:pt x="1067" y="145"/>
                </a:lnTo>
                <a:lnTo>
                  <a:pt x="1067" y="145"/>
                </a:lnTo>
                <a:lnTo>
                  <a:pt x="1067" y="145"/>
                </a:lnTo>
                <a:lnTo>
                  <a:pt x="1067" y="143"/>
                </a:lnTo>
                <a:lnTo>
                  <a:pt x="1060" y="143"/>
                </a:lnTo>
                <a:lnTo>
                  <a:pt x="1060" y="145"/>
                </a:lnTo>
                <a:lnTo>
                  <a:pt x="1053" y="145"/>
                </a:lnTo>
                <a:lnTo>
                  <a:pt x="1053" y="145"/>
                </a:lnTo>
                <a:lnTo>
                  <a:pt x="1051" y="145"/>
                </a:lnTo>
                <a:lnTo>
                  <a:pt x="1051" y="147"/>
                </a:lnTo>
                <a:lnTo>
                  <a:pt x="1051" y="147"/>
                </a:lnTo>
                <a:lnTo>
                  <a:pt x="1051" y="147"/>
                </a:lnTo>
                <a:lnTo>
                  <a:pt x="1046" y="147"/>
                </a:lnTo>
                <a:lnTo>
                  <a:pt x="1046" y="150"/>
                </a:lnTo>
                <a:lnTo>
                  <a:pt x="1046" y="150"/>
                </a:lnTo>
                <a:lnTo>
                  <a:pt x="1046" y="150"/>
                </a:lnTo>
                <a:lnTo>
                  <a:pt x="1048" y="150"/>
                </a:lnTo>
                <a:lnTo>
                  <a:pt x="1048" y="150"/>
                </a:lnTo>
                <a:lnTo>
                  <a:pt x="1048" y="150"/>
                </a:lnTo>
                <a:lnTo>
                  <a:pt x="1048" y="152"/>
                </a:lnTo>
                <a:lnTo>
                  <a:pt x="1051" y="152"/>
                </a:lnTo>
                <a:lnTo>
                  <a:pt x="1051" y="154"/>
                </a:lnTo>
                <a:lnTo>
                  <a:pt x="1051" y="154"/>
                </a:lnTo>
                <a:lnTo>
                  <a:pt x="1051" y="154"/>
                </a:lnTo>
                <a:lnTo>
                  <a:pt x="1053" y="154"/>
                </a:lnTo>
                <a:lnTo>
                  <a:pt x="1053" y="157"/>
                </a:lnTo>
                <a:lnTo>
                  <a:pt x="1055" y="157"/>
                </a:lnTo>
                <a:lnTo>
                  <a:pt x="1055" y="159"/>
                </a:lnTo>
                <a:lnTo>
                  <a:pt x="1058" y="159"/>
                </a:lnTo>
                <a:lnTo>
                  <a:pt x="1058" y="159"/>
                </a:lnTo>
                <a:lnTo>
                  <a:pt x="1060" y="159"/>
                </a:lnTo>
                <a:lnTo>
                  <a:pt x="1060" y="159"/>
                </a:lnTo>
                <a:lnTo>
                  <a:pt x="1065" y="159"/>
                </a:lnTo>
                <a:lnTo>
                  <a:pt x="1065" y="162"/>
                </a:lnTo>
                <a:lnTo>
                  <a:pt x="1072" y="162"/>
                </a:lnTo>
                <a:lnTo>
                  <a:pt x="1072" y="162"/>
                </a:lnTo>
                <a:lnTo>
                  <a:pt x="1072" y="162"/>
                </a:lnTo>
                <a:lnTo>
                  <a:pt x="1072" y="164"/>
                </a:lnTo>
                <a:lnTo>
                  <a:pt x="1077" y="164"/>
                </a:lnTo>
                <a:lnTo>
                  <a:pt x="1077" y="164"/>
                </a:lnTo>
                <a:lnTo>
                  <a:pt x="1084" y="164"/>
                </a:lnTo>
                <a:lnTo>
                  <a:pt x="1084" y="164"/>
                </a:lnTo>
                <a:lnTo>
                  <a:pt x="1086" y="164"/>
                </a:lnTo>
                <a:lnTo>
                  <a:pt x="1086" y="166"/>
                </a:lnTo>
                <a:lnTo>
                  <a:pt x="1088" y="166"/>
                </a:lnTo>
                <a:lnTo>
                  <a:pt x="1088" y="164"/>
                </a:lnTo>
                <a:lnTo>
                  <a:pt x="1091" y="164"/>
                </a:lnTo>
                <a:lnTo>
                  <a:pt x="1091" y="166"/>
                </a:lnTo>
                <a:lnTo>
                  <a:pt x="1093" y="166"/>
                </a:lnTo>
                <a:lnTo>
                  <a:pt x="1093" y="166"/>
                </a:lnTo>
                <a:lnTo>
                  <a:pt x="1093" y="166"/>
                </a:lnTo>
                <a:lnTo>
                  <a:pt x="1093" y="169"/>
                </a:lnTo>
                <a:lnTo>
                  <a:pt x="1095" y="169"/>
                </a:lnTo>
                <a:lnTo>
                  <a:pt x="1095" y="171"/>
                </a:lnTo>
                <a:lnTo>
                  <a:pt x="1098" y="171"/>
                </a:lnTo>
                <a:lnTo>
                  <a:pt x="1098" y="171"/>
                </a:lnTo>
                <a:lnTo>
                  <a:pt x="1098" y="171"/>
                </a:lnTo>
                <a:lnTo>
                  <a:pt x="1098" y="173"/>
                </a:lnTo>
                <a:lnTo>
                  <a:pt x="1093" y="173"/>
                </a:lnTo>
                <a:lnTo>
                  <a:pt x="1093" y="171"/>
                </a:lnTo>
                <a:lnTo>
                  <a:pt x="1088" y="171"/>
                </a:lnTo>
                <a:lnTo>
                  <a:pt x="1088" y="171"/>
                </a:lnTo>
                <a:lnTo>
                  <a:pt x="1086" y="171"/>
                </a:lnTo>
                <a:lnTo>
                  <a:pt x="1086" y="169"/>
                </a:lnTo>
                <a:lnTo>
                  <a:pt x="1086" y="169"/>
                </a:lnTo>
                <a:lnTo>
                  <a:pt x="1086" y="169"/>
                </a:lnTo>
                <a:lnTo>
                  <a:pt x="1081" y="169"/>
                </a:lnTo>
                <a:lnTo>
                  <a:pt x="1081" y="166"/>
                </a:lnTo>
                <a:lnTo>
                  <a:pt x="1060" y="166"/>
                </a:lnTo>
                <a:lnTo>
                  <a:pt x="1060" y="166"/>
                </a:lnTo>
                <a:lnTo>
                  <a:pt x="1058" y="166"/>
                </a:lnTo>
                <a:lnTo>
                  <a:pt x="1058" y="166"/>
                </a:lnTo>
                <a:lnTo>
                  <a:pt x="1058" y="166"/>
                </a:lnTo>
                <a:lnTo>
                  <a:pt x="1058" y="166"/>
                </a:lnTo>
                <a:lnTo>
                  <a:pt x="1043" y="166"/>
                </a:lnTo>
                <a:lnTo>
                  <a:pt x="1043" y="164"/>
                </a:lnTo>
                <a:lnTo>
                  <a:pt x="1039" y="164"/>
                </a:lnTo>
                <a:lnTo>
                  <a:pt x="1039" y="164"/>
                </a:lnTo>
                <a:lnTo>
                  <a:pt x="1034" y="164"/>
                </a:lnTo>
                <a:lnTo>
                  <a:pt x="1034" y="162"/>
                </a:lnTo>
                <a:lnTo>
                  <a:pt x="1032" y="162"/>
                </a:lnTo>
                <a:lnTo>
                  <a:pt x="1032" y="162"/>
                </a:lnTo>
                <a:lnTo>
                  <a:pt x="1029" y="162"/>
                </a:lnTo>
                <a:lnTo>
                  <a:pt x="1029" y="159"/>
                </a:lnTo>
                <a:lnTo>
                  <a:pt x="1034" y="159"/>
                </a:lnTo>
                <a:lnTo>
                  <a:pt x="1034" y="159"/>
                </a:lnTo>
                <a:lnTo>
                  <a:pt x="1034" y="159"/>
                </a:lnTo>
                <a:lnTo>
                  <a:pt x="1034" y="159"/>
                </a:lnTo>
                <a:lnTo>
                  <a:pt x="1036" y="159"/>
                </a:lnTo>
                <a:lnTo>
                  <a:pt x="1036" y="154"/>
                </a:lnTo>
                <a:lnTo>
                  <a:pt x="1034" y="154"/>
                </a:lnTo>
                <a:lnTo>
                  <a:pt x="1034" y="152"/>
                </a:lnTo>
                <a:lnTo>
                  <a:pt x="1032" y="152"/>
                </a:lnTo>
                <a:lnTo>
                  <a:pt x="1032" y="152"/>
                </a:lnTo>
                <a:lnTo>
                  <a:pt x="1029" y="152"/>
                </a:lnTo>
                <a:lnTo>
                  <a:pt x="1029" y="150"/>
                </a:lnTo>
                <a:lnTo>
                  <a:pt x="1032" y="150"/>
                </a:lnTo>
                <a:lnTo>
                  <a:pt x="1032" y="147"/>
                </a:lnTo>
                <a:lnTo>
                  <a:pt x="1034" y="147"/>
                </a:lnTo>
                <a:lnTo>
                  <a:pt x="1034" y="147"/>
                </a:lnTo>
                <a:lnTo>
                  <a:pt x="1034" y="147"/>
                </a:lnTo>
                <a:lnTo>
                  <a:pt x="1034" y="145"/>
                </a:lnTo>
                <a:lnTo>
                  <a:pt x="1034" y="145"/>
                </a:lnTo>
                <a:lnTo>
                  <a:pt x="1034" y="145"/>
                </a:lnTo>
                <a:lnTo>
                  <a:pt x="1034" y="145"/>
                </a:lnTo>
                <a:lnTo>
                  <a:pt x="1034" y="143"/>
                </a:lnTo>
                <a:lnTo>
                  <a:pt x="1036" y="143"/>
                </a:lnTo>
                <a:lnTo>
                  <a:pt x="1036" y="140"/>
                </a:lnTo>
                <a:lnTo>
                  <a:pt x="1036" y="140"/>
                </a:lnTo>
                <a:lnTo>
                  <a:pt x="1036" y="140"/>
                </a:lnTo>
                <a:lnTo>
                  <a:pt x="1039" y="140"/>
                </a:lnTo>
                <a:lnTo>
                  <a:pt x="1039" y="140"/>
                </a:lnTo>
                <a:lnTo>
                  <a:pt x="1039" y="140"/>
                </a:lnTo>
                <a:lnTo>
                  <a:pt x="1039" y="138"/>
                </a:lnTo>
                <a:lnTo>
                  <a:pt x="1039" y="138"/>
                </a:lnTo>
                <a:lnTo>
                  <a:pt x="1039" y="136"/>
                </a:lnTo>
                <a:lnTo>
                  <a:pt x="1036" y="136"/>
                </a:lnTo>
                <a:lnTo>
                  <a:pt x="1036" y="133"/>
                </a:lnTo>
                <a:lnTo>
                  <a:pt x="1039" y="133"/>
                </a:lnTo>
                <a:lnTo>
                  <a:pt x="1039" y="131"/>
                </a:lnTo>
                <a:lnTo>
                  <a:pt x="1039" y="131"/>
                </a:lnTo>
                <a:lnTo>
                  <a:pt x="1039" y="131"/>
                </a:lnTo>
                <a:lnTo>
                  <a:pt x="1036" y="131"/>
                </a:lnTo>
                <a:lnTo>
                  <a:pt x="1036" y="128"/>
                </a:lnTo>
                <a:lnTo>
                  <a:pt x="1034" y="128"/>
                </a:lnTo>
                <a:lnTo>
                  <a:pt x="1034" y="128"/>
                </a:lnTo>
                <a:lnTo>
                  <a:pt x="1032" y="128"/>
                </a:lnTo>
                <a:lnTo>
                  <a:pt x="1032" y="128"/>
                </a:lnTo>
                <a:lnTo>
                  <a:pt x="1036" y="128"/>
                </a:lnTo>
                <a:lnTo>
                  <a:pt x="1036" y="126"/>
                </a:lnTo>
                <a:lnTo>
                  <a:pt x="1034" y="126"/>
                </a:lnTo>
                <a:lnTo>
                  <a:pt x="1034" y="126"/>
                </a:lnTo>
                <a:lnTo>
                  <a:pt x="1032" y="126"/>
                </a:lnTo>
                <a:lnTo>
                  <a:pt x="1032" y="124"/>
                </a:lnTo>
                <a:lnTo>
                  <a:pt x="1027" y="124"/>
                </a:lnTo>
                <a:lnTo>
                  <a:pt x="1027" y="124"/>
                </a:lnTo>
                <a:lnTo>
                  <a:pt x="1020" y="124"/>
                </a:lnTo>
                <a:lnTo>
                  <a:pt x="1020" y="121"/>
                </a:lnTo>
                <a:lnTo>
                  <a:pt x="1017" y="121"/>
                </a:lnTo>
                <a:lnTo>
                  <a:pt x="1017" y="119"/>
                </a:lnTo>
                <a:lnTo>
                  <a:pt x="1022" y="119"/>
                </a:lnTo>
                <a:lnTo>
                  <a:pt x="1022" y="119"/>
                </a:lnTo>
                <a:lnTo>
                  <a:pt x="1022" y="119"/>
                </a:lnTo>
                <a:lnTo>
                  <a:pt x="1022" y="119"/>
                </a:lnTo>
                <a:lnTo>
                  <a:pt x="1020" y="119"/>
                </a:lnTo>
                <a:lnTo>
                  <a:pt x="1020" y="117"/>
                </a:lnTo>
                <a:lnTo>
                  <a:pt x="1006" y="117"/>
                </a:lnTo>
                <a:lnTo>
                  <a:pt x="1006" y="119"/>
                </a:lnTo>
                <a:lnTo>
                  <a:pt x="1006" y="119"/>
                </a:lnTo>
                <a:lnTo>
                  <a:pt x="1006" y="119"/>
                </a:lnTo>
                <a:lnTo>
                  <a:pt x="1006" y="119"/>
                </a:lnTo>
                <a:lnTo>
                  <a:pt x="1006" y="119"/>
                </a:lnTo>
                <a:lnTo>
                  <a:pt x="1003" y="119"/>
                </a:lnTo>
                <a:lnTo>
                  <a:pt x="1003" y="121"/>
                </a:lnTo>
                <a:lnTo>
                  <a:pt x="1006" y="121"/>
                </a:lnTo>
                <a:lnTo>
                  <a:pt x="1006" y="121"/>
                </a:lnTo>
                <a:lnTo>
                  <a:pt x="1008" y="121"/>
                </a:lnTo>
                <a:lnTo>
                  <a:pt x="1008" y="124"/>
                </a:lnTo>
                <a:lnTo>
                  <a:pt x="1013" y="124"/>
                </a:lnTo>
                <a:lnTo>
                  <a:pt x="1013" y="124"/>
                </a:lnTo>
                <a:lnTo>
                  <a:pt x="1020" y="124"/>
                </a:lnTo>
                <a:lnTo>
                  <a:pt x="1020" y="126"/>
                </a:lnTo>
                <a:lnTo>
                  <a:pt x="1020" y="126"/>
                </a:lnTo>
                <a:lnTo>
                  <a:pt x="1020" y="128"/>
                </a:lnTo>
                <a:lnTo>
                  <a:pt x="1022" y="128"/>
                </a:lnTo>
                <a:lnTo>
                  <a:pt x="1022" y="128"/>
                </a:lnTo>
                <a:lnTo>
                  <a:pt x="1022" y="128"/>
                </a:lnTo>
                <a:lnTo>
                  <a:pt x="1022" y="128"/>
                </a:lnTo>
                <a:lnTo>
                  <a:pt x="1024" y="128"/>
                </a:lnTo>
                <a:lnTo>
                  <a:pt x="1024" y="131"/>
                </a:lnTo>
                <a:lnTo>
                  <a:pt x="1024" y="131"/>
                </a:lnTo>
                <a:lnTo>
                  <a:pt x="1024" y="133"/>
                </a:lnTo>
                <a:lnTo>
                  <a:pt x="1024" y="133"/>
                </a:lnTo>
                <a:lnTo>
                  <a:pt x="1024" y="140"/>
                </a:lnTo>
                <a:lnTo>
                  <a:pt x="1024" y="140"/>
                </a:lnTo>
                <a:lnTo>
                  <a:pt x="1024" y="140"/>
                </a:lnTo>
                <a:lnTo>
                  <a:pt x="1024" y="140"/>
                </a:lnTo>
                <a:lnTo>
                  <a:pt x="1024" y="140"/>
                </a:lnTo>
                <a:lnTo>
                  <a:pt x="1022" y="140"/>
                </a:lnTo>
                <a:lnTo>
                  <a:pt x="1022" y="143"/>
                </a:lnTo>
                <a:lnTo>
                  <a:pt x="1020" y="143"/>
                </a:lnTo>
                <a:lnTo>
                  <a:pt x="1020" y="143"/>
                </a:lnTo>
                <a:lnTo>
                  <a:pt x="1017" y="143"/>
                </a:lnTo>
                <a:lnTo>
                  <a:pt x="1017" y="145"/>
                </a:lnTo>
                <a:lnTo>
                  <a:pt x="1015" y="145"/>
                </a:lnTo>
                <a:lnTo>
                  <a:pt x="1015" y="145"/>
                </a:lnTo>
                <a:lnTo>
                  <a:pt x="1010" y="145"/>
                </a:lnTo>
                <a:lnTo>
                  <a:pt x="1010" y="147"/>
                </a:lnTo>
                <a:lnTo>
                  <a:pt x="1006" y="147"/>
                </a:lnTo>
                <a:lnTo>
                  <a:pt x="1006" y="147"/>
                </a:lnTo>
                <a:lnTo>
                  <a:pt x="1001" y="147"/>
                </a:lnTo>
                <a:lnTo>
                  <a:pt x="1001" y="150"/>
                </a:lnTo>
                <a:lnTo>
                  <a:pt x="996" y="150"/>
                </a:lnTo>
                <a:lnTo>
                  <a:pt x="996" y="150"/>
                </a:lnTo>
                <a:lnTo>
                  <a:pt x="991" y="150"/>
                </a:lnTo>
                <a:lnTo>
                  <a:pt x="991" y="150"/>
                </a:lnTo>
                <a:lnTo>
                  <a:pt x="991" y="150"/>
                </a:lnTo>
                <a:lnTo>
                  <a:pt x="991" y="152"/>
                </a:lnTo>
                <a:lnTo>
                  <a:pt x="991" y="152"/>
                </a:lnTo>
                <a:lnTo>
                  <a:pt x="991" y="154"/>
                </a:lnTo>
                <a:lnTo>
                  <a:pt x="991" y="154"/>
                </a:lnTo>
                <a:lnTo>
                  <a:pt x="991" y="154"/>
                </a:lnTo>
                <a:lnTo>
                  <a:pt x="989" y="154"/>
                </a:lnTo>
                <a:lnTo>
                  <a:pt x="989" y="157"/>
                </a:lnTo>
                <a:lnTo>
                  <a:pt x="987" y="157"/>
                </a:lnTo>
                <a:lnTo>
                  <a:pt x="987" y="157"/>
                </a:lnTo>
                <a:lnTo>
                  <a:pt x="984" y="157"/>
                </a:lnTo>
                <a:lnTo>
                  <a:pt x="984" y="159"/>
                </a:lnTo>
                <a:lnTo>
                  <a:pt x="982" y="159"/>
                </a:lnTo>
                <a:lnTo>
                  <a:pt x="982" y="159"/>
                </a:lnTo>
                <a:lnTo>
                  <a:pt x="982" y="159"/>
                </a:lnTo>
                <a:lnTo>
                  <a:pt x="982" y="159"/>
                </a:lnTo>
                <a:lnTo>
                  <a:pt x="979" y="159"/>
                </a:lnTo>
                <a:lnTo>
                  <a:pt x="979" y="162"/>
                </a:lnTo>
                <a:lnTo>
                  <a:pt x="982" y="162"/>
                </a:lnTo>
                <a:lnTo>
                  <a:pt x="982" y="162"/>
                </a:lnTo>
                <a:lnTo>
                  <a:pt x="987" y="162"/>
                </a:lnTo>
                <a:lnTo>
                  <a:pt x="987" y="164"/>
                </a:lnTo>
                <a:lnTo>
                  <a:pt x="989" y="164"/>
                </a:lnTo>
                <a:lnTo>
                  <a:pt x="989" y="164"/>
                </a:lnTo>
                <a:lnTo>
                  <a:pt x="991" y="164"/>
                </a:lnTo>
                <a:lnTo>
                  <a:pt x="991" y="166"/>
                </a:lnTo>
                <a:lnTo>
                  <a:pt x="994" y="166"/>
                </a:lnTo>
                <a:lnTo>
                  <a:pt x="994" y="166"/>
                </a:lnTo>
                <a:lnTo>
                  <a:pt x="994" y="166"/>
                </a:lnTo>
                <a:lnTo>
                  <a:pt x="994" y="169"/>
                </a:lnTo>
                <a:lnTo>
                  <a:pt x="996" y="169"/>
                </a:lnTo>
                <a:lnTo>
                  <a:pt x="996" y="169"/>
                </a:lnTo>
                <a:lnTo>
                  <a:pt x="996" y="169"/>
                </a:lnTo>
                <a:lnTo>
                  <a:pt x="996" y="169"/>
                </a:lnTo>
                <a:lnTo>
                  <a:pt x="996" y="169"/>
                </a:lnTo>
                <a:lnTo>
                  <a:pt x="996" y="171"/>
                </a:lnTo>
                <a:lnTo>
                  <a:pt x="998" y="171"/>
                </a:lnTo>
                <a:lnTo>
                  <a:pt x="998" y="171"/>
                </a:lnTo>
                <a:lnTo>
                  <a:pt x="1001" y="171"/>
                </a:lnTo>
                <a:lnTo>
                  <a:pt x="1001" y="176"/>
                </a:lnTo>
                <a:lnTo>
                  <a:pt x="1001" y="176"/>
                </a:lnTo>
                <a:lnTo>
                  <a:pt x="1001" y="176"/>
                </a:lnTo>
                <a:lnTo>
                  <a:pt x="1003" y="176"/>
                </a:lnTo>
                <a:lnTo>
                  <a:pt x="1003" y="178"/>
                </a:lnTo>
                <a:lnTo>
                  <a:pt x="1006" y="178"/>
                </a:lnTo>
                <a:lnTo>
                  <a:pt x="1006" y="178"/>
                </a:lnTo>
                <a:lnTo>
                  <a:pt x="1006" y="178"/>
                </a:lnTo>
                <a:lnTo>
                  <a:pt x="1006" y="178"/>
                </a:lnTo>
                <a:lnTo>
                  <a:pt x="1008" y="178"/>
                </a:lnTo>
                <a:lnTo>
                  <a:pt x="1008" y="181"/>
                </a:lnTo>
                <a:lnTo>
                  <a:pt x="1010" y="181"/>
                </a:lnTo>
                <a:lnTo>
                  <a:pt x="1010" y="183"/>
                </a:lnTo>
                <a:lnTo>
                  <a:pt x="1008" y="183"/>
                </a:lnTo>
                <a:lnTo>
                  <a:pt x="1008" y="185"/>
                </a:lnTo>
                <a:lnTo>
                  <a:pt x="1008" y="185"/>
                </a:lnTo>
                <a:lnTo>
                  <a:pt x="1008" y="185"/>
                </a:lnTo>
                <a:lnTo>
                  <a:pt x="1006" y="185"/>
                </a:lnTo>
                <a:lnTo>
                  <a:pt x="1006" y="188"/>
                </a:lnTo>
                <a:lnTo>
                  <a:pt x="1006" y="188"/>
                </a:lnTo>
                <a:lnTo>
                  <a:pt x="1006" y="188"/>
                </a:lnTo>
                <a:lnTo>
                  <a:pt x="1003" y="188"/>
                </a:lnTo>
                <a:lnTo>
                  <a:pt x="1003" y="188"/>
                </a:lnTo>
                <a:lnTo>
                  <a:pt x="1001" y="188"/>
                </a:lnTo>
                <a:lnTo>
                  <a:pt x="1001" y="190"/>
                </a:lnTo>
                <a:lnTo>
                  <a:pt x="998" y="190"/>
                </a:lnTo>
                <a:lnTo>
                  <a:pt x="998" y="190"/>
                </a:lnTo>
                <a:lnTo>
                  <a:pt x="998" y="190"/>
                </a:lnTo>
                <a:lnTo>
                  <a:pt x="998" y="192"/>
                </a:lnTo>
                <a:lnTo>
                  <a:pt x="996" y="192"/>
                </a:lnTo>
                <a:lnTo>
                  <a:pt x="996" y="192"/>
                </a:lnTo>
                <a:lnTo>
                  <a:pt x="996" y="192"/>
                </a:lnTo>
                <a:lnTo>
                  <a:pt x="996" y="195"/>
                </a:lnTo>
                <a:lnTo>
                  <a:pt x="998" y="195"/>
                </a:lnTo>
                <a:lnTo>
                  <a:pt x="998" y="197"/>
                </a:lnTo>
                <a:lnTo>
                  <a:pt x="996" y="197"/>
                </a:lnTo>
                <a:lnTo>
                  <a:pt x="996" y="200"/>
                </a:lnTo>
                <a:lnTo>
                  <a:pt x="996" y="200"/>
                </a:lnTo>
                <a:lnTo>
                  <a:pt x="996" y="200"/>
                </a:lnTo>
                <a:lnTo>
                  <a:pt x="996" y="200"/>
                </a:lnTo>
                <a:lnTo>
                  <a:pt x="996" y="200"/>
                </a:lnTo>
                <a:lnTo>
                  <a:pt x="994" y="200"/>
                </a:lnTo>
                <a:lnTo>
                  <a:pt x="994" y="202"/>
                </a:lnTo>
                <a:lnTo>
                  <a:pt x="991" y="202"/>
                </a:lnTo>
                <a:lnTo>
                  <a:pt x="991" y="204"/>
                </a:lnTo>
                <a:lnTo>
                  <a:pt x="994" y="204"/>
                </a:lnTo>
                <a:lnTo>
                  <a:pt x="994" y="207"/>
                </a:lnTo>
                <a:lnTo>
                  <a:pt x="994" y="207"/>
                </a:lnTo>
                <a:lnTo>
                  <a:pt x="994" y="207"/>
                </a:lnTo>
                <a:lnTo>
                  <a:pt x="996" y="207"/>
                </a:lnTo>
                <a:lnTo>
                  <a:pt x="996" y="209"/>
                </a:lnTo>
                <a:lnTo>
                  <a:pt x="998" y="209"/>
                </a:lnTo>
                <a:lnTo>
                  <a:pt x="998" y="209"/>
                </a:lnTo>
                <a:lnTo>
                  <a:pt x="998" y="209"/>
                </a:lnTo>
                <a:lnTo>
                  <a:pt x="998" y="209"/>
                </a:lnTo>
                <a:lnTo>
                  <a:pt x="1001" y="209"/>
                </a:lnTo>
                <a:lnTo>
                  <a:pt x="1001" y="214"/>
                </a:lnTo>
                <a:lnTo>
                  <a:pt x="998" y="214"/>
                </a:lnTo>
                <a:lnTo>
                  <a:pt x="998" y="214"/>
                </a:lnTo>
                <a:lnTo>
                  <a:pt x="998" y="214"/>
                </a:lnTo>
                <a:lnTo>
                  <a:pt x="998" y="216"/>
                </a:lnTo>
                <a:lnTo>
                  <a:pt x="998" y="216"/>
                </a:lnTo>
                <a:lnTo>
                  <a:pt x="998" y="218"/>
                </a:lnTo>
                <a:lnTo>
                  <a:pt x="998" y="218"/>
                </a:lnTo>
                <a:lnTo>
                  <a:pt x="998" y="218"/>
                </a:lnTo>
                <a:lnTo>
                  <a:pt x="998" y="218"/>
                </a:lnTo>
                <a:lnTo>
                  <a:pt x="998" y="218"/>
                </a:lnTo>
                <a:lnTo>
                  <a:pt x="1003" y="218"/>
                </a:lnTo>
                <a:lnTo>
                  <a:pt x="1003" y="221"/>
                </a:lnTo>
                <a:lnTo>
                  <a:pt x="1003" y="221"/>
                </a:lnTo>
                <a:lnTo>
                  <a:pt x="1003" y="218"/>
                </a:lnTo>
                <a:lnTo>
                  <a:pt x="1008" y="218"/>
                </a:lnTo>
                <a:lnTo>
                  <a:pt x="1008" y="218"/>
                </a:lnTo>
                <a:lnTo>
                  <a:pt x="1017" y="218"/>
                </a:lnTo>
                <a:lnTo>
                  <a:pt x="1017" y="218"/>
                </a:lnTo>
                <a:lnTo>
                  <a:pt x="1029" y="218"/>
                </a:lnTo>
                <a:lnTo>
                  <a:pt x="1029" y="218"/>
                </a:lnTo>
                <a:lnTo>
                  <a:pt x="1032" y="218"/>
                </a:lnTo>
                <a:lnTo>
                  <a:pt x="1032" y="216"/>
                </a:lnTo>
                <a:lnTo>
                  <a:pt x="1034" y="216"/>
                </a:lnTo>
                <a:lnTo>
                  <a:pt x="1034" y="216"/>
                </a:lnTo>
                <a:lnTo>
                  <a:pt x="1046" y="216"/>
                </a:lnTo>
                <a:lnTo>
                  <a:pt x="1046" y="216"/>
                </a:lnTo>
                <a:lnTo>
                  <a:pt x="1051" y="216"/>
                </a:lnTo>
                <a:lnTo>
                  <a:pt x="1051" y="218"/>
                </a:lnTo>
                <a:lnTo>
                  <a:pt x="1053" y="218"/>
                </a:lnTo>
                <a:lnTo>
                  <a:pt x="1053" y="218"/>
                </a:lnTo>
                <a:lnTo>
                  <a:pt x="1060" y="218"/>
                </a:lnTo>
                <a:lnTo>
                  <a:pt x="1060" y="218"/>
                </a:lnTo>
                <a:lnTo>
                  <a:pt x="1062" y="218"/>
                </a:lnTo>
                <a:lnTo>
                  <a:pt x="1062" y="221"/>
                </a:lnTo>
                <a:lnTo>
                  <a:pt x="1065" y="221"/>
                </a:lnTo>
                <a:lnTo>
                  <a:pt x="1065" y="221"/>
                </a:lnTo>
                <a:lnTo>
                  <a:pt x="1069" y="221"/>
                </a:lnTo>
                <a:lnTo>
                  <a:pt x="1069" y="223"/>
                </a:lnTo>
                <a:lnTo>
                  <a:pt x="1072" y="223"/>
                </a:lnTo>
                <a:lnTo>
                  <a:pt x="1072" y="223"/>
                </a:lnTo>
                <a:lnTo>
                  <a:pt x="1079" y="223"/>
                </a:lnTo>
                <a:lnTo>
                  <a:pt x="1079" y="226"/>
                </a:lnTo>
                <a:lnTo>
                  <a:pt x="1081" y="226"/>
                </a:lnTo>
                <a:lnTo>
                  <a:pt x="1081" y="228"/>
                </a:lnTo>
                <a:lnTo>
                  <a:pt x="1081" y="228"/>
                </a:lnTo>
                <a:lnTo>
                  <a:pt x="1081" y="228"/>
                </a:lnTo>
                <a:lnTo>
                  <a:pt x="1084" y="228"/>
                </a:lnTo>
                <a:lnTo>
                  <a:pt x="1084" y="233"/>
                </a:lnTo>
                <a:lnTo>
                  <a:pt x="1084" y="233"/>
                </a:lnTo>
                <a:lnTo>
                  <a:pt x="1084" y="235"/>
                </a:lnTo>
                <a:lnTo>
                  <a:pt x="1086" y="235"/>
                </a:lnTo>
                <a:lnTo>
                  <a:pt x="1086" y="237"/>
                </a:lnTo>
                <a:lnTo>
                  <a:pt x="1086" y="237"/>
                </a:lnTo>
                <a:lnTo>
                  <a:pt x="1086" y="237"/>
                </a:lnTo>
                <a:lnTo>
                  <a:pt x="1088" y="237"/>
                </a:lnTo>
                <a:lnTo>
                  <a:pt x="1088" y="237"/>
                </a:lnTo>
                <a:lnTo>
                  <a:pt x="1091" y="237"/>
                </a:lnTo>
                <a:lnTo>
                  <a:pt x="1091" y="240"/>
                </a:lnTo>
                <a:lnTo>
                  <a:pt x="1091" y="240"/>
                </a:lnTo>
                <a:lnTo>
                  <a:pt x="1091" y="240"/>
                </a:lnTo>
                <a:lnTo>
                  <a:pt x="1081" y="240"/>
                </a:lnTo>
                <a:lnTo>
                  <a:pt x="1081" y="242"/>
                </a:lnTo>
                <a:lnTo>
                  <a:pt x="1079" y="242"/>
                </a:lnTo>
                <a:lnTo>
                  <a:pt x="1079" y="242"/>
                </a:lnTo>
                <a:lnTo>
                  <a:pt x="1079" y="242"/>
                </a:lnTo>
                <a:lnTo>
                  <a:pt x="1079" y="245"/>
                </a:lnTo>
                <a:lnTo>
                  <a:pt x="1077" y="245"/>
                </a:lnTo>
                <a:lnTo>
                  <a:pt x="1077" y="249"/>
                </a:lnTo>
                <a:lnTo>
                  <a:pt x="1077" y="249"/>
                </a:lnTo>
                <a:lnTo>
                  <a:pt x="1077" y="254"/>
                </a:lnTo>
                <a:lnTo>
                  <a:pt x="1072" y="254"/>
                </a:lnTo>
                <a:lnTo>
                  <a:pt x="1072" y="254"/>
                </a:lnTo>
                <a:lnTo>
                  <a:pt x="1069" y="254"/>
                </a:lnTo>
                <a:lnTo>
                  <a:pt x="1069" y="252"/>
                </a:lnTo>
                <a:lnTo>
                  <a:pt x="1072" y="252"/>
                </a:lnTo>
                <a:lnTo>
                  <a:pt x="1072" y="252"/>
                </a:lnTo>
                <a:lnTo>
                  <a:pt x="1074" y="252"/>
                </a:lnTo>
                <a:lnTo>
                  <a:pt x="1074" y="249"/>
                </a:lnTo>
                <a:lnTo>
                  <a:pt x="1072" y="249"/>
                </a:lnTo>
                <a:lnTo>
                  <a:pt x="1072" y="249"/>
                </a:lnTo>
                <a:lnTo>
                  <a:pt x="1072" y="249"/>
                </a:lnTo>
                <a:lnTo>
                  <a:pt x="1072" y="245"/>
                </a:lnTo>
                <a:lnTo>
                  <a:pt x="1074" y="245"/>
                </a:lnTo>
                <a:lnTo>
                  <a:pt x="1074" y="242"/>
                </a:lnTo>
                <a:lnTo>
                  <a:pt x="1074" y="242"/>
                </a:lnTo>
                <a:lnTo>
                  <a:pt x="1074" y="240"/>
                </a:lnTo>
                <a:lnTo>
                  <a:pt x="1072" y="240"/>
                </a:lnTo>
                <a:lnTo>
                  <a:pt x="1072" y="237"/>
                </a:lnTo>
                <a:lnTo>
                  <a:pt x="1072" y="237"/>
                </a:lnTo>
                <a:lnTo>
                  <a:pt x="1072" y="237"/>
                </a:lnTo>
                <a:lnTo>
                  <a:pt x="1074" y="237"/>
                </a:lnTo>
                <a:lnTo>
                  <a:pt x="1074" y="237"/>
                </a:lnTo>
                <a:lnTo>
                  <a:pt x="1072" y="237"/>
                </a:lnTo>
                <a:lnTo>
                  <a:pt x="1072" y="235"/>
                </a:lnTo>
                <a:lnTo>
                  <a:pt x="1074" y="235"/>
                </a:lnTo>
                <a:lnTo>
                  <a:pt x="1074" y="233"/>
                </a:lnTo>
                <a:lnTo>
                  <a:pt x="1072" y="233"/>
                </a:lnTo>
                <a:lnTo>
                  <a:pt x="1072" y="233"/>
                </a:lnTo>
                <a:lnTo>
                  <a:pt x="1069" y="233"/>
                </a:lnTo>
                <a:lnTo>
                  <a:pt x="1069" y="230"/>
                </a:lnTo>
                <a:lnTo>
                  <a:pt x="1067" y="230"/>
                </a:lnTo>
                <a:lnTo>
                  <a:pt x="1067" y="230"/>
                </a:lnTo>
                <a:lnTo>
                  <a:pt x="1065" y="230"/>
                </a:lnTo>
                <a:lnTo>
                  <a:pt x="1065" y="228"/>
                </a:lnTo>
                <a:lnTo>
                  <a:pt x="1062" y="228"/>
                </a:lnTo>
                <a:lnTo>
                  <a:pt x="1062" y="228"/>
                </a:lnTo>
                <a:lnTo>
                  <a:pt x="1060" y="228"/>
                </a:lnTo>
                <a:lnTo>
                  <a:pt x="1060" y="228"/>
                </a:lnTo>
                <a:lnTo>
                  <a:pt x="1060" y="228"/>
                </a:lnTo>
                <a:lnTo>
                  <a:pt x="1060" y="223"/>
                </a:lnTo>
                <a:lnTo>
                  <a:pt x="1060" y="223"/>
                </a:lnTo>
                <a:lnTo>
                  <a:pt x="1060" y="221"/>
                </a:lnTo>
                <a:lnTo>
                  <a:pt x="1058" y="221"/>
                </a:lnTo>
                <a:lnTo>
                  <a:pt x="1058" y="221"/>
                </a:lnTo>
                <a:lnTo>
                  <a:pt x="1055" y="221"/>
                </a:lnTo>
                <a:lnTo>
                  <a:pt x="1055" y="221"/>
                </a:lnTo>
                <a:lnTo>
                  <a:pt x="1046" y="221"/>
                </a:lnTo>
                <a:lnTo>
                  <a:pt x="1046" y="223"/>
                </a:lnTo>
                <a:lnTo>
                  <a:pt x="1039" y="223"/>
                </a:lnTo>
                <a:lnTo>
                  <a:pt x="1039" y="223"/>
                </a:lnTo>
                <a:lnTo>
                  <a:pt x="1029" y="223"/>
                </a:lnTo>
                <a:lnTo>
                  <a:pt x="1029" y="226"/>
                </a:lnTo>
                <a:lnTo>
                  <a:pt x="1024" y="226"/>
                </a:lnTo>
                <a:lnTo>
                  <a:pt x="1024" y="226"/>
                </a:lnTo>
                <a:lnTo>
                  <a:pt x="1017" y="226"/>
                </a:lnTo>
                <a:lnTo>
                  <a:pt x="1017" y="228"/>
                </a:lnTo>
                <a:lnTo>
                  <a:pt x="1015" y="228"/>
                </a:lnTo>
                <a:lnTo>
                  <a:pt x="1015" y="228"/>
                </a:lnTo>
                <a:lnTo>
                  <a:pt x="1013" y="228"/>
                </a:lnTo>
                <a:lnTo>
                  <a:pt x="1013" y="228"/>
                </a:lnTo>
                <a:lnTo>
                  <a:pt x="1013" y="228"/>
                </a:lnTo>
                <a:lnTo>
                  <a:pt x="1013" y="233"/>
                </a:lnTo>
                <a:lnTo>
                  <a:pt x="1013" y="233"/>
                </a:lnTo>
                <a:lnTo>
                  <a:pt x="1013" y="235"/>
                </a:lnTo>
                <a:lnTo>
                  <a:pt x="1013" y="235"/>
                </a:lnTo>
                <a:lnTo>
                  <a:pt x="1013" y="235"/>
                </a:lnTo>
                <a:lnTo>
                  <a:pt x="1010" y="235"/>
                </a:lnTo>
                <a:lnTo>
                  <a:pt x="1010" y="237"/>
                </a:lnTo>
                <a:lnTo>
                  <a:pt x="1010" y="237"/>
                </a:lnTo>
                <a:lnTo>
                  <a:pt x="1010" y="237"/>
                </a:lnTo>
                <a:lnTo>
                  <a:pt x="1010" y="237"/>
                </a:lnTo>
                <a:lnTo>
                  <a:pt x="1010" y="240"/>
                </a:lnTo>
                <a:lnTo>
                  <a:pt x="1013" y="240"/>
                </a:lnTo>
                <a:lnTo>
                  <a:pt x="1013" y="240"/>
                </a:lnTo>
                <a:lnTo>
                  <a:pt x="1015" y="240"/>
                </a:lnTo>
                <a:lnTo>
                  <a:pt x="1015" y="242"/>
                </a:lnTo>
                <a:lnTo>
                  <a:pt x="1017" y="242"/>
                </a:lnTo>
                <a:lnTo>
                  <a:pt x="1017" y="242"/>
                </a:lnTo>
                <a:lnTo>
                  <a:pt x="1017" y="242"/>
                </a:lnTo>
                <a:lnTo>
                  <a:pt x="1017" y="245"/>
                </a:lnTo>
                <a:lnTo>
                  <a:pt x="1017" y="245"/>
                </a:lnTo>
                <a:lnTo>
                  <a:pt x="1017" y="245"/>
                </a:lnTo>
                <a:lnTo>
                  <a:pt x="1020" y="245"/>
                </a:lnTo>
                <a:lnTo>
                  <a:pt x="1020" y="254"/>
                </a:lnTo>
                <a:lnTo>
                  <a:pt x="1017" y="254"/>
                </a:lnTo>
                <a:lnTo>
                  <a:pt x="1017" y="256"/>
                </a:lnTo>
                <a:lnTo>
                  <a:pt x="1017" y="256"/>
                </a:lnTo>
                <a:lnTo>
                  <a:pt x="1017" y="256"/>
                </a:lnTo>
                <a:lnTo>
                  <a:pt x="1015" y="256"/>
                </a:lnTo>
                <a:lnTo>
                  <a:pt x="1015" y="259"/>
                </a:lnTo>
                <a:lnTo>
                  <a:pt x="1013" y="259"/>
                </a:lnTo>
                <a:lnTo>
                  <a:pt x="1013" y="259"/>
                </a:lnTo>
                <a:lnTo>
                  <a:pt x="1008" y="259"/>
                </a:lnTo>
                <a:lnTo>
                  <a:pt x="1008" y="259"/>
                </a:lnTo>
                <a:lnTo>
                  <a:pt x="1006" y="259"/>
                </a:lnTo>
                <a:lnTo>
                  <a:pt x="1006" y="261"/>
                </a:lnTo>
                <a:lnTo>
                  <a:pt x="1006" y="261"/>
                </a:lnTo>
                <a:lnTo>
                  <a:pt x="1006" y="261"/>
                </a:lnTo>
                <a:lnTo>
                  <a:pt x="1003" y="261"/>
                </a:lnTo>
                <a:lnTo>
                  <a:pt x="1003" y="263"/>
                </a:lnTo>
                <a:lnTo>
                  <a:pt x="1003" y="263"/>
                </a:lnTo>
                <a:lnTo>
                  <a:pt x="1003" y="263"/>
                </a:lnTo>
                <a:lnTo>
                  <a:pt x="1001" y="263"/>
                </a:lnTo>
                <a:lnTo>
                  <a:pt x="1001" y="268"/>
                </a:lnTo>
                <a:lnTo>
                  <a:pt x="1001" y="268"/>
                </a:lnTo>
                <a:lnTo>
                  <a:pt x="1001" y="273"/>
                </a:lnTo>
                <a:lnTo>
                  <a:pt x="998" y="273"/>
                </a:lnTo>
                <a:lnTo>
                  <a:pt x="998" y="273"/>
                </a:lnTo>
                <a:lnTo>
                  <a:pt x="994" y="273"/>
                </a:lnTo>
                <a:lnTo>
                  <a:pt x="994" y="275"/>
                </a:lnTo>
                <a:lnTo>
                  <a:pt x="991" y="275"/>
                </a:lnTo>
                <a:lnTo>
                  <a:pt x="991" y="278"/>
                </a:lnTo>
                <a:lnTo>
                  <a:pt x="989" y="278"/>
                </a:lnTo>
                <a:lnTo>
                  <a:pt x="989" y="278"/>
                </a:lnTo>
                <a:lnTo>
                  <a:pt x="984" y="278"/>
                </a:lnTo>
                <a:lnTo>
                  <a:pt x="984" y="278"/>
                </a:lnTo>
                <a:lnTo>
                  <a:pt x="982" y="278"/>
                </a:lnTo>
                <a:lnTo>
                  <a:pt x="982" y="280"/>
                </a:lnTo>
                <a:lnTo>
                  <a:pt x="979" y="280"/>
                </a:lnTo>
                <a:lnTo>
                  <a:pt x="979" y="280"/>
                </a:lnTo>
                <a:lnTo>
                  <a:pt x="977" y="280"/>
                </a:lnTo>
                <a:lnTo>
                  <a:pt x="977" y="282"/>
                </a:lnTo>
                <a:lnTo>
                  <a:pt x="970" y="282"/>
                </a:lnTo>
                <a:lnTo>
                  <a:pt x="970" y="282"/>
                </a:lnTo>
                <a:lnTo>
                  <a:pt x="970" y="282"/>
                </a:lnTo>
                <a:lnTo>
                  <a:pt x="970" y="285"/>
                </a:lnTo>
                <a:lnTo>
                  <a:pt x="968" y="285"/>
                </a:lnTo>
                <a:lnTo>
                  <a:pt x="968" y="285"/>
                </a:lnTo>
                <a:lnTo>
                  <a:pt x="965" y="285"/>
                </a:lnTo>
                <a:lnTo>
                  <a:pt x="965" y="287"/>
                </a:lnTo>
                <a:lnTo>
                  <a:pt x="968" y="287"/>
                </a:lnTo>
                <a:lnTo>
                  <a:pt x="968" y="287"/>
                </a:lnTo>
                <a:lnTo>
                  <a:pt x="968" y="287"/>
                </a:lnTo>
                <a:lnTo>
                  <a:pt x="968" y="287"/>
                </a:lnTo>
                <a:lnTo>
                  <a:pt x="963" y="287"/>
                </a:lnTo>
                <a:lnTo>
                  <a:pt x="963" y="290"/>
                </a:lnTo>
                <a:lnTo>
                  <a:pt x="965" y="290"/>
                </a:lnTo>
                <a:lnTo>
                  <a:pt x="965" y="290"/>
                </a:lnTo>
                <a:lnTo>
                  <a:pt x="963" y="290"/>
                </a:lnTo>
                <a:lnTo>
                  <a:pt x="963" y="292"/>
                </a:lnTo>
                <a:lnTo>
                  <a:pt x="956" y="292"/>
                </a:lnTo>
                <a:lnTo>
                  <a:pt x="956" y="290"/>
                </a:lnTo>
                <a:lnTo>
                  <a:pt x="953" y="290"/>
                </a:lnTo>
                <a:lnTo>
                  <a:pt x="953" y="290"/>
                </a:lnTo>
                <a:lnTo>
                  <a:pt x="949" y="290"/>
                </a:lnTo>
                <a:lnTo>
                  <a:pt x="949" y="287"/>
                </a:lnTo>
                <a:lnTo>
                  <a:pt x="939" y="287"/>
                </a:lnTo>
                <a:lnTo>
                  <a:pt x="939" y="287"/>
                </a:lnTo>
                <a:lnTo>
                  <a:pt x="939" y="287"/>
                </a:lnTo>
                <a:lnTo>
                  <a:pt x="939" y="287"/>
                </a:lnTo>
                <a:lnTo>
                  <a:pt x="932" y="287"/>
                </a:lnTo>
                <a:lnTo>
                  <a:pt x="932" y="290"/>
                </a:lnTo>
                <a:lnTo>
                  <a:pt x="925" y="290"/>
                </a:lnTo>
                <a:lnTo>
                  <a:pt x="925" y="287"/>
                </a:lnTo>
                <a:lnTo>
                  <a:pt x="920" y="287"/>
                </a:lnTo>
                <a:lnTo>
                  <a:pt x="920" y="285"/>
                </a:lnTo>
                <a:lnTo>
                  <a:pt x="920" y="285"/>
                </a:lnTo>
                <a:lnTo>
                  <a:pt x="920" y="282"/>
                </a:lnTo>
                <a:lnTo>
                  <a:pt x="920" y="282"/>
                </a:lnTo>
                <a:lnTo>
                  <a:pt x="920" y="280"/>
                </a:lnTo>
                <a:lnTo>
                  <a:pt x="923" y="280"/>
                </a:lnTo>
                <a:lnTo>
                  <a:pt x="923" y="282"/>
                </a:lnTo>
                <a:lnTo>
                  <a:pt x="923" y="282"/>
                </a:lnTo>
                <a:lnTo>
                  <a:pt x="923" y="285"/>
                </a:lnTo>
                <a:lnTo>
                  <a:pt x="927" y="285"/>
                </a:lnTo>
                <a:lnTo>
                  <a:pt x="927" y="285"/>
                </a:lnTo>
                <a:lnTo>
                  <a:pt x="930" y="285"/>
                </a:lnTo>
                <a:lnTo>
                  <a:pt x="930" y="287"/>
                </a:lnTo>
                <a:lnTo>
                  <a:pt x="935" y="287"/>
                </a:lnTo>
                <a:lnTo>
                  <a:pt x="935" y="285"/>
                </a:lnTo>
                <a:lnTo>
                  <a:pt x="944" y="285"/>
                </a:lnTo>
                <a:lnTo>
                  <a:pt x="944" y="285"/>
                </a:lnTo>
                <a:lnTo>
                  <a:pt x="944" y="285"/>
                </a:lnTo>
                <a:lnTo>
                  <a:pt x="944" y="282"/>
                </a:lnTo>
                <a:lnTo>
                  <a:pt x="944" y="282"/>
                </a:lnTo>
                <a:lnTo>
                  <a:pt x="944" y="282"/>
                </a:lnTo>
                <a:lnTo>
                  <a:pt x="944" y="282"/>
                </a:lnTo>
                <a:lnTo>
                  <a:pt x="944" y="285"/>
                </a:lnTo>
                <a:lnTo>
                  <a:pt x="946" y="285"/>
                </a:lnTo>
                <a:lnTo>
                  <a:pt x="946" y="282"/>
                </a:lnTo>
                <a:lnTo>
                  <a:pt x="951" y="282"/>
                </a:lnTo>
                <a:lnTo>
                  <a:pt x="951" y="282"/>
                </a:lnTo>
                <a:lnTo>
                  <a:pt x="951" y="282"/>
                </a:lnTo>
                <a:lnTo>
                  <a:pt x="951" y="280"/>
                </a:lnTo>
                <a:lnTo>
                  <a:pt x="953" y="280"/>
                </a:lnTo>
                <a:lnTo>
                  <a:pt x="953" y="278"/>
                </a:lnTo>
                <a:lnTo>
                  <a:pt x="951" y="278"/>
                </a:lnTo>
                <a:lnTo>
                  <a:pt x="951" y="278"/>
                </a:lnTo>
                <a:lnTo>
                  <a:pt x="951" y="278"/>
                </a:lnTo>
                <a:lnTo>
                  <a:pt x="951" y="278"/>
                </a:lnTo>
                <a:lnTo>
                  <a:pt x="951" y="278"/>
                </a:lnTo>
                <a:lnTo>
                  <a:pt x="951" y="275"/>
                </a:lnTo>
                <a:lnTo>
                  <a:pt x="953" y="275"/>
                </a:lnTo>
                <a:lnTo>
                  <a:pt x="953" y="278"/>
                </a:lnTo>
                <a:lnTo>
                  <a:pt x="953" y="278"/>
                </a:lnTo>
                <a:lnTo>
                  <a:pt x="953" y="275"/>
                </a:lnTo>
                <a:lnTo>
                  <a:pt x="958" y="275"/>
                </a:lnTo>
                <a:lnTo>
                  <a:pt x="958" y="273"/>
                </a:lnTo>
                <a:lnTo>
                  <a:pt x="958" y="273"/>
                </a:lnTo>
                <a:lnTo>
                  <a:pt x="958" y="273"/>
                </a:lnTo>
                <a:lnTo>
                  <a:pt x="963" y="273"/>
                </a:lnTo>
                <a:lnTo>
                  <a:pt x="963" y="268"/>
                </a:lnTo>
                <a:lnTo>
                  <a:pt x="963" y="268"/>
                </a:lnTo>
                <a:lnTo>
                  <a:pt x="963" y="271"/>
                </a:lnTo>
                <a:lnTo>
                  <a:pt x="965" y="271"/>
                </a:lnTo>
                <a:lnTo>
                  <a:pt x="965" y="266"/>
                </a:lnTo>
                <a:lnTo>
                  <a:pt x="965" y="266"/>
                </a:lnTo>
                <a:lnTo>
                  <a:pt x="965" y="266"/>
                </a:lnTo>
                <a:lnTo>
                  <a:pt x="970" y="266"/>
                </a:lnTo>
                <a:lnTo>
                  <a:pt x="970" y="263"/>
                </a:lnTo>
                <a:lnTo>
                  <a:pt x="970" y="263"/>
                </a:lnTo>
                <a:lnTo>
                  <a:pt x="970" y="261"/>
                </a:lnTo>
                <a:lnTo>
                  <a:pt x="970" y="261"/>
                </a:lnTo>
                <a:lnTo>
                  <a:pt x="970" y="261"/>
                </a:lnTo>
                <a:lnTo>
                  <a:pt x="972" y="261"/>
                </a:lnTo>
                <a:lnTo>
                  <a:pt x="972" y="259"/>
                </a:lnTo>
                <a:lnTo>
                  <a:pt x="975" y="259"/>
                </a:lnTo>
                <a:lnTo>
                  <a:pt x="975" y="259"/>
                </a:lnTo>
                <a:lnTo>
                  <a:pt x="979" y="259"/>
                </a:lnTo>
                <a:lnTo>
                  <a:pt x="979" y="256"/>
                </a:lnTo>
                <a:lnTo>
                  <a:pt x="984" y="256"/>
                </a:lnTo>
                <a:lnTo>
                  <a:pt x="984" y="254"/>
                </a:lnTo>
                <a:lnTo>
                  <a:pt x="984" y="254"/>
                </a:lnTo>
                <a:lnTo>
                  <a:pt x="984" y="252"/>
                </a:lnTo>
                <a:lnTo>
                  <a:pt x="987" y="252"/>
                </a:lnTo>
                <a:lnTo>
                  <a:pt x="987" y="252"/>
                </a:lnTo>
                <a:lnTo>
                  <a:pt x="987" y="252"/>
                </a:lnTo>
                <a:lnTo>
                  <a:pt x="987" y="249"/>
                </a:lnTo>
                <a:lnTo>
                  <a:pt x="987" y="249"/>
                </a:lnTo>
                <a:lnTo>
                  <a:pt x="987" y="247"/>
                </a:lnTo>
                <a:lnTo>
                  <a:pt x="984" y="247"/>
                </a:lnTo>
                <a:lnTo>
                  <a:pt x="984" y="247"/>
                </a:lnTo>
                <a:lnTo>
                  <a:pt x="984" y="247"/>
                </a:lnTo>
                <a:lnTo>
                  <a:pt x="984" y="245"/>
                </a:lnTo>
                <a:lnTo>
                  <a:pt x="984" y="245"/>
                </a:lnTo>
                <a:lnTo>
                  <a:pt x="984" y="242"/>
                </a:lnTo>
                <a:lnTo>
                  <a:pt x="984" y="242"/>
                </a:lnTo>
                <a:lnTo>
                  <a:pt x="984" y="240"/>
                </a:lnTo>
                <a:lnTo>
                  <a:pt x="987" y="240"/>
                </a:lnTo>
                <a:lnTo>
                  <a:pt x="987" y="240"/>
                </a:lnTo>
                <a:lnTo>
                  <a:pt x="989" y="240"/>
                </a:lnTo>
                <a:lnTo>
                  <a:pt x="989" y="237"/>
                </a:lnTo>
                <a:lnTo>
                  <a:pt x="991" y="237"/>
                </a:lnTo>
                <a:lnTo>
                  <a:pt x="991" y="237"/>
                </a:lnTo>
                <a:lnTo>
                  <a:pt x="991" y="237"/>
                </a:lnTo>
                <a:lnTo>
                  <a:pt x="991" y="235"/>
                </a:lnTo>
                <a:lnTo>
                  <a:pt x="994" y="235"/>
                </a:lnTo>
                <a:lnTo>
                  <a:pt x="994" y="237"/>
                </a:lnTo>
                <a:lnTo>
                  <a:pt x="996" y="237"/>
                </a:lnTo>
                <a:lnTo>
                  <a:pt x="996" y="235"/>
                </a:lnTo>
                <a:lnTo>
                  <a:pt x="994" y="235"/>
                </a:lnTo>
                <a:lnTo>
                  <a:pt x="994" y="233"/>
                </a:lnTo>
                <a:lnTo>
                  <a:pt x="994" y="233"/>
                </a:lnTo>
                <a:lnTo>
                  <a:pt x="994" y="233"/>
                </a:lnTo>
                <a:lnTo>
                  <a:pt x="991" y="233"/>
                </a:lnTo>
                <a:lnTo>
                  <a:pt x="991" y="230"/>
                </a:lnTo>
                <a:lnTo>
                  <a:pt x="989" y="230"/>
                </a:lnTo>
                <a:lnTo>
                  <a:pt x="989" y="230"/>
                </a:lnTo>
                <a:lnTo>
                  <a:pt x="987" y="230"/>
                </a:lnTo>
                <a:lnTo>
                  <a:pt x="987" y="228"/>
                </a:lnTo>
                <a:lnTo>
                  <a:pt x="984" y="228"/>
                </a:lnTo>
                <a:lnTo>
                  <a:pt x="984" y="228"/>
                </a:lnTo>
                <a:lnTo>
                  <a:pt x="982" y="228"/>
                </a:lnTo>
                <a:lnTo>
                  <a:pt x="982" y="228"/>
                </a:lnTo>
                <a:lnTo>
                  <a:pt x="977" y="228"/>
                </a:lnTo>
                <a:lnTo>
                  <a:pt x="977" y="226"/>
                </a:lnTo>
                <a:lnTo>
                  <a:pt x="977" y="226"/>
                </a:lnTo>
                <a:lnTo>
                  <a:pt x="977" y="226"/>
                </a:lnTo>
                <a:lnTo>
                  <a:pt x="975" y="226"/>
                </a:lnTo>
                <a:lnTo>
                  <a:pt x="975" y="223"/>
                </a:lnTo>
                <a:lnTo>
                  <a:pt x="972" y="223"/>
                </a:lnTo>
                <a:lnTo>
                  <a:pt x="972" y="223"/>
                </a:lnTo>
                <a:lnTo>
                  <a:pt x="972" y="223"/>
                </a:lnTo>
                <a:lnTo>
                  <a:pt x="972" y="221"/>
                </a:lnTo>
                <a:lnTo>
                  <a:pt x="972" y="221"/>
                </a:lnTo>
                <a:lnTo>
                  <a:pt x="972" y="218"/>
                </a:lnTo>
                <a:lnTo>
                  <a:pt x="970" y="218"/>
                </a:lnTo>
                <a:lnTo>
                  <a:pt x="970" y="218"/>
                </a:lnTo>
                <a:lnTo>
                  <a:pt x="972" y="218"/>
                </a:lnTo>
                <a:lnTo>
                  <a:pt x="972" y="216"/>
                </a:lnTo>
                <a:lnTo>
                  <a:pt x="972" y="216"/>
                </a:lnTo>
                <a:lnTo>
                  <a:pt x="972" y="216"/>
                </a:lnTo>
                <a:lnTo>
                  <a:pt x="975" y="216"/>
                </a:lnTo>
                <a:lnTo>
                  <a:pt x="975" y="214"/>
                </a:lnTo>
                <a:lnTo>
                  <a:pt x="972" y="214"/>
                </a:lnTo>
                <a:lnTo>
                  <a:pt x="972" y="211"/>
                </a:lnTo>
                <a:lnTo>
                  <a:pt x="975" y="211"/>
                </a:lnTo>
                <a:lnTo>
                  <a:pt x="975" y="211"/>
                </a:lnTo>
                <a:lnTo>
                  <a:pt x="975" y="211"/>
                </a:lnTo>
                <a:lnTo>
                  <a:pt x="975" y="209"/>
                </a:lnTo>
                <a:lnTo>
                  <a:pt x="972" y="209"/>
                </a:lnTo>
                <a:lnTo>
                  <a:pt x="972" y="207"/>
                </a:lnTo>
                <a:lnTo>
                  <a:pt x="972" y="207"/>
                </a:lnTo>
                <a:lnTo>
                  <a:pt x="972" y="204"/>
                </a:lnTo>
                <a:lnTo>
                  <a:pt x="972" y="204"/>
                </a:lnTo>
                <a:lnTo>
                  <a:pt x="972" y="204"/>
                </a:lnTo>
                <a:lnTo>
                  <a:pt x="975" y="204"/>
                </a:lnTo>
                <a:lnTo>
                  <a:pt x="975" y="200"/>
                </a:lnTo>
                <a:lnTo>
                  <a:pt x="975" y="200"/>
                </a:lnTo>
                <a:lnTo>
                  <a:pt x="975" y="200"/>
                </a:lnTo>
                <a:lnTo>
                  <a:pt x="972" y="200"/>
                </a:lnTo>
                <a:lnTo>
                  <a:pt x="972" y="197"/>
                </a:lnTo>
                <a:lnTo>
                  <a:pt x="972" y="197"/>
                </a:lnTo>
                <a:lnTo>
                  <a:pt x="972" y="195"/>
                </a:lnTo>
                <a:lnTo>
                  <a:pt x="972" y="195"/>
                </a:lnTo>
                <a:lnTo>
                  <a:pt x="972" y="190"/>
                </a:lnTo>
                <a:lnTo>
                  <a:pt x="970" y="190"/>
                </a:lnTo>
                <a:lnTo>
                  <a:pt x="970" y="190"/>
                </a:lnTo>
                <a:lnTo>
                  <a:pt x="970" y="190"/>
                </a:lnTo>
                <a:lnTo>
                  <a:pt x="970" y="188"/>
                </a:lnTo>
                <a:lnTo>
                  <a:pt x="972" y="188"/>
                </a:lnTo>
                <a:lnTo>
                  <a:pt x="972" y="188"/>
                </a:lnTo>
                <a:lnTo>
                  <a:pt x="975" y="188"/>
                </a:lnTo>
                <a:lnTo>
                  <a:pt x="975" y="188"/>
                </a:lnTo>
                <a:lnTo>
                  <a:pt x="977" y="188"/>
                </a:lnTo>
                <a:lnTo>
                  <a:pt x="977" y="183"/>
                </a:lnTo>
                <a:lnTo>
                  <a:pt x="977" y="183"/>
                </a:lnTo>
                <a:lnTo>
                  <a:pt x="977" y="181"/>
                </a:lnTo>
                <a:lnTo>
                  <a:pt x="977" y="181"/>
                </a:lnTo>
                <a:lnTo>
                  <a:pt x="977" y="178"/>
                </a:lnTo>
                <a:lnTo>
                  <a:pt x="977" y="178"/>
                </a:lnTo>
                <a:lnTo>
                  <a:pt x="977" y="173"/>
                </a:lnTo>
                <a:lnTo>
                  <a:pt x="977" y="173"/>
                </a:lnTo>
                <a:lnTo>
                  <a:pt x="977" y="171"/>
                </a:lnTo>
                <a:lnTo>
                  <a:pt x="975" y="171"/>
                </a:lnTo>
                <a:lnTo>
                  <a:pt x="975" y="171"/>
                </a:lnTo>
                <a:lnTo>
                  <a:pt x="972" y="171"/>
                </a:lnTo>
                <a:lnTo>
                  <a:pt x="972" y="169"/>
                </a:lnTo>
                <a:lnTo>
                  <a:pt x="975" y="169"/>
                </a:lnTo>
                <a:lnTo>
                  <a:pt x="975" y="169"/>
                </a:lnTo>
                <a:lnTo>
                  <a:pt x="972" y="169"/>
                </a:lnTo>
                <a:lnTo>
                  <a:pt x="972" y="166"/>
                </a:lnTo>
                <a:lnTo>
                  <a:pt x="970" y="166"/>
                </a:lnTo>
                <a:lnTo>
                  <a:pt x="970" y="166"/>
                </a:lnTo>
                <a:lnTo>
                  <a:pt x="965" y="166"/>
                </a:lnTo>
                <a:lnTo>
                  <a:pt x="965" y="164"/>
                </a:lnTo>
                <a:lnTo>
                  <a:pt x="963" y="164"/>
                </a:lnTo>
                <a:lnTo>
                  <a:pt x="963" y="164"/>
                </a:lnTo>
                <a:lnTo>
                  <a:pt x="961" y="164"/>
                </a:lnTo>
                <a:lnTo>
                  <a:pt x="961" y="162"/>
                </a:lnTo>
                <a:lnTo>
                  <a:pt x="958" y="162"/>
                </a:lnTo>
                <a:lnTo>
                  <a:pt x="958" y="159"/>
                </a:lnTo>
                <a:lnTo>
                  <a:pt x="958" y="159"/>
                </a:lnTo>
                <a:lnTo>
                  <a:pt x="958" y="159"/>
                </a:lnTo>
                <a:lnTo>
                  <a:pt x="961" y="159"/>
                </a:lnTo>
                <a:lnTo>
                  <a:pt x="961" y="157"/>
                </a:lnTo>
                <a:lnTo>
                  <a:pt x="963" y="157"/>
                </a:lnTo>
                <a:lnTo>
                  <a:pt x="963" y="157"/>
                </a:lnTo>
                <a:lnTo>
                  <a:pt x="965" y="157"/>
                </a:lnTo>
                <a:lnTo>
                  <a:pt x="965" y="154"/>
                </a:lnTo>
                <a:lnTo>
                  <a:pt x="965" y="154"/>
                </a:lnTo>
                <a:lnTo>
                  <a:pt x="965" y="154"/>
                </a:lnTo>
                <a:lnTo>
                  <a:pt x="968" y="154"/>
                </a:lnTo>
                <a:lnTo>
                  <a:pt x="968" y="150"/>
                </a:lnTo>
                <a:lnTo>
                  <a:pt x="968" y="150"/>
                </a:lnTo>
                <a:lnTo>
                  <a:pt x="968" y="150"/>
                </a:lnTo>
                <a:lnTo>
                  <a:pt x="970" y="150"/>
                </a:lnTo>
                <a:lnTo>
                  <a:pt x="970" y="150"/>
                </a:lnTo>
                <a:lnTo>
                  <a:pt x="972" y="150"/>
                </a:lnTo>
                <a:lnTo>
                  <a:pt x="972" y="147"/>
                </a:lnTo>
                <a:lnTo>
                  <a:pt x="972" y="147"/>
                </a:lnTo>
                <a:lnTo>
                  <a:pt x="972" y="147"/>
                </a:lnTo>
                <a:lnTo>
                  <a:pt x="972" y="147"/>
                </a:lnTo>
                <a:lnTo>
                  <a:pt x="972" y="145"/>
                </a:lnTo>
                <a:lnTo>
                  <a:pt x="972" y="145"/>
                </a:lnTo>
                <a:lnTo>
                  <a:pt x="972" y="145"/>
                </a:lnTo>
                <a:lnTo>
                  <a:pt x="972" y="145"/>
                </a:lnTo>
                <a:lnTo>
                  <a:pt x="972" y="143"/>
                </a:lnTo>
                <a:lnTo>
                  <a:pt x="975" y="143"/>
                </a:lnTo>
                <a:lnTo>
                  <a:pt x="975" y="140"/>
                </a:lnTo>
                <a:lnTo>
                  <a:pt x="977" y="140"/>
                </a:lnTo>
                <a:lnTo>
                  <a:pt x="977" y="140"/>
                </a:lnTo>
                <a:lnTo>
                  <a:pt x="977" y="140"/>
                </a:lnTo>
                <a:lnTo>
                  <a:pt x="977" y="138"/>
                </a:lnTo>
                <a:lnTo>
                  <a:pt x="977" y="138"/>
                </a:lnTo>
                <a:lnTo>
                  <a:pt x="977" y="131"/>
                </a:lnTo>
                <a:lnTo>
                  <a:pt x="975" y="131"/>
                </a:lnTo>
                <a:lnTo>
                  <a:pt x="975" y="131"/>
                </a:lnTo>
                <a:lnTo>
                  <a:pt x="977" y="131"/>
                </a:lnTo>
                <a:lnTo>
                  <a:pt x="977" y="131"/>
                </a:lnTo>
                <a:lnTo>
                  <a:pt x="979" y="131"/>
                </a:lnTo>
                <a:lnTo>
                  <a:pt x="979" y="128"/>
                </a:lnTo>
                <a:lnTo>
                  <a:pt x="979" y="128"/>
                </a:lnTo>
                <a:lnTo>
                  <a:pt x="979" y="128"/>
                </a:lnTo>
                <a:lnTo>
                  <a:pt x="979" y="128"/>
                </a:lnTo>
                <a:lnTo>
                  <a:pt x="979" y="128"/>
                </a:lnTo>
                <a:lnTo>
                  <a:pt x="977" y="128"/>
                </a:lnTo>
                <a:lnTo>
                  <a:pt x="977" y="126"/>
                </a:lnTo>
                <a:lnTo>
                  <a:pt x="970" y="126"/>
                </a:lnTo>
                <a:lnTo>
                  <a:pt x="970" y="126"/>
                </a:lnTo>
                <a:lnTo>
                  <a:pt x="965" y="126"/>
                </a:lnTo>
                <a:lnTo>
                  <a:pt x="965" y="124"/>
                </a:lnTo>
                <a:lnTo>
                  <a:pt x="958" y="124"/>
                </a:lnTo>
                <a:lnTo>
                  <a:pt x="958" y="124"/>
                </a:lnTo>
                <a:lnTo>
                  <a:pt x="951" y="124"/>
                </a:lnTo>
                <a:lnTo>
                  <a:pt x="951" y="121"/>
                </a:lnTo>
                <a:lnTo>
                  <a:pt x="935" y="121"/>
                </a:lnTo>
                <a:lnTo>
                  <a:pt x="935" y="124"/>
                </a:lnTo>
                <a:lnTo>
                  <a:pt x="930" y="124"/>
                </a:lnTo>
                <a:lnTo>
                  <a:pt x="930" y="121"/>
                </a:lnTo>
                <a:lnTo>
                  <a:pt x="920" y="121"/>
                </a:lnTo>
                <a:lnTo>
                  <a:pt x="920" y="124"/>
                </a:lnTo>
                <a:lnTo>
                  <a:pt x="916" y="124"/>
                </a:lnTo>
                <a:lnTo>
                  <a:pt x="916" y="121"/>
                </a:lnTo>
                <a:lnTo>
                  <a:pt x="913" y="121"/>
                </a:lnTo>
                <a:lnTo>
                  <a:pt x="913" y="121"/>
                </a:lnTo>
                <a:lnTo>
                  <a:pt x="901" y="121"/>
                </a:lnTo>
                <a:lnTo>
                  <a:pt x="901" y="121"/>
                </a:lnTo>
                <a:lnTo>
                  <a:pt x="901" y="121"/>
                </a:lnTo>
                <a:lnTo>
                  <a:pt x="901" y="124"/>
                </a:lnTo>
                <a:lnTo>
                  <a:pt x="899" y="124"/>
                </a:lnTo>
                <a:lnTo>
                  <a:pt x="899" y="124"/>
                </a:lnTo>
                <a:lnTo>
                  <a:pt x="899" y="124"/>
                </a:lnTo>
                <a:lnTo>
                  <a:pt x="899" y="126"/>
                </a:lnTo>
                <a:lnTo>
                  <a:pt x="899" y="126"/>
                </a:lnTo>
                <a:lnTo>
                  <a:pt x="899" y="126"/>
                </a:lnTo>
                <a:lnTo>
                  <a:pt x="897" y="126"/>
                </a:lnTo>
                <a:lnTo>
                  <a:pt x="897" y="128"/>
                </a:lnTo>
                <a:lnTo>
                  <a:pt x="894" y="128"/>
                </a:lnTo>
                <a:lnTo>
                  <a:pt x="894" y="131"/>
                </a:lnTo>
                <a:lnTo>
                  <a:pt x="892" y="131"/>
                </a:lnTo>
                <a:lnTo>
                  <a:pt x="892" y="131"/>
                </a:lnTo>
                <a:lnTo>
                  <a:pt x="892" y="131"/>
                </a:lnTo>
                <a:lnTo>
                  <a:pt x="892" y="133"/>
                </a:lnTo>
                <a:lnTo>
                  <a:pt x="892" y="133"/>
                </a:lnTo>
                <a:lnTo>
                  <a:pt x="892" y="136"/>
                </a:lnTo>
                <a:lnTo>
                  <a:pt x="890" y="136"/>
                </a:lnTo>
                <a:lnTo>
                  <a:pt x="890" y="140"/>
                </a:lnTo>
                <a:lnTo>
                  <a:pt x="890" y="140"/>
                </a:lnTo>
                <a:lnTo>
                  <a:pt x="890" y="140"/>
                </a:lnTo>
                <a:lnTo>
                  <a:pt x="890" y="140"/>
                </a:lnTo>
                <a:lnTo>
                  <a:pt x="890" y="143"/>
                </a:lnTo>
                <a:lnTo>
                  <a:pt x="887" y="143"/>
                </a:lnTo>
                <a:lnTo>
                  <a:pt x="887" y="145"/>
                </a:lnTo>
                <a:lnTo>
                  <a:pt x="887" y="145"/>
                </a:lnTo>
                <a:lnTo>
                  <a:pt x="887" y="145"/>
                </a:lnTo>
                <a:lnTo>
                  <a:pt x="885" y="145"/>
                </a:lnTo>
                <a:lnTo>
                  <a:pt x="885" y="147"/>
                </a:lnTo>
                <a:lnTo>
                  <a:pt x="885" y="147"/>
                </a:lnTo>
                <a:lnTo>
                  <a:pt x="885" y="150"/>
                </a:lnTo>
                <a:lnTo>
                  <a:pt x="885" y="150"/>
                </a:lnTo>
                <a:lnTo>
                  <a:pt x="885" y="150"/>
                </a:lnTo>
                <a:lnTo>
                  <a:pt x="882" y="150"/>
                </a:lnTo>
                <a:lnTo>
                  <a:pt x="882" y="152"/>
                </a:lnTo>
                <a:lnTo>
                  <a:pt x="880" y="152"/>
                </a:lnTo>
                <a:lnTo>
                  <a:pt x="880" y="152"/>
                </a:lnTo>
                <a:lnTo>
                  <a:pt x="880" y="152"/>
                </a:lnTo>
                <a:lnTo>
                  <a:pt x="880" y="154"/>
                </a:lnTo>
                <a:lnTo>
                  <a:pt x="878" y="154"/>
                </a:lnTo>
                <a:lnTo>
                  <a:pt x="878" y="154"/>
                </a:lnTo>
                <a:lnTo>
                  <a:pt x="878" y="154"/>
                </a:lnTo>
                <a:lnTo>
                  <a:pt x="878" y="157"/>
                </a:lnTo>
                <a:lnTo>
                  <a:pt x="875" y="157"/>
                </a:lnTo>
                <a:lnTo>
                  <a:pt x="875" y="157"/>
                </a:lnTo>
                <a:lnTo>
                  <a:pt x="873" y="157"/>
                </a:lnTo>
                <a:lnTo>
                  <a:pt x="873" y="159"/>
                </a:lnTo>
                <a:lnTo>
                  <a:pt x="868" y="159"/>
                </a:lnTo>
                <a:lnTo>
                  <a:pt x="868" y="159"/>
                </a:lnTo>
                <a:lnTo>
                  <a:pt x="864" y="159"/>
                </a:lnTo>
                <a:lnTo>
                  <a:pt x="864" y="159"/>
                </a:lnTo>
                <a:lnTo>
                  <a:pt x="864" y="159"/>
                </a:lnTo>
                <a:lnTo>
                  <a:pt x="864" y="162"/>
                </a:lnTo>
                <a:lnTo>
                  <a:pt x="859" y="162"/>
                </a:lnTo>
                <a:lnTo>
                  <a:pt x="859" y="162"/>
                </a:lnTo>
                <a:lnTo>
                  <a:pt x="854" y="162"/>
                </a:lnTo>
                <a:lnTo>
                  <a:pt x="854" y="164"/>
                </a:lnTo>
                <a:lnTo>
                  <a:pt x="852" y="164"/>
                </a:lnTo>
                <a:lnTo>
                  <a:pt x="852" y="164"/>
                </a:lnTo>
                <a:lnTo>
                  <a:pt x="849" y="164"/>
                </a:lnTo>
                <a:lnTo>
                  <a:pt x="849" y="166"/>
                </a:lnTo>
                <a:lnTo>
                  <a:pt x="849" y="166"/>
                </a:lnTo>
                <a:lnTo>
                  <a:pt x="849" y="166"/>
                </a:lnTo>
                <a:lnTo>
                  <a:pt x="847" y="166"/>
                </a:lnTo>
                <a:lnTo>
                  <a:pt x="847" y="169"/>
                </a:lnTo>
                <a:lnTo>
                  <a:pt x="847" y="169"/>
                </a:lnTo>
                <a:lnTo>
                  <a:pt x="847" y="169"/>
                </a:lnTo>
                <a:lnTo>
                  <a:pt x="845" y="169"/>
                </a:lnTo>
                <a:lnTo>
                  <a:pt x="845" y="171"/>
                </a:lnTo>
                <a:lnTo>
                  <a:pt x="845" y="171"/>
                </a:lnTo>
                <a:lnTo>
                  <a:pt x="845" y="171"/>
                </a:lnTo>
                <a:lnTo>
                  <a:pt x="842" y="171"/>
                </a:lnTo>
                <a:lnTo>
                  <a:pt x="842" y="173"/>
                </a:lnTo>
                <a:lnTo>
                  <a:pt x="842" y="173"/>
                </a:lnTo>
                <a:lnTo>
                  <a:pt x="842" y="173"/>
                </a:lnTo>
                <a:lnTo>
                  <a:pt x="840" y="173"/>
                </a:lnTo>
                <a:lnTo>
                  <a:pt x="840" y="176"/>
                </a:lnTo>
                <a:lnTo>
                  <a:pt x="845" y="176"/>
                </a:lnTo>
                <a:lnTo>
                  <a:pt x="845" y="176"/>
                </a:lnTo>
                <a:lnTo>
                  <a:pt x="845" y="176"/>
                </a:lnTo>
                <a:lnTo>
                  <a:pt x="845" y="178"/>
                </a:lnTo>
                <a:lnTo>
                  <a:pt x="847" y="178"/>
                </a:lnTo>
                <a:lnTo>
                  <a:pt x="847" y="178"/>
                </a:lnTo>
                <a:lnTo>
                  <a:pt x="852" y="178"/>
                </a:lnTo>
                <a:lnTo>
                  <a:pt x="852" y="176"/>
                </a:lnTo>
                <a:lnTo>
                  <a:pt x="859" y="176"/>
                </a:lnTo>
                <a:lnTo>
                  <a:pt x="859" y="178"/>
                </a:lnTo>
                <a:lnTo>
                  <a:pt x="859" y="178"/>
                </a:lnTo>
                <a:lnTo>
                  <a:pt x="859" y="178"/>
                </a:lnTo>
                <a:lnTo>
                  <a:pt x="859" y="178"/>
                </a:lnTo>
                <a:lnTo>
                  <a:pt x="859" y="181"/>
                </a:lnTo>
                <a:lnTo>
                  <a:pt x="856" y="181"/>
                </a:lnTo>
                <a:lnTo>
                  <a:pt x="856" y="183"/>
                </a:lnTo>
                <a:lnTo>
                  <a:pt x="859" y="183"/>
                </a:lnTo>
                <a:lnTo>
                  <a:pt x="859" y="185"/>
                </a:lnTo>
                <a:lnTo>
                  <a:pt x="859" y="185"/>
                </a:lnTo>
                <a:lnTo>
                  <a:pt x="859" y="185"/>
                </a:lnTo>
                <a:lnTo>
                  <a:pt x="856" y="185"/>
                </a:lnTo>
                <a:lnTo>
                  <a:pt x="856" y="188"/>
                </a:lnTo>
                <a:lnTo>
                  <a:pt x="856" y="188"/>
                </a:lnTo>
                <a:lnTo>
                  <a:pt x="856" y="188"/>
                </a:lnTo>
                <a:lnTo>
                  <a:pt x="856" y="188"/>
                </a:lnTo>
                <a:lnTo>
                  <a:pt x="856" y="192"/>
                </a:lnTo>
                <a:lnTo>
                  <a:pt x="856" y="192"/>
                </a:lnTo>
                <a:lnTo>
                  <a:pt x="856" y="190"/>
                </a:lnTo>
                <a:lnTo>
                  <a:pt x="856" y="190"/>
                </a:lnTo>
                <a:lnTo>
                  <a:pt x="856" y="192"/>
                </a:lnTo>
                <a:lnTo>
                  <a:pt x="859" y="192"/>
                </a:lnTo>
                <a:lnTo>
                  <a:pt x="859" y="192"/>
                </a:lnTo>
                <a:lnTo>
                  <a:pt x="859" y="192"/>
                </a:lnTo>
                <a:lnTo>
                  <a:pt x="859" y="195"/>
                </a:lnTo>
                <a:lnTo>
                  <a:pt x="861" y="195"/>
                </a:lnTo>
                <a:lnTo>
                  <a:pt x="861" y="195"/>
                </a:lnTo>
                <a:lnTo>
                  <a:pt x="859" y="195"/>
                </a:lnTo>
                <a:lnTo>
                  <a:pt x="859" y="197"/>
                </a:lnTo>
                <a:lnTo>
                  <a:pt x="859" y="197"/>
                </a:lnTo>
                <a:lnTo>
                  <a:pt x="859" y="197"/>
                </a:lnTo>
                <a:lnTo>
                  <a:pt x="852" y="197"/>
                </a:lnTo>
                <a:lnTo>
                  <a:pt x="852" y="197"/>
                </a:lnTo>
                <a:lnTo>
                  <a:pt x="854" y="197"/>
                </a:lnTo>
                <a:lnTo>
                  <a:pt x="854" y="195"/>
                </a:lnTo>
                <a:lnTo>
                  <a:pt x="852" y="195"/>
                </a:lnTo>
                <a:lnTo>
                  <a:pt x="852" y="197"/>
                </a:lnTo>
                <a:lnTo>
                  <a:pt x="849" y="197"/>
                </a:lnTo>
                <a:lnTo>
                  <a:pt x="849" y="197"/>
                </a:lnTo>
                <a:lnTo>
                  <a:pt x="849" y="197"/>
                </a:lnTo>
                <a:lnTo>
                  <a:pt x="849" y="200"/>
                </a:lnTo>
                <a:lnTo>
                  <a:pt x="847" y="200"/>
                </a:lnTo>
                <a:lnTo>
                  <a:pt x="847" y="209"/>
                </a:lnTo>
                <a:lnTo>
                  <a:pt x="849" y="209"/>
                </a:lnTo>
                <a:lnTo>
                  <a:pt x="849" y="209"/>
                </a:lnTo>
                <a:lnTo>
                  <a:pt x="852" y="209"/>
                </a:lnTo>
                <a:lnTo>
                  <a:pt x="852" y="211"/>
                </a:lnTo>
                <a:lnTo>
                  <a:pt x="852" y="211"/>
                </a:lnTo>
                <a:lnTo>
                  <a:pt x="852" y="211"/>
                </a:lnTo>
                <a:lnTo>
                  <a:pt x="852" y="211"/>
                </a:lnTo>
                <a:lnTo>
                  <a:pt x="852" y="214"/>
                </a:lnTo>
                <a:lnTo>
                  <a:pt x="859" y="214"/>
                </a:lnTo>
                <a:lnTo>
                  <a:pt x="859" y="211"/>
                </a:lnTo>
                <a:lnTo>
                  <a:pt x="859" y="211"/>
                </a:lnTo>
                <a:lnTo>
                  <a:pt x="859" y="209"/>
                </a:lnTo>
                <a:lnTo>
                  <a:pt x="861" y="209"/>
                </a:lnTo>
                <a:lnTo>
                  <a:pt x="861" y="207"/>
                </a:lnTo>
                <a:lnTo>
                  <a:pt x="866" y="207"/>
                </a:lnTo>
                <a:lnTo>
                  <a:pt x="866" y="209"/>
                </a:lnTo>
                <a:lnTo>
                  <a:pt x="866" y="209"/>
                </a:lnTo>
                <a:lnTo>
                  <a:pt x="866" y="209"/>
                </a:lnTo>
                <a:lnTo>
                  <a:pt x="871" y="209"/>
                </a:lnTo>
                <a:lnTo>
                  <a:pt x="871" y="209"/>
                </a:lnTo>
                <a:lnTo>
                  <a:pt x="875" y="209"/>
                </a:lnTo>
                <a:lnTo>
                  <a:pt x="875" y="209"/>
                </a:lnTo>
                <a:lnTo>
                  <a:pt x="878" y="209"/>
                </a:lnTo>
                <a:lnTo>
                  <a:pt x="878" y="211"/>
                </a:lnTo>
                <a:lnTo>
                  <a:pt x="875" y="211"/>
                </a:lnTo>
                <a:lnTo>
                  <a:pt x="875" y="211"/>
                </a:lnTo>
                <a:lnTo>
                  <a:pt x="873" y="211"/>
                </a:lnTo>
                <a:lnTo>
                  <a:pt x="873" y="214"/>
                </a:lnTo>
                <a:lnTo>
                  <a:pt x="875" y="214"/>
                </a:lnTo>
                <a:lnTo>
                  <a:pt x="875" y="216"/>
                </a:lnTo>
                <a:lnTo>
                  <a:pt x="875" y="216"/>
                </a:lnTo>
                <a:lnTo>
                  <a:pt x="875" y="216"/>
                </a:lnTo>
                <a:lnTo>
                  <a:pt x="878" y="216"/>
                </a:lnTo>
                <a:lnTo>
                  <a:pt x="878" y="218"/>
                </a:lnTo>
                <a:lnTo>
                  <a:pt x="878" y="218"/>
                </a:lnTo>
                <a:lnTo>
                  <a:pt x="878" y="218"/>
                </a:lnTo>
                <a:lnTo>
                  <a:pt x="880" y="218"/>
                </a:lnTo>
                <a:lnTo>
                  <a:pt x="880" y="218"/>
                </a:lnTo>
                <a:lnTo>
                  <a:pt x="880" y="218"/>
                </a:lnTo>
                <a:lnTo>
                  <a:pt x="880" y="221"/>
                </a:lnTo>
                <a:lnTo>
                  <a:pt x="882" y="221"/>
                </a:lnTo>
                <a:lnTo>
                  <a:pt x="882" y="221"/>
                </a:lnTo>
                <a:lnTo>
                  <a:pt x="882" y="221"/>
                </a:lnTo>
                <a:lnTo>
                  <a:pt x="882" y="223"/>
                </a:lnTo>
                <a:lnTo>
                  <a:pt x="885" y="223"/>
                </a:lnTo>
                <a:lnTo>
                  <a:pt x="885" y="223"/>
                </a:lnTo>
                <a:lnTo>
                  <a:pt x="887" y="223"/>
                </a:lnTo>
                <a:lnTo>
                  <a:pt x="887" y="226"/>
                </a:lnTo>
                <a:lnTo>
                  <a:pt x="894" y="226"/>
                </a:lnTo>
                <a:lnTo>
                  <a:pt x="894" y="223"/>
                </a:lnTo>
                <a:lnTo>
                  <a:pt x="894" y="223"/>
                </a:lnTo>
                <a:lnTo>
                  <a:pt x="894" y="226"/>
                </a:lnTo>
                <a:lnTo>
                  <a:pt x="897" y="226"/>
                </a:lnTo>
                <a:lnTo>
                  <a:pt x="897" y="228"/>
                </a:lnTo>
                <a:lnTo>
                  <a:pt x="897" y="228"/>
                </a:lnTo>
                <a:lnTo>
                  <a:pt x="897" y="228"/>
                </a:lnTo>
                <a:lnTo>
                  <a:pt x="894" y="228"/>
                </a:lnTo>
                <a:lnTo>
                  <a:pt x="894" y="230"/>
                </a:lnTo>
                <a:lnTo>
                  <a:pt x="894" y="230"/>
                </a:lnTo>
                <a:lnTo>
                  <a:pt x="894" y="230"/>
                </a:lnTo>
                <a:lnTo>
                  <a:pt x="892" y="230"/>
                </a:lnTo>
                <a:lnTo>
                  <a:pt x="892" y="233"/>
                </a:lnTo>
                <a:lnTo>
                  <a:pt x="892" y="233"/>
                </a:lnTo>
                <a:lnTo>
                  <a:pt x="892" y="233"/>
                </a:lnTo>
                <a:lnTo>
                  <a:pt x="892" y="233"/>
                </a:lnTo>
                <a:lnTo>
                  <a:pt x="892" y="235"/>
                </a:lnTo>
                <a:lnTo>
                  <a:pt x="890" y="235"/>
                </a:lnTo>
                <a:lnTo>
                  <a:pt x="890" y="235"/>
                </a:lnTo>
                <a:lnTo>
                  <a:pt x="890" y="235"/>
                </a:lnTo>
                <a:lnTo>
                  <a:pt x="890" y="237"/>
                </a:lnTo>
                <a:lnTo>
                  <a:pt x="887" y="237"/>
                </a:lnTo>
                <a:lnTo>
                  <a:pt x="887" y="237"/>
                </a:lnTo>
                <a:lnTo>
                  <a:pt x="885" y="237"/>
                </a:lnTo>
                <a:lnTo>
                  <a:pt x="885" y="240"/>
                </a:lnTo>
                <a:lnTo>
                  <a:pt x="885" y="240"/>
                </a:lnTo>
                <a:lnTo>
                  <a:pt x="885" y="240"/>
                </a:lnTo>
                <a:lnTo>
                  <a:pt x="882" y="240"/>
                </a:lnTo>
                <a:lnTo>
                  <a:pt x="882" y="242"/>
                </a:lnTo>
                <a:lnTo>
                  <a:pt x="880" y="242"/>
                </a:lnTo>
                <a:lnTo>
                  <a:pt x="880" y="240"/>
                </a:lnTo>
                <a:lnTo>
                  <a:pt x="880" y="240"/>
                </a:lnTo>
                <a:lnTo>
                  <a:pt x="880" y="240"/>
                </a:lnTo>
                <a:lnTo>
                  <a:pt x="880" y="240"/>
                </a:lnTo>
                <a:lnTo>
                  <a:pt x="880" y="237"/>
                </a:lnTo>
                <a:lnTo>
                  <a:pt x="878" y="237"/>
                </a:lnTo>
                <a:lnTo>
                  <a:pt x="878" y="237"/>
                </a:lnTo>
                <a:lnTo>
                  <a:pt x="875" y="237"/>
                </a:lnTo>
                <a:lnTo>
                  <a:pt x="875" y="235"/>
                </a:lnTo>
                <a:lnTo>
                  <a:pt x="871" y="235"/>
                </a:lnTo>
                <a:lnTo>
                  <a:pt x="871" y="235"/>
                </a:lnTo>
                <a:lnTo>
                  <a:pt x="871" y="235"/>
                </a:lnTo>
                <a:lnTo>
                  <a:pt x="871" y="233"/>
                </a:lnTo>
                <a:lnTo>
                  <a:pt x="868" y="233"/>
                </a:lnTo>
                <a:lnTo>
                  <a:pt x="868" y="233"/>
                </a:lnTo>
                <a:lnTo>
                  <a:pt x="866" y="233"/>
                </a:lnTo>
                <a:lnTo>
                  <a:pt x="866" y="230"/>
                </a:lnTo>
                <a:lnTo>
                  <a:pt x="864" y="230"/>
                </a:lnTo>
                <a:lnTo>
                  <a:pt x="864" y="230"/>
                </a:lnTo>
                <a:lnTo>
                  <a:pt x="859" y="230"/>
                </a:lnTo>
                <a:lnTo>
                  <a:pt x="859" y="228"/>
                </a:lnTo>
                <a:lnTo>
                  <a:pt x="856" y="228"/>
                </a:lnTo>
                <a:lnTo>
                  <a:pt x="856" y="228"/>
                </a:lnTo>
                <a:lnTo>
                  <a:pt x="861" y="228"/>
                </a:lnTo>
                <a:lnTo>
                  <a:pt x="861" y="226"/>
                </a:lnTo>
                <a:lnTo>
                  <a:pt x="854" y="226"/>
                </a:lnTo>
                <a:lnTo>
                  <a:pt x="854" y="226"/>
                </a:lnTo>
                <a:lnTo>
                  <a:pt x="847" y="226"/>
                </a:lnTo>
                <a:lnTo>
                  <a:pt x="847" y="223"/>
                </a:lnTo>
                <a:lnTo>
                  <a:pt x="845" y="223"/>
                </a:lnTo>
                <a:lnTo>
                  <a:pt x="845" y="223"/>
                </a:lnTo>
                <a:lnTo>
                  <a:pt x="842" y="223"/>
                </a:lnTo>
                <a:lnTo>
                  <a:pt x="842" y="221"/>
                </a:lnTo>
                <a:lnTo>
                  <a:pt x="840" y="221"/>
                </a:lnTo>
                <a:lnTo>
                  <a:pt x="840" y="221"/>
                </a:lnTo>
                <a:lnTo>
                  <a:pt x="837" y="221"/>
                </a:lnTo>
                <a:lnTo>
                  <a:pt x="837" y="218"/>
                </a:lnTo>
                <a:lnTo>
                  <a:pt x="835" y="218"/>
                </a:lnTo>
                <a:lnTo>
                  <a:pt x="835" y="218"/>
                </a:lnTo>
                <a:lnTo>
                  <a:pt x="826" y="218"/>
                </a:lnTo>
                <a:lnTo>
                  <a:pt x="826" y="218"/>
                </a:lnTo>
                <a:lnTo>
                  <a:pt x="819" y="218"/>
                </a:lnTo>
                <a:lnTo>
                  <a:pt x="819" y="216"/>
                </a:lnTo>
                <a:lnTo>
                  <a:pt x="814" y="216"/>
                </a:lnTo>
                <a:lnTo>
                  <a:pt x="814" y="216"/>
                </a:lnTo>
                <a:lnTo>
                  <a:pt x="814" y="216"/>
                </a:lnTo>
                <a:lnTo>
                  <a:pt x="814" y="214"/>
                </a:lnTo>
                <a:lnTo>
                  <a:pt x="807" y="214"/>
                </a:lnTo>
                <a:lnTo>
                  <a:pt x="807" y="214"/>
                </a:lnTo>
                <a:lnTo>
                  <a:pt x="807" y="214"/>
                </a:lnTo>
                <a:lnTo>
                  <a:pt x="807" y="211"/>
                </a:lnTo>
                <a:lnTo>
                  <a:pt x="804" y="211"/>
                </a:lnTo>
                <a:lnTo>
                  <a:pt x="804" y="211"/>
                </a:lnTo>
                <a:lnTo>
                  <a:pt x="800" y="211"/>
                </a:lnTo>
                <a:lnTo>
                  <a:pt x="800" y="209"/>
                </a:lnTo>
                <a:lnTo>
                  <a:pt x="797" y="209"/>
                </a:lnTo>
                <a:lnTo>
                  <a:pt x="797" y="209"/>
                </a:lnTo>
                <a:lnTo>
                  <a:pt x="795" y="209"/>
                </a:lnTo>
                <a:lnTo>
                  <a:pt x="795" y="209"/>
                </a:lnTo>
                <a:lnTo>
                  <a:pt x="790" y="209"/>
                </a:lnTo>
                <a:lnTo>
                  <a:pt x="790" y="207"/>
                </a:lnTo>
                <a:lnTo>
                  <a:pt x="785" y="207"/>
                </a:lnTo>
                <a:lnTo>
                  <a:pt x="785" y="207"/>
                </a:lnTo>
                <a:lnTo>
                  <a:pt x="778" y="207"/>
                </a:lnTo>
                <a:lnTo>
                  <a:pt x="778" y="204"/>
                </a:lnTo>
                <a:lnTo>
                  <a:pt x="771" y="204"/>
                </a:lnTo>
                <a:lnTo>
                  <a:pt x="771" y="204"/>
                </a:lnTo>
                <a:lnTo>
                  <a:pt x="764" y="204"/>
                </a:lnTo>
                <a:lnTo>
                  <a:pt x="764" y="202"/>
                </a:lnTo>
                <a:lnTo>
                  <a:pt x="740" y="202"/>
                </a:lnTo>
                <a:lnTo>
                  <a:pt x="740" y="202"/>
                </a:lnTo>
                <a:lnTo>
                  <a:pt x="731" y="202"/>
                </a:lnTo>
                <a:lnTo>
                  <a:pt x="731" y="200"/>
                </a:lnTo>
                <a:lnTo>
                  <a:pt x="731" y="200"/>
                </a:lnTo>
                <a:lnTo>
                  <a:pt x="731" y="200"/>
                </a:lnTo>
                <a:lnTo>
                  <a:pt x="719" y="200"/>
                </a:lnTo>
                <a:lnTo>
                  <a:pt x="719" y="200"/>
                </a:lnTo>
                <a:lnTo>
                  <a:pt x="717" y="200"/>
                </a:lnTo>
                <a:lnTo>
                  <a:pt x="717" y="202"/>
                </a:lnTo>
                <a:lnTo>
                  <a:pt x="717" y="202"/>
                </a:lnTo>
                <a:lnTo>
                  <a:pt x="717" y="204"/>
                </a:lnTo>
                <a:lnTo>
                  <a:pt x="712" y="204"/>
                </a:lnTo>
                <a:lnTo>
                  <a:pt x="712" y="204"/>
                </a:lnTo>
                <a:lnTo>
                  <a:pt x="712" y="204"/>
                </a:lnTo>
                <a:lnTo>
                  <a:pt x="712" y="202"/>
                </a:lnTo>
                <a:lnTo>
                  <a:pt x="714" y="202"/>
                </a:lnTo>
                <a:lnTo>
                  <a:pt x="714" y="200"/>
                </a:lnTo>
                <a:lnTo>
                  <a:pt x="714" y="200"/>
                </a:lnTo>
                <a:lnTo>
                  <a:pt x="714" y="200"/>
                </a:lnTo>
                <a:lnTo>
                  <a:pt x="712" y="200"/>
                </a:lnTo>
                <a:lnTo>
                  <a:pt x="712" y="200"/>
                </a:lnTo>
                <a:lnTo>
                  <a:pt x="712" y="200"/>
                </a:lnTo>
                <a:lnTo>
                  <a:pt x="712" y="197"/>
                </a:lnTo>
                <a:lnTo>
                  <a:pt x="710" y="197"/>
                </a:lnTo>
                <a:lnTo>
                  <a:pt x="710" y="197"/>
                </a:lnTo>
                <a:lnTo>
                  <a:pt x="707" y="197"/>
                </a:lnTo>
                <a:lnTo>
                  <a:pt x="707" y="195"/>
                </a:lnTo>
                <a:lnTo>
                  <a:pt x="705" y="195"/>
                </a:lnTo>
                <a:lnTo>
                  <a:pt x="705" y="195"/>
                </a:lnTo>
                <a:lnTo>
                  <a:pt x="705" y="195"/>
                </a:lnTo>
                <a:lnTo>
                  <a:pt x="705" y="192"/>
                </a:lnTo>
                <a:lnTo>
                  <a:pt x="698" y="192"/>
                </a:lnTo>
                <a:lnTo>
                  <a:pt x="698" y="192"/>
                </a:lnTo>
                <a:lnTo>
                  <a:pt x="698" y="192"/>
                </a:lnTo>
                <a:lnTo>
                  <a:pt x="698" y="190"/>
                </a:lnTo>
                <a:lnTo>
                  <a:pt x="693" y="190"/>
                </a:lnTo>
                <a:lnTo>
                  <a:pt x="693" y="190"/>
                </a:lnTo>
                <a:lnTo>
                  <a:pt x="693" y="190"/>
                </a:lnTo>
                <a:lnTo>
                  <a:pt x="693" y="188"/>
                </a:lnTo>
                <a:lnTo>
                  <a:pt x="691" y="188"/>
                </a:lnTo>
                <a:lnTo>
                  <a:pt x="691" y="188"/>
                </a:lnTo>
                <a:lnTo>
                  <a:pt x="691" y="188"/>
                </a:lnTo>
                <a:lnTo>
                  <a:pt x="691" y="188"/>
                </a:lnTo>
                <a:lnTo>
                  <a:pt x="686" y="188"/>
                </a:lnTo>
                <a:lnTo>
                  <a:pt x="686" y="185"/>
                </a:lnTo>
                <a:lnTo>
                  <a:pt x="684" y="185"/>
                </a:lnTo>
                <a:lnTo>
                  <a:pt x="684" y="185"/>
                </a:lnTo>
                <a:lnTo>
                  <a:pt x="684" y="185"/>
                </a:lnTo>
                <a:lnTo>
                  <a:pt x="684" y="183"/>
                </a:lnTo>
                <a:lnTo>
                  <a:pt x="681" y="183"/>
                </a:lnTo>
                <a:lnTo>
                  <a:pt x="681" y="185"/>
                </a:lnTo>
                <a:lnTo>
                  <a:pt x="677" y="185"/>
                </a:lnTo>
                <a:lnTo>
                  <a:pt x="677" y="185"/>
                </a:lnTo>
                <a:lnTo>
                  <a:pt x="677" y="185"/>
                </a:lnTo>
                <a:lnTo>
                  <a:pt x="677" y="188"/>
                </a:lnTo>
                <a:lnTo>
                  <a:pt x="672" y="188"/>
                </a:lnTo>
                <a:lnTo>
                  <a:pt x="672" y="188"/>
                </a:lnTo>
                <a:lnTo>
                  <a:pt x="672" y="188"/>
                </a:lnTo>
                <a:lnTo>
                  <a:pt x="672" y="188"/>
                </a:lnTo>
                <a:lnTo>
                  <a:pt x="669" y="188"/>
                </a:lnTo>
                <a:lnTo>
                  <a:pt x="669" y="188"/>
                </a:lnTo>
                <a:lnTo>
                  <a:pt x="667" y="188"/>
                </a:lnTo>
                <a:lnTo>
                  <a:pt x="667" y="190"/>
                </a:lnTo>
                <a:lnTo>
                  <a:pt x="667" y="190"/>
                </a:lnTo>
                <a:lnTo>
                  <a:pt x="667" y="190"/>
                </a:lnTo>
                <a:lnTo>
                  <a:pt x="667" y="190"/>
                </a:lnTo>
                <a:lnTo>
                  <a:pt x="667" y="192"/>
                </a:lnTo>
                <a:lnTo>
                  <a:pt x="669" y="192"/>
                </a:lnTo>
                <a:lnTo>
                  <a:pt x="669" y="192"/>
                </a:lnTo>
                <a:lnTo>
                  <a:pt x="672" y="192"/>
                </a:lnTo>
                <a:lnTo>
                  <a:pt x="672" y="195"/>
                </a:lnTo>
                <a:lnTo>
                  <a:pt x="672" y="195"/>
                </a:lnTo>
                <a:lnTo>
                  <a:pt x="672" y="195"/>
                </a:lnTo>
                <a:lnTo>
                  <a:pt x="672" y="195"/>
                </a:lnTo>
                <a:lnTo>
                  <a:pt x="672" y="197"/>
                </a:lnTo>
                <a:lnTo>
                  <a:pt x="674" y="197"/>
                </a:lnTo>
                <a:lnTo>
                  <a:pt x="674" y="197"/>
                </a:lnTo>
                <a:lnTo>
                  <a:pt x="677" y="197"/>
                </a:lnTo>
                <a:lnTo>
                  <a:pt x="677" y="200"/>
                </a:lnTo>
                <a:lnTo>
                  <a:pt x="679" y="200"/>
                </a:lnTo>
                <a:lnTo>
                  <a:pt x="679" y="200"/>
                </a:lnTo>
                <a:lnTo>
                  <a:pt x="681" y="200"/>
                </a:lnTo>
                <a:lnTo>
                  <a:pt x="681" y="200"/>
                </a:lnTo>
                <a:lnTo>
                  <a:pt x="686" y="200"/>
                </a:lnTo>
                <a:lnTo>
                  <a:pt x="686" y="200"/>
                </a:lnTo>
                <a:lnTo>
                  <a:pt x="688" y="200"/>
                </a:lnTo>
                <a:lnTo>
                  <a:pt x="688" y="202"/>
                </a:lnTo>
                <a:lnTo>
                  <a:pt x="691" y="202"/>
                </a:lnTo>
                <a:lnTo>
                  <a:pt x="691" y="200"/>
                </a:lnTo>
                <a:lnTo>
                  <a:pt x="693" y="200"/>
                </a:lnTo>
                <a:lnTo>
                  <a:pt x="693" y="202"/>
                </a:lnTo>
                <a:lnTo>
                  <a:pt x="693" y="202"/>
                </a:lnTo>
                <a:lnTo>
                  <a:pt x="693" y="202"/>
                </a:lnTo>
                <a:lnTo>
                  <a:pt x="693" y="202"/>
                </a:lnTo>
                <a:lnTo>
                  <a:pt x="693" y="204"/>
                </a:lnTo>
                <a:lnTo>
                  <a:pt x="693" y="204"/>
                </a:lnTo>
                <a:lnTo>
                  <a:pt x="693" y="204"/>
                </a:lnTo>
                <a:lnTo>
                  <a:pt x="700" y="204"/>
                </a:lnTo>
                <a:lnTo>
                  <a:pt x="700" y="207"/>
                </a:lnTo>
                <a:lnTo>
                  <a:pt x="703" y="207"/>
                </a:lnTo>
                <a:lnTo>
                  <a:pt x="703" y="204"/>
                </a:lnTo>
                <a:lnTo>
                  <a:pt x="707" y="204"/>
                </a:lnTo>
                <a:lnTo>
                  <a:pt x="707" y="207"/>
                </a:lnTo>
                <a:lnTo>
                  <a:pt x="705" y="207"/>
                </a:lnTo>
                <a:lnTo>
                  <a:pt x="705" y="209"/>
                </a:lnTo>
                <a:lnTo>
                  <a:pt x="707" y="209"/>
                </a:lnTo>
                <a:lnTo>
                  <a:pt x="707" y="209"/>
                </a:lnTo>
                <a:lnTo>
                  <a:pt x="707" y="209"/>
                </a:lnTo>
                <a:lnTo>
                  <a:pt x="707" y="211"/>
                </a:lnTo>
                <a:lnTo>
                  <a:pt x="710" y="211"/>
                </a:lnTo>
                <a:lnTo>
                  <a:pt x="710" y="211"/>
                </a:lnTo>
                <a:lnTo>
                  <a:pt x="712" y="211"/>
                </a:lnTo>
                <a:lnTo>
                  <a:pt x="712" y="214"/>
                </a:lnTo>
                <a:lnTo>
                  <a:pt x="712" y="214"/>
                </a:lnTo>
                <a:lnTo>
                  <a:pt x="712" y="214"/>
                </a:lnTo>
                <a:lnTo>
                  <a:pt x="714" y="214"/>
                </a:lnTo>
                <a:lnTo>
                  <a:pt x="714" y="216"/>
                </a:lnTo>
                <a:lnTo>
                  <a:pt x="717" y="216"/>
                </a:lnTo>
                <a:lnTo>
                  <a:pt x="717" y="218"/>
                </a:lnTo>
                <a:lnTo>
                  <a:pt x="719" y="218"/>
                </a:lnTo>
                <a:lnTo>
                  <a:pt x="719" y="218"/>
                </a:lnTo>
                <a:lnTo>
                  <a:pt x="721" y="218"/>
                </a:lnTo>
                <a:lnTo>
                  <a:pt x="721" y="218"/>
                </a:lnTo>
                <a:lnTo>
                  <a:pt x="721" y="218"/>
                </a:lnTo>
                <a:lnTo>
                  <a:pt x="721" y="221"/>
                </a:lnTo>
                <a:lnTo>
                  <a:pt x="724" y="221"/>
                </a:lnTo>
                <a:lnTo>
                  <a:pt x="724" y="223"/>
                </a:lnTo>
                <a:lnTo>
                  <a:pt x="721" y="223"/>
                </a:lnTo>
                <a:lnTo>
                  <a:pt x="721" y="223"/>
                </a:lnTo>
                <a:lnTo>
                  <a:pt x="719" y="223"/>
                </a:lnTo>
                <a:lnTo>
                  <a:pt x="719" y="226"/>
                </a:lnTo>
                <a:lnTo>
                  <a:pt x="719" y="226"/>
                </a:lnTo>
                <a:lnTo>
                  <a:pt x="719" y="226"/>
                </a:lnTo>
                <a:lnTo>
                  <a:pt x="717" y="226"/>
                </a:lnTo>
                <a:lnTo>
                  <a:pt x="717" y="228"/>
                </a:lnTo>
                <a:lnTo>
                  <a:pt x="717" y="228"/>
                </a:lnTo>
                <a:lnTo>
                  <a:pt x="717" y="228"/>
                </a:lnTo>
                <a:lnTo>
                  <a:pt x="712" y="228"/>
                </a:lnTo>
                <a:lnTo>
                  <a:pt x="712" y="228"/>
                </a:lnTo>
                <a:lnTo>
                  <a:pt x="698" y="228"/>
                </a:lnTo>
                <a:lnTo>
                  <a:pt x="698" y="230"/>
                </a:lnTo>
                <a:lnTo>
                  <a:pt x="698" y="230"/>
                </a:lnTo>
                <a:lnTo>
                  <a:pt x="698" y="233"/>
                </a:lnTo>
                <a:lnTo>
                  <a:pt x="698" y="233"/>
                </a:lnTo>
                <a:lnTo>
                  <a:pt x="698" y="235"/>
                </a:lnTo>
                <a:lnTo>
                  <a:pt x="700" y="235"/>
                </a:lnTo>
                <a:lnTo>
                  <a:pt x="700" y="237"/>
                </a:lnTo>
                <a:lnTo>
                  <a:pt x="698" y="237"/>
                </a:lnTo>
                <a:lnTo>
                  <a:pt x="698" y="237"/>
                </a:lnTo>
                <a:lnTo>
                  <a:pt x="693" y="237"/>
                </a:lnTo>
                <a:lnTo>
                  <a:pt x="693" y="237"/>
                </a:lnTo>
                <a:lnTo>
                  <a:pt x="693" y="237"/>
                </a:lnTo>
                <a:lnTo>
                  <a:pt x="693" y="237"/>
                </a:lnTo>
                <a:lnTo>
                  <a:pt x="686" y="237"/>
                </a:lnTo>
                <a:lnTo>
                  <a:pt x="686" y="237"/>
                </a:lnTo>
                <a:lnTo>
                  <a:pt x="684" y="237"/>
                </a:lnTo>
                <a:lnTo>
                  <a:pt x="684" y="235"/>
                </a:lnTo>
                <a:lnTo>
                  <a:pt x="684" y="235"/>
                </a:lnTo>
                <a:lnTo>
                  <a:pt x="684" y="233"/>
                </a:lnTo>
                <a:lnTo>
                  <a:pt x="684" y="233"/>
                </a:lnTo>
                <a:lnTo>
                  <a:pt x="684" y="233"/>
                </a:lnTo>
                <a:lnTo>
                  <a:pt x="686" y="233"/>
                </a:lnTo>
                <a:lnTo>
                  <a:pt x="686" y="230"/>
                </a:lnTo>
                <a:lnTo>
                  <a:pt x="686" y="230"/>
                </a:lnTo>
                <a:lnTo>
                  <a:pt x="686" y="230"/>
                </a:lnTo>
                <a:lnTo>
                  <a:pt x="686" y="230"/>
                </a:lnTo>
                <a:lnTo>
                  <a:pt x="686" y="230"/>
                </a:lnTo>
                <a:lnTo>
                  <a:pt x="691" y="230"/>
                </a:lnTo>
                <a:lnTo>
                  <a:pt x="691" y="230"/>
                </a:lnTo>
                <a:lnTo>
                  <a:pt x="693" y="230"/>
                </a:lnTo>
                <a:lnTo>
                  <a:pt x="693" y="228"/>
                </a:lnTo>
                <a:lnTo>
                  <a:pt x="691" y="228"/>
                </a:lnTo>
                <a:lnTo>
                  <a:pt x="691" y="226"/>
                </a:lnTo>
                <a:lnTo>
                  <a:pt x="688" y="226"/>
                </a:lnTo>
                <a:lnTo>
                  <a:pt x="688" y="226"/>
                </a:lnTo>
                <a:lnTo>
                  <a:pt x="686" y="226"/>
                </a:lnTo>
                <a:lnTo>
                  <a:pt x="686" y="223"/>
                </a:lnTo>
                <a:lnTo>
                  <a:pt x="686" y="223"/>
                </a:lnTo>
                <a:lnTo>
                  <a:pt x="686" y="223"/>
                </a:lnTo>
                <a:lnTo>
                  <a:pt x="688" y="223"/>
                </a:lnTo>
                <a:lnTo>
                  <a:pt x="688" y="221"/>
                </a:lnTo>
                <a:lnTo>
                  <a:pt x="674" y="221"/>
                </a:lnTo>
                <a:lnTo>
                  <a:pt x="674" y="223"/>
                </a:lnTo>
                <a:lnTo>
                  <a:pt x="669" y="223"/>
                </a:lnTo>
                <a:lnTo>
                  <a:pt x="669" y="223"/>
                </a:lnTo>
                <a:lnTo>
                  <a:pt x="667" y="223"/>
                </a:lnTo>
                <a:lnTo>
                  <a:pt x="667" y="226"/>
                </a:lnTo>
                <a:lnTo>
                  <a:pt x="660" y="226"/>
                </a:lnTo>
                <a:lnTo>
                  <a:pt x="660" y="226"/>
                </a:lnTo>
                <a:lnTo>
                  <a:pt x="658" y="226"/>
                </a:lnTo>
                <a:lnTo>
                  <a:pt x="658" y="228"/>
                </a:lnTo>
                <a:lnTo>
                  <a:pt x="648" y="228"/>
                </a:lnTo>
                <a:lnTo>
                  <a:pt x="648" y="228"/>
                </a:lnTo>
                <a:lnTo>
                  <a:pt x="641" y="228"/>
                </a:lnTo>
                <a:lnTo>
                  <a:pt x="641" y="228"/>
                </a:lnTo>
                <a:lnTo>
                  <a:pt x="641" y="228"/>
                </a:lnTo>
                <a:lnTo>
                  <a:pt x="641" y="230"/>
                </a:lnTo>
                <a:lnTo>
                  <a:pt x="641" y="230"/>
                </a:lnTo>
                <a:lnTo>
                  <a:pt x="641" y="230"/>
                </a:lnTo>
                <a:lnTo>
                  <a:pt x="643" y="230"/>
                </a:lnTo>
                <a:lnTo>
                  <a:pt x="643" y="228"/>
                </a:lnTo>
                <a:lnTo>
                  <a:pt x="646" y="228"/>
                </a:lnTo>
                <a:lnTo>
                  <a:pt x="646" y="230"/>
                </a:lnTo>
                <a:lnTo>
                  <a:pt x="646" y="230"/>
                </a:lnTo>
                <a:lnTo>
                  <a:pt x="646" y="228"/>
                </a:lnTo>
                <a:lnTo>
                  <a:pt x="648" y="228"/>
                </a:lnTo>
                <a:lnTo>
                  <a:pt x="648" y="230"/>
                </a:lnTo>
                <a:lnTo>
                  <a:pt x="648" y="230"/>
                </a:lnTo>
                <a:lnTo>
                  <a:pt x="648" y="233"/>
                </a:lnTo>
                <a:lnTo>
                  <a:pt x="646" y="233"/>
                </a:lnTo>
                <a:lnTo>
                  <a:pt x="646" y="233"/>
                </a:lnTo>
                <a:lnTo>
                  <a:pt x="639" y="233"/>
                </a:lnTo>
                <a:lnTo>
                  <a:pt x="639" y="233"/>
                </a:lnTo>
                <a:lnTo>
                  <a:pt x="634" y="233"/>
                </a:lnTo>
                <a:lnTo>
                  <a:pt x="634" y="230"/>
                </a:lnTo>
                <a:lnTo>
                  <a:pt x="620" y="230"/>
                </a:lnTo>
                <a:lnTo>
                  <a:pt x="620" y="230"/>
                </a:lnTo>
                <a:lnTo>
                  <a:pt x="615" y="230"/>
                </a:lnTo>
                <a:lnTo>
                  <a:pt x="615" y="230"/>
                </a:lnTo>
                <a:lnTo>
                  <a:pt x="613" y="230"/>
                </a:lnTo>
                <a:lnTo>
                  <a:pt x="613" y="233"/>
                </a:lnTo>
                <a:lnTo>
                  <a:pt x="601" y="233"/>
                </a:lnTo>
                <a:lnTo>
                  <a:pt x="601" y="233"/>
                </a:lnTo>
                <a:lnTo>
                  <a:pt x="601" y="233"/>
                </a:lnTo>
                <a:lnTo>
                  <a:pt x="601" y="235"/>
                </a:lnTo>
                <a:lnTo>
                  <a:pt x="598" y="235"/>
                </a:lnTo>
                <a:lnTo>
                  <a:pt x="598" y="235"/>
                </a:lnTo>
                <a:lnTo>
                  <a:pt x="594" y="235"/>
                </a:lnTo>
                <a:lnTo>
                  <a:pt x="594" y="237"/>
                </a:lnTo>
                <a:lnTo>
                  <a:pt x="594" y="237"/>
                </a:lnTo>
                <a:lnTo>
                  <a:pt x="594" y="237"/>
                </a:lnTo>
                <a:lnTo>
                  <a:pt x="591" y="237"/>
                </a:lnTo>
                <a:lnTo>
                  <a:pt x="591" y="237"/>
                </a:lnTo>
                <a:lnTo>
                  <a:pt x="591" y="237"/>
                </a:lnTo>
                <a:lnTo>
                  <a:pt x="591" y="240"/>
                </a:lnTo>
                <a:lnTo>
                  <a:pt x="591" y="240"/>
                </a:lnTo>
                <a:lnTo>
                  <a:pt x="591" y="242"/>
                </a:lnTo>
                <a:lnTo>
                  <a:pt x="589" y="242"/>
                </a:lnTo>
                <a:lnTo>
                  <a:pt x="589" y="242"/>
                </a:lnTo>
                <a:lnTo>
                  <a:pt x="587" y="242"/>
                </a:lnTo>
                <a:lnTo>
                  <a:pt x="587" y="240"/>
                </a:lnTo>
                <a:lnTo>
                  <a:pt x="587" y="240"/>
                </a:lnTo>
                <a:lnTo>
                  <a:pt x="587" y="240"/>
                </a:lnTo>
                <a:lnTo>
                  <a:pt x="584" y="240"/>
                </a:lnTo>
                <a:lnTo>
                  <a:pt x="584" y="237"/>
                </a:lnTo>
                <a:lnTo>
                  <a:pt x="584" y="237"/>
                </a:lnTo>
                <a:lnTo>
                  <a:pt x="584" y="240"/>
                </a:lnTo>
                <a:lnTo>
                  <a:pt x="582" y="240"/>
                </a:lnTo>
                <a:lnTo>
                  <a:pt x="582" y="237"/>
                </a:lnTo>
                <a:lnTo>
                  <a:pt x="579" y="237"/>
                </a:lnTo>
                <a:lnTo>
                  <a:pt x="579" y="237"/>
                </a:lnTo>
                <a:lnTo>
                  <a:pt x="577" y="237"/>
                </a:lnTo>
                <a:lnTo>
                  <a:pt x="577" y="240"/>
                </a:lnTo>
                <a:lnTo>
                  <a:pt x="575" y="240"/>
                </a:lnTo>
                <a:lnTo>
                  <a:pt x="575" y="240"/>
                </a:lnTo>
                <a:lnTo>
                  <a:pt x="572" y="240"/>
                </a:lnTo>
                <a:lnTo>
                  <a:pt x="572" y="240"/>
                </a:lnTo>
                <a:lnTo>
                  <a:pt x="575" y="240"/>
                </a:lnTo>
                <a:lnTo>
                  <a:pt x="575" y="237"/>
                </a:lnTo>
                <a:lnTo>
                  <a:pt x="572" y="237"/>
                </a:lnTo>
                <a:lnTo>
                  <a:pt x="572" y="233"/>
                </a:lnTo>
                <a:lnTo>
                  <a:pt x="570" y="233"/>
                </a:lnTo>
                <a:lnTo>
                  <a:pt x="570" y="233"/>
                </a:lnTo>
                <a:lnTo>
                  <a:pt x="570" y="233"/>
                </a:lnTo>
                <a:lnTo>
                  <a:pt x="570" y="230"/>
                </a:lnTo>
                <a:lnTo>
                  <a:pt x="570" y="230"/>
                </a:lnTo>
                <a:lnTo>
                  <a:pt x="570" y="230"/>
                </a:lnTo>
                <a:lnTo>
                  <a:pt x="570" y="230"/>
                </a:lnTo>
                <a:lnTo>
                  <a:pt x="570" y="228"/>
                </a:lnTo>
                <a:lnTo>
                  <a:pt x="572" y="228"/>
                </a:lnTo>
                <a:lnTo>
                  <a:pt x="572" y="228"/>
                </a:lnTo>
                <a:lnTo>
                  <a:pt x="575" y="228"/>
                </a:lnTo>
                <a:lnTo>
                  <a:pt x="575" y="226"/>
                </a:lnTo>
                <a:lnTo>
                  <a:pt x="572" y="226"/>
                </a:lnTo>
                <a:lnTo>
                  <a:pt x="572" y="226"/>
                </a:lnTo>
                <a:lnTo>
                  <a:pt x="572" y="226"/>
                </a:lnTo>
                <a:lnTo>
                  <a:pt x="572" y="223"/>
                </a:lnTo>
                <a:lnTo>
                  <a:pt x="582" y="223"/>
                </a:lnTo>
                <a:lnTo>
                  <a:pt x="582" y="223"/>
                </a:lnTo>
                <a:lnTo>
                  <a:pt x="584" y="223"/>
                </a:lnTo>
                <a:lnTo>
                  <a:pt x="584" y="223"/>
                </a:lnTo>
                <a:lnTo>
                  <a:pt x="589" y="223"/>
                </a:lnTo>
                <a:lnTo>
                  <a:pt x="589" y="223"/>
                </a:lnTo>
                <a:lnTo>
                  <a:pt x="589" y="223"/>
                </a:lnTo>
                <a:lnTo>
                  <a:pt x="589" y="221"/>
                </a:lnTo>
                <a:lnTo>
                  <a:pt x="570" y="221"/>
                </a:lnTo>
                <a:lnTo>
                  <a:pt x="570" y="223"/>
                </a:lnTo>
                <a:lnTo>
                  <a:pt x="563" y="223"/>
                </a:lnTo>
                <a:lnTo>
                  <a:pt x="563" y="223"/>
                </a:lnTo>
                <a:lnTo>
                  <a:pt x="558" y="223"/>
                </a:lnTo>
                <a:lnTo>
                  <a:pt x="558" y="226"/>
                </a:lnTo>
                <a:lnTo>
                  <a:pt x="556" y="226"/>
                </a:lnTo>
                <a:lnTo>
                  <a:pt x="556" y="226"/>
                </a:lnTo>
                <a:lnTo>
                  <a:pt x="551" y="226"/>
                </a:lnTo>
                <a:lnTo>
                  <a:pt x="551" y="228"/>
                </a:lnTo>
                <a:lnTo>
                  <a:pt x="549" y="228"/>
                </a:lnTo>
                <a:lnTo>
                  <a:pt x="549" y="228"/>
                </a:lnTo>
                <a:lnTo>
                  <a:pt x="544" y="228"/>
                </a:lnTo>
                <a:lnTo>
                  <a:pt x="544" y="228"/>
                </a:lnTo>
                <a:lnTo>
                  <a:pt x="542" y="228"/>
                </a:lnTo>
                <a:lnTo>
                  <a:pt x="542" y="230"/>
                </a:lnTo>
                <a:lnTo>
                  <a:pt x="539" y="230"/>
                </a:lnTo>
                <a:lnTo>
                  <a:pt x="539" y="230"/>
                </a:lnTo>
                <a:lnTo>
                  <a:pt x="537" y="230"/>
                </a:lnTo>
                <a:lnTo>
                  <a:pt x="537" y="233"/>
                </a:lnTo>
                <a:lnTo>
                  <a:pt x="532" y="233"/>
                </a:lnTo>
                <a:lnTo>
                  <a:pt x="532" y="233"/>
                </a:lnTo>
                <a:lnTo>
                  <a:pt x="525" y="233"/>
                </a:lnTo>
                <a:lnTo>
                  <a:pt x="525" y="235"/>
                </a:lnTo>
                <a:lnTo>
                  <a:pt x="508" y="235"/>
                </a:lnTo>
                <a:lnTo>
                  <a:pt x="508" y="235"/>
                </a:lnTo>
                <a:lnTo>
                  <a:pt x="506" y="235"/>
                </a:lnTo>
                <a:lnTo>
                  <a:pt x="506" y="237"/>
                </a:lnTo>
                <a:lnTo>
                  <a:pt x="504" y="237"/>
                </a:lnTo>
                <a:lnTo>
                  <a:pt x="504" y="237"/>
                </a:lnTo>
                <a:lnTo>
                  <a:pt x="504" y="237"/>
                </a:lnTo>
                <a:lnTo>
                  <a:pt x="504" y="237"/>
                </a:lnTo>
                <a:lnTo>
                  <a:pt x="499" y="237"/>
                </a:lnTo>
                <a:lnTo>
                  <a:pt x="499" y="240"/>
                </a:lnTo>
                <a:lnTo>
                  <a:pt x="497" y="240"/>
                </a:lnTo>
                <a:lnTo>
                  <a:pt x="497" y="240"/>
                </a:lnTo>
                <a:lnTo>
                  <a:pt x="494" y="240"/>
                </a:lnTo>
                <a:lnTo>
                  <a:pt x="494" y="242"/>
                </a:lnTo>
                <a:lnTo>
                  <a:pt x="492" y="242"/>
                </a:lnTo>
                <a:lnTo>
                  <a:pt x="492" y="242"/>
                </a:lnTo>
                <a:lnTo>
                  <a:pt x="490" y="242"/>
                </a:lnTo>
                <a:lnTo>
                  <a:pt x="490" y="245"/>
                </a:lnTo>
                <a:lnTo>
                  <a:pt x="487" y="245"/>
                </a:lnTo>
                <a:lnTo>
                  <a:pt x="487" y="245"/>
                </a:lnTo>
                <a:lnTo>
                  <a:pt x="485" y="245"/>
                </a:lnTo>
                <a:lnTo>
                  <a:pt x="485" y="247"/>
                </a:lnTo>
                <a:lnTo>
                  <a:pt x="480" y="247"/>
                </a:lnTo>
                <a:lnTo>
                  <a:pt x="480" y="247"/>
                </a:lnTo>
                <a:lnTo>
                  <a:pt x="478" y="247"/>
                </a:lnTo>
                <a:lnTo>
                  <a:pt x="478" y="249"/>
                </a:lnTo>
                <a:lnTo>
                  <a:pt x="475" y="249"/>
                </a:lnTo>
                <a:lnTo>
                  <a:pt x="475" y="249"/>
                </a:lnTo>
                <a:lnTo>
                  <a:pt x="471" y="249"/>
                </a:lnTo>
                <a:lnTo>
                  <a:pt x="471" y="249"/>
                </a:lnTo>
                <a:lnTo>
                  <a:pt x="461" y="249"/>
                </a:lnTo>
                <a:lnTo>
                  <a:pt x="461" y="249"/>
                </a:lnTo>
                <a:lnTo>
                  <a:pt x="456" y="249"/>
                </a:lnTo>
                <a:lnTo>
                  <a:pt x="456" y="249"/>
                </a:lnTo>
                <a:lnTo>
                  <a:pt x="459" y="249"/>
                </a:lnTo>
                <a:lnTo>
                  <a:pt x="459" y="252"/>
                </a:lnTo>
                <a:lnTo>
                  <a:pt x="461" y="252"/>
                </a:lnTo>
                <a:lnTo>
                  <a:pt x="461" y="254"/>
                </a:lnTo>
                <a:lnTo>
                  <a:pt x="459" y="254"/>
                </a:lnTo>
                <a:lnTo>
                  <a:pt x="459" y="254"/>
                </a:lnTo>
                <a:lnTo>
                  <a:pt x="456" y="254"/>
                </a:lnTo>
                <a:lnTo>
                  <a:pt x="456" y="256"/>
                </a:lnTo>
                <a:lnTo>
                  <a:pt x="447" y="256"/>
                </a:lnTo>
                <a:lnTo>
                  <a:pt x="447" y="256"/>
                </a:lnTo>
                <a:lnTo>
                  <a:pt x="447" y="256"/>
                </a:lnTo>
                <a:lnTo>
                  <a:pt x="447" y="256"/>
                </a:lnTo>
                <a:lnTo>
                  <a:pt x="445" y="256"/>
                </a:lnTo>
                <a:lnTo>
                  <a:pt x="445" y="256"/>
                </a:lnTo>
                <a:lnTo>
                  <a:pt x="440" y="256"/>
                </a:lnTo>
                <a:lnTo>
                  <a:pt x="440" y="259"/>
                </a:lnTo>
                <a:lnTo>
                  <a:pt x="442" y="259"/>
                </a:lnTo>
                <a:lnTo>
                  <a:pt x="442" y="261"/>
                </a:lnTo>
                <a:lnTo>
                  <a:pt x="440" y="261"/>
                </a:lnTo>
                <a:lnTo>
                  <a:pt x="440" y="263"/>
                </a:lnTo>
                <a:lnTo>
                  <a:pt x="440" y="263"/>
                </a:lnTo>
                <a:lnTo>
                  <a:pt x="440" y="266"/>
                </a:lnTo>
                <a:lnTo>
                  <a:pt x="437" y="266"/>
                </a:lnTo>
                <a:lnTo>
                  <a:pt x="437" y="268"/>
                </a:lnTo>
                <a:lnTo>
                  <a:pt x="437" y="268"/>
                </a:lnTo>
                <a:lnTo>
                  <a:pt x="437" y="268"/>
                </a:lnTo>
                <a:lnTo>
                  <a:pt x="440" y="268"/>
                </a:lnTo>
                <a:lnTo>
                  <a:pt x="440" y="271"/>
                </a:lnTo>
                <a:lnTo>
                  <a:pt x="437" y="271"/>
                </a:lnTo>
                <a:lnTo>
                  <a:pt x="437" y="273"/>
                </a:lnTo>
                <a:lnTo>
                  <a:pt x="437" y="273"/>
                </a:lnTo>
                <a:lnTo>
                  <a:pt x="437" y="273"/>
                </a:lnTo>
                <a:lnTo>
                  <a:pt x="435" y="273"/>
                </a:lnTo>
                <a:lnTo>
                  <a:pt x="435" y="275"/>
                </a:lnTo>
                <a:lnTo>
                  <a:pt x="433" y="275"/>
                </a:lnTo>
                <a:lnTo>
                  <a:pt x="433" y="273"/>
                </a:lnTo>
                <a:lnTo>
                  <a:pt x="430" y="273"/>
                </a:lnTo>
                <a:lnTo>
                  <a:pt x="430" y="275"/>
                </a:lnTo>
                <a:lnTo>
                  <a:pt x="426" y="275"/>
                </a:lnTo>
                <a:lnTo>
                  <a:pt x="426" y="275"/>
                </a:lnTo>
                <a:lnTo>
                  <a:pt x="419" y="275"/>
                </a:lnTo>
                <a:lnTo>
                  <a:pt x="419" y="278"/>
                </a:lnTo>
                <a:lnTo>
                  <a:pt x="414" y="278"/>
                </a:lnTo>
                <a:lnTo>
                  <a:pt x="414" y="275"/>
                </a:lnTo>
                <a:lnTo>
                  <a:pt x="407" y="275"/>
                </a:lnTo>
                <a:lnTo>
                  <a:pt x="407" y="278"/>
                </a:lnTo>
                <a:lnTo>
                  <a:pt x="402" y="278"/>
                </a:lnTo>
                <a:lnTo>
                  <a:pt x="402" y="275"/>
                </a:lnTo>
                <a:lnTo>
                  <a:pt x="400" y="275"/>
                </a:lnTo>
                <a:lnTo>
                  <a:pt x="400" y="275"/>
                </a:lnTo>
                <a:lnTo>
                  <a:pt x="397" y="275"/>
                </a:lnTo>
                <a:lnTo>
                  <a:pt x="397" y="273"/>
                </a:lnTo>
                <a:lnTo>
                  <a:pt x="397" y="273"/>
                </a:lnTo>
                <a:lnTo>
                  <a:pt x="397" y="273"/>
                </a:lnTo>
                <a:lnTo>
                  <a:pt x="395" y="273"/>
                </a:lnTo>
                <a:lnTo>
                  <a:pt x="395" y="271"/>
                </a:lnTo>
                <a:lnTo>
                  <a:pt x="395" y="271"/>
                </a:lnTo>
                <a:lnTo>
                  <a:pt x="395" y="271"/>
                </a:lnTo>
                <a:lnTo>
                  <a:pt x="392" y="271"/>
                </a:lnTo>
                <a:lnTo>
                  <a:pt x="392" y="268"/>
                </a:lnTo>
                <a:lnTo>
                  <a:pt x="392" y="268"/>
                </a:lnTo>
                <a:lnTo>
                  <a:pt x="392" y="268"/>
                </a:lnTo>
                <a:lnTo>
                  <a:pt x="388" y="268"/>
                </a:lnTo>
                <a:lnTo>
                  <a:pt x="388" y="266"/>
                </a:lnTo>
                <a:lnTo>
                  <a:pt x="383" y="266"/>
                </a:lnTo>
                <a:lnTo>
                  <a:pt x="383" y="266"/>
                </a:lnTo>
                <a:lnTo>
                  <a:pt x="381" y="266"/>
                </a:lnTo>
                <a:lnTo>
                  <a:pt x="381" y="263"/>
                </a:lnTo>
                <a:lnTo>
                  <a:pt x="378" y="263"/>
                </a:lnTo>
                <a:lnTo>
                  <a:pt x="378" y="263"/>
                </a:lnTo>
                <a:lnTo>
                  <a:pt x="378" y="263"/>
                </a:lnTo>
                <a:lnTo>
                  <a:pt x="378" y="261"/>
                </a:lnTo>
                <a:lnTo>
                  <a:pt x="381" y="261"/>
                </a:lnTo>
                <a:lnTo>
                  <a:pt x="381" y="259"/>
                </a:lnTo>
                <a:lnTo>
                  <a:pt x="383" y="259"/>
                </a:lnTo>
                <a:lnTo>
                  <a:pt x="383" y="259"/>
                </a:lnTo>
                <a:lnTo>
                  <a:pt x="388" y="259"/>
                </a:lnTo>
                <a:lnTo>
                  <a:pt x="388" y="256"/>
                </a:lnTo>
                <a:lnTo>
                  <a:pt x="388" y="256"/>
                </a:lnTo>
                <a:lnTo>
                  <a:pt x="388" y="254"/>
                </a:lnTo>
                <a:lnTo>
                  <a:pt x="397" y="254"/>
                </a:lnTo>
                <a:lnTo>
                  <a:pt x="397" y="254"/>
                </a:lnTo>
                <a:lnTo>
                  <a:pt x="404" y="254"/>
                </a:lnTo>
                <a:lnTo>
                  <a:pt x="404" y="252"/>
                </a:lnTo>
                <a:lnTo>
                  <a:pt x="416" y="252"/>
                </a:lnTo>
                <a:lnTo>
                  <a:pt x="416" y="249"/>
                </a:lnTo>
                <a:lnTo>
                  <a:pt x="416" y="249"/>
                </a:lnTo>
                <a:lnTo>
                  <a:pt x="416" y="249"/>
                </a:lnTo>
                <a:lnTo>
                  <a:pt x="414" y="249"/>
                </a:lnTo>
                <a:lnTo>
                  <a:pt x="414" y="247"/>
                </a:lnTo>
                <a:lnTo>
                  <a:pt x="414" y="247"/>
                </a:lnTo>
                <a:lnTo>
                  <a:pt x="414" y="247"/>
                </a:lnTo>
                <a:lnTo>
                  <a:pt x="414" y="247"/>
                </a:lnTo>
                <a:lnTo>
                  <a:pt x="414" y="245"/>
                </a:lnTo>
                <a:lnTo>
                  <a:pt x="414" y="245"/>
                </a:lnTo>
                <a:lnTo>
                  <a:pt x="414" y="245"/>
                </a:lnTo>
                <a:lnTo>
                  <a:pt x="414" y="245"/>
                </a:lnTo>
                <a:lnTo>
                  <a:pt x="414" y="242"/>
                </a:lnTo>
                <a:lnTo>
                  <a:pt x="409" y="242"/>
                </a:lnTo>
                <a:lnTo>
                  <a:pt x="409" y="242"/>
                </a:lnTo>
                <a:lnTo>
                  <a:pt x="407" y="242"/>
                </a:lnTo>
                <a:lnTo>
                  <a:pt x="407" y="240"/>
                </a:lnTo>
                <a:lnTo>
                  <a:pt x="407" y="240"/>
                </a:lnTo>
                <a:lnTo>
                  <a:pt x="407" y="240"/>
                </a:lnTo>
                <a:lnTo>
                  <a:pt x="407" y="240"/>
                </a:lnTo>
                <a:lnTo>
                  <a:pt x="407" y="237"/>
                </a:lnTo>
                <a:lnTo>
                  <a:pt x="409" y="237"/>
                </a:lnTo>
                <a:lnTo>
                  <a:pt x="409" y="237"/>
                </a:lnTo>
                <a:lnTo>
                  <a:pt x="404" y="237"/>
                </a:lnTo>
                <a:lnTo>
                  <a:pt x="404" y="237"/>
                </a:lnTo>
                <a:lnTo>
                  <a:pt x="402" y="237"/>
                </a:lnTo>
                <a:lnTo>
                  <a:pt x="402" y="235"/>
                </a:lnTo>
                <a:lnTo>
                  <a:pt x="397" y="235"/>
                </a:lnTo>
                <a:lnTo>
                  <a:pt x="397" y="235"/>
                </a:lnTo>
                <a:lnTo>
                  <a:pt x="392" y="235"/>
                </a:lnTo>
                <a:lnTo>
                  <a:pt x="392" y="233"/>
                </a:lnTo>
                <a:lnTo>
                  <a:pt x="359" y="233"/>
                </a:lnTo>
                <a:lnTo>
                  <a:pt x="359" y="233"/>
                </a:lnTo>
                <a:lnTo>
                  <a:pt x="355" y="233"/>
                </a:lnTo>
                <a:lnTo>
                  <a:pt x="355" y="230"/>
                </a:lnTo>
                <a:lnTo>
                  <a:pt x="352" y="230"/>
                </a:lnTo>
                <a:lnTo>
                  <a:pt x="352" y="230"/>
                </a:lnTo>
                <a:lnTo>
                  <a:pt x="348" y="230"/>
                </a:lnTo>
                <a:lnTo>
                  <a:pt x="348" y="228"/>
                </a:lnTo>
                <a:lnTo>
                  <a:pt x="340" y="228"/>
                </a:lnTo>
                <a:lnTo>
                  <a:pt x="340" y="230"/>
                </a:lnTo>
                <a:lnTo>
                  <a:pt x="343" y="230"/>
                </a:lnTo>
                <a:lnTo>
                  <a:pt x="343" y="233"/>
                </a:lnTo>
                <a:lnTo>
                  <a:pt x="345" y="233"/>
                </a:lnTo>
                <a:lnTo>
                  <a:pt x="345" y="233"/>
                </a:lnTo>
                <a:lnTo>
                  <a:pt x="348" y="233"/>
                </a:lnTo>
                <a:lnTo>
                  <a:pt x="348" y="235"/>
                </a:lnTo>
                <a:lnTo>
                  <a:pt x="350" y="235"/>
                </a:lnTo>
                <a:lnTo>
                  <a:pt x="350" y="235"/>
                </a:lnTo>
                <a:lnTo>
                  <a:pt x="352" y="235"/>
                </a:lnTo>
                <a:lnTo>
                  <a:pt x="352" y="237"/>
                </a:lnTo>
                <a:lnTo>
                  <a:pt x="357" y="237"/>
                </a:lnTo>
                <a:lnTo>
                  <a:pt x="357" y="237"/>
                </a:lnTo>
                <a:lnTo>
                  <a:pt x="359" y="237"/>
                </a:lnTo>
                <a:lnTo>
                  <a:pt x="359" y="237"/>
                </a:lnTo>
                <a:lnTo>
                  <a:pt x="362" y="237"/>
                </a:lnTo>
                <a:lnTo>
                  <a:pt x="362" y="240"/>
                </a:lnTo>
                <a:lnTo>
                  <a:pt x="362" y="240"/>
                </a:lnTo>
                <a:lnTo>
                  <a:pt x="362" y="240"/>
                </a:lnTo>
                <a:lnTo>
                  <a:pt x="364" y="240"/>
                </a:lnTo>
                <a:lnTo>
                  <a:pt x="364" y="242"/>
                </a:lnTo>
                <a:lnTo>
                  <a:pt x="362" y="242"/>
                </a:lnTo>
                <a:lnTo>
                  <a:pt x="362" y="247"/>
                </a:lnTo>
                <a:lnTo>
                  <a:pt x="364" y="247"/>
                </a:lnTo>
                <a:lnTo>
                  <a:pt x="364" y="247"/>
                </a:lnTo>
                <a:lnTo>
                  <a:pt x="362" y="247"/>
                </a:lnTo>
                <a:lnTo>
                  <a:pt x="362" y="249"/>
                </a:lnTo>
                <a:lnTo>
                  <a:pt x="362" y="249"/>
                </a:lnTo>
                <a:lnTo>
                  <a:pt x="362" y="249"/>
                </a:lnTo>
                <a:lnTo>
                  <a:pt x="359" y="249"/>
                </a:lnTo>
                <a:lnTo>
                  <a:pt x="359" y="252"/>
                </a:lnTo>
                <a:lnTo>
                  <a:pt x="362" y="252"/>
                </a:lnTo>
                <a:lnTo>
                  <a:pt x="362" y="254"/>
                </a:lnTo>
                <a:lnTo>
                  <a:pt x="359" y="254"/>
                </a:lnTo>
                <a:lnTo>
                  <a:pt x="359" y="256"/>
                </a:lnTo>
                <a:lnTo>
                  <a:pt x="359" y="256"/>
                </a:lnTo>
                <a:lnTo>
                  <a:pt x="359" y="256"/>
                </a:lnTo>
                <a:lnTo>
                  <a:pt x="359" y="256"/>
                </a:lnTo>
                <a:lnTo>
                  <a:pt x="359" y="259"/>
                </a:lnTo>
                <a:lnTo>
                  <a:pt x="357" y="259"/>
                </a:lnTo>
                <a:lnTo>
                  <a:pt x="357" y="259"/>
                </a:lnTo>
                <a:lnTo>
                  <a:pt x="357" y="259"/>
                </a:lnTo>
                <a:lnTo>
                  <a:pt x="357" y="261"/>
                </a:lnTo>
                <a:lnTo>
                  <a:pt x="355" y="261"/>
                </a:lnTo>
                <a:lnTo>
                  <a:pt x="355" y="261"/>
                </a:lnTo>
                <a:lnTo>
                  <a:pt x="355" y="261"/>
                </a:lnTo>
                <a:lnTo>
                  <a:pt x="355" y="263"/>
                </a:lnTo>
                <a:lnTo>
                  <a:pt x="352" y="263"/>
                </a:lnTo>
                <a:lnTo>
                  <a:pt x="352" y="268"/>
                </a:lnTo>
                <a:lnTo>
                  <a:pt x="355" y="268"/>
                </a:lnTo>
                <a:lnTo>
                  <a:pt x="355" y="268"/>
                </a:lnTo>
                <a:lnTo>
                  <a:pt x="362" y="268"/>
                </a:lnTo>
                <a:lnTo>
                  <a:pt x="362" y="271"/>
                </a:lnTo>
                <a:lnTo>
                  <a:pt x="364" y="271"/>
                </a:lnTo>
                <a:lnTo>
                  <a:pt x="364" y="271"/>
                </a:lnTo>
                <a:lnTo>
                  <a:pt x="364" y="271"/>
                </a:lnTo>
                <a:lnTo>
                  <a:pt x="364" y="273"/>
                </a:lnTo>
                <a:lnTo>
                  <a:pt x="366" y="273"/>
                </a:lnTo>
                <a:lnTo>
                  <a:pt x="366" y="273"/>
                </a:lnTo>
                <a:lnTo>
                  <a:pt x="366" y="273"/>
                </a:lnTo>
                <a:lnTo>
                  <a:pt x="366" y="275"/>
                </a:lnTo>
                <a:lnTo>
                  <a:pt x="369" y="275"/>
                </a:lnTo>
                <a:lnTo>
                  <a:pt x="369" y="278"/>
                </a:lnTo>
                <a:lnTo>
                  <a:pt x="366" y="278"/>
                </a:lnTo>
                <a:lnTo>
                  <a:pt x="366" y="278"/>
                </a:lnTo>
                <a:lnTo>
                  <a:pt x="366" y="278"/>
                </a:lnTo>
                <a:lnTo>
                  <a:pt x="366" y="278"/>
                </a:lnTo>
                <a:lnTo>
                  <a:pt x="366" y="278"/>
                </a:lnTo>
                <a:lnTo>
                  <a:pt x="366" y="280"/>
                </a:lnTo>
                <a:lnTo>
                  <a:pt x="366" y="280"/>
                </a:lnTo>
                <a:lnTo>
                  <a:pt x="366" y="282"/>
                </a:lnTo>
                <a:lnTo>
                  <a:pt x="366" y="282"/>
                </a:lnTo>
                <a:lnTo>
                  <a:pt x="366" y="285"/>
                </a:lnTo>
                <a:lnTo>
                  <a:pt x="366" y="285"/>
                </a:lnTo>
                <a:lnTo>
                  <a:pt x="366" y="285"/>
                </a:lnTo>
                <a:lnTo>
                  <a:pt x="364" y="285"/>
                </a:lnTo>
                <a:lnTo>
                  <a:pt x="364" y="287"/>
                </a:lnTo>
                <a:lnTo>
                  <a:pt x="364" y="287"/>
                </a:lnTo>
                <a:lnTo>
                  <a:pt x="364" y="287"/>
                </a:lnTo>
                <a:lnTo>
                  <a:pt x="362" y="287"/>
                </a:lnTo>
                <a:lnTo>
                  <a:pt x="362" y="287"/>
                </a:lnTo>
                <a:lnTo>
                  <a:pt x="362" y="287"/>
                </a:lnTo>
                <a:lnTo>
                  <a:pt x="362" y="290"/>
                </a:lnTo>
                <a:lnTo>
                  <a:pt x="359" y="290"/>
                </a:lnTo>
                <a:lnTo>
                  <a:pt x="359" y="290"/>
                </a:lnTo>
                <a:lnTo>
                  <a:pt x="359" y="290"/>
                </a:lnTo>
                <a:lnTo>
                  <a:pt x="359" y="294"/>
                </a:lnTo>
                <a:lnTo>
                  <a:pt x="357" y="294"/>
                </a:lnTo>
                <a:lnTo>
                  <a:pt x="357" y="294"/>
                </a:lnTo>
                <a:lnTo>
                  <a:pt x="357" y="294"/>
                </a:lnTo>
                <a:lnTo>
                  <a:pt x="357" y="292"/>
                </a:lnTo>
                <a:lnTo>
                  <a:pt x="352" y="292"/>
                </a:lnTo>
                <a:lnTo>
                  <a:pt x="352" y="292"/>
                </a:lnTo>
                <a:lnTo>
                  <a:pt x="352" y="292"/>
                </a:lnTo>
                <a:lnTo>
                  <a:pt x="352" y="290"/>
                </a:lnTo>
                <a:lnTo>
                  <a:pt x="350" y="290"/>
                </a:lnTo>
                <a:lnTo>
                  <a:pt x="350" y="290"/>
                </a:lnTo>
                <a:lnTo>
                  <a:pt x="345" y="290"/>
                </a:lnTo>
                <a:lnTo>
                  <a:pt x="345" y="287"/>
                </a:lnTo>
                <a:lnTo>
                  <a:pt x="345" y="287"/>
                </a:lnTo>
                <a:lnTo>
                  <a:pt x="345" y="287"/>
                </a:lnTo>
                <a:lnTo>
                  <a:pt x="331" y="287"/>
                </a:lnTo>
                <a:lnTo>
                  <a:pt x="331" y="287"/>
                </a:lnTo>
                <a:lnTo>
                  <a:pt x="326" y="287"/>
                </a:lnTo>
                <a:lnTo>
                  <a:pt x="326" y="285"/>
                </a:lnTo>
                <a:lnTo>
                  <a:pt x="324" y="285"/>
                </a:lnTo>
                <a:lnTo>
                  <a:pt x="324" y="285"/>
                </a:lnTo>
                <a:lnTo>
                  <a:pt x="319" y="285"/>
                </a:lnTo>
                <a:lnTo>
                  <a:pt x="319" y="285"/>
                </a:lnTo>
                <a:lnTo>
                  <a:pt x="317" y="285"/>
                </a:lnTo>
                <a:lnTo>
                  <a:pt x="317" y="287"/>
                </a:lnTo>
                <a:lnTo>
                  <a:pt x="317" y="287"/>
                </a:lnTo>
                <a:lnTo>
                  <a:pt x="317" y="287"/>
                </a:lnTo>
                <a:lnTo>
                  <a:pt x="314" y="287"/>
                </a:lnTo>
                <a:lnTo>
                  <a:pt x="314" y="287"/>
                </a:lnTo>
                <a:lnTo>
                  <a:pt x="314" y="287"/>
                </a:lnTo>
                <a:lnTo>
                  <a:pt x="314" y="290"/>
                </a:lnTo>
                <a:lnTo>
                  <a:pt x="312" y="290"/>
                </a:lnTo>
                <a:lnTo>
                  <a:pt x="312" y="290"/>
                </a:lnTo>
                <a:lnTo>
                  <a:pt x="310" y="290"/>
                </a:lnTo>
                <a:lnTo>
                  <a:pt x="310" y="292"/>
                </a:lnTo>
                <a:lnTo>
                  <a:pt x="307" y="292"/>
                </a:lnTo>
                <a:lnTo>
                  <a:pt x="307" y="292"/>
                </a:lnTo>
                <a:lnTo>
                  <a:pt x="307" y="292"/>
                </a:lnTo>
                <a:lnTo>
                  <a:pt x="307" y="294"/>
                </a:lnTo>
                <a:lnTo>
                  <a:pt x="305" y="294"/>
                </a:lnTo>
                <a:lnTo>
                  <a:pt x="305" y="294"/>
                </a:lnTo>
                <a:lnTo>
                  <a:pt x="303" y="294"/>
                </a:lnTo>
                <a:lnTo>
                  <a:pt x="303" y="297"/>
                </a:lnTo>
                <a:lnTo>
                  <a:pt x="298" y="297"/>
                </a:lnTo>
                <a:lnTo>
                  <a:pt x="298" y="297"/>
                </a:lnTo>
                <a:lnTo>
                  <a:pt x="291" y="297"/>
                </a:lnTo>
                <a:lnTo>
                  <a:pt x="291" y="297"/>
                </a:lnTo>
                <a:lnTo>
                  <a:pt x="286" y="297"/>
                </a:lnTo>
                <a:lnTo>
                  <a:pt x="286" y="299"/>
                </a:lnTo>
                <a:lnTo>
                  <a:pt x="286" y="299"/>
                </a:lnTo>
                <a:lnTo>
                  <a:pt x="286" y="299"/>
                </a:lnTo>
                <a:lnTo>
                  <a:pt x="284" y="299"/>
                </a:lnTo>
                <a:lnTo>
                  <a:pt x="284" y="301"/>
                </a:lnTo>
                <a:lnTo>
                  <a:pt x="284" y="301"/>
                </a:lnTo>
                <a:lnTo>
                  <a:pt x="284" y="301"/>
                </a:lnTo>
                <a:lnTo>
                  <a:pt x="281" y="301"/>
                </a:lnTo>
                <a:lnTo>
                  <a:pt x="281" y="304"/>
                </a:lnTo>
                <a:lnTo>
                  <a:pt x="279" y="304"/>
                </a:lnTo>
                <a:lnTo>
                  <a:pt x="279" y="304"/>
                </a:lnTo>
                <a:lnTo>
                  <a:pt x="277" y="304"/>
                </a:lnTo>
                <a:lnTo>
                  <a:pt x="277" y="306"/>
                </a:lnTo>
                <a:lnTo>
                  <a:pt x="274" y="306"/>
                </a:lnTo>
                <a:lnTo>
                  <a:pt x="274" y="306"/>
                </a:lnTo>
                <a:lnTo>
                  <a:pt x="269" y="306"/>
                </a:lnTo>
                <a:lnTo>
                  <a:pt x="269" y="309"/>
                </a:lnTo>
                <a:lnTo>
                  <a:pt x="267" y="309"/>
                </a:lnTo>
                <a:lnTo>
                  <a:pt x="267" y="309"/>
                </a:lnTo>
                <a:lnTo>
                  <a:pt x="267" y="309"/>
                </a:lnTo>
                <a:lnTo>
                  <a:pt x="267" y="316"/>
                </a:lnTo>
                <a:lnTo>
                  <a:pt x="267" y="316"/>
                </a:lnTo>
                <a:lnTo>
                  <a:pt x="267" y="318"/>
                </a:lnTo>
                <a:lnTo>
                  <a:pt x="269" y="318"/>
                </a:lnTo>
                <a:lnTo>
                  <a:pt x="269" y="318"/>
                </a:lnTo>
                <a:lnTo>
                  <a:pt x="272" y="318"/>
                </a:lnTo>
                <a:lnTo>
                  <a:pt x="272" y="318"/>
                </a:lnTo>
                <a:lnTo>
                  <a:pt x="272" y="318"/>
                </a:lnTo>
                <a:lnTo>
                  <a:pt x="272" y="320"/>
                </a:lnTo>
                <a:lnTo>
                  <a:pt x="274" y="320"/>
                </a:lnTo>
                <a:lnTo>
                  <a:pt x="274" y="323"/>
                </a:lnTo>
                <a:lnTo>
                  <a:pt x="274" y="323"/>
                </a:lnTo>
                <a:lnTo>
                  <a:pt x="274" y="323"/>
                </a:lnTo>
                <a:lnTo>
                  <a:pt x="277" y="323"/>
                </a:lnTo>
                <a:lnTo>
                  <a:pt x="277" y="325"/>
                </a:lnTo>
                <a:lnTo>
                  <a:pt x="277" y="325"/>
                </a:lnTo>
                <a:lnTo>
                  <a:pt x="277" y="327"/>
                </a:lnTo>
                <a:lnTo>
                  <a:pt x="279" y="327"/>
                </a:lnTo>
                <a:lnTo>
                  <a:pt x="279" y="327"/>
                </a:lnTo>
                <a:lnTo>
                  <a:pt x="279" y="327"/>
                </a:lnTo>
                <a:lnTo>
                  <a:pt x="279" y="325"/>
                </a:lnTo>
                <a:lnTo>
                  <a:pt x="281" y="325"/>
                </a:lnTo>
                <a:lnTo>
                  <a:pt x="281" y="327"/>
                </a:lnTo>
                <a:lnTo>
                  <a:pt x="281" y="327"/>
                </a:lnTo>
                <a:lnTo>
                  <a:pt x="281" y="327"/>
                </a:lnTo>
                <a:lnTo>
                  <a:pt x="272" y="327"/>
                </a:lnTo>
                <a:lnTo>
                  <a:pt x="272" y="330"/>
                </a:lnTo>
                <a:lnTo>
                  <a:pt x="269" y="330"/>
                </a:lnTo>
                <a:lnTo>
                  <a:pt x="269" y="330"/>
                </a:lnTo>
                <a:lnTo>
                  <a:pt x="267" y="330"/>
                </a:lnTo>
                <a:lnTo>
                  <a:pt x="267" y="332"/>
                </a:lnTo>
                <a:lnTo>
                  <a:pt x="267" y="332"/>
                </a:lnTo>
                <a:lnTo>
                  <a:pt x="267" y="335"/>
                </a:lnTo>
                <a:lnTo>
                  <a:pt x="260" y="335"/>
                </a:lnTo>
                <a:lnTo>
                  <a:pt x="260" y="332"/>
                </a:lnTo>
                <a:lnTo>
                  <a:pt x="260" y="332"/>
                </a:lnTo>
                <a:lnTo>
                  <a:pt x="260" y="332"/>
                </a:lnTo>
                <a:lnTo>
                  <a:pt x="253" y="332"/>
                </a:lnTo>
                <a:lnTo>
                  <a:pt x="253" y="330"/>
                </a:lnTo>
                <a:lnTo>
                  <a:pt x="253" y="330"/>
                </a:lnTo>
                <a:lnTo>
                  <a:pt x="253" y="330"/>
                </a:lnTo>
                <a:lnTo>
                  <a:pt x="246" y="330"/>
                </a:lnTo>
                <a:lnTo>
                  <a:pt x="246" y="327"/>
                </a:lnTo>
                <a:lnTo>
                  <a:pt x="241" y="327"/>
                </a:lnTo>
                <a:lnTo>
                  <a:pt x="241" y="327"/>
                </a:lnTo>
                <a:lnTo>
                  <a:pt x="239" y="327"/>
                </a:lnTo>
                <a:lnTo>
                  <a:pt x="239" y="327"/>
                </a:lnTo>
                <a:lnTo>
                  <a:pt x="229" y="327"/>
                </a:lnTo>
                <a:lnTo>
                  <a:pt x="229" y="325"/>
                </a:lnTo>
                <a:lnTo>
                  <a:pt x="227" y="325"/>
                </a:lnTo>
                <a:lnTo>
                  <a:pt x="227" y="325"/>
                </a:lnTo>
                <a:lnTo>
                  <a:pt x="224" y="325"/>
                </a:lnTo>
                <a:lnTo>
                  <a:pt x="224" y="323"/>
                </a:lnTo>
                <a:lnTo>
                  <a:pt x="222" y="323"/>
                </a:lnTo>
                <a:lnTo>
                  <a:pt x="222" y="320"/>
                </a:lnTo>
                <a:lnTo>
                  <a:pt x="217" y="320"/>
                </a:lnTo>
                <a:lnTo>
                  <a:pt x="217" y="320"/>
                </a:lnTo>
                <a:lnTo>
                  <a:pt x="213" y="320"/>
                </a:lnTo>
                <a:lnTo>
                  <a:pt x="213" y="318"/>
                </a:lnTo>
                <a:lnTo>
                  <a:pt x="206" y="318"/>
                </a:lnTo>
                <a:lnTo>
                  <a:pt x="206" y="318"/>
                </a:lnTo>
                <a:lnTo>
                  <a:pt x="203" y="318"/>
                </a:lnTo>
                <a:lnTo>
                  <a:pt x="203" y="318"/>
                </a:lnTo>
                <a:lnTo>
                  <a:pt x="203" y="318"/>
                </a:lnTo>
                <a:lnTo>
                  <a:pt x="203" y="318"/>
                </a:lnTo>
                <a:lnTo>
                  <a:pt x="203" y="318"/>
                </a:lnTo>
                <a:lnTo>
                  <a:pt x="203" y="325"/>
                </a:lnTo>
                <a:lnTo>
                  <a:pt x="201" y="325"/>
                </a:lnTo>
                <a:lnTo>
                  <a:pt x="201" y="325"/>
                </a:lnTo>
                <a:lnTo>
                  <a:pt x="198" y="325"/>
                </a:lnTo>
                <a:lnTo>
                  <a:pt x="198" y="325"/>
                </a:lnTo>
                <a:lnTo>
                  <a:pt x="196" y="325"/>
                </a:lnTo>
                <a:lnTo>
                  <a:pt x="196" y="327"/>
                </a:lnTo>
                <a:lnTo>
                  <a:pt x="196" y="327"/>
                </a:lnTo>
                <a:lnTo>
                  <a:pt x="196" y="327"/>
                </a:lnTo>
                <a:lnTo>
                  <a:pt x="198" y="327"/>
                </a:lnTo>
                <a:lnTo>
                  <a:pt x="198" y="330"/>
                </a:lnTo>
                <a:lnTo>
                  <a:pt x="201" y="330"/>
                </a:lnTo>
                <a:lnTo>
                  <a:pt x="201" y="332"/>
                </a:lnTo>
                <a:lnTo>
                  <a:pt x="203" y="332"/>
                </a:lnTo>
                <a:lnTo>
                  <a:pt x="203" y="332"/>
                </a:lnTo>
                <a:lnTo>
                  <a:pt x="203" y="332"/>
                </a:lnTo>
                <a:lnTo>
                  <a:pt x="203" y="335"/>
                </a:lnTo>
                <a:lnTo>
                  <a:pt x="206" y="335"/>
                </a:lnTo>
                <a:lnTo>
                  <a:pt x="206" y="335"/>
                </a:lnTo>
                <a:lnTo>
                  <a:pt x="206" y="335"/>
                </a:lnTo>
                <a:lnTo>
                  <a:pt x="206" y="337"/>
                </a:lnTo>
                <a:lnTo>
                  <a:pt x="208" y="337"/>
                </a:lnTo>
                <a:lnTo>
                  <a:pt x="208" y="337"/>
                </a:lnTo>
                <a:lnTo>
                  <a:pt x="208" y="337"/>
                </a:lnTo>
                <a:lnTo>
                  <a:pt x="208" y="337"/>
                </a:lnTo>
                <a:lnTo>
                  <a:pt x="210" y="337"/>
                </a:lnTo>
                <a:lnTo>
                  <a:pt x="210" y="339"/>
                </a:lnTo>
                <a:lnTo>
                  <a:pt x="213" y="339"/>
                </a:lnTo>
                <a:lnTo>
                  <a:pt x="213" y="339"/>
                </a:lnTo>
                <a:lnTo>
                  <a:pt x="217" y="339"/>
                </a:lnTo>
                <a:lnTo>
                  <a:pt x="217" y="339"/>
                </a:lnTo>
                <a:lnTo>
                  <a:pt x="220" y="339"/>
                </a:lnTo>
                <a:lnTo>
                  <a:pt x="220" y="339"/>
                </a:lnTo>
                <a:lnTo>
                  <a:pt x="222" y="339"/>
                </a:lnTo>
                <a:lnTo>
                  <a:pt x="222" y="337"/>
                </a:lnTo>
                <a:lnTo>
                  <a:pt x="224" y="337"/>
                </a:lnTo>
                <a:lnTo>
                  <a:pt x="224" y="339"/>
                </a:lnTo>
                <a:lnTo>
                  <a:pt x="227" y="339"/>
                </a:lnTo>
                <a:lnTo>
                  <a:pt x="227" y="342"/>
                </a:lnTo>
                <a:lnTo>
                  <a:pt x="227" y="342"/>
                </a:lnTo>
                <a:lnTo>
                  <a:pt x="227" y="342"/>
                </a:lnTo>
                <a:lnTo>
                  <a:pt x="227" y="342"/>
                </a:lnTo>
                <a:lnTo>
                  <a:pt x="227" y="344"/>
                </a:lnTo>
                <a:lnTo>
                  <a:pt x="227" y="344"/>
                </a:lnTo>
                <a:lnTo>
                  <a:pt x="227" y="346"/>
                </a:lnTo>
                <a:lnTo>
                  <a:pt x="229" y="346"/>
                </a:lnTo>
                <a:lnTo>
                  <a:pt x="229" y="346"/>
                </a:lnTo>
                <a:lnTo>
                  <a:pt x="232" y="346"/>
                </a:lnTo>
                <a:lnTo>
                  <a:pt x="232" y="349"/>
                </a:lnTo>
                <a:lnTo>
                  <a:pt x="229" y="349"/>
                </a:lnTo>
                <a:lnTo>
                  <a:pt x="229" y="349"/>
                </a:lnTo>
                <a:lnTo>
                  <a:pt x="227" y="349"/>
                </a:lnTo>
                <a:lnTo>
                  <a:pt x="227" y="351"/>
                </a:lnTo>
                <a:lnTo>
                  <a:pt x="222" y="351"/>
                </a:lnTo>
                <a:lnTo>
                  <a:pt x="222" y="354"/>
                </a:lnTo>
                <a:lnTo>
                  <a:pt x="220" y="354"/>
                </a:lnTo>
                <a:lnTo>
                  <a:pt x="220" y="354"/>
                </a:lnTo>
                <a:lnTo>
                  <a:pt x="217" y="354"/>
                </a:lnTo>
                <a:lnTo>
                  <a:pt x="217" y="354"/>
                </a:lnTo>
                <a:lnTo>
                  <a:pt x="213" y="354"/>
                </a:lnTo>
                <a:lnTo>
                  <a:pt x="213" y="351"/>
                </a:lnTo>
                <a:lnTo>
                  <a:pt x="201" y="351"/>
                </a:lnTo>
                <a:lnTo>
                  <a:pt x="201" y="349"/>
                </a:lnTo>
                <a:lnTo>
                  <a:pt x="198" y="349"/>
                </a:lnTo>
                <a:lnTo>
                  <a:pt x="198" y="349"/>
                </a:lnTo>
                <a:lnTo>
                  <a:pt x="194" y="349"/>
                </a:lnTo>
                <a:lnTo>
                  <a:pt x="194" y="346"/>
                </a:lnTo>
                <a:lnTo>
                  <a:pt x="194" y="346"/>
                </a:lnTo>
                <a:lnTo>
                  <a:pt x="194" y="346"/>
                </a:lnTo>
                <a:lnTo>
                  <a:pt x="191" y="346"/>
                </a:lnTo>
                <a:lnTo>
                  <a:pt x="191" y="344"/>
                </a:lnTo>
                <a:lnTo>
                  <a:pt x="191" y="344"/>
                </a:lnTo>
                <a:lnTo>
                  <a:pt x="191" y="344"/>
                </a:lnTo>
                <a:lnTo>
                  <a:pt x="189" y="344"/>
                </a:lnTo>
                <a:lnTo>
                  <a:pt x="189" y="342"/>
                </a:lnTo>
                <a:lnTo>
                  <a:pt x="187" y="342"/>
                </a:lnTo>
                <a:lnTo>
                  <a:pt x="187" y="344"/>
                </a:lnTo>
                <a:lnTo>
                  <a:pt x="187" y="344"/>
                </a:lnTo>
                <a:lnTo>
                  <a:pt x="187" y="342"/>
                </a:lnTo>
                <a:lnTo>
                  <a:pt x="187" y="342"/>
                </a:lnTo>
                <a:lnTo>
                  <a:pt x="187" y="339"/>
                </a:lnTo>
                <a:lnTo>
                  <a:pt x="187" y="339"/>
                </a:lnTo>
                <a:lnTo>
                  <a:pt x="187" y="337"/>
                </a:lnTo>
                <a:lnTo>
                  <a:pt x="184" y="337"/>
                </a:lnTo>
                <a:lnTo>
                  <a:pt x="184" y="339"/>
                </a:lnTo>
                <a:lnTo>
                  <a:pt x="184" y="339"/>
                </a:lnTo>
                <a:lnTo>
                  <a:pt x="184" y="339"/>
                </a:lnTo>
                <a:lnTo>
                  <a:pt x="182" y="339"/>
                </a:lnTo>
                <a:lnTo>
                  <a:pt x="182" y="337"/>
                </a:lnTo>
                <a:lnTo>
                  <a:pt x="179" y="337"/>
                </a:lnTo>
                <a:lnTo>
                  <a:pt x="179" y="339"/>
                </a:lnTo>
                <a:lnTo>
                  <a:pt x="179" y="339"/>
                </a:lnTo>
                <a:lnTo>
                  <a:pt x="179" y="337"/>
                </a:lnTo>
                <a:lnTo>
                  <a:pt x="175" y="337"/>
                </a:lnTo>
                <a:lnTo>
                  <a:pt x="175" y="339"/>
                </a:lnTo>
                <a:lnTo>
                  <a:pt x="177" y="339"/>
                </a:lnTo>
                <a:lnTo>
                  <a:pt x="177" y="339"/>
                </a:lnTo>
                <a:lnTo>
                  <a:pt x="172" y="339"/>
                </a:lnTo>
                <a:lnTo>
                  <a:pt x="172" y="339"/>
                </a:lnTo>
                <a:lnTo>
                  <a:pt x="172" y="339"/>
                </a:lnTo>
                <a:lnTo>
                  <a:pt x="172" y="337"/>
                </a:lnTo>
                <a:lnTo>
                  <a:pt x="170" y="337"/>
                </a:lnTo>
                <a:lnTo>
                  <a:pt x="170" y="339"/>
                </a:lnTo>
                <a:lnTo>
                  <a:pt x="168" y="339"/>
                </a:lnTo>
                <a:lnTo>
                  <a:pt x="168" y="337"/>
                </a:lnTo>
                <a:lnTo>
                  <a:pt x="168" y="337"/>
                </a:lnTo>
                <a:lnTo>
                  <a:pt x="168" y="337"/>
                </a:lnTo>
                <a:lnTo>
                  <a:pt x="168" y="337"/>
                </a:lnTo>
                <a:lnTo>
                  <a:pt x="168" y="337"/>
                </a:lnTo>
                <a:lnTo>
                  <a:pt x="165" y="337"/>
                </a:lnTo>
                <a:lnTo>
                  <a:pt x="165" y="337"/>
                </a:lnTo>
                <a:lnTo>
                  <a:pt x="165" y="337"/>
                </a:lnTo>
                <a:lnTo>
                  <a:pt x="165" y="335"/>
                </a:lnTo>
                <a:lnTo>
                  <a:pt x="165" y="335"/>
                </a:lnTo>
                <a:lnTo>
                  <a:pt x="165" y="335"/>
                </a:lnTo>
                <a:lnTo>
                  <a:pt x="165" y="335"/>
                </a:lnTo>
                <a:lnTo>
                  <a:pt x="165" y="332"/>
                </a:lnTo>
                <a:lnTo>
                  <a:pt x="165" y="332"/>
                </a:lnTo>
                <a:lnTo>
                  <a:pt x="165" y="330"/>
                </a:lnTo>
                <a:lnTo>
                  <a:pt x="168" y="330"/>
                </a:lnTo>
                <a:lnTo>
                  <a:pt x="168" y="327"/>
                </a:lnTo>
                <a:lnTo>
                  <a:pt x="165" y="327"/>
                </a:lnTo>
                <a:lnTo>
                  <a:pt x="165" y="327"/>
                </a:lnTo>
                <a:lnTo>
                  <a:pt x="165" y="327"/>
                </a:lnTo>
                <a:lnTo>
                  <a:pt x="165" y="325"/>
                </a:lnTo>
                <a:lnTo>
                  <a:pt x="163" y="325"/>
                </a:lnTo>
                <a:lnTo>
                  <a:pt x="163" y="325"/>
                </a:lnTo>
                <a:lnTo>
                  <a:pt x="163" y="325"/>
                </a:lnTo>
                <a:lnTo>
                  <a:pt x="163" y="323"/>
                </a:lnTo>
                <a:lnTo>
                  <a:pt x="161" y="323"/>
                </a:lnTo>
                <a:lnTo>
                  <a:pt x="161" y="320"/>
                </a:lnTo>
                <a:lnTo>
                  <a:pt x="161" y="320"/>
                </a:lnTo>
                <a:lnTo>
                  <a:pt x="161" y="320"/>
                </a:lnTo>
                <a:lnTo>
                  <a:pt x="158" y="320"/>
                </a:lnTo>
                <a:lnTo>
                  <a:pt x="158" y="318"/>
                </a:lnTo>
                <a:lnTo>
                  <a:pt x="161" y="318"/>
                </a:lnTo>
                <a:lnTo>
                  <a:pt x="161" y="318"/>
                </a:lnTo>
                <a:lnTo>
                  <a:pt x="158" y="318"/>
                </a:lnTo>
                <a:lnTo>
                  <a:pt x="158" y="318"/>
                </a:lnTo>
                <a:lnTo>
                  <a:pt x="156" y="318"/>
                </a:lnTo>
                <a:lnTo>
                  <a:pt x="156" y="316"/>
                </a:lnTo>
                <a:lnTo>
                  <a:pt x="153" y="316"/>
                </a:lnTo>
                <a:lnTo>
                  <a:pt x="153" y="313"/>
                </a:lnTo>
                <a:lnTo>
                  <a:pt x="156" y="313"/>
                </a:lnTo>
                <a:lnTo>
                  <a:pt x="156" y="313"/>
                </a:lnTo>
                <a:lnTo>
                  <a:pt x="158" y="313"/>
                </a:lnTo>
                <a:lnTo>
                  <a:pt x="158" y="311"/>
                </a:lnTo>
                <a:lnTo>
                  <a:pt x="158" y="311"/>
                </a:lnTo>
                <a:lnTo>
                  <a:pt x="158" y="311"/>
                </a:lnTo>
                <a:lnTo>
                  <a:pt x="161" y="311"/>
                </a:lnTo>
                <a:lnTo>
                  <a:pt x="161" y="309"/>
                </a:lnTo>
                <a:lnTo>
                  <a:pt x="161" y="309"/>
                </a:lnTo>
                <a:lnTo>
                  <a:pt x="161" y="309"/>
                </a:lnTo>
                <a:lnTo>
                  <a:pt x="163" y="309"/>
                </a:lnTo>
                <a:lnTo>
                  <a:pt x="163" y="309"/>
                </a:lnTo>
                <a:lnTo>
                  <a:pt x="163" y="309"/>
                </a:lnTo>
                <a:lnTo>
                  <a:pt x="163" y="306"/>
                </a:lnTo>
                <a:lnTo>
                  <a:pt x="165" y="306"/>
                </a:lnTo>
                <a:lnTo>
                  <a:pt x="165" y="306"/>
                </a:lnTo>
                <a:lnTo>
                  <a:pt x="165" y="306"/>
                </a:lnTo>
                <a:lnTo>
                  <a:pt x="165" y="304"/>
                </a:lnTo>
                <a:lnTo>
                  <a:pt x="163" y="304"/>
                </a:lnTo>
                <a:lnTo>
                  <a:pt x="163" y="301"/>
                </a:lnTo>
                <a:lnTo>
                  <a:pt x="163" y="301"/>
                </a:lnTo>
                <a:lnTo>
                  <a:pt x="163" y="299"/>
                </a:lnTo>
                <a:lnTo>
                  <a:pt x="161" y="299"/>
                </a:lnTo>
                <a:lnTo>
                  <a:pt x="161" y="297"/>
                </a:lnTo>
                <a:lnTo>
                  <a:pt x="158" y="297"/>
                </a:lnTo>
                <a:lnTo>
                  <a:pt x="158" y="297"/>
                </a:lnTo>
                <a:lnTo>
                  <a:pt x="156" y="297"/>
                </a:lnTo>
                <a:lnTo>
                  <a:pt x="156" y="297"/>
                </a:lnTo>
                <a:lnTo>
                  <a:pt x="153" y="297"/>
                </a:lnTo>
                <a:lnTo>
                  <a:pt x="153" y="294"/>
                </a:lnTo>
                <a:lnTo>
                  <a:pt x="151" y="294"/>
                </a:lnTo>
                <a:lnTo>
                  <a:pt x="151" y="294"/>
                </a:lnTo>
                <a:lnTo>
                  <a:pt x="151" y="294"/>
                </a:lnTo>
                <a:lnTo>
                  <a:pt x="151" y="292"/>
                </a:lnTo>
                <a:lnTo>
                  <a:pt x="146" y="292"/>
                </a:lnTo>
                <a:lnTo>
                  <a:pt x="146" y="292"/>
                </a:lnTo>
                <a:lnTo>
                  <a:pt x="144" y="292"/>
                </a:lnTo>
                <a:lnTo>
                  <a:pt x="144" y="290"/>
                </a:lnTo>
                <a:lnTo>
                  <a:pt x="142" y="290"/>
                </a:lnTo>
                <a:lnTo>
                  <a:pt x="142" y="290"/>
                </a:lnTo>
                <a:lnTo>
                  <a:pt x="142" y="290"/>
                </a:lnTo>
                <a:lnTo>
                  <a:pt x="142" y="287"/>
                </a:lnTo>
                <a:lnTo>
                  <a:pt x="139" y="287"/>
                </a:lnTo>
                <a:lnTo>
                  <a:pt x="139" y="287"/>
                </a:lnTo>
                <a:lnTo>
                  <a:pt x="139" y="287"/>
                </a:lnTo>
                <a:lnTo>
                  <a:pt x="139" y="287"/>
                </a:lnTo>
                <a:lnTo>
                  <a:pt x="137" y="287"/>
                </a:lnTo>
                <a:lnTo>
                  <a:pt x="137" y="287"/>
                </a:lnTo>
                <a:lnTo>
                  <a:pt x="137" y="287"/>
                </a:lnTo>
                <a:lnTo>
                  <a:pt x="137" y="287"/>
                </a:lnTo>
                <a:lnTo>
                  <a:pt x="134" y="287"/>
                </a:lnTo>
                <a:lnTo>
                  <a:pt x="134" y="285"/>
                </a:lnTo>
                <a:lnTo>
                  <a:pt x="134" y="285"/>
                </a:lnTo>
                <a:lnTo>
                  <a:pt x="134" y="285"/>
                </a:lnTo>
                <a:lnTo>
                  <a:pt x="132" y="285"/>
                </a:lnTo>
                <a:lnTo>
                  <a:pt x="132" y="282"/>
                </a:lnTo>
                <a:lnTo>
                  <a:pt x="132" y="282"/>
                </a:lnTo>
                <a:lnTo>
                  <a:pt x="132" y="282"/>
                </a:lnTo>
                <a:lnTo>
                  <a:pt x="130" y="282"/>
                </a:lnTo>
                <a:lnTo>
                  <a:pt x="130" y="280"/>
                </a:lnTo>
                <a:lnTo>
                  <a:pt x="127" y="280"/>
                </a:lnTo>
                <a:lnTo>
                  <a:pt x="127" y="280"/>
                </a:lnTo>
                <a:lnTo>
                  <a:pt x="123" y="280"/>
                </a:lnTo>
                <a:lnTo>
                  <a:pt x="123" y="278"/>
                </a:lnTo>
                <a:lnTo>
                  <a:pt x="120" y="278"/>
                </a:lnTo>
                <a:lnTo>
                  <a:pt x="120" y="278"/>
                </a:lnTo>
                <a:lnTo>
                  <a:pt x="116" y="278"/>
                </a:lnTo>
                <a:lnTo>
                  <a:pt x="116" y="278"/>
                </a:lnTo>
                <a:lnTo>
                  <a:pt x="116" y="278"/>
                </a:lnTo>
                <a:lnTo>
                  <a:pt x="116" y="275"/>
                </a:lnTo>
                <a:lnTo>
                  <a:pt x="113" y="275"/>
                </a:lnTo>
                <a:lnTo>
                  <a:pt x="113" y="273"/>
                </a:lnTo>
                <a:lnTo>
                  <a:pt x="116" y="273"/>
                </a:lnTo>
                <a:lnTo>
                  <a:pt x="116" y="271"/>
                </a:lnTo>
                <a:lnTo>
                  <a:pt x="118" y="271"/>
                </a:lnTo>
                <a:lnTo>
                  <a:pt x="118" y="273"/>
                </a:lnTo>
                <a:lnTo>
                  <a:pt x="118" y="273"/>
                </a:lnTo>
                <a:lnTo>
                  <a:pt x="118" y="273"/>
                </a:lnTo>
                <a:lnTo>
                  <a:pt x="118" y="273"/>
                </a:lnTo>
                <a:lnTo>
                  <a:pt x="118" y="275"/>
                </a:lnTo>
                <a:lnTo>
                  <a:pt x="120" y="275"/>
                </a:lnTo>
                <a:lnTo>
                  <a:pt x="120" y="275"/>
                </a:lnTo>
                <a:lnTo>
                  <a:pt x="123" y="275"/>
                </a:lnTo>
                <a:lnTo>
                  <a:pt x="123" y="278"/>
                </a:lnTo>
                <a:lnTo>
                  <a:pt x="125" y="278"/>
                </a:lnTo>
                <a:lnTo>
                  <a:pt x="125" y="278"/>
                </a:lnTo>
                <a:lnTo>
                  <a:pt x="127" y="278"/>
                </a:lnTo>
                <a:lnTo>
                  <a:pt x="127" y="278"/>
                </a:lnTo>
                <a:lnTo>
                  <a:pt x="130" y="278"/>
                </a:lnTo>
                <a:lnTo>
                  <a:pt x="130" y="280"/>
                </a:lnTo>
                <a:lnTo>
                  <a:pt x="134" y="280"/>
                </a:lnTo>
                <a:lnTo>
                  <a:pt x="134" y="280"/>
                </a:lnTo>
                <a:lnTo>
                  <a:pt x="137" y="280"/>
                </a:lnTo>
                <a:lnTo>
                  <a:pt x="137" y="278"/>
                </a:lnTo>
                <a:lnTo>
                  <a:pt x="137" y="278"/>
                </a:lnTo>
                <a:lnTo>
                  <a:pt x="137" y="278"/>
                </a:lnTo>
                <a:lnTo>
                  <a:pt x="139" y="278"/>
                </a:lnTo>
                <a:lnTo>
                  <a:pt x="139" y="280"/>
                </a:lnTo>
                <a:lnTo>
                  <a:pt x="139" y="280"/>
                </a:lnTo>
                <a:lnTo>
                  <a:pt x="139" y="280"/>
                </a:lnTo>
                <a:lnTo>
                  <a:pt x="149" y="280"/>
                </a:lnTo>
                <a:lnTo>
                  <a:pt x="149" y="282"/>
                </a:lnTo>
                <a:lnTo>
                  <a:pt x="151" y="282"/>
                </a:lnTo>
                <a:lnTo>
                  <a:pt x="151" y="282"/>
                </a:lnTo>
                <a:lnTo>
                  <a:pt x="151" y="282"/>
                </a:lnTo>
                <a:lnTo>
                  <a:pt x="151" y="285"/>
                </a:lnTo>
                <a:lnTo>
                  <a:pt x="153" y="285"/>
                </a:lnTo>
                <a:lnTo>
                  <a:pt x="153" y="285"/>
                </a:lnTo>
                <a:lnTo>
                  <a:pt x="156" y="285"/>
                </a:lnTo>
                <a:lnTo>
                  <a:pt x="156" y="285"/>
                </a:lnTo>
                <a:lnTo>
                  <a:pt x="158" y="285"/>
                </a:lnTo>
                <a:lnTo>
                  <a:pt x="158" y="282"/>
                </a:lnTo>
                <a:lnTo>
                  <a:pt x="163" y="282"/>
                </a:lnTo>
                <a:lnTo>
                  <a:pt x="163" y="285"/>
                </a:lnTo>
                <a:lnTo>
                  <a:pt x="165" y="285"/>
                </a:lnTo>
                <a:lnTo>
                  <a:pt x="165" y="285"/>
                </a:lnTo>
                <a:lnTo>
                  <a:pt x="168" y="285"/>
                </a:lnTo>
                <a:lnTo>
                  <a:pt x="168" y="287"/>
                </a:lnTo>
                <a:lnTo>
                  <a:pt x="172" y="287"/>
                </a:lnTo>
                <a:lnTo>
                  <a:pt x="172" y="287"/>
                </a:lnTo>
                <a:lnTo>
                  <a:pt x="177" y="287"/>
                </a:lnTo>
                <a:lnTo>
                  <a:pt x="177" y="290"/>
                </a:lnTo>
                <a:lnTo>
                  <a:pt x="187" y="290"/>
                </a:lnTo>
                <a:lnTo>
                  <a:pt x="187" y="290"/>
                </a:lnTo>
                <a:lnTo>
                  <a:pt x="196" y="290"/>
                </a:lnTo>
                <a:lnTo>
                  <a:pt x="196" y="292"/>
                </a:lnTo>
                <a:lnTo>
                  <a:pt x="208" y="292"/>
                </a:lnTo>
                <a:lnTo>
                  <a:pt x="208" y="292"/>
                </a:lnTo>
                <a:lnTo>
                  <a:pt x="213" y="292"/>
                </a:lnTo>
                <a:lnTo>
                  <a:pt x="213" y="294"/>
                </a:lnTo>
                <a:lnTo>
                  <a:pt x="217" y="294"/>
                </a:lnTo>
                <a:lnTo>
                  <a:pt x="217" y="294"/>
                </a:lnTo>
                <a:lnTo>
                  <a:pt x="220" y="294"/>
                </a:lnTo>
                <a:lnTo>
                  <a:pt x="220" y="297"/>
                </a:lnTo>
                <a:lnTo>
                  <a:pt x="227" y="297"/>
                </a:lnTo>
                <a:lnTo>
                  <a:pt x="227" y="297"/>
                </a:lnTo>
                <a:lnTo>
                  <a:pt x="248" y="297"/>
                </a:lnTo>
                <a:lnTo>
                  <a:pt x="248" y="297"/>
                </a:lnTo>
                <a:lnTo>
                  <a:pt x="255" y="297"/>
                </a:lnTo>
                <a:lnTo>
                  <a:pt x="255" y="294"/>
                </a:lnTo>
                <a:lnTo>
                  <a:pt x="260" y="294"/>
                </a:lnTo>
                <a:lnTo>
                  <a:pt x="260" y="294"/>
                </a:lnTo>
                <a:lnTo>
                  <a:pt x="267" y="294"/>
                </a:lnTo>
                <a:lnTo>
                  <a:pt x="267" y="292"/>
                </a:lnTo>
                <a:lnTo>
                  <a:pt x="272" y="292"/>
                </a:lnTo>
                <a:lnTo>
                  <a:pt x="272" y="292"/>
                </a:lnTo>
                <a:lnTo>
                  <a:pt x="274" y="292"/>
                </a:lnTo>
                <a:lnTo>
                  <a:pt x="274" y="290"/>
                </a:lnTo>
                <a:lnTo>
                  <a:pt x="277" y="290"/>
                </a:lnTo>
                <a:lnTo>
                  <a:pt x="277" y="290"/>
                </a:lnTo>
                <a:lnTo>
                  <a:pt x="279" y="290"/>
                </a:lnTo>
                <a:lnTo>
                  <a:pt x="279" y="287"/>
                </a:lnTo>
                <a:lnTo>
                  <a:pt x="284" y="287"/>
                </a:lnTo>
                <a:lnTo>
                  <a:pt x="284" y="287"/>
                </a:lnTo>
                <a:lnTo>
                  <a:pt x="286" y="287"/>
                </a:lnTo>
                <a:lnTo>
                  <a:pt x="286" y="287"/>
                </a:lnTo>
                <a:lnTo>
                  <a:pt x="286" y="287"/>
                </a:lnTo>
                <a:lnTo>
                  <a:pt x="286" y="285"/>
                </a:lnTo>
                <a:lnTo>
                  <a:pt x="286" y="285"/>
                </a:lnTo>
                <a:lnTo>
                  <a:pt x="286" y="287"/>
                </a:lnTo>
                <a:lnTo>
                  <a:pt x="288" y="287"/>
                </a:lnTo>
                <a:lnTo>
                  <a:pt x="288" y="285"/>
                </a:lnTo>
                <a:lnTo>
                  <a:pt x="288" y="285"/>
                </a:lnTo>
                <a:lnTo>
                  <a:pt x="288" y="282"/>
                </a:lnTo>
                <a:lnTo>
                  <a:pt x="291" y="282"/>
                </a:lnTo>
                <a:lnTo>
                  <a:pt x="291" y="282"/>
                </a:lnTo>
                <a:lnTo>
                  <a:pt x="293" y="282"/>
                </a:lnTo>
                <a:lnTo>
                  <a:pt x="293" y="280"/>
                </a:lnTo>
                <a:lnTo>
                  <a:pt x="293" y="280"/>
                </a:lnTo>
                <a:lnTo>
                  <a:pt x="293" y="280"/>
                </a:lnTo>
                <a:lnTo>
                  <a:pt x="298" y="280"/>
                </a:lnTo>
                <a:lnTo>
                  <a:pt x="298" y="278"/>
                </a:lnTo>
                <a:lnTo>
                  <a:pt x="298" y="278"/>
                </a:lnTo>
                <a:lnTo>
                  <a:pt x="298" y="278"/>
                </a:lnTo>
                <a:lnTo>
                  <a:pt x="300" y="278"/>
                </a:lnTo>
                <a:lnTo>
                  <a:pt x="300" y="275"/>
                </a:lnTo>
                <a:lnTo>
                  <a:pt x="300" y="275"/>
                </a:lnTo>
                <a:lnTo>
                  <a:pt x="300" y="273"/>
                </a:lnTo>
                <a:lnTo>
                  <a:pt x="303" y="273"/>
                </a:lnTo>
                <a:lnTo>
                  <a:pt x="303" y="271"/>
                </a:lnTo>
                <a:lnTo>
                  <a:pt x="303" y="271"/>
                </a:lnTo>
                <a:lnTo>
                  <a:pt x="303" y="268"/>
                </a:lnTo>
                <a:lnTo>
                  <a:pt x="300" y="268"/>
                </a:lnTo>
                <a:lnTo>
                  <a:pt x="300" y="268"/>
                </a:lnTo>
                <a:lnTo>
                  <a:pt x="303" y="268"/>
                </a:lnTo>
                <a:lnTo>
                  <a:pt x="303" y="268"/>
                </a:lnTo>
                <a:lnTo>
                  <a:pt x="300" y="268"/>
                </a:lnTo>
                <a:lnTo>
                  <a:pt x="300" y="266"/>
                </a:lnTo>
                <a:lnTo>
                  <a:pt x="298" y="266"/>
                </a:lnTo>
                <a:lnTo>
                  <a:pt x="298" y="261"/>
                </a:lnTo>
                <a:lnTo>
                  <a:pt x="295" y="261"/>
                </a:lnTo>
                <a:lnTo>
                  <a:pt x="295" y="259"/>
                </a:lnTo>
                <a:lnTo>
                  <a:pt x="295" y="259"/>
                </a:lnTo>
                <a:lnTo>
                  <a:pt x="295" y="256"/>
                </a:lnTo>
                <a:lnTo>
                  <a:pt x="295" y="256"/>
                </a:lnTo>
                <a:lnTo>
                  <a:pt x="295" y="254"/>
                </a:lnTo>
                <a:lnTo>
                  <a:pt x="293" y="254"/>
                </a:lnTo>
                <a:lnTo>
                  <a:pt x="293" y="254"/>
                </a:lnTo>
                <a:lnTo>
                  <a:pt x="288" y="254"/>
                </a:lnTo>
                <a:lnTo>
                  <a:pt x="288" y="252"/>
                </a:lnTo>
                <a:lnTo>
                  <a:pt x="288" y="252"/>
                </a:lnTo>
                <a:lnTo>
                  <a:pt x="288" y="252"/>
                </a:lnTo>
                <a:lnTo>
                  <a:pt x="281" y="252"/>
                </a:lnTo>
                <a:lnTo>
                  <a:pt x="281" y="252"/>
                </a:lnTo>
                <a:lnTo>
                  <a:pt x="281" y="252"/>
                </a:lnTo>
                <a:lnTo>
                  <a:pt x="281" y="249"/>
                </a:lnTo>
                <a:lnTo>
                  <a:pt x="279" y="249"/>
                </a:lnTo>
                <a:lnTo>
                  <a:pt x="279" y="249"/>
                </a:lnTo>
                <a:lnTo>
                  <a:pt x="274" y="249"/>
                </a:lnTo>
                <a:lnTo>
                  <a:pt x="274" y="247"/>
                </a:lnTo>
                <a:lnTo>
                  <a:pt x="272" y="247"/>
                </a:lnTo>
                <a:lnTo>
                  <a:pt x="272" y="247"/>
                </a:lnTo>
                <a:lnTo>
                  <a:pt x="272" y="247"/>
                </a:lnTo>
                <a:lnTo>
                  <a:pt x="272" y="245"/>
                </a:lnTo>
                <a:lnTo>
                  <a:pt x="272" y="245"/>
                </a:lnTo>
                <a:lnTo>
                  <a:pt x="272" y="245"/>
                </a:lnTo>
                <a:lnTo>
                  <a:pt x="269" y="245"/>
                </a:lnTo>
                <a:lnTo>
                  <a:pt x="269" y="242"/>
                </a:lnTo>
                <a:lnTo>
                  <a:pt x="267" y="242"/>
                </a:lnTo>
                <a:lnTo>
                  <a:pt x="267" y="245"/>
                </a:lnTo>
                <a:lnTo>
                  <a:pt x="267" y="245"/>
                </a:lnTo>
                <a:lnTo>
                  <a:pt x="267" y="245"/>
                </a:lnTo>
                <a:lnTo>
                  <a:pt x="267" y="245"/>
                </a:lnTo>
                <a:lnTo>
                  <a:pt x="267" y="247"/>
                </a:lnTo>
                <a:lnTo>
                  <a:pt x="267" y="247"/>
                </a:lnTo>
                <a:lnTo>
                  <a:pt x="267" y="245"/>
                </a:lnTo>
                <a:lnTo>
                  <a:pt x="262" y="245"/>
                </a:lnTo>
                <a:lnTo>
                  <a:pt x="262" y="245"/>
                </a:lnTo>
                <a:lnTo>
                  <a:pt x="258" y="245"/>
                </a:lnTo>
                <a:lnTo>
                  <a:pt x="258" y="242"/>
                </a:lnTo>
                <a:lnTo>
                  <a:pt x="255" y="242"/>
                </a:lnTo>
                <a:lnTo>
                  <a:pt x="255" y="242"/>
                </a:lnTo>
                <a:lnTo>
                  <a:pt x="253" y="242"/>
                </a:lnTo>
                <a:lnTo>
                  <a:pt x="253" y="240"/>
                </a:lnTo>
                <a:lnTo>
                  <a:pt x="250" y="240"/>
                </a:lnTo>
                <a:lnTo>
                  <a:pt x="250" y="240"/>
                </a:lnTo>
                <a:lnTo>
                  <a:pt x="250" y="240"/>
                </a:lnTo>
                <a:lnTo>
                  <a:pt x="250" y="237"/>
                </a:lnTo>
                <a:lnTo>
                  <a:pt x="246" y="237"/>
                </a:lnTo>
                <a:lnTo>
                  <a:pt x="246" y="237"/>
                </a:lnTo>
                <a:lnTo>
                  <a:pt x="241" y="237"/>
                </a:lnTo>
                <a:lnTo>
                  <a:pt x="241" y="237"/>
                </a:lnTo>
                <a:lnTo>
                  <a:pt x="236" y="237"/>
                </a:lnTo>
                <a:lnTo>
                  <a:pt x="236" y="235"/>
                </a:lnTo>
                <a:lnTo>
                  <a:pt x="234" y="235"/>
                </a:lnTo>
                <a:lnTo>
                  <a:pt x="234" y="235"/>
                </a:lnTo>
                <a:lnTo>
                  <a:pt x="232" y="235"/>
                </a:lnTo>
                <a:lnTo>
                  <a:pt x="232" y="233"/>
                </a:lnTo>
                <a:lnTo>
                  <a:pt x="232" y="233"/>
                </a:lnTo>
                <a:lnTo>
                  <a:pt x="232" y="233"/>
                </a:lnTo>
                <a:lnTo>
                  <a:pt x="229" y="233"/>
                </a:lnTo>
                <a:lnTo>
                  <a:pt x="229" y="230"/>
                </a:lnTo>
                <a:lnTo>
                  <a:pt x="227" y="230"/>
                </a:lnTo>
                <a:lnTo>
                  <a:pt x="227" y="230"/>
                </a:lnTo>
                <a:lnTo>
                  <a:pt x="224" y="230"/>
                </a:lnTo>
                <a:lnTo>
                  <a:pt x="224" y="228"/>
                </a:lnTo>
                <a:lnTo>
                  <a:pt x="222" y="228"/>
                </a:lnTo>
                <a:lnTo>
                  <a:pt x="222" y="228"/>
                </a:lnTo>
                <a:lnTo>
                  <a:pt x="220" y="228"/>
                </a:lnTo>
                <a:lnTo>
                  <a:pt x="220" y="228"/>
                </a:lnTo>
                <a:lnTo>
                  <a:pt x="217" y="228"/>
                </a:lnTo>
                <a:lnTo>
                  <a:pt x="217" y="226"/>
                </a:lnTo>
                <a:lnTo>
                  <a:pt x="213" y="226"/>
                </a:lnTo>
                <a:lnTo>
                  <a:pt x="213" y="226"/>
                </a:lnTo>
                <a:lnTo>
                  <a:pt x="208" y="226"/>
                </a:lnTo>
                <a:lnTo>
                  <a:pt x="208" y="223"/>
                </a:lnTo>
                <a:lnTo>
                  <a:pt x="206" y="223"/>
                </a:lnTo>
                <a:lnTo>
                  <a:pt x="206" y="223"/>
                </a:lnTo>
                <a:lnTo>
                  <a:pt x="203" y="223"/>
                </a:lnTo>
                <a:lnTo>
                  <a:pt x="203" y="221"/>
                </a:lnTo>
                <a:lnTo>
                  <a:pt x="201" y="221"/>
                </a:lnTo>
                <a:lnTo>
                  <a:pt x="201" y="221"/>
                </a:lnTo>
                <a:lnTo>
                  <a:pt x="196" y="221"/>
                </a:lnTo>
                <a:lnTo>
                  <a:pt x="196" y="218"/>
                </a:lnTo>
                <a:lnTo>
                  <a:pt x="194" y="218"/>
                </a:lnTo>
                <a:lnTo>
                  <a:pt x="194" y="218"/>
                </a:lnTo>
                <a:lnTo>
                  <a:pt x="189" y="218"/>
                </a:lnTo>
                <a:lnTo>
                  <a:pt x="189" y="218"/>
                </a:lnTo>
                <a:lnTo>
                  <a:pt x="184" y="218"/>
                </a:lnTo>
                <a:lnTo>
                  <a:pt x="184" y="216"/>
                </a:lnTo>
                <a:lnTo>
                  <a:pt x="177" y="216"/>
                </a:lnTo>
                <a:lnTo>
                  <a:pt x="177" y="216"/>
                </a:lnTo>
                <a:lnTo>
                  <a:pt x="168" y="216"/>
                </a:lnTo>
                <a:lnTo>
                  <a:pt x="168" y="216"/>
                </a:lnTo>
                <a:lnTo>
                  <a:pt x="165" y="216"/>
                </a:lnTo>
                <a:lnTo>
                  <a:pt x="165" y="216"/>
                </a:lnTo>
                <a:lnTo>
                  <a:pt x="161" y="216"/>
                </a:lnTo>
                <a:lnTo>
                  <a:pt x="161" y="214"/>
                </a:lnTo>
                <a:lnTo>
                  <a:pt x="158" y="214"/>
                </a:lnTo>
                <a:lnTo>
                  <a:pt x="158" y="216"/>
                </a:lnTo>
                <a:lnTo>
                  <a:pt x="156" y="216"/>
                </a:lnTo>
                <a:lnTo>
                  <a:pt x="156" y="214"/>
                </a:lnTo>
                <a:lnTo>
                  <a:pt x="153" y="214"/>
                </a:lnTo>
                <a:lnTo>
                  <a:pt x="153" y="211"/>
                </a:lnTo>
                <a:lnTo>
                  <a:pt x="149" y="211"/>
                </a:lnTo>
                <a:lnTo>
                  <a:pt x="149" y="211"/>
                </a:lnTo>
                <a:lnTo>
                  <a:pt x="144" y="211"/>
                </a:lnTo>
                <a:lnTo>
                  <a:pt x="144" y="211"/>
                </a:lnTo>
                <a:lnTo>
                  <a:pt x="144" y="211"/>
                </a:lnTo>
                <a:lnTo>
                  <a:pt x="144" y="214"/>
                </a:lnTo>
                <a:lnTo>
                  <a:pt x="139" y="214"/>
                </a:lnTo>
                <a:lnTo>
                  <a:pt x="139" y="214"/>
                </a:lnTo>
                <a:lnTo>
                  <a:pt x="139" y="214"/>
                </a:lnTo>
                <a:lnTo>
                  <a:pt x="139" y="214"/>
                </a:lnTo>
                <a:lnTo>
                  <a:pt x="134" y="214"/>
                </a:lnTo>
                <a:lnTo>
                  <a:pt x="134" y="214"/>
                </a:lnTo>
                <a:lnTo>
                  <a:pt x="132" y="214"/>
                </a:lnTo>
                <a:lnTo>
                  <a:pt x="132" y="211"/>
                </a:lnTo>
                <a:lnTo>
                  <a:pt x="134" y="211"/>
                </a:lnTo>
                <a:lnTo>
                  <a:pt x="134" y="211"/>
                </a:lnTo>
                <a:lnTo>
                  <a:pt x="132" y="211"/>
                </a:lnTo>
                <a:lnTo>
                  <a:pt x="132" y="209"/>
                </a:lnTo>
                <a:lnTo>
                  <a:pt x="132" y="209"/>
                </a:lnTo>
                <a:lnTo>
                  <a:pt x="132" y="211"/>
                </a:lnTo>
                <a:lnTo>
                  <a:pt x="130" y="211"/>
                </a:lnTo>
                <a:lnTo>
                  <a:pt x="130" y="209"/>
                </a:lnTo>
                <a:lnTo>
                  <a:pt x="120" y="209"/>
                </a:lnTo>
                <a:lnTo>
                  <a:pt x="120" y="209"/>
                </a:lnTo>
                <a:lnTo>
                  <a:pt x="120" y="209"/>
                </a:lnTo>
                <a:lnTo>
                  <a:pt x="120" y="209"/>
                </a:lnTo>
                <a:lnTo>
                  <a:pt x="120" y="209"/>
                </a:lnTo>
                <a:lnTo>
                  <a:pt x="120" y="209"/>
                </a:lnTo>
                <a:lnTo>
                  <a:pt x="113" y="209"/>
                </a:lnTo>
                <a:lnTo>
                  <a:pt x="113" y="209"/>
                </a:lnTo>
                <a:lnTo>
                  <a:pt x="111" y="209"/>
                </a:lnTo>
                <a:lnTo>
                  <a:pt x="111" y="207"/>
                </a:lnTo>
                <a:lnTo>
                  <a:pt x="113" y="207"/>
                </a:lnTo>
                <a:lnTo>
                  <a:pt x="113" y="209"/>
                </a:lnTo>
                <a:lnTo>
                  <a:pt x="123" y="209"/>
                </a:lnTo>
                <a:lnTo>
                  <a:pt x="123" y="207"/>
                </a:lnTo>
                <a:lnTo>
                  <a:pt x="125" y="207"/>
                </a:lnTo>
                <a:lnTo>
                  <a:pt x="125" y="207"/>
                </a:lnTo>
                <a:lnTo>
                  <a:pt x="125" y="207"/>
                </a:lnTo>
                <a:lnTo>
                  <a:pt x="125" y="202"/>
                </a:lnTo>
                <a:lnTo>
                  <a:pt x="123" y="202"/>
                </a:lnTo>
                <a:lnTo>
                  <a:pt x="123" y="202"/>
                </a:lnTo>
                <a:lnTo>
                  <a:pt x="113" y="202"/>
                </a:lnTo>
                <a:lnTo>
                  <a:pt x="113" y="200"/>
                </a:lnTo>
                <a:lnTo>
                  <a:pt x="111" y="200"/>
                </a:lnTo>
                <a:lnTo>
                  <a:pt x="111" y="200"/>
                </a:lnTo>
                <a:lnTo>
                  <a:pt x="108" y="200"/>
                </a:lnTo>
                <a:lnTo>
                  <a:pt x="108" y="200"/>
                </a:lnTo>
                <a:lnTo>
                  <a:pt x="106" y="200"/>
                </a:lnTo>
                <a:lnTo>
                  <a:pt x="106" y="197"/>
                </a:lnTo>
                <a:lnTo>
                  <a:pt x="99" y="197"/>
                </a:lnTo>
                <a:lnTo>
                  <a:pt x="99" y="200"/>
                </a:lnTo>
                <a:lnTo>
                  <a:pt x="99" y="200"/>
                </a:lnTo>
                <a:lnTo>
                  <a:pt x="99" y="200"/>
                </a:lnTo>
                <a:lnTo>
                  <a:pt x="94" y="200"/>
                </a:lnTo>
                <a:lnTo>
                  <a:pt x="94" y="202"/>
                </a:lnTo>
                <a:lnTo>
                  <a:pt x="94" y="202"/>
                </a:lnTo>
                <a:lnTo>
                  <a:pt x="94" y="204"/>
                </a:lnTo>
                <a:lnTo>
                  <a:pt x="90" y="204"/>
                </a:lnTo>
                <a:lnTo>
                  <a:pt x="90" y="202"/>
                </a:lnTo>
                <a:lnTo>
                  <a:pt x="85" y="202"/>
                </a:lnTo>
                <a:lnTo>
                  <a:pt x="85" y="202"/>
                </a:lnTo>
                <a:lnTo>
                  <a:pt x="75" y="202"/>
                </a:lnTo>
                <a:lnTo>
                  <a:pt x="75" y="202"/>
                </a:lnTo>
                <a:lnTo>
                  <a:pt x="78" y="202"/>
                </a:lnTo>
                <a:lnTo>
                  <a:pt x="78" y="204"/>
                </a:lnTo>
                <a:lnTo>
                  <a:pt x="78" y="204"/>
                </a:lnTo>
                <a:lnTo>
                  <a:pt x="78" y="207"/>
                </a:lnTo>
                <a:lnTo>
                  <a:pt x="78" y="207"/>
                </a:lnTo>
                <a:lnTo>
                  <a:pt x="78" y="207"/>
                </a:lnTo>
                <a:lnTo>
                  <a:pt x="78" y="207"/>
                </a:lnTo>
                <a:lnTo>
                  <a:pt x="78" y="209"/>
                </a:lnTo>
                <a:lnTo>
                  <a:pt x="68" y="209"/>
                </a:lnTo>
                <a:lnTo>
                  <a:pt x="68" y="207"/>
                </a:lnTo>
                <a:lnTo>
                  <a:pt x="66" y="207"/>
                </a:lnTo>
                <a:lnTo>
                  <a:pt x="66" y="207"/>
                </a:lnTo>
                <a:lnTo>
                  <a:pt x="63" y="207"/>
                </a:lnTo>
                <a:lnTo>
                  <a:pt x="63" y="204"/>
                </a:lnTo>
                <a:lnTo>
                  <a:pt x="61" y="204"/>
                </a:lnTo>
                <a:lnTo>
                  <a:pt x="61" y="207"/>
                </a:lnTo>
                <a:lnTo>
                  <a:pt x="61" y="207"/>
                </a:lnTo>
                <a:lnTo>
                  <a:pt x="61" y="209"/>
                </a:lnTo>
                <a:lnTo>
                  <a:pt x="61" y="209"/>
                </a:lnTo>
                <a:lnTo>
                  <a:pt x="61" y="209"/>
                </a:lnTo>
                <a:lnTo>
                  <a:pt x="59" y="209"/>
                </a:lnTo>
                <a:lnTo>
                  <a:pt x="59" y="211"/>
                </a:lnTo>
                <a:lnTo>
                  <a:pt x="52" y="211"/>
                </a:lnTo>
                <a:lnTo>
                  <a:pt x="52" y="211"/>
                </a:lnTo>
                <a:lnTo>
                  <a:pt x="52" y="211"/>
                </a:lnTo>
                <a:lnTo>
                  <a:pt x="52" y="214"/>
                </a:lnTo>
                <a:lnTo>
                  <a:pt x="45" y="214"/>
                </a:lnTo>
                <a:lnTo>
                  <a:pt x="45" y="214"/>
                </a:lnTo>
                <a:lnTo>
                  <a:pt x="42" y="214"/>
                </a:lnTo>
                <a:lnTo>
                  <a:pt x="42" y="218"/>
                </a:lnTo>
                <a:lnTo>
                  <a:pt x="42" y="218"/>
                </a:lnTo>
                <a:lnTo>
                  <a:pt x="42" y="218"/>
                </a:lnTo>
                <a:lnTo>
                  <a:pt x="40" y="218"/>
                </a:lnTo>
                <a:lnTo>
                  <a:pt x="40" y="218"/>
                </a:lnTo>
                <a:lnTo>
                  <a:pt x="40" y="218"/>
                </a:lnTo>
                <a:lnTo>
                  <a:pt x="40" y="221"/>
                </a:lnTo>
                <a:lnTo>
                  <a:pt x="33" y="221"/>
                </a:lnTo>
                <a:lnTo>
                  <a:pt x="33" y="221"/>
                </a:lnTo>
                <a:lnTo>
                  <a:pt x="28" y="221"/>
                </a:lnTo>
                <a:lnTo>
                  <a:pt x="28" y="223"/>
                </a:lnTo>
                <a:lnTo>
                  <a:pt x="26" y="223"/>
                </a:lnTo>
                <a:lnTo>
                  <a:pt x="26" y="223"/>
                </a:lnTo>
                <a:lnTo>
                  <a:pt x="26" y="223"/>
                </a:lnTo>
                <a:lnTo>
                  <a:pt x="26" y="226"/>
                </a:lnTo>
                <a:lnTo>
                  <a:pt x="33" y="226"/>
                </a:lnTo>
                <a:lnTo>
                  <a:pt x="33" y="226"/>
                </a:lnTo>
                <a:lnTo>
                  <a:pt x="30" y="226"/>
                </a:lnTo>
                <a:lnTo>
                  <a:pt x="30" y="228"/>
                </a:lnTo>
                <a:lnTo>
                  <a:pt x="30" y="228"/>
                </a:lnTo>
                <a:lnTo>
                  <a:pt x="30" y="228"/>
                </a:lnTo>
                <a:lnTo>
                  <a:pt x="28" y="228"/>
                </a:lnTo>
                <a:lnTo>
                  <a:pt x="28" y="230"/>
                </a:lnTo>
                <a:lnTo>
                  <a:pt x="28" y="230"/>
                </a:lnTo>
                <a:lnTo>
                  <a:pt x="28" y="230"/>
                </a:lnTo>
                <a:lnTo>
                  <a:pt x="26" y="230"/>
                </a:lnTo>
                <a:lnTo>
                  <a:pt x="26" y="233"/>
                </a:lnTo>
                <a:lnTo>
                  <a:pt x="26" y="233"/>
                </a:lnTo>
                <a:lnTo>
                  <a:pt x="26" y="235"/>
                </a:lnTo>
                <a:lnTo>
                  <a:pt x="26" y="235"/>
                </a:lnTo>
                <a:lnTo>
                  <a:pt x="26" y="237"/>
                </a:lnTo>
                <a:lnTo>
                  <a:pt x="26" y="237"/>
                </a:lnTo>
                <a:lnTo>
                  <a:pt x="26" y="237"/>
                </a:lnTo>
                <a:lnTo>
                  <a:pt x="28" y="237"/>
                </a:lnTo>
                <a:lnTo>
                  <a:pt x="28" y="240"/>
                </a:lnTo>
                <a:lnTo>
                  <a:pt x="28" y="240"/>
                </a:lnTo>
                <a:lnTo>
                  <a:pt x="28" y="242"/>
                </a:lnTo>
                <a:lnTo>
                  <a:pt x="30" y="242"/>
                </a:lnTo>
                <a:lnTo>
                  <a:pt x="30" y="242"/>
                </a:lnTo>
                <a:lnTo>
                  <a:pt x="35" y="242"/>
                </a:lnTo>
                <a:lnTo>
                  <a:pt x="35" y="245"/>
                </a:lnTo>
                <a:lnTo>
                  <a:pt x="40" y="245"/>
                </a:lnTo>
                <a:lnTo>
                  <a:pt x="40" y="245"/>
                </a:lnTo>
                <a:lnTo>
                  <a:pt x="45" y="245"/>
                </a:lnTo>
                <a:lnTo>
                  <a:pt x="45" y="247"/>
                </a:lnTo>
                <a:lnTo>
                  <a:pt x="45" y="247"/>
                </a:lnTo>
                <a:lnTo>
                  <a:pt x="45" y="247"/>
                </a:lnTo>
                <a:lnTo>
                  <a:pt x="47" y="247"/>
                </a:lnTo>
                <a:lnTo>
                  <a:pt x="47" y="249"/>
                </a:lnTo>
                <a:lnTo>
                  <a:pt x="47" y="249"/>
                </a:lnTo>
                <a:lnTo>
                  <a:pt x="47" y="249"/>
                </a:lnTo>
                <a:lnTo>
                  <a:pt x="47" y="249"/>
                </a:lnTo>
                <a:lnTo>
                  <a:pt x="47" y="249"/>
                </a:lnTo>
                <a:lnTo>
                  <a:pt x="49" y="249"/>
                </a:lnTo>
                <a:lnTo>
                  <a:pt x="49" y="252"/>
                </a:lnTo>
                <a:lnTo>
                  <a:pt x="52" y="252"/>
                </a:lnTo>
                <a:lnTo>
                  <a:pt x="52" y="252"/>
                </a:lnTo>
                <a:lnTo>
                  <a:pt x="52" y="252"/>
                </a:lnTo>
                <a:lnTo>
                  <a:pt x="52" y="254"/>
                </a:lnTo>
                <a:lnTo>
                  <a:pt x="54" y="254"/>
                </a:lnTo>
                <a:lnTo>
                  <a:pt x="54" y="254"/>
                </a:lnTo>
                <a:lnTo>
                  <a:pt x="59" y="254"/>
                </a:lnTo>
                <a:lnTo>
                  <a:pt x="59" y="256"/>
                </a:lnTo>
                <a:lnTo>
                  <a:pt x="56" y="256"/>
                </a:lnTo>
                <a:lnTo>
                  <a:pt x="56" y="259"/>
                </a:lnTo>
                <a:lnTo>
                  <a:pt x="56" y="259"/>
                </a:lnTo>
                <a:lnTo>
                  <a:pt x="56" y="259"/>
                </a:lnTo>
                <a:lnTo>
                  <a:pt x="54" y="259"/>
                </a:lnTo>
                <a:lnTo>
                  <a:pt x="54" y="261"/>
                </a:lnTo>
                <a:lnTo>
                  <a:pt x="54" y="261"/>
                </a:lnTo>
                <a:lnTo>
                  <a:pt x="54" y="261"/>
                </a:lnTo>
                <a:lnTo>
                  <a:pt x="52" y="261"/>
                </a:lnTo>
                <a:lnTo>
                  <a:pt x="52" y="263"/>
                </a:lnTo>
                <a:lnTo>
                  <a:pt x="49" y="263"/>
                </a:lnTo>
                <a:lnTo>
                  <a:pt x="49" y="263"/>
                </a:lnTo>
                <a:lnTo>
                  <a:pt x="47" y="263"/>
                </a:lnTo>
                <a:lnTo>
                  <a:pt x="47" y="266"/>
                </a:lnTo>
                <a:lnTo>
                  <a:pt x="47" y="266"/>
                </a:lnTo>
                <a:lnTo>
                  <a:pt x="47" y="266"/>
                </a:lnTo>
                <a:lnTo>
                  <a:pt x="47" y="266"/>
                </a:lnTo>
                <a:lnTo>
                  <a:pt x="47" y="268"/>
                </a:lnTo>
                <a:lnTo>
                  <a:pt x="45" y="268"/>
                </a:lnTo>
                <a:lnTo>
                  <a:pt x="45" y="268"/>
                </a:lnTo>
                <a:lnTo>
                  <a:pt x="42" y="268"/>
                </a:lnTo>
                <a:lnTo>
                  <a:pt x="42" y="268"/>
                </a:lnTo>
                <a:lnTo>
                  <a:pt x="42" y="268"/>
                </a:lnTo>
                <a:lnTo>
                  <a:pt x="42" y="271"/>
                </a:lnTo>
                <a:lnTo>
                  <a:pt x="40" y="271"/>
                </a:lnTo>
                <a:lnTo>
                  <a:pt x="40" y="271"/>
                </a:lnTo>
                <a:lnTo>
                  <a:pt x="40" y="271"/>
                </a:lnTo>
                <a:lnTo>
                  <a:pt x="40" y="273"/>
                </a:lnTo>
                <a:lnTo>
                  <a:pt x="37" y="273"/>
                </a:lnTo>
                <a:lnTo>
                  <a:pt x="37" y="275"/>
                </a:lnTo>
                <a:lnTo>
                  <a:pt x="37" y="275"/>
                </a:lnTo>
                <a:lnTo>
                  <a:pt x="37" y="278"/>
                </a:lnTo>
                <a:lnTo>
                  <a:pt x="40" y="278"/>
                </a:lnTo>
                <a:lnTo>
                  <a:pt x="40" y="278"/>
                </a:lnTo>
                <a:lnTo>
                  <a:pt x="40" y="278"/>
                </a:lnTo>
                <a:lnTo>
                  <a:pt x="40" y="280"/>
                </a:lnTo>
                <a:lnTo>
                  <a:pt x="42" y="280"/>
                </a:lnTo>
                <a:lnTo>
                  <a:pt x="42" y="280"/>
                </a:lnTo>
                <a:lnTo>
                  <a:pt x="45" y="280"/>
                </a:lnTo>
                <a:lnTo>
                  <a:pt x="45" y="282"/>
                </a:lnTo>
                <a:lnTo>
                  <a:pt x="45" y="282"/>
                </a:lnTo>
                <a:lnTo>
                  <a:pt x="45" y="282"/>
                </a:lnTo>
                <a:lnTo>
                  <a:pt x="47" y="282"/>
                </a:lnTo>
                <a:lnTo>
                  <a:pt x="47" y="285"/>
                </a:lnTo>
                <a:lnTo>
                  <a:pt x="47" y="285"/>
                </a:lnTo>
                <a:lnTo>
                  <a:pt x="47" y="285"/>
                </a:lnTo>
                <a:lnTo>
                  <a:pt x="47" y="285"/>
                </a:lnTo>
                <a:lnTo>
                  <a:pt x="47" y="287"/>
                </a:lnTo>
                <a:lnTo>
                  <a:pt x="49" y="287"/>
                </a:lnTo>
                <a:lnTo>
                  <a:pt x="49" y="287"/>
                </a:lnTo>
                <a:lnTo>
                  <a:pt x="49" y="287"/>
                </a:lnTo>
                <a:lnTo>
                  <a:pt x="49" y="290"/>
                </a:lnTo>
                <a:lnTo>
                  <a:pt x="52" y="290"/>
                </a:lnTo>
                <a:lnTo>
                  <a:pt x="52" y="290"/>
                </a:lnTo>
                <a:lnTo>
                  <a:pt x="52" y="290"/>
                </a:lnTo>
                <a:lnTo>
                  <a:pt x="52" y="292"/>
                </a:lnTo>
                <a:lnTo>
                  <a:pt x="52" y="292"/>
                </a:lnTo>
                <a:lnTo>
                  <a:pt x="52" y="292"/>
                </a:lnTo>
                <a:lnTo>
                  <a:pt x="54" y="292"/>
                </a:lnTo>
                <a:lnTo>
                  <a:pt x="54" y="294"/>
                </a:lnTo>
                <a:lnTo>
                  <a:pt x="54" y="294"/>
                </a:lnTo>
                <a:lnTo>
                  <a:pt x="54" y="294"/>
                </a:lnTo>
                <a:lnTo>
                  <a:pt x="56" y="294"/>
                </a:lnTo>
                <a:lnTo>
                  <a:pt x="56" y="297"/>
                </a:lnTo>
                <a:lnTo>
                  <a:pt x="56" y="297"/>
                </a:lnTo>
                <a:lnTo>
                  <a:pt x="56" y="297"/>
                </a:lnTo>
                <a:lnTo>
                  <a:pt x="59" y="297"/>
                </a:lnTo>
                <a:lnTo>
                  <a:pt x="59" y="299"/>
                </a:lnTo>
                <a:lnTo>
                  <a:pt x="59" y="299"/>
                </a:lnTo>
                <a:lnTo>
                  <a:pt x="59" y="299"/>
                </a:lnTo>
                <a:lnTo>
                  <a:pt x="59" y="299"/>
                </a:lnTo>
                <a:lnTo>
                  <a:pt x="59" y="304"/>
                </a:lnTo>
                <a:lnTo>
                  <a:pt x="61" y="304"/>
                </a:lnTo>
                <a:lnTo>
                  <a:pt x="61" y="306"/>
                </a:lnTo>
                <a:lnTo>
                  <a:pt x="59" y="306"/>
                </a:lnTo>
                <a:lnTo>
                  <a:pt x="59" y="306"/>
                </a:lnTo>
                <a:lnTo>
                  <a:pt x="56" y="306"/>
                </a:lnTo>
                <a:lnTo>
                  <a:pt x="56" y="306"/>
                </a:lnTo>
                <a:lnTo>
                  <a:pt x="52" y="306"/>
                </a:lnTo>
                <a:lnTo>
                  <a:pt x="52" y="309"/>
                </a:lnTo>
                <a:lnTo>
                  <a:pt x="54" y="309"/>
                </a:lnTo>
                <a:lnTo>
                  <a:pt x="54" y="309"/>
                </a:lnTo>
                <a:lnTo>
                  <a:pt x="54" y="309"/>
                </a:lnTo>
                <a:lnTo>
                  <a:pt x="54" y="311"/>
                </a:lnTo>
                <a:lnTo>
                  <a:pt x="52" y="311"/>
                </a:lnTo>
                <a:lnTo>
                  <a:pt x="52" y="316"/>
                </a:lnTo>
                <a:lnTo>
                  <a:pt x="52" y="316"/>
                </a:lnTo>
                <a:lnTo>
                  <a:pt x="52" y="316"/>
                </a:lnTo>
                <a:lnTo>
                  <a:pt x="49" y="316"/>
                </a:lnTo>
                <a:lnTo>
                  <a:pt x="49" y="318"/>
                </a:lnTo>
                <a:lnTo>
                  <a:pt x="52" y="318"/>
                </a:lnTo>
                <a:lnTo>
                  <a:pt x="52" y="318"/>
                </a:lnTo>
                <a:lnTo>
                  <a:pt x="54" y="318"/>
                </a:lnTo>
                <a:lnTo>
                  <a:pt x="54" y="318"/>
                </a:lnTo>
                <a:lnTo>
                  <a:pt x="54" y="318"/>
                </a:lnTo>
                <a:lnTo>
                  <a:pt x="54" y="320"/>
                </a:lnTo>
                <a:lnTo>
                  <a:pt x="54" y="320"/>
                </a:lnTo>
                <a:lnTo>
                  <a:pt x="54" y="320"/>
                </a:lnTo>
                <a:lnTo>
                  <a:pt x="49" y="320"/>
                </a:lnTo>
                <a:lnTo>
                  <a:pt x="49" y="323"/>
                </a:lnTo>
                <a:lnTo>
                  <a:pt x="49" y="323"/>
                </a:lnTo>
                <a:lnTo>
                  <a:pt x="49" y="325"/>
                </a:lnTo>
                <a:lnTo>
                  <a:pt x="49" y="325"/>
                </a:lnTo>
                <a:lnTo>
                  <a:pt x="49" y="327"/>
                </a:lnTo>
                <a:lnTo>
                  <a:pt x="52" y="327"/>
                </a:lnTo>
                <a:lnTo>
                  <a:pt x="52" y="327"/>
                </a:lnTo>
                <a:lnTo>
                  <a:pt x="52" y="327"/>
                </a:lnTo>
                <a:lnTo>
                  <a:pt x="52" y="327"/>
                </a:lnTo>
                <a:lnTo>
                  <a:pt x="59" y="327"/>
                </a:lnTo>
                <a:lnTo>
                  <a:pt x="59" y="330"/>
                </a:lnTo>
                <a:lnTo>
                  <a:pt x="59" y="330"/>
                </a:lnTo>
                <a:lnTo>
                  <a:pt x="59" y="330"/>
                </a:lnTo>
                <a:lnTo>
                  <a:pt x="59" y="330"/>
                </a:lnTo>
                <a:lnTo>
                  <a:pt x="59" y="332"/>
                </a:lnTo>
                <a:lnTo>
                  <a:pt x="61" y="332"/>
                </a:lnTo>
                <a:lnTo>
                  <a:pt x="61" y="332"/>
                </a:lnTo>
                <a:lnTo>
                  <a:pt x="59" y="332"/>
                </a:lnTo>
                <a:lnTo>
                  <a:pt x="59" y="335"/>
                </a:lnTo>
                <a:lnTo>
                  <a:pt x="59" y="335"/>
                </a:lnTo>
                <a:lnTo>
                  <a:pt x="59" y="337"/>
                </a:lnTo>
                <a:lnTo>
                  <a:pt x="59" y="337"/>
                </a:lnTo>
                <a:lnTo>
                  <a:pt x="59" y="339"/>
                </a:lnTo>
                <a:lnTo>
                  <a:pt x="61" y="339"/>
                </a:lnTo>
                <a:lnTo>
                  <a:pt x="61" y="339"/>
                </a:lnTo>
                <a:lnTo>
                  <a:pt x="63" y="339"/>
                </a:lnTo>
                <a:lnTo>
                  <a:pt x="63" y="342"/>
                </a:lnTo>
                <a:lnTo>
                  <a:pt x="66" y="342"/>
                </a:lnTo>
                <a:lnTo>
                  <a:pt x="66" y="342"/>
                </a:lnTo>
                <a:lnTo>
                  <a:pt x="68" y="342"/>
                </a:lnTo>
                <a:lnTo>
                  <a:pt x="68" y="344"/>
                </a:lnTo>
                <a:lnTo>
                  <a:pt x="68" y="344"/>
                </a:lnTo>
                <a:lnTo>
                  <a:pt x="68" y="346"/>
                </a:lnTo>
                <a:lnTo>
                  <a:pt x="68" y="346"/>
                </a:lnTo>
                <a:lnTo>
                  <a:pt x="68" y="349"/>
                </a:lnTo>
                <a:lnTo>
                  <a:pt x="66" y="349"/>
                </a:lnTo>
                <a:lnTo>
                  <a:pt x="66" y="349"/>
                </a:lnTo>
                <a:lnTo>
                  <a:pt x="66" y="349"/>
                </a:lnTo>
                <a:lnTo>
                  <a:pt x="66" y="351"/>
                </a:lnTo>
                <a:lnTo>
                  <a:pt x="66" y="351"/>
                </a:lnTo>
                <a:lnTo>
                  <a:pt x="66" y="351"/>
                </a:lnTo>
                <a:lnTo>
                  <a:pt x="63" y="351"/>
                </a:lnTo>
                <a:lnTo>
                  <a:pt x="63" y="354"/>
                </a:lnTo>
                <a:lnTo>
                  <a:pt x="61" y="354"/>
                </a:lnTo>
                <a:lnTo>
                  <a:pt x="61" y="354"/>
                </a:lnTo>
                <a:lnTo>
                  <a:pt x="59" y="354"/>
                </a:lnTo>
                <a:lnTo>
                  <a:pt x="59" y="356"/>
                </a:lnTo>
                <a:lnTo>
                  <a:pt x="59" y="356"/>
                </a:lnTo>
                <a:lnTo>
                  <a:pt x="59" y="356"/>
                </a:lnTo>
                <a:lnTo>
                  <a:pt x="59" y="356"/>
                </a:lnTo>
                <a:lnTo>
                  <a:pt x="59" y="356"/>
                </a:lnTo>
                <a:lnTo>
                  <a:pt x="61" y="356"/>
                </a:lnTo>
                <a:lnTo>
                  <a:pt x="61" y="358"/>
                </a:lnTo>
                <a:lnTo>
                  <a:pt x="63" y="358"/>
                </a:lnTo>
                <a:lnTo>
                  <a:pt x="63" y="358"/>
                </a:lnTo>
                <a:lnTo>
                  <a:pt x="66" y="358"/>
                </a:lnTo>
                <a:lnTo>
                  <a:pt x="66" y="361"/>
                </a:lnTo>
                <a:lnTo>
                  <a:pt x="66" y="361"/>
                </a:lnTo>
                <a:lnTo>
                  <a:pt x="66" y="361"/>
                </a:lnTo>
                <a:lnTo>
                  <a:pt x="68" y="361"/>
                </a:lnTo>
                <a:lnTo>
                  <a:pt x="68" y="363"/>
                </a:lnTo>
                <a:lnTo>
                  <a:pt x="71" y="363"/>
                </a:lnTo>
                <a:lnTo>
                  <a:pt x="71" y="363"/>
                </a:lnTo>
                <a:lnTo>
                  <a:pt x="75" y="363"/>
                </a:lnTo>
                <a:lnTo>
                  <a:pt x="75" y="365"/>
                </a:lnTo>
                <a:lnTo>
                  <a:pt x="78" y="365"/>
                </a:lnTo>
                <a:lnTo>
                  <a:pt x="78" y="365"/>
                </a:lnTo>
                <a:lnTo>
                  <a:pt x="78" y="365"/>
                </a:lnTo>
                <a:lnTo>
                  <a:pt x="78" y="368"/>
                </a:lnTo>
                <a:lnTo>
                  <a:pt x="82" y="368"/>
                </a:lnTo>
                <a:lnTo>
                  <a:pt x="82" y="368"/>
                </a:lnTo>
                <a:lnTo>
                  <a:pt x="85" y="368"/>
                </a:lnTo>
                <a:lnTo>
                  <a:pt x="85" y="368"/>
                </a:lnTo>
                <a:lnTo>
                  <a:pt x="85" y="368"/>
                </a:lnTo>
                <a:lnTo>
                  <a:pt x="85" y="370"/>
                </a:lnTo>
                <a:lnTo>
                  <a:pt x="85" y="370"/>
                </a:lnTo>
                <a:lnTo>
                  <a:pt x="85" y="373"/>
                </a:lnTo>
                <a:lnTo>
                  <a:pt x="87" y="373"/>
                </a:lnTo>
                <a:lnTo>
                  <a:pt x="87" y="373"/>
                </a:lnTo>
                <a:lnTo>
                  <a:pt x="90" y="373"/>
                </a:lnTo>
                <a:lnTo>
                  <a:pt x="90" y="375"/>
                </a:lnTo>
                <a:lnTo>
                  <a:pt x="90" y="375"/>
                </a:lnTo>
                <a:lnTo>
                  <a:pt x="90" y="375"/>
                </a:lnTo>
                <a:lnTo>
                  <a:pt x="92" y="375"/>
                </a:lnTo>
                <a:lnTo>
                  <a:pt x="92" y="377"/>
                </a:lnTo>
                <a:lnTo>
                  <a:pt x="92" y="377"/>
                </a:lnTo>
                <a:lnTo>
                  <a:pt x="92" y="377"/>
                </a:lnTo>
                <a:lnTo>
                  <a:pt x="90" y="377"/>
                </a:lnTo>
                <a:lnTo>
                  <a:pt x="90" y="377"/>
                </a:lnTo>
                <a:lnTo>
                  <a:pt x="90" y="377"/>
                </a:lnTo>
                <a:lnTo>
                  <a:pt x="90" y="380"/>
                </a:lnTo>
                <a:lnTo>
                  <a:pt x="87" y="380"/>
                </a:lnTo>
                <a:lnTo>
                  <a:pt x="87" y="382"/>
                </a:lnTo>
                <a:lnTo>
                  <a:pt x="87" y="382"/>
                </a:lnTo>
                <a:lnTo>
                  <a:pt x="87" y="384"/>
                </a:lnTo>
                <a:lnTo>
                  <a:pt x="87" y="384"/>
                </a:lnTo>
                <a:lnTo>
                  <a:pt x="87" y="384"/>
                </a:lnTo>
                <a:lnTo>
                  <a:pt x="85" y="384"/>
                </a:lnTo>
                <a:lnTo>
                  <a:pt x="85" y="387"/>
                </a:lnTo>
                <a:lnTo>
                  <a:pt x="85" y="387"/>
                </a:lnTo>
                <a:lnTo>
                  <a:pt x="85" y="387"/>
                </a:lnTo>
                <a:lnTo>
                  <a:pt x="82" y="387"/>
                </a:lnTo>
                <a:lnTo>
                  <a:pt x="82" y="387"/>
                </a:lnTo>
                <a:lnTo>
                  <a:pt x="82" y="387"/>
                </a:lnTo>
                <a:lnTo>
                  <a:pt x="82" y="389"/>
                </a:lnTo>
                <a:lnTo>
                  <a:pt x="80" y="389"/>
                </a:lnTo>
                <a:lnTo>
                  <a:pt x="80" y="389"/>
                </a:lnTo>
                <a:lnTo>
                  <a:pt x="78" y="389"/>
                </a:lnTo>
                <a:lnTo>
                  <a:pt x="78" y="391"/>
                </a:lnTo>
                <a:lnTo>
                  <a:pt x="78" y="391"/>
                </a:lnTo>
                <a:lnTo>
                  <a:pt x="78" y="391"/>
                </a:lnTo>
                <a:lnTo>
                  <a:pt x="75" y="391"/>
                </a:lnTo>
                <a:lnTo>
                  <a:pt x="75" y="394"/>
                </a:lnTo>
                <a:lnTo>
                  <a:pt x="73" y="394"/>
                </a:lnTo>
                <a:lnTo>
                  <a:pt x="73" y="394"/>
                </a:lnTo>
                <a:lnTo>
                  <a:pt x="71" y="394"/>
                </a:lnTo>
                <a:lnTo>
                  <a:pt x="71" y="396"/>
                </a:lnTo>
                <a:lnTo>
                  <a:pt x="68" y="396"/>
                </a:lnTo>
                <a:lnTo>
                  <a:pt x="68" y="396"/>
                </a:lnTo>
                <a:lnTo>
                  <a:pt x="68" y="396"/>
                </a:lnTo>
                <a:lnTo>
                  <a:pt x="68" y="399"/>
                </a:lnTo>
                <a:lnTo>
                  <a:pt x="66" y="399"/>
                </a:lnTo>
                <a:lnTo>
                  <a:pt x="66" y="399"/>
                </a:lnTo>
                <a:lnTo>
                  <a:pt x="66" y="399"/>
                </a:lnTo>
                <a:lnTo>
                  <a:pt x="66" y="401"/>
                </a:lnTo>
                <a:lnTo>
                  <a:pt x="63" y="401"/>
                </a:lnTo>
                <a:lnTo>
                  <a:pt x="63" y="401"/>
                </a:lnTo>
                <a:lnTo>
                  <a:pt x="61" y="401"/>
                </a:lnTo>
                <a:lnTo>
                  <a:pt x="61" y="403"/>
                </a:lnTo>
                <a:lnTo>
                  <a:pt x="59" y="403"/>
                </a:lnTo>
                <a:lnTo>
                  <a:pt x="59" y="406"/>
                </a:lnTo>
                <a:lnTo>
                  <a:pt x="59" y="406"/>
                </a:lnTo>
                <a:lnTo>
                  <a:pt x="59" y="406"/>
                </a:lnTo>
                <a:lnTo>
                  <a:pt x="56" y="406"/>
                </a:lnTo>
                <a:lnTo>
                  <a:pt x="56" y="406"/>
                </a:lnTo>
                <a:lnTo>
                  <a:pt x="54" y="406"/>
                </a:lnTo>
                <a:lnTo>
                  <a:pt x="54" y="408"/>
                </a:lnTo>
                <a:lnTo>
                  <a:pt x="54" y="408"/>
                </a:lnTo>
                <a:lnTo>
                  <a:pt x="54" y="408"/>
                </a:lnTo>
                <a:lnTo>
                  <a:pt x="52" y="408"/>
                </a:lnTo>
                <a:lnTo>
                  <a:pt x="52" y="410"/>
                </a:lnTo>
                <a:lnTo>
                  <a:pt x="52" y="410"/>
                </a:lnTo>
                <a:lnTo>
                  <a:pt x="52" y="410"/>
                </a:lnTo>
                <a:lnTo>
                  <a:pt x="49" y="410"/>
                </a:lnTo>
                <a:lnTo>
                  <a:pt x="49" y="413"/>
                </a:lnTo>
                <a:lnTo>
                  <a:pt x="47" y="413"/>
                </a:lnTo>
                <a:lnTo>
                  <a:pt x="47" y="413"/>
                </a:lnTo>
                <a:lnTo>
                  <a:pt x="47" y="413"/>
                </a:lnTo>
                <a:lnTo>
                  <a:pt x="47" y="415"/>
                </a:lnTo>
                <a:lnTo>
                  <a:pt x="45" y="415"/>
                </a:lnTo>
                <a:lnTo>
                  <a:pt x="45" y="415"/>
                </a:lnTo>
                <a:lnTo>
                  <a:pt x="45" y="415"/>
                </a:lnTo>
                <a:lnTo>
                  <a:pt x="45" y="415"/>
                </a:lnTo>
                <a:lnTo>
                  <a:pt x="42" y="415"/>
                </a:lnTo>
                <a:lnTo>
                  <a:pt x="42" y="418"/>
                </a:lnTo>
                <a:lnTo>
                  <a:pt x="42" y="418"/>
                </a:lnTo>
                <a:lnTo>
                  <a:pt x="42" y="418"/>
                </a:lnTo>
                <a:lnTo>
                  <a:pt x="40" y="418"/>
                </a:lnTo>
                <a:lnTo>
                  <a:pt x="40" y="420"/>
                </a:lnTo>
                <a:lnTo>
                  <a:pt x="37" y="420"/>
                </a:lnTo>
                <a:lnTo>
                  <a:pt x="37" y="420"/>
                </a:lnTo>
                <a:lnTo>
                  <a:pt x="35" y="420"/>
                </a:lnTo>
                <a:lnTo>
                  <a:pt x="35" y="422"/>
                </a:lnTo>
                <a:lnTo>
                  <a:pt x="33" y="422"/>
                </a:lnTo>
                <a:lnTo>
                  <a:pt x="33" y="422"/>
                </a:lnTo>
                <a:lnTo>
                  <a:pt x="30" y="422"/>
                </a:lnTo>
                <a:lnTo>
                  <a:pt x="30" y="425"/>
                </a:lnTo>
                <a:lnTo>
                  <a:pt x="30" y="425"/>
                </a:lnTo>
                <a:lnTo>
                  <a:pt x="30" y="425"/>
                </a:lnTo>
                <a:lnTo>
                  <a:pt x="28" y="425"/>
                </a:lnTo>
                <a:lnTo>
                  <a:pt x="28" y="427"/>
                </a:lnTo>
                <a:lnTo>
                  <a:pt x="26" y="427"/>
                </a:lnTo>
                <a:lnTo>
                  <a:pt x="26" y="427"/>
                </a:lnTo>
                <a:lnTo>
                  <a:pt x="23" y="427"/>
                </a:lnTo>
                <a:lnTo>
                  <a:pt x="23" y="427"/>
                </a:lnTo>
                <a:lnTo>
                  <a:pt x="21" y="427"/>
                </a:lnTo>
                <a:lnTo>
                  <a:pt x="21" y="429"/>
                </a:lnTo>
                <a:lnTo>
                  <a:pt x="21" y="429"/>
                </a:lnTo>
                <a:lnTo>
                  <a:pt x="21" y="429"/>
                </a:lnTo>
                <a:lnTo>
                  <a:pt x="19" y="429"/>
                </a:lnTo>
                <a:lnTo>
                  <a:pt x="19" y="432"/>
                </a:lnTo>
                <a:lnTo>
                  <a:pt x="19" y="432"/>
                </a:lnTo>
                <a:lnTo>
                  <a:pt x="19" y="432"/>
                </a:lnTo>
                <a:lnTo>
                  <a:pt x="16" y="432"/>
                </a:lnTo>
                <a:lnTo>
                  <a:pt x="16" y="434"/>
                </a:lnTo>
                <a:lnTo>
                  <a:pt x="14" y="434"/>
                </a:lnTo>
                <a:lnTo>
                  <a:pt x="14" y="434"/>
                </a:lnTo>
                <a:lnTo>
                  <a:pt x="11" y="434"/>
                </a:lnTo>
                <a:lnTo>
                  <a:pt x="11" y="436"/>
                </a:lnTo>
                <a:lnTo>
                  <a:pt x="11" y="436"/>
                </a:lnTo>
                <a:lnTo>
                  <a:pt x="11" y="436"/>
                </a:lnTo>
                <a:lnTo>
                  <a:pt x="9" y="436"/>
                </a:lnTo>
                <a:lnTo>
                  <a:pt x="9" y="439"/>
                </a:lnTo>
                <a:lnTo>
                  <a:pt x="9" y="439"/>
                </a:lnTo>
                <a:lnTo>
                  <a:pt x="9" y="439"/>
                </a:lnTo>
                <a:lnTo>
                  <a:pt x="11" y="439"/>
                </a:lnTo>
                <a:lnTo>
                  <a:pt x="11" y="439"/>
                </a:lnTo>
                <a:lnTo>
                  <a:pt x="14" y="439"/>
                </a:lnTo>
                <a:lnTo>
                  <a:pt x="14" y="436"/>
                </a:lnTo>
                <a:lnTo>
                  <a:pt x="21" y="436"/>
                </a:lnTo>
                <a:lnTo>
                  <a:pt x="21" y="436"/>
                </a:lnTo>
                <a:lnTo>
                  <a:pt x="21" y="436"/>
                </a:lnTo>
                <a:lnTo>
                  <a:pt x="21" y="436"/>
                </a:lnTo>
                <a:lnTo>
                  <a:pt x="23" y="436"/>
                </a:lnTo>
                <a:lnTo>
                  <a:pt x="23" y="439"/>
                </a:lnTo>
                <a:lnTo>
                  <a:pt x="26" y="439"/>
                </a:lnTo>
                <a:lnTo>
                  <a:pt x="26" y="441"/>
                </a:lnTo>
                <a:lnTo>
                  <a:pt x="23" y="441"/>
                </a:lnTo>
                <a:lnTo>
                  <a:pt x="23" y="444"/>
                </a:lnTo>
                <a:lnTo>
                  <a:pt x="26" y="444"/>
                </a:lnTo>
                <a:lnTo>
                  <a:pt x="26" y="444"/>
                </a:lnTo>
                <a:lnTo>
                  <a:pt x="30" y="444"/>
                </a:lnTo>
                <a:lnTo>
                  <a:pt x="30" y="444"/>
                </a:lnTo>
                <a:lnTo>
                  <a:pt x="33" y="444"/>
                </a:lnTo>
                <a:lnTo>
                  <a:pt x="33" y="444"/>
                </a:lnTo>
                <a:lnTo>
                  <a:pt x="35" y="444"/>
                </a:lnTo>
                <a:lnTo>
                  <a:pt x="35" y="446"/>
                </a:lnTo>
                <a:lnTo>
                  <a:pt x="35" y="446"/>
                </a:lnTo>
                <a:lnTo>
                  <a:pt x="35" y="446"/>
                </a:lnTo>
                <a:lnTo>
                  <a:pt x="40" y="446"/>
                </a:lnTo>
                <a:lnTo>
                  <a:pt x="40" y="446"/>
                </a:lnTo>
                <a:lnTo>
                  <a:pt x="47" y="446"/>
                </a:lnTo>
                <a:lnTo>
                  <a:pt x="47" y="446"/>
                </a:lnTo>
                <a:lnTo>
                  <a:pt x="54" y="446"/>
                </a:lnTo>
                <a:lnTo>
                  <a:pt x="54" y="446"/>
                </a:lnTo>
                <a:lnTo>
                  <a:pt x="56" y="446"/>
                </a:lnTo>
                <a:lnTo>
                  <a:pt x="56" y="448"/>
                </a:lnTo>
                <a:lnTo>
                  <a:pt x="56" y="448"/>
                </a:lnTo>
                <a:lnTo>
                  <a:pt x="56" y="451"/>
                </a:lnTo>
                <a:lnTo>
                  <a:pt x="59" y="451"/>
                </a:lnTo>
                <a:lnTo>
                  <a:pt x="59" y="451"/>
                </a:lnTo>
                <a:lnTo>
                  <a:pt x="61" y="451"/>
                </a:lnTo>
                <a:lnTo>
                  <a:pt x="61" y="453"/>
                </a:lnTo>
                <a:lnTo>
                  <a:pt x="61" y="453"/>
                </a:lnTo>
                <a:lnTo>
                  <a:pt x="61" y="453"/>
                </a:lnTo>
                <a:lnTo>
                  <a:pt x="59" y="453"/>
                </a:lnTo>
                <a:lnTo>
                  <a:pt x="59" y="453"/>
                </a:lnTo>
                <a:lnTo>
                  <a:pt x="54" y="453"/>
                </a:lnTo>
                <a:lnTo>
                  <a:pt x="54" y="451"/>
                </a:lnTo>
                <a:lnTo>
                  <a:pt x="54" y="451"/>
                </a:lnTo>
                <a:lnTo>
                  <a:pt x="54" y="448"/>
                </a:lnTo>
                <a:lnTo>
                  <a:pt x="49" y="448"/>
                </a:lnTo>
                <a:lnTo>
                  <a:pt x="49" y="451"/>
                </a:lnTo>
                <a:lnTo>
                  <a:pt x="52" y="451"/>
                </a:lnTo>
                <a:lnTo>
                  <a:pt x="52" y="451"/>
                </a:lnTo>
                <a:lnTo>
                  <a:pt x="49" y="451"/>
                </a:lnTo>
                <a:lnTo>
                  <a:pt x="49" y="451"/>
                </a:lnTo>
                <a:lnTo>
                  <a:pt x="37" y="451"/>
                </a:lnTo>
                <a:lnTo>
                  <a:pt x="37" y="451"/>
                </a:lnTo>
                <a:lnTo>
                  <a:pt x="37" y="451"/>
                </a:lnTo>
                <a:lnTo>
                  <a:pt x="37" y="453"/>
                </a:lnTo>
                <a:lnTo>
                  <a:pt x="35" y="453"/>
                </a:lnTo>
                <a:lnTo>
                  <a:pt x="35" y="453"/>
                </a:lnTo>
                <a:lnTo>
                  <a:pt x="37" y="453"/>
                </a:lnTo>
                <a:lnTo>
                  <a:pt x="37" y="455"/>
                </a:lnTo>
                <a:lnTo>
                  <a:pt x="30" y="455"/>
                </a:lnTo>
                <a:lnTo>
                  <a:pt x="30" y="455"/>
                </a:lnTo>
                <a:lnTo>
                  <a:pt x="30" y="455"/>
                </a:lnTo>
                <a:lnTo>
                  <a:pt x="30" y="455"/>
                </a:lnTo>
                <a:lnTo>
                  <a:pt x="28" y="455"/>
                </a:lnTo>
                <a:lnTo>
                  <a:pt x="28" y="453"/>
                </a:lnTo>
                <a:lnTo>
                  <a:pt x="26" y="453"/>
                </a:lnTo>
                <a:lnTo>
                  <a:pt x="26" y="455"/>
                </a:lnTo>
                <a:lnTo>
                  <a:pt x="23" y="455"/>
                </a:lnTo>
                <a:lnTo>
                  <a:pt x="23" y="458"/>
                </a:lnTo>
                <a:lnTo>
                  <a:pt x="21" y="458"/>
                </a:lnTo>
                <a:lnTo>
                  <a:pt x="21" y="455"/>
                </a:lnTo>
                <a:lnTo>
                  <a:pt x="19" y="455"/>
                </a:lnTo>
                <a:lnTo>
                  <a:pt x="19" y="455"/>
                </a:lnTo>
                <a:lnTo>
                  <a:pt x="19" y="455"/>
                </a:lnTo>
                <a:lnTo>
                  <a:pt x="19" y="455"/>
                </a:lnTo>
                <a:lnTo>
                  <a:pt x="16" y="455"/>
                </a:lnTo>
                <a:lnTo>
                  <a:pt x="16" y="455"/>
                </a:lnTo>
                <a:lnTo>
                  <a:pt x="14" y="455"/>
                </a:lnTo>
                <a:lnTo>
                  <a:pt x="14" y="460"/>
                </a:lnTo>
                <a:lnTo>
                  <a:pt x="16" y="460"/>
                </a:lnTo>
                <a:lnTo>
                  <a:pt x="16" y="460"/>
                </a:lnTo>
                <a:lnTo>
                  <a:pt x="16" y="460"/>
                </a:lnTo>
                <a:lnTo>
                  <a:pt x="16" y="463"/>
                </a:lnTo>
                <a:lnTo>
                  <a:pt x="16" y="463"/>
                </a:lnTo>
                <a:lnTo>
                  <a:pt x="16" y="465"/>
                </a:lnTo>
                <a:lnTo>
                  <a:pt x="19" y="465"/>
                </a:lnTo>
                <a:lnTo>
                  <a:pt x="19" y="465"/>
                </a:lnTo>
                <a:lnTo>
                  <a:pt x="19" y="465"/>
                </a:lnTo>
                <a:lnTo>
                  <a:pt x="19" y="467"/>
                </a:lnTo>
                <a:lnTo>
                  <a:pt x="19" y="467"/>
                </a:lnTo>
                <a:lnTo>
                  <a:pt x="19" y="467"/>
                </a:lnTo>
                <a:lnTo>
                  <a:pt x="14" y="467"/>
                </a:lnTo>
                <a:lnTo>
                  <a:pt x="14" y="470"/>
                </a:lnTo>
                <a:lnTo>
                  <a:pt x="14" y="470"/>
                </a:lnTo>
                <a:lnTo>
                  <a:pt x="14" y="470"/>
                </a:lnTo>
                <a:lnTo>
                  <a:pt x="11" y="470"/>
                </a:lnTo>
                <a:lnTo>
                  <a:pt x="11" y="472"/>
                </a:lnTo>
                <a:lnTo>
                  <a:pt x="11" y="472"/>
                </a:lnTo>
                <a:lnTo>
                  <a:pt x="11" y="472"/>
                </a:lnTo>
                <a:lnTo>
                  <a:pt x="11" y="472"/>
                </a:lnTo>
                <a:lnTo>
                  <a:pt x="11" y="474"/>
                </a:lnTo>
                <a:lnTo>
                  <a:pt x="9" y="474"/>
                </a:lnTo>
                <a:lnTo>
                  <a:pt x="9" y="474"/>
                </a:lnTo>
                <a:lnTo>
                  <a:pt x="9" y="474"/>
                </a:lnTo>
                <a:lnTo>
                  <a:pt x="9" y="479"/>
                </a:lnTo>
                <a:lnTo>
                  <a:pt x="9" y="479"/>
                </a:lnTo>
                <a:lnTo>
                  <a:pt x="9" y="486"/>
                </a:lnTo>
                <a:lnTo>
                  <a:pt x="11" y="486"/>
                </a:lnTo>
                <a:lnTo>
                  <a:pt x="11" y="486"/>
                </a:lnTo>
                <a:lnTo>
                  <a:pt x="11" y="486"/>
                </a:lnTo>
                <a:lnTo>
                  <a:pt x="11" y="489"/>
                </a:lnTo>
                <a:lnTo>
                  <a:pt x="9" y="489"/>
                </a:lnTo>
                <a:lnTo>
                  <a:pt x="9" y="489"/>
                </a:lnTo>
                <a:lnTo>
                  <a:pt x="7" y="489"/>
                </a:lnTo>
                <a:lnTo>
                  <a:pt x="7" y="491"/>
                </a:lnTo>
                <a:lnTo>
                  <a:pt x="7" y="491"/>
                </a:lnTo>
                <a:lnTo>
                  <a:pt x="7" y="493"/>
                </a:lnTo>
                <a:lnTo>
                  <a:pt x="4" y="493"/>
                </a:lnTo>
                <a:lnTo>
                  <a:pt x="4" y="496"/>
                </a:lnTo>
                <a:lnTo>
                  <a:pt x="4" y="496"/>
                </a:lnTo>
                <a:lnTo>
                  <a:pt x="4" y="498"/>
                </a:lnTo>
                <a:lnTo>
                  <a:pt x="7" y="498"/>
                </a:lnTo>
                <a:lnTo>
                  <a:pt x="7" y="498"/>
                </a:lnTo>
                <a:lnTo>
                  <a:pt x="7" y="498"/>
                </a:lnTo>
                <a:lnTo>
                  <a:pt x="7" y="500"/>
                </a:lnTo>
                <a:lnTo>
                  <a:pt x="9" y="500"/>
                </a:lnTo>
                <a:lnTo>
                  <a:pt x="9" y="503"/>
                </a:lnTo>
                <a:lnTo>
                  <a:pt x="7" y="503"/>
                </a:lnTo>
                <a:lnTo>
                  <a:pt x="7" y="503"/>
                </a:lnTo>
                <a:lnTo>
                  <a:pt x="11" y="503"/>
                </a:lnTo>
                <a:lnTo>
                  <a:pt x="11" y="505"/>
                </a:lnTo>
                <a:lnTo>
                  <a:pt x="4" y="505"/>
                </a:lnTo>
                <a:lnTo>
                  <a:pt x="4" y="505"/>
                </a:lnTo>
                <a:lnTo>
                  <a:pt x="4" y="505"/>
                </a:lnTo>
                <a:lnTo>
                  <a:pt x="4" y="508"/>
                </a:lnTo>
                <a:lnTo>
                  <a:pt x="4" y="508"/>
                </a:lnTo>
                <a:lnTo>
                  <a:pt x="4" y="508"/>
                </a:lnTo>
                <a:lnTo>
                  <a:pt x="2" y="508"/>
                </a:lnTo>
                <a:lnTo>
                  <a:pt x="2" y="510"/>
                </a:lnTo>
                <a:lnTo>
                  <a:pt x="2" y="510"/>
                </a:lnTo>
                <a:lnTo>
                  <a:pt x="2" y="512"/>
                </a:lnTo>
                <a:lnTo>
                  <a:pt x="0" y="512"/>
                </a:lnTo>
                <a:lnTo>
                  <a:pt x="0" y="512"/>
                </a:lnTo>
                <a:lnTo>
                  <a:pt x="4" y="512"/>
                </a:lnTo>
                <a:lnTo>
                  <a:pt x="4" y="515"/>
                </a:lnTo>
                <a:lnTo>
                  <a:pt x="7" y="515"/>
                </a:lnTo>
                <a:lnTo>
                  <a:pt x="7" y="517"/>
                </a:lnTo>
                <a:lnTo>
                  <a:pt x="9" y="517"/>
                </a:lnTo>
                <a:lnTo>
                  <a:pt x="9" y="517"/>
                </a:lnTo>
                <a:lnTo>
                  <a:pt x="11" y="517"/>
                </a:lnTo>
                <a:lnTo>
                  <a:pt x="11" y="519"/>
                </a:lnTo>
                <a:lnTo>
                  <a:pt x="11" y="519"/>
                </a:lnTo>
                <a:lnTo>
                  <a:pt x="11" y="519"/>
                </a:lnTo>
                <a:lnTo>
                  <a:pt x="11" y="519"/>
                </a:lnTo>
                <a:lnTo>
                  <a:pt x="11" y="522"/>
                </a:lnTo>
                <a:lnTo>
                  <a:pt x="11" y="522"/>
                </a:lnTo>
                <a:lnTo>
                  <a:pt x="11" y="524"/>
                </a:lnTo>
                <a:lnTo>
                  <a:pt x="9" y="524"/>
                </a:lnTo>
                <a:lnTo>
                  <a:pt x="9" y="524"/>
                </a:lnTo>
                <a:lnTo>
                  <a:pt x="9" y="524"/>
                </a:lnTo>
                <a:lnTo>
                  <a:pt x="9" y="527"/>
                </a:lnTo>
                <a:lnTo>
                  <a:pt x="9" y="527"/>
                </a:lnTo>
                <a:lnTo>
                  <a:pt x="9" y="529"/>
                </a:lnTo>
                <a:lnTo>
                  <a:pt x="7" y="529"/>
                </a:lnTo>
                <a:lnTo>
                  <a:pt x="7" y="531"/>
                </a:lnTo>
                <a:lnTo>
                  <a:pt x="9" y="531"/>
                </a:lnTo>
                <a:lnTo>
                  <a:pt x="9" y="529"/>
                </a:lnTo>
                <a:lnTo>
                  <a:pt x="11" y="529"/>
                </a:lnTo>
                <a:lnTo>
                  <a:pt x="11" y="531"/>
                </a:lnTo>
                <a:lnTo>
                  <a:pt x="14" y="531"/>
                </a:lnTo>
                <a:lnTo>
                  <a:pt x="14" y="531"/>
                </a:lnTo>
                <a:lnTo>
                  <a:pt x="14" y="531"/>
                </a:lnTo>
                <a:lnTo>
                  <a:pt x="14" y="534"/>
                </a:lnTo>
                <a:lnTo>
                  <a:pt x="14" y="534"/>
                </a:lnTo>
                <a:lnTo>
                  <a:pt x="14" y="536"/>
                </a:lnTo>
                <a:lnTo>
                  <a:pt x="16" y="536"/>
                </a:lnTo>
                <a:lnTo>
                  <a:pt x="16" y="536"/>
                </a:lnTo>
                <a:lnTo>
                  <a:pt x="19" y="536"/>
                </a:lnTo>
                <a:lnTo>
                  <a:pt x="19" y="538"/>
                </a:lnTo>
                <a:lnTo>
                  <a:pt x="16" y="538"/>
                </a:lnTo>
                <a:lnTo>
                  <a:pt x="16" y="538"/>
                </a:lnTo>
                <a:lnTo>
                  <a:pt x="19" y="538"/>
                </a:lnTo>
                <a:lnTo>
                  <a:pt x="19" y="541"/>
                </a:lnTo>
                <a:lnTo>
                  <a:pt x="19" y="541"/>
                </a:lnTo>
                <a:lnTo>
                  <a:pt x="19" y="543"/>
                </a:lnTo>
                <a:lnTo>
                  <a:pt x="19" y="543"/>
                </a:lnTo>
                <a:lnTo>
                  <a:pt x="19" y="546"/>
                </a:lnTo>
                <a:lnTo>
                  <a:pt x="21" y="546"/>
                </a:lnTo>
                <a:lnTo>
                  <a:pt x="21" y="546"/>
                </a:lnTo>
                <a:lnTo>
                  <a:pt x="19" y="546"/>
                </a:lnTo>
                <a:lnTo>
                  <a:pt x="19" y="546"/>
                </a:lnTo>
                <a:lnTo>
                  <a:pt x="19" y="546"/>
                </a:lnTo>
                <a:lnTo>
                  <a:pt x="19" y="548"/>
                </a:lnTo>
                <a:lnTo>
                  <a:pt x="19" y="548"/>
                </a:lnTo>
                <a:lnTo>
                  <a:pt x="19" y="548"/>
                </a:lnTo>
                <a:lnTo>
                  <a:pt x="21" y="548"/>
                </a:lnTo>
                <a:lnTo>
                  <a:pt x="21" y="550"/>
                </a:lnTo>
                <a:lnTo>
                  <a:pt x="26" y="550"/>
                </a:lnTo>
                <a:lnTo>
                  <a:pt x="26" y="548"/>
                </a:lnTo>
                <a:lnTo>
                  <a:pt x="28" y="548"/>
                </a:lnTo>
                <a:lnTo>
                  <a:pt x="28" y="550"/>
                </a:lnTo>
                <a:lnTo>
                  <a:pt x="28" y="550"/>
                </a:lnTo>
                <a:lnTo>
                  <a:pt x="28" y="550"/>
                </a:lnTo>
                <a:lnTo>
                  <a:pt x="30" y="550"/>
                </a:lnTo>
                <a:lnTo>
                  <a:pt x="30" y="553"/>
                </a:lnTo>
                <a:lnTo>
                  <a:pt x="33" y="553"/>
                </a:lnTo>
                <a:lnTo>
                  <a:pt x="33" y="553"/>
                </a:lnTo>
                <a:lnTo>
                  <a:pt x="37" y="553"/>
                </a:lnTo>
                <a:lnTo>
                  <a:pt x="37" y="550"/>
                </a:lnTo>
                <a:lnTo>
                  <a:pt x="40" y="550"/>
                </a:lnTo>
                <a:lnTo>
                  <a:pt x="40" y="553"/>
                </a:lnTo>
                <a:lnTo>
                  <a:pt x="45" y="553"/>
                </a:lnTo>
                <a:lnTo>
                  <a:pt x="45" y="553"/>
                </a:lnTo>
                <a:lnTo>
                  <a:pt x="47" y="553"/>
                </a:lnTo>
                <a:lnTo>
                  <a:pt x="47" y="555"/>
                </a:lnTo>
                <a:lnTo>
                  <a:pt x="45" y="555"/>
                </a:lnTo>
                <a:lnTo>
                  <a:pt x="45" y="555"/>
                </a:lnTo>
                <a:lnTo>
                  <a:pt x="45" y="555"/>
                </a:lnTo>
                <a:lnTo>
                  <a:pt x="45" y="557"/>
                </a:lnTo>
                <a:lnTo>
                  <a:pt x="45" y="557"/>
                </a:lnTo>
                <a:lnTo>
                  <a:pt x="45" y="557"/>
                </a:lnTo>
                <a:lnTo>
                  <a:pt x="45" y="557"/>
                </a:lnTo>
                <a:lnTo>
                  <a:pt x="45" y="560"/>
                </a:lnTo>
                <a:lnTo>
                  <a:pt x="47" y="560"/>
                </a:lnTo>
                <a:lnTo>
                  <a:pt x="47" y="557"/>
                </a:lnTo>
                <a:lnTo>
                  <a:pt x="49" y="557"/>
                </a:lnTo>
                <a:lnTo>
                  <a:pt x="49" y="557"/>
                </a:lnTo>
                <a:lnTo>
                  <a:pt x="54" y="557"/>
                </a:lnTo>
                <a:lnTo>
                  <a:pt x="54" y="555"/>
                </a:lnTo>
                <a:lnTo>
                  <a:pt x="54" y="555"/>
                </a:lnTo>
                <a:lnTo>
                  <a:pt x="54" y="555"/>
                </a:lnTo>
                <a:lnTo>
                  <a:pt x="56" y="555"/>
                </a:lnTo>
                <a:lnTo>
                  <a:pt x="56" y="555"/>
                </a:lnTo>
                <a:lnTo>
                  <a:pt x="56" y="555"/>
                </a:lnTo>
                <a:lnTo>
                  <a:pt x="56" y="555"/>
                </a:lnTo>
                <a:lnTo>
                  <a:pt x="59" y="555"/>
                </a:lnTo>
                <a:lnTo>
                  <a:pt x="59" y="555"/>
                </a:lnTo>
                <a:lnTo>
                  <a:pt x="66" y="555"/>
                </a:lnTo>
                <a:lnTo>
                  <a:pt x="66" y="557"/>
                </a:lnTo>
                <a:lnTo>
                  <a:pt x="68" y="557"/>
                </a:lnTo>
                <a:lnTo>
                  <a:pt x="68" y="557"/>
                </a:lnTo>
                <a:lnTo>
                  <a:pt x="68" y="557"/>
                </a:lnTo>
                <a:lnTo>
                  <a:pt x="68" y="560"/>
                </a:lnTo>
                <a:lnTo>
                  <a:pt x="73" y="560"/>
                </a:lnTo>
                <a:lnTo>
                  <a:pt x="73" y="562"/>
                </a:lnTo>
                <a:lnTo>
                  <a:pt x="73" y="562"/>
                </a:lnTo>
                <a:lnTo>
                  <a:pt x="73" y="562"/>
                </a:lnTo>
                <a:lnTo>
                  <a:pt x="78" y="562"/>
                </a:lnTo>
                <a:lnTo>
                  <a:pt x="78" y="564"/>
                </a:lnTo>
                <a:lnTo>
                  <a:pt x="78" y="564"/>
                </a:lnTo>
                <a:lnTo>
                  <a:pt x="78" y="569"/>
                </a:lnTo>
                <a:lnTo>
                  <a:pt x="75" y="569"/>
                </a:lnTo>
                <a:lnTo>
                  <a:pt x="75" y="572"/>
                </a:lnTo>
                <a:lnTo>
                  <a:pt x="78" y="572"/>
                </a:lnTo>
                <a:lnTo>
                  <a:pt x="78" y="572"/>
                </a:lnTo>
                <a:lnTo>
                  <a:pt x="78" y="572"/>
                </a:lnTo>
                <a:lnTo>
                  <a:pt x="78" y="574"/>
                </a:lnTo>
                <a:lnTo>
                  <a:pt x="80" y="574"/>
                </a:lnTo>
                <a:lnTo>
                  <a:pt x="80" y="576"/>
                </a:lnTo>
                <a:lnTo>
                  <a:pt x="78" y="576"/>
                </a:lnTo>
                <a:lnTo>
                  <a:pt x="78" y="579"/>
                </a:lnTo>
                <a:lnTo>
                  <a:pt x="75" y="579"/>
                </a:lnTo>
                <a:lnTo>
                  <a:pt x="75" y="581"/>
                </a:lnTo>
                <a:lnTo>
                  <a:pt x="75" y="581"/>
                </a:lnTo>
                <a:lnTo>
                  <a:pt x="75" y="583"/>
                </a:lnTo>
                <a:lnTo>
                  <a:pt x="78" y="583"/>
                </a:lnTo>
                <a:lnTo>
                  <a:pt x="78" y="583"/>
                </a:lnTo>
                <a:lnTo>
                  <a:pt x="78" y="583"/>
                </a:lnTo>
                <a:lnTo>
                  <a:pt x="78" y="583"/>
                </a:lnTo>
                <a:lnTo>
                  <a:pt x="80" y="583"/>
                </a:lnTo>
                <a:lnTo>
                  <a:pt x="80" y="586"/>
                </a:lnTo>
                <a:lnTo>
                  <a:pt x="85" y="586"/>
                </a:lnTo>
                <a:lnTo>
                  <a:pt x="85" y="586"/>
                </a:lnTo>
                <a:lnTo>
                  <a:pt x="82" y="586"/>
                </a:lnTo>
                <a:lnTo>
                  <a:pt x="82" y="588"/>
                </a:lnTo>
                <a:lnTo>
                  <a:pt x="82" y="588"/>
                </a:lnTo>
                <a:lnTo>
                  <a:pt x="82" y="588"/>
                </a:lnTo>
                <a:lnTo>
                  <a:pt x="80" y="588"/>
                </a:lnTo>
                <a:lnTo>
                  <a:pt x="80" y="591"/>
                </a:lnTo>
                <a:lnTo>
                  <a:pt x="85" y="591"/>
                </a:lnTo>
                <a:lnTo>
                  <a:pt x="85" y="591"/>
                </a:lnTo>
                <a:lnTo>
                  <a:pt x="85" y="591"/>
                </a:lnTo>
                <a:lnTo>
                  <a:pt x="85" y="593"/>
                </a:lnTo>
                <a:lnTo>
                  <a:pt x="85" y="593"/>
                </a:lnTo>
                <a:lnTo>
                  <a:pt x="85" y="593"/>
                </a:lnTo>
                <a:lnTo>
                  <a:pt x="87" y="593"/>
                </a:lnTo>
                <a:lnTo>
                  <a:pt x="87" y="595"/>
                </a:lnTo>
                <a:lnTo>
                  <a:pt x="87" y="595"/>
                </a:lnTo>
                <a:lnTo>
                  <a:pt x="87" y="598"/>
                </a:lnTo>
                <a:lnTo>
                  <a:pt x="90" y="598"/>
                </a:lnTo>
                <a:lnTo>
                  <a:pt x="90" y="598"/>
                </a:lnTo>
                <a:lnTo>
                  <a:pt x="92" y="598"/>
                </a:lnTo>
                <a:lnTo>
                  <a:pt x="92" y="600"/>
                </a:lnTo>
                <a:lnTo>
                  <a:pt x="94" y="600"/>
                </a:lnTo>
                <a:lnTo>
                  <a:pt x="94" y="600"/>
                </a:lnTo>
                <a:lnTo>
                  <a:pt x="99" y="600"/>
                </a:lnTo>
                <a:lnTo>
                  <a:pt x="99" y="602"/>
                </a:lnTo>
                <a:lnTo>
                  <a:pt x="99" y="602"/>
                </a:lnTo>
                <a:lnTo>
                  <a:pt x="99" y="605"/>
                </a:lnTo>
                <a:lnTo>
                  <a:pt x="97" y="605"/>
                </a:lnTo>
                <a:lnTo>
                  <a:pt x="97" y="605"/>
                </a:lnTo>
                <a:lnTo>
                  <a:pt x="97" y="605"/>
                </a:lnTo>
                <a:lnTo>
                  <a:pt x="97" y="607"/>
                </a:lnTo>
                <a:lnTo>
                  <a:pt x="94" y="607"/>
                </a:lnTo>
                <a:lnTo>
                  <a:pt x="94" y="607"/>
                </a:lnTo>
                <a:lnTo>
                  <a:pt x="106" y="607"/>
                </a:lnTo>
                <a:lnTo>
                  <a:pt x="106" y="609"/>
                </a:lnTo>
                <a:lnTo>
                  <a:pt x="108" y="609"/>
                </a:lnTo>
                <a:lnTo>
                  <a:pt x="108" y="609"/>
                </a:lnTo>
                <a:lnTo>
                  <a:pt x="111" y="609"/>
                </a:lnTo>
                <a:lnTo>
                  <a:pt x="111" y="612"/>
                </a:lnTo>
                <a:lnTo>
                  <a:pt x="111" y="612"/>
                </a:lnTo>
                <a:lnTo>
                  <a:pt x="111" y="612"/>
                </a:lnTo>
                <a:lnTo>
                  <a:pt x="111" y="612"/>
                </a:lnTo>
                <a:lnTo>
                  <a:pt x="111" y="614"/>
                </a:lnTo>
                <a:lnTo>
                  <a:pt x="113" y="614"/>
                </a:lnTo>
                <a:lnTo>
                  <a:pt x="113" y="614"/>
                </a:lnTo>
                <a:lnTo>
                  <a:pt x="116" y="614"/>
                </a:lnTo>
                <a:lnTo>
                  <a:pt x="116" y="617"/>
                </a:lnTo>
                <a:lnTo>
                  <a:pt x="118" y="617"/>
                </a:lnTo>
                <a:lnTo>
                  <a:pt x="118" y="619"/>
                </a:lnTo>
                <a:lnTo>
                  <a:pt x="113" y="619"/>
                </a:lnTo>
                <a:lnTo>
                  <a:pt x="113" y="621"/>
                </a:lnTo>
                <a:lnTo>
                  <a:pt x="111" y="621"/>
                </a:lnTo>
                <a:lnTo>
                  <a:pt x="111" y="621"/>
                </a:lnTo>
                <a:lnTo>
                  <a:pt x="111" y="621"/>
                </a:lnTo>
                <a:lnTo>
                  <a:pt x="111" y="624"/>
                </a:lnTo>
                <a:lnTo>
                  <a:pt x="111" y="624"/>
                </a:lnTo>
                <a:lnTo>
                  <a:pt x="111" y="624"/>
                </a:lnTo>
                <a:lnTo>
                  <a:pt x="108" y="624"/>
                </a:lnTo>
                <a:lnTo>
                  <a:pt x="108" y="624"/>
                </a:lnTo>
                <a:lnTo>
                  <a:pt x="106" y="624"/>
                </a:lnTo>
                <a:lnTo>
                  <a:pt x="106" y="626"/>
                </a:lnTo>
                <a:lnTo>
                  <a:pt x="99" y="626"/>
                </a:lnTo>
                <a:lnTo>
                  <a:pt x="99" y="624"/>
                </a:lnTo>
                <a:lnTo>
                  <a:pt x="97" y="624"/>
                </a:lnTo>
                <a:lnTo>
                  <a:pt x="97" y="624"/>
                </a:lnTo>
                <a:lnTo>
                  <a:pt x="94" y="624"/>
                </a:lnTo>
                <a:lnTo>
                  <a:pt x="94" y="624"/>
                </a:lnTo>
                <a:lnTo>
                  <a:pt x="92" y="624"/>
                </a:lnTo>
                <a:lnTo>
                  <a:pt x="92" y="624"/>
                </a:lnTo>
                <a:lnTo>
                  <a:pt x="92" y="624"/>
                </a:lnTo>
                <a:lnTo>
                  <a:pt x="92" y="624"/>
                </a:lnTo>
                <a:lnTo>
                  <a:pt x="87" y="624"/>
                </a:lnTo>
                <a:lnTo>
                  <a:pt x="87" y="624"/>
                </a:lnTo>
                <a:lnTo>
                  <a:pt x="87" y="624"/>
                </a:lnTo>
                <a:lnTo>
                  <a:pt x="87" y="626"/>
                </a:lnTo>
                <a:lnTo>
                  <a:pt x="87" y="626"/>
                </a:lnTo>
                <a:lnTo>
                  <a:pt x="87" y="626"/>
                </a:lnTo>
                <a:lnTo>
                  <a:pt x="85" y="626"/>
                </a:lnTo>
                <a:lnTo>
                  <a:pt x="85" y="628"/>
                </a:lnTo>
                <a:lnTo>
                  <a:pt x="87" y="628"/>
                </a:lnTo>
                <a:lnTo>
                  <a:pt x="87" y="631"/>
                </a:lnTo>
                <a:lnTo>
                  <a:pt x="90" y="631"/>
                </a:lnTo>
                <a:lnTo>
                  <a:pt x="90" y="631"/>
                </a:lnTo>
                <a:lnTo>
                  <a:pt x="92" y="631"/>
                </a:lnTo>
                <a:lnTo>
                  <a:pt x="92" y="633"/>
                </a:lnTo>
                <a:lnTo>
                  <a:pt x="92" y="633"/>
                </a:lnTo>
                <a:lnTo>
                  <a:pt x="92" y="636"/>
                </a:lnTo>
                <a:lnTo>
                  <a:pt x="92" y="636"/>
                </a:lnTo>
                <a:lnTo>
                  <a:pt x="92" y="636"/>
                </a:lnTo>
                <a:lnTo>
                  <a:pt x="92" y="636"/>
                </a:lnTo>
                <a:lnTo>
                  <a:pt x="92" y="638"/>
                </a:lnTo>
                <a:lnTo>
                  <a:pt x="94" y="638"/>
                </a:lnTo>
                <a:lnTo>
                  <a:pt x="94" y="640"/>
                </a:lnTo>
                <a:lnTo>
                  <a:pt x="92" y="640"/>
                </a:lnTo>
                <a:lnTo>
                  <a:pt x="92" y="640"/>
                </a:lnTo>
                <a:lnTo>
                  <a:pt x="92" y="640"/>
                </a:lnTo>
                <a:lnTo>
                  <a:pt x="92" y="645"/>
                </a:lnTo>
                <a:lnTo>
                  <a:pt x="94" y="645"/>
                </a:lnTo>
                <a:lnTo>
                  <a:pt x="94" y="647"/>
                </a:lnTo>
                <a:lnTo>
                  <a:pt x="97" y="647"/>
                </a:lnTo>
                <a:lnTo>
                  <a:pt x="97" y="650"/>
                </a:lnTo>
                <a:lnTo>
                  <a:pt x="99" y="650"/>
                </a:lnTo>
                <a:lnTo>
                  <a:pt x="99" y="652"/>
                </a:lnTo>
                <a:lnTo>
                  <a:pt x="99" y="652"/>
                </a:lnTo>
                <a:lnTo>
                  <a:pt x="99" y="652"/>
                </a:lnTo>
                <a:lnTo>
                  <a:pt x="104" y="652"/>
                </a:lnTo>
                <a:lnTo>
                  <a:pt x="104" y="652"/>
                </a:lnTo>
                <a:lnTo>
                  <a:pt x="106" y="652"/>
                </a:lnTo>
                <a:lnTo>
                  <a:pt x="106" y="650"/>
                </a:lnTo>
                <a:lnTo>
                  <a:pt x="108" y="650"/>
                </a:lnTo>
                <a:lnTo>
                  <a:pt x="108" y="647"/>
                </a:lnTo>
                <a:lnTo>
                  <a:pt x="108" y="647"/>
                </a:lnTo>
                <a:lnTo>
                  <a:pt x="108" y="645"/>
                </a:lnTo>
                <a:lnTo>
                  <a:pt x="113" y="645"/>
                </a:lnTo>
                <a:lnTo>
                  <a:pt x="113" y="645"/>
                </a:lnTo>
                <a:lnTo>
                  <a:pt x="120" y="645"/>
                </a:lnTo>
                <a:lnTo>
                  <a:pt x="120" y="647"/>
                </a:lnTo>
                <a:lnTo>
                  <a:pt x="120" y="647"/>
                </a:lnTo>
                <a:lnTo>
                  <a:pt x="120" y="645"/>
                </a:lnTo>
                <a:lnTo>
                  <a:pt x="123" y="645"/>
                </a:lnTo>
                <a:lnTo>
                  <a:pt x="123" y="645"/>
                </a:lnTo>
                <a:lnTo>
                  <a:pt x="125" y="645"/>
                </a:lnTo>
                <a:lnTo>
                  <a:pt x="125" y="643"/>
                </a:lnTo>
                <a:lnTo>
                  <a:pt x="132" y="643"/>
                </a:lnTo>
                <a:lnTo>
                  <a:pt x="132" y="645"/>
                </a:lnTo>
                <a:lnTo>
                  <a:pt x="134" y="645"/>
                </a:lnTo>
                <a:lnTo>
                  <a:pt x="134" y="643"/>
                </a:lnTo>
                <a:lnTo>
                  <a:pt x="139" y="643"/>
                </a:lnTo>
                <a:lnTo>
                  <a:pt x="139" y="645"/>
                </a:lnTo>
                <a:lnTo>
                  <a:pt x="142" y="645"/>
                </a:lnTo>
                <a:lnTo>
                  <a:pt x="142" y="645"/>
                </a:lnTo>
                <a:lnTo>
                  <a:pt x="144" y="645"/>
                </a:lnTo>
                <a:lnTo>
                  <a:pt x="144" y="647"/>
                </a:lnTo>
                <a:lnTo>
                  <a:pt x="144" y="647"/>
                </a:lnTo>
                <a:lnTo>
                  <a:pt x="144" y="647"/>
                </a:lnTo>
                <a:lnTo>
                  <a:pt x="146" y="647"/>
                </a:lnTo>
                <a:lnTo>
                  <a:pt x="146" y="650"/>
                </a:lnTo>
                <a:lnTo>
                  <a:pt x="146" y="650"/>
                </a:lnTo>
                <a:lnTo>
                  <a:pt x="146" y="650"/>
                </a:lnTo>
                <a:lnTo>
                  <a:pt x="146" y="650"/>
                </a:lnTo>
                <a:lnTo>
                  <a:pt x="146" y="652"/>
                </a:lnTo>
                <a:lnTo>
                  <a:pt x="146" y="652"/>
                </a:lnTo>
                <a:lnTo>
                  <a:pt x="146" y="655"/>
                </a:lnTo>
                <a:lnTo>
                  <a:pt x="149" y="655"/>
                </a:lnTo>
                <a:lnTo>
                  <a:pt x="149" y="655"/>
                </a:lnTo>
                <a:lnTo>
                  <a:pt x="149" y="655"/>
                </a:lnTo>
                <a:lnTo>
                  <a:pt x="149" y="657"/>
                </a:lnTo>
                <a:lnTo>
                  <a:pt x="151" y="657"/>
                </a:lnTo>
                <a:lnTo>
                  <a:pt x="151" y="657"/>
                </a:lnTo>
                <a:lnTo>
                  <a:pt x="153" y="657"/>
                </a:lnTo>
                <a:lnTo>
                  <a:pt x="153" y="662"/>
                </a:lnTo>
                <a:lnTo>
                  <a:pt x="146" y="662"/>
                </a:lnTo>
                <a:lnTo>
                  <a:pt x="146" y="662"/>
                </a:lnTo>
                <a:lnTo>
                  <a:pt x="146" y="662"/>
                </a:lnTo>
                <a:lnTo>
                  <a:pt x="146" y="664"/>
                </a:lnTo>
                <a:lnTo>
                  <a:pt x="149" y="664"/>
                </a:lnTo>
                <a:lnTo>
                  <a:pt x="149" y="664"/>
                </a:lnTo>
                <a:lnTo>
                  <a:pt x="149" y="664"/>
                </a:lnTo>
                <a:lnTo>
                  <a:pt x="149" y="664"/>
                </a:lnTo>
                <a:lnTo>
                  <a:pt x="151" y="664"/>
                </a:lnTo>
                <a:lnTo>
                  <a:pt x="151" y="666"/>
                </a:lnTo>
                <a:lnTo>
                  <a:pt x="149" y="666"/>
                </a:lnTo>
                <a:lnTo>
                  <a:pt x="149" y="669"/>
                </a:lnTo>
                <a:lnTo>
                  <a:pt x="151" y="669"/>
                </a:lnTo>
                <a:lnTo>
                  <a:pt x="151" y="671"/>
                </a:lnTo>
                <a:lnTo>
                  <a:pt x="149" y="671"/>
                </a:lnTo>
                <a:lnTo>
                  <a:pt x="149" y="673"/>
                </a:lnTo>
                <a:lnTo>
                  <a:pt x="151" y="673"/>
                </a:lnTo>
                <a:lnTo>
                  <a:pt x="151" y="671"/>
                </a:lnTo>
                <a:lnTo>
                  <a:pt x="153" y="671"/>
                </a:lnTo>
                <a:lnTo>
                  <a:pt x="153" y="673"/>
                </a:lnTo>
                <a:lnTo>
                  <a:pt x="158" y="673"/>
                </a:lnTo>
                <a:lnTo>
                  <a:pt x="158" y="673"/>
                </a:lnTo>
                <a:lnTo>
                  <a:pt x="161" y="673"/>
                </a:lnTo>
                <a:lnTo>
                  <a:pt x="161" y="673"/>
                </a:lnTo>
                <a:lnTo>
                  <a:pt x="168" y="673"/>
                </a:lnTo>
                <a:lnTo>
                  <a:pt x="168" y="673"/>
                </a:lnTo>
                <a:lnTo>
                  <a:pt x="168" y="673"/>
                </a:lnTo>
                <a:lnTo>
                  <a:pt x="168" y="676"/>
                </a:lnTo>
                <a:lnTo>
                  <a:pt x="168" y="676"/>
                </a:lnTo>
                <a:lnTo>
                  <a:pt x="168" y="676"/>
                </a:lnTo>
                <a:lnTo>
                  <a:pt x="170" y="676"/>
                </a:lnTo>
                <a:lnTo>
                  <a:pt x="170" y="678"/>
                </a:lnTo>
                <a:lnTo>
                  <a:pt x="170" y="678"/>
                </a:lnTo>
                <a:lnTo>
                  <a:pt x="170" y="676"/>
                </a:lnTo>
                <a:lnTo>
                  <a:pt x="172" y="676"/>
                </a:lnTo>
                <a:lnTo>
                  <a:pt x="172" y="678"/>
                </a:lnTo>
                <a:lnTo>
                  <a:pt x="172" y="678"/>
                </a:lnTo>
                <a:lnTo>
                  <a:pt x="172" y="681"/>
                </a:lnTo>
                <a:lnTo>
                  <a:pt x="172" y="681"/>
                </a:lnTo>
                <a:lnTo>
                  <a:pt x="172" y="683"/>
                </a:lnTo>
                <a:lnTo>
                  <a:pt x="175" y="683"/>
                </a:lnTo>
                <a:lnTo>
                  <a:pt x="175" y="683"/>
                </a:lnTo>
                <a:lnTo>
                  <a:pt x="175" y="683"/>
                </a:lnTo>
                <a:lnTo>
                  <a:pt x="175" y="685"/>
                </a:lnTo>
                <a:lnTo>
                  <a:pt x="175" y="685"/>
                </a:lnTo>
                <a:lnTo>
                  <a:pt x="175" y="685"/>
                </a:lnTo>
                <a:lnTo>
                  <a:pt x="175" y="685"/>
                </a:lnTo>
                <a:lnTo>
                  <a:pt x="175" y="688"/>
                </a:lnTo>
                <a:lnTo>
                  <a:pt x="175" y="688"/>
                </a:lnTo>
                <a:lnTo>
                  <a:pt x="175" y="690"/>
                </a:lnTo>
                <a:lnTo>
                  <a:pt x="175" y="690"/>
                </a:lnTo>
                <a:lnTo>
                  <a:pt x="175" y="692"/>
                </a:lnTo>
                <a:lnTo>
                  <a:pt x="175" y="692"/>
                </a:lnTo>
                <a:lnTo>
                  <a:pt x="175" y="692"/>
                </a:lnTo>
                <a:lnTo>
                  <a:pt x="177" y="692"/>
                </a:lnTo>
                <a:lnTo>
                  <a:pt x="177" y="695"/>
                </a:lnTo>
                <a:lnTo>
                  <a:pt x="179" y="695"/>
                </a:lnTo>
                <a:lnTo>
                  <a:pt x="179" y="695"/>
                </a:lnTo>
                <a:lnTo>
                  <a:pt x="182" y="695"/>
                </a:lnTo>
                <a:lnTo>
                  <a:pt x="182" y="695"/>
                </a:lnTo>
                <a:lnTo>
                  <a:pt x="182" y="695"/>
                </a:lnTo>
                <a:lnTo>
                  <a:pt x="182" y="692"/>
                </a:lnTo>
                <a:lnTo>
                  <a:pt x="187" y="692"/>
                </a:lnTo>
                <a:lnTo>
                  <a:pt x="187" y="692"/>
                </a:lnTo>
                <a:lnTo>
                  <a:pt x="189" y="692"/>
                </a:lnTo>
                <a:lnTo>
                  <a:pt x="189" y="692"/>
                </a:lnTo>
                <a:lnTo>
                  <a:pt x="191" y="692"/>
                </a:lnTo>
                <a:lnTo>
                  <a:pt x="191" y="695"/>
                </a:lnTo>
                <a:lnTo>
                  <a:pt x="191" y="695"/>
                </a:lnTo>
                <a:lnTo>
                  <a:pt x="191" y="697"/>
                </a:lnTo>
                <a:lnTo>
                  <a:pt x="198" y="697"/>
                </a:lnTo>
                <a:lnTo>
                  <a:pt x="198" y="700"/>
                </a:lnTo>
                <a:lnTo>
                  <a:pt x="201" y="700"/>
                </a:lnTo>
                <a:lnTo>
                  <a:pt x="201" y="697"/>
                </a:lnTo>
                <a:lnTo>
                  <a:pt x="201" y="697"/>
                </a:lnTo>
                <a:lnTo>
                  <a:pt x="201" y="697"/>
                </a:lnTo>
                <a:lnTo>
                  <a:pt x="206" y="697"/>
                </a:lnTo>
                <a:lnTo>
                  <a:pt x="206" y="695"/>
                </a:lnTo>
                <a:lnTo>
                  <a:pt x="210" y="695"/>
                </a:lnTo>
                <a:lnTo>
                  <a:pt x="210" y="695"/>
                </a:lnTo>
                <a:lnTo>
                  <a:pt x="215" y="695"/>
                </a:lnTo>
                <a:lnTo>
                  <a:pt x="215" y="692"/>
                </a:lnTo>
                <a:lnTo>
                  <a:pt x="217" y="692"/>
                </a:lnTo>
                <a:lnTo>
                  <a:pt x="217" y="692"/>
                </a:lnTo>
                <a:lnTo>
                  <a:pt x="217" y="692"/>
                </a:lnTo>
                <a:lnTo>
                  <a:pt x="217" y="695"/>
                </a:lnTo>
                <a:lnTo>
                  <a:pt x="220" y="695"/>
                </a:lnTo>
                <a:lnTo>
                  <a:pt x="220" y="695"/>
                </a:lnTo>
                <a:lnTo>
                  <a:pt x="222" y="695"/>
                </a:lnTo>
                <a:lnTo>
                  <a:pt x="222" y="700"/>
                </a:lnTo>
                <a:lnTo>
                  <a:pt x="222" y="700"/>
                </a:lnTo>
                <a:lnTo>
                  <a:pt x="222" y="702"/>
                </a:lnTo>
                <a:lnTo>
                  <a:pt x="224" y="702"/>
                </a:lnTo>
                <a:lnTo>
                  <a:pt x="224" y="702"/>
                </a:lnTo>
                <a:lnTo>
                  <a:pt x="227" y="702"/>
                </a:lnTo>
                <a:lnTo>
                  <a:pt x="227" y="702"/>
                </a:lnTo>
                <a:lnTo>
                  <a:pt x="229" y="702"/>
                </a:lnTo>
                <a:lnTo>
                  <a:pt x="229" y="704"/>
                </a:lnTo>
                <a:lnTo>
                  <a:pt x="229" y="704"/>
                </a:lnTo>
                <a:lnTo>
                  <a:pt x="229" y="704"/>
                </a:lnTo>
                <a:lnTo>
                  <a:pt x="232" y="704"/>
                </a:lnTo>
                <a:lnTo>
                  <a:pt x="232" y="707"/>
                </a:lnTo>
                <a:lnTo>
                  <a:pt x="232" y="707"/>
                </a:lnTo>
                <a:lnTo>
                  <a:pt x="232" y="704"/>
                </a:lnTo>
                <a:lnTo>
                  <a:pt x="232" y="704"/>
                </a:lnTo>
                <a:lnTo>
                  <a:pt x="232" y="707"/>
                </a:lnTo>
                <a:lnTo>
                  <a:pt x="234" y="707"/>
                </a:lnTo>
                <a:lnTo>
                  <a:pt x="234" y="704"/>
                </a:lnTo>
                <a:lnTo>
                  <a:pt x="234" y="704"/>
                </a:lnTo>
                <a:lnTo>
                  <a:pt x="234" y="702"/>
                </a:lnTo>
                <a:lnTo>
                  <a:pt x="236" y="702"/>
                </a:lnTo>
                <a:lnTo>
                  <a:pt x="236" y="702"/>
                </a:lnTo>
                <a:lnTo>
                  <a:pt x="239" y="702"/>
                </a:lnTo>
                <a:lnTo>
                  <a:pt x="239" y="704"/>
                </a:lnTo>
                <a:lnTo>
                  <a:pt x="241" y="704"/>
                </a:lnTo>
                <a:lnTo>
                  <a:pt x="241" y="704"/>
                </a:lnTo>
                <a:lnTo>
                  <a:pt x="243" y="704"/>
                </a:lnTo>
                <a:lnTo>
                  <a:pt x="243" y="704"/>
                </a:lnTo>
                <a:lnTo>
                  <a:pt x="246" y="704"/>
                </a:lnTo>
                <a:lnTo>
                  <a:pt x="246" y="707"/>
                </a:lnTo>
                <a:lnTo>
                  <a:pt x="246" y="707"/>
                </a:lnTo>
                <a:lnTo>
                  <a:pt x="246" y="707"/>
                </a:lnTo>
                <a:lnTo>
                  <a:pt x="250" y="707"/>
                </a:lnTo>
                <a:lnTo>
                  <a:pt x="250" y="709"/>
                </a:lnTo>
                <a:lnTo>
                  <a:pt x="250" y="709"/>
                </a:lnTo>
                <a:lnTo>
                  <a:pt x="250" y="709"/>
                </a:lnTo>
                <a:lnTo>
                  <a:pt x="253" y="709"/>
                </a:lnTo>
                <a:lnTo>
                  <a:pt x="253" y="707"/>
                </a:lnTo>
                <a:lnTo>
                  <a:pt x="255" y="707"/>
                </a:lnTo>
                <a:lnTo>
                  <a:pt x="255" y="709"/>
                </a:lnTo>
                <a:lnTo>
                  <a:pt x="258" y="709"/>
                </a:lnTo>
                <a:lnTo>
                  <a:pt x="258" y="711"/>
                </a:lnTo>
                <a:lnTo>
                  <a:pt x="265" y="711"/>
                </a:lnTo>
                <a:lnTo>
                  <a:pt x="265" y="711"/>
                </a:lnTo>
                <a:lnTo>
                  <a:pt x="265" y="711"/>
                </a:lnTo>
                <a:lnTo>
                  <a:pt x="265" y="714"/>
                </a:lnTo>
                <a:lnTo>
                  <a:pt x="267" y="714"/>
                </a:lnTo>
                <a:lnTo>
                  <a:pt x="267" y="714"/>
                </a:lnTo>
                <a:lnTo>
                  <a:pt x="269" y="714"/>
                </a:lnTo>
                <a:lnTo>
                  <a:pt x="269" y="716"/>
                </a:lnTo>
                <a:lnTo>
                  <a:pt x="272" y="716"/>
                </a:lnTo>
                <a:lnTo>
                  <a:pt x="272" y="714"/>
                </a:lnTo>
                <a:lnTo>
                  <a:pt x="274" y="714"/>
                </a:lnTo>
                <a:lnTo>
                  <a:pt x="274" y="714"/>
                </a:lnTo>
                <a:lnTo>
                  <a:pt x="277" y="714"/>
                </a:lnTo>
                <a:lnTo>
                  <a:pt x="277" y="716"/>
                </a:lnTo>
                <a:lnTo>
                  <a:pt x="274" y="716"/>
                </a:lnTo>
                <a:lnTo>
                  <a:pt x="274" y="719"/>
                </a:lnTo>
                <a:lnTo>
                  <a:pt x="274" y="719"/>
                </a:lnTo>
                <a:lnTo>
                  <a:pt x="274" y="719"/>
                </a:lnTo>
                <a:lnTo>
                  <a:pt x="274" y="719"/>
                </a:lnTo>
                <a:lnTo>
                  <a:pt x="274" y="721"/>
                </a:lnTo>
                <a:lnTo>
                  <a:pt x="277" y="721"/>
                </a:lnTo>
                <a:lnTo>
                  <a:pt x="277" y="721"/>
                </a:lnTo>
                <a:lnTo>
                  <a:pt x="277" y="721"/>
                </a:lnTo>
                <a:lnTo>
                  <a:pt x="277" y="723"/>
                </a:lnTo>
                <a:lnTo>
                  <a:pt x="274" y="723"/>
                </a:lnTo>
                <a:lnTo>
                  <a:pt x="274" y="723"/>
                </a:lnTo>
                <a:lnTo>
                  <a:pt x="274" y="723"/>
                </a:lnTo>
                <a:lnTo>
                  <a:pt x="274" y="726"/>
                </a:lnTo>
                <a:lnTo>
                  <a:pt x="272" y="726"/>
                </a:lnTo>
                <a:lnTo>
                  <a:pt x="272" y="726"/>
                </a:lnTo>
                <a:lnTo>
                  <a:pt x="272" y="726"/>
                </a:lnTo>
                <a:lnTo>
                  <a:pt x="272" y="728"/>
                </a:lnTo>
                <a:lnTo>
                  <a:pt x="272" y="728"/>
                </a:lnTo>
                <a:lnTo>
                  <a:pt x="272" y="728"/>
                </a:lnTo>
                <a:lnTo>
                  <a:pt x="265" y="728"/>
                </a:lnTo>
                <a:lnTo>
                  <a:pt x="265" y="730"/>
                </a:lnTo>
                <a:lnTo>
                  <a:pt x="267" y="730"/>
                </a:lnTo>
                <a:lnTo>
                  <a:pt x="267" y="730"/>
                </a:lnTo>
                <a:lnTo>
                  <a:pt x="267" y="730"/>
                </a:lnTo>
                <a:lnTo>
                  <a:pt x="267" y="733"/>
                </a:lnTo>
                <a:lnTo>
                  <a:pt x="269" y="733"/>
                </a:lnTo>
                <a:lnTo>
                  <a:pt x="269" y="733"/>
                </a:lnTo>
                <a:lnTo>
                  <a:pt x="272" y="733"/>
                </a:lnTo>
                <a:lnTo>
                  <a:pt x="272" y="733"/>
                </a:lnTo>
                <a:lnTo>
                  <a:pt x="272" y="733"/>
                </a:lnTo>
                <a:lnTo>
                  <a:pt x="272" y="733"/>
                </a:lnTo>
                <a:lnTo>
                  <a:pt x="274" y="733"/>
                </a:lnTo>
                <a:lnTo>
                  <a:pt x="274" y="733"/>
                </a:lnTo>
                <a:lnTo>
                  <a:pt x="272" y="733"/>
                </a:lnTo>
                <a:lnTo>
                  <a:pt x="272" y="735"/>
                </a:lnTo>
                <a:lnTo>
                  <a:pt x="269" y="735"/>
                </a:lnTo>
                <a:lnTo>
                  <a:pt x="269" y="733"/>
                </a:lnTo>
                <a:lnTo>
                  <a:pt x="267" y="733"/>
                </a:lnTo>
                <a:lnTo>
                  <a:pt x="267" y="735"/>
                </a:lnTo>
                <a:lnTo>
                  <a:pt x="267" y="735"/>
                </a:lnTo>
                <a:lnTo>
                  <a:pt x="267" y="735"/>
                </a:lnTo>
                <a:lnTo>
                  <a:pt x="267" y="735"/>
                </a:lnTo>
                <a:lnTo>
                  <a:pt x="267" y="740"/>
                </a:lnTo>
                <a:lnTo>
                  <a:pt x="265" y="740"/>
                </a:lnTo>
                <a:lnTo>
                  <a:pt x="265" y="740"/>
                </a:lnTo>
                <a:lnTo>
                  <a:pt x="269" y="740"/>
                </a:lnTo>
                <a:lnTo>
                  <a:pt x="269" y="742"/>
                </a:lnTo>
                <a:lnTo>
                  <a:pt x="269" y="742"/>
                </a:lnTo>
                <a:lnTo>
                  <a:pt x="269" y="745"/>
                </a:lnTo>
                <a:lnTo>
                  <a:pt x="272" y="745"/>
                </a:lnTo>
                <a:lnTo>
                  <a:pt x="272" y="747"/>
                </a:lnTo>
                <a:lnTo>
                  <a:pt x="269" y="747"/>
                </a:lnTo>
                <a:lnTo>
                  <a:pt x="269" y="747"/>
                </a:lnTo>
                <a:lnTo>
                  <a:pt x="272" y="747"/>
                </a:lnTo>
                <a:lnTo>
                  <a:pt x="272" y="749"/>
                </a:lnTo>
                <a:lnTo>
                  <a:pt x="272" y="749"/>
                </a:lnTo>
                <a:lnTo>
                  <a:pt x="272" y="752"/>
                </a:lnTo>
                <a:lnTo>
                  <a:pt x="269" y="752"/>
                </a:lnTo>
                <a:lnTo>
                  <a:pt x="269" y="752"/>
                </a:lnTo>
                <a:lnTo>
                  <a:pt x="269" y="752"/>
                </a:lnTo>
                <a:lnTo>
                  <a:pt x="269" y="754"/>
                </a:lnTo>
                <a:lnTo>
                  <a:pt x="267" y="754"/>
                </a:lnTo>
                <a:lnTo>
                  <a:pt x="267" y="754"/>
                </a:lnTo>
                <a:lnTo>
                  <a:pt x="269" y="754"/>
                </a:lnTo>
                <a:lnTo>
                  <a:pt x="269" y="756"/>
                </a:lnTo>
                <a:lnTo>
                  <a:pt x="267" y="756"/>
                </a:lnTo>
                <a:lnTo>
                  <a:pt x="267" y="759"/>
                </a:lnTo>
                <a:lnTo>
                  <a:pt x="267" y="759"/>
                </a:lnTo>
                <a:lnTo>
                  <a:pt x="267" y="759"/>
                </a:lnTo>
                <a:lnTo>
                  <a:pt x="260" y="759"/>
                </a:lnTo>
                <a:lnTo>
                  <a:pt x="260" y="759"/>
                </a:lnTo>
                <a:lnTo>
                  <a:pt x="258" y="759"/>
                </a:lnTo>
                <a:lnTo>
                  <a:pt x="258" y="759"/>
                </a:lnTo>
                <a:lnTo>
                  <a:pt x="253" y="759"/>
                </a:lnTo>
                <a:lnTo>
                  <a:pt x="253" y="759"/>
                </a:lnTo>
                <a:lnTo>
                  <a:pt x="248" y="759"/>
                </a:lnTo>
                <a:lnTo>
                  <a:pt x="248" y="759"/>
                </a:lnTo>
                <a:lnTo>
                  <a:pt x="248" y="759"/>
                </a:lnTo>
                <a:lnTo>
                  <a:pt x="248" y="761"/>
                </a:lnTo>
                <a:lnTo>
                  <a:pt x="246" y="761"/>
                </a:lnTo>
                <a:lnTo>
                  <a:pt x="246" y="761"/>
                </a:lnTo>
                <a:lnTo>
                  <a:pt x="246" y="761"/>
                </a:lnTo>
                <a:lnTo>
                  <a:pt x="246" y="764"/>
                </a:lnTo>
                <a:lnTo>
                  <a:pt x="246" y="764"/>
                </a:lnTo>
                <a:lnTo>
                  <a:pt x="246" y="761"/>
                </a:lnTo>
                <a:lnTo>
                  <a:pt x="243" y="761"/>
                </a:lnTo>
                <a:lnTo>
                  <a:pt x="243" y="764"/>
                </a:lnTo>
                <a:lnTo>
                  <a:pt x="243" y="764"/>
                </a:lnTo>
                <a:lnTo>
                  <a:pt x="243" y="764"/>
                </a:lnTo>
                <a:lnTo>
                  <a:pt x="239" y="764"/>
                </a:lnTo>
                <a:lnTo>
                  <a:pt x="239" y="766"/>
                </a:lnTo>
                <a:lnTo>
                  <a:pt x="236" y="766"/>
                </a:lnTo>
                <a:lnTo>
                  <a:pt x="236" y="766"/>
                </a:lnTo>
                <a:lnTo>
                  <a:pt x="236" y="766"/>
                </a:lnTo>
                <a:lnTo>
                  <a:pt x="236" y="771"/>
                </a:lnTo>
                <a:lnTo>
                  <a:pt x="234" y="771"/>
                </a:lnTo>
                <a:lnTo>
                  <a:pt x="234" y="773"/>
                </a:lnTo>
                <a:lnTo>
                  <a:pt x="236" y="773"/>
                </a:lnTo>
                <a:lnTo>
                  <a:pt x="236" y="773"/>
                </a:lnTo>
                <a:lnTo>
                  <a:pt x="234" y="773"/>
                </a:lnTo>
                <a:lnTo>
                  <a:pt x="234" y="778"/>
                </a:lnTo>
                <a:lnTo>
                  <a:pt x="236" y="778"/>
                </a:lnTo>
                <a:lnTo>
                  <a:pt x="236" y="778"/>
                </a:lnTo>
                <a:lnTo>
                  <a:pt x="241" y="778"/>
                </a:lnTo>
                <a:lnTo>
                  <a:pt x="241" y="778"/>
                </a:lnTo>
                <a:lnTo>
                  <a:pt x="241" y="778"/>
                </a:lnTo>
                <a:lnTo>
                  <a:pt x="241" y="778"/>
                </a:lnTo>
                <a:lnTo>
                  <a:pt x="246" y="778"/>
                </a:lnTo>
                <a:lnTo>
                  <a:pt x="246" y="775"/>
                </a:lnTo>
                <a:lnTo>
                  <a:pt x="250" y="775"/>
                </a:lnTo>
                <a:lnTo>
                  <a:pt x="250" y="773"/>
                </a:lnTo>
                <a:lnTo>
                  <a:pt x="255" y="773"/>
                </a:lnTo>
                <a:lnTo>
                  <a:pt x="255" y="778"/>
                </a:lnTo>
                <a:lnTo>
                  <a:pt x="258" y="778"/>
                </a:lnTo>
                <a:lnTo>
                  <a:pt x="258" y="780"/>
                </a:lnTo>
                <a:lnTo>
                  <a:pt x="250" y="780"/>
                </a:lnTo>
                <a:lnTo>
                  <a:pt x="250" y="780"/>
                </a:lnTo>
                <a:lnTo>
                  <a:pt x="248" y="780"/>
                </a:lnTo>
                <a:lnTo>
                  <a:pt x="248" y="782"/>
                </a:lnTo>
                <a:lnTo>
                  <a:pt x="248" y="782"/>
                </a:lnTo>
                <a:lnTo>
                  <a:pt x="248" y="782"/>
                </a:lnTo>
                <a:lnTo>
                  <a:pt x="246" y="782"/>
                </a:lnTo>
                <a:lnTo>
                  <a:pt x="246" y="782"/>
                </a:lnTo>
                <a:lnTo>
                  <a:pt x="241" y="782"/>
                </a:lnTo>
                <a:lnTo>
                  <a:pt x="241" y="782"/>
                </a:lnTo>
                <a:lnTo>
                  <a:pt x="239" y="782"/>
                </a:lnTo>
                <a:lnTo>
                  <a:pt x="239" y="782"/>
                </a:lnTo>
                <a:lnTo>
                  <a:pt x="239" y="782"/>
                </a:lnTo>
                <a:lnTo>
                  <a:pt x="239" y="785"/>
                </a:lnTo>
                <a:lnTo>
                  <a:pt x="239" y="785"/>
                </a:lnTo>
                <a:lnTo>
                  <a:pt x="239" y="785"/>
                </a:lnTo>
                <a:lnTo>
                  <a:pt x="236" y="785"/>
                </a:lnTo>
                <a:lnTo>
                  <a:pt x="236" y="787"/>
                </a:lnTo>
                <a:lnTo>
                  <a:pt x="234" y="787"/>
                </a:lnTo>
                <a:lnTo>
                  <a:pt x="234" y="787"/>
                </a:lnTo>
                <a:lnTo>
                  <a:pt x="232" y="787"/>
                </a:lnTo>
                <a:lnTo>
                  <a:pt x="232" y="790"/>
                </a:lnTo>
                <a:lnTo>
                  <a:pt x="224" y="790"/>
                </a:lnTo>
                <a:lnTo>
                  <a:pt x="224" y="787"/>
                </a:lnTo>
                <a:lnTo>
                  <a:pt x="222" y="787"/>
                </a:lnTo>
                <a:lnTo>
                  <a:pt x="222" y="790"/>
                </a:lnTo>
                <a:lnTo>
                  <a:pt x="224" y="790"/>
                </a:lnTo>
                <a:lnTo>
                  <a:pt x="224" y="790"/>
                </a:lnTo>
                <a:lnTo>
                  <a:pt x="224" y="790"/>
                </a:lnTo>
                <a:lnTo>
                  <a:pt x="224" y="792"/>
                </a:lnTo>
                <a:lnTo>
                  <a:pt x="224" y="792"/>
                </a:lnTo>
                <a:lnTo>
                  <a:pt x="224" y="792"/>
                </a:lnTo>
                <a:lnTo>
                  <a:pt x="227" y="792"/>
                </a:lnTo>
                <a:lnTo>
                  <a:pt x="227" y="794"/>
                </a:lnTo>
                <a:lnTo>
                  <a:pt x="227" y="794"/>
                </a:lnTo>
                <a:lnTo>
                  <a:pt x="227" y="797"/>
                </a:lnTo>
                <a:lnTo>
                  <a:pt x="229" y="797"/>
                </a:lnTo>
                <a:lnTo>
                  <a:pt x="229" y="797"/>
                </a:lnTo>
                <a:lnTo>
                  <a:pt x="232" y="797"/>
                </a:lnTo>
                <a:lnTo>
                  <a:pt x="232" y="797"/>
                </a:lnTo>
                <a:lnTo>
                  <a:pt x="232" y="797"/>
                </a:lnTo>
                <a:lnTo>
                  <a:pt x="232" y="797"/>
                </a:lnTo>
                <a:lnTo>
                  <a:pt x="234" y="797"/>
                </a:lnTo>
                <a:lnTo>
                  <a:pt x="234" y="799"/>
                </a:lnTo>
                <a:lnTo>
                  <a:pt x="234" y="799"/>
                </a:lnTo>
                <a:lnTo>
                  <a:pt x="234" y="799"/>
                </a:lnTo>
                <a:lnTo>
                  <a:pt x="234" y="799"/>
                </a:lnTo>
                <a:lnTo>
                  <a:pt x="234" y="801"/>
                </a:lnTo>
                <a:lnTo>
                  <a:pt x="234" y="801"/>
                </a:lnTo>
                <a:lnTo>
                  <a:pt x="234" y="804"/>
                </a:lnTo>
                <a:lnTo>
                  <a:pt x="229" y="804"/>
                </a:lnTo>
                <a:lnTo>
                  <a:pt x="229" y="804"/>
                </a:lnTo>
                <a:lnTo>
                  <a:pt x="227" y="804"/>
                </a:lnTo>
                <a:lnTo>
                  <a:pt x="227" y="806"/>
                </a:lnTo>
                <a:lnTo>
                  <a:pt x="227" y="806"/>
                </a:lnTo>
                <a:lnTo>
                  <a:pt x="227" y="809"/>
                </a:lnTo>
                <a:lnTo>
                  <a:pt x="227" y="809"/>
                </a:lnTo>
                <a:lnTo>
                  <a:pt x="227" y="811"/>
                </a:lnTo>
                <a:lnTo>
                  <a:pt x="224" y="811"/>
                </a:lnTo>
                <a:lnTo>
                  <a:pt x="224" y="811"/>
                </a:lnTo>
                <a:lnTo>
                  <a:pt x="224" y="811"/>
                </a:lnTo>
                <a:lnTo>
                  <a:pt x="224" y="813"/>
                </a:lnTo>
                <a:lnTo>
                  <a:pt x="220" y="813"/>
                </a:lnTo>
                <a:lnTo>
                  <a:pt x="220" y="820"/>
                </a:lnTo>
                <a:lnTo>
                  <a:pt x="220" y="820"/>
                </a:lnTo>
                <a:lnTo>
                  <a:pt x="220" y="820"/>
                </a:lnTo>
                <a:lnTo>
                  <a:pt x="220" y="820"/>
                </a:lnTo>
                <a:lnTo>
                  <a:pt x="220" y="820"/>
                </a:lnTo>
                <a:lnTo>
                  <a:pt x="217" y="820"/>
                </a:lnTo>
                <a:lnTo>
                  <a:pt x="217" y="823"/>
                </a:lnTo>
                <a:lnTo>
                  <a:pt x="213" y="823"/>
                </a:lnTo>
                <a:lnTo>
                  <a:pt x="213" y="820"/>
                </a:lnTo>
                <a:lnTo>
                  <a:pt x="208" y="820"/>
                </a:lnTo>
                <a:lnTo>
                  <a:pt x="208" y="820"/>
                </a:lnTo>
                <a:lnTo>
                  <a:pt x="208" y="820"/>
                </a:lnTo>
                <a:lnTo>
                  <a:pt x="208" y="820"/>
                </a:lnTo>
                <a:lnTo>
                  <a:pt x="203" y="820"/>
                </a:lnTo>
                <a:lnTo>
                  <a:pt x="203" y="820"/>
                </a:lnTo>
                <a:lnTo>
                  <a:pt x="201" y="820"/>
                </a:lnTo>
                <a:lnTo>
                  <a:pt x="201" y="820"/>
                </a:lnTo>
                <a:lnTo>
                  <a:pt x="201" y="820"/>
                </a:lnTo>
                <a:lnTo>
                  <a:pt x="201" y="823"/>
                </a:lnTo>
                <a:lnTo>
                  <a:pt x="198" y="823"/>
                </a:lnTo>
                <a:lnTo>
                  <a:pt x="198" y="828"/>
                </a:lnTo>
                <a:lnTo>
                  <a:pt x="201" y="828"/>
                </a:lnTo>
                <a:lnTo>
                  <a:pt x="201" y="830"/>
                </a:lnTo>
                <a:lnTo>
                  <a:pt x="208" y="830"/>
                </a:lnTo>
                <a:lnTo>
                  <a:pt x="208" y="830"/>
                </a:lnTo>
                <a:lnTo>
                  <a:pt x="210" y="830"/>
                </a:lnTo>
                <a:lnTo>
                  <a:pt x="210" y="830"/>
                </a:lnTo>
                <a:lnTo>
                  <a:pt x="213" y="830"/>
                </a:lnTo>
                <a:lnTo>
                  <a:pt x="213" y="832"/>
                </a:lnTo>
                <a:lnTo>
                  <a:pt x="213" y="832"/>
                </a:lnTo>
                <a:lnTo>
                  <a:pt x="213" y="832"/>
                </a:lnTo>
                <a:lnTo>
                  <a:pt x="215" y="832"/>
                </a:lnTo>
                <a:lnTo>
                  <a:pt x="215" y="835"/>
                </a:lnTo>
                <a:lnTo>
                  <a:pt x="215" y="835"/>
                </a:lnTo>
                <a:lnTo>
                  <a:pt x="215" y="837"/>
                </a:lnTo>
                <a:lnTo>
                  <a:pt x="217" y="837"/>
                </a:lnTo>
                <a:lnTo>
                  <a:pt x="217" y="839"/>
                </a:lnTo>
                <a:lnTo>
                  <a:pt x="217" y="839"/>
                </a:lnTo>
                <a:lnTo>
                  <a:pt x="217" y="839"/>
                </a:lnTo>
                <a:lnTo>
                  <a:pt x="220" y="839"/>
                </a:lnTo>
                <a:lnTo>
                  <a:pt x="220" y="842"/>
                </a:lnTo>
                <a:lnTo>
                  <a:pt x="224" y="842"/>
                </a:lnTo>
                <a:lnTo>
                  <a:pt x="224" y="839"/>
                </a:lnTo>
                <a:lnTo>
                  <a:pt x="227" y="839"/>
                </a:lnTo>
                <a:lnTo>
                  <a:pt x="227" y="842"/>
                </a:lnTo>
                <a:lnTo>
                  <a:pt x="229" y="842"/>
                </a:lnTo>
                <a:lnTo>
                  <a:pt x="229" y="842"/>
                </a:lnTo>
                <a:lnTo>
                  <a:pt x="232" y="842"/>
                </a:lnTo>
                <a:lnTo>
                  <a:pt x="232" y="844"/>
                </a:lnTo>
                <a:lnTo>
                  <a:pt x="232" y="844"/>
                </a:lnTo>
                <a:lnTo>
                  <a:pt x="232" y="844"/>
                </a:lnTo>
                <a:lnTo>
                  <a:pt x="232" y="844"/>
                </a:lnTo>
                <a:lnTo>
                  <a:pt x="232" y="846"/>
                </a:lnTo>
                <a:lnTo>
                  <a:pt x="234" y="846"/>
                </a:lnTo>
                <a:lnTo>
                  <a:pt x="234" y="846"/>
                </a:lnTo>
                <a:lnTo>
                  <a:pt x="236" y="846"/>
                </a:lnTo>
                <a:lnTo>
                  <a:pt x="236" y="849"/>
                </a:lnTo>
                <a:lnTo>
                  <a:pt x="241" y="849"/>
                </a:lnTo>
                <a:lnTo>
                  <a:pt x="241" y="849"/>
                </a:lnTo>
                <a:lnTo>
                  <a:pt x="246" y="849"/>
                </a:lnTo>
                <a:lnTo>
                  <a:pt x="246" y="851"/>
                </a:lnTo>
                <a:lnTo>
                  <a:pt x="246" y="851"/>
                </a:lnTo>
                <a:lnTo>
                  <a:pt x="246" y="851"/>
                </a:lnTo>
                <a:lnTo>
                  <a:pt x="248" y="851"/>
                </a:lnTo>
                <a:lnTo>
                  <a:pt x="248" y="851"/>
                </a:lnTo>
                <a:lnTo>
                  <a:pt x="250" y="851"/>
                </a:lnTo>
                <a:lnTo>
                  <a:pt x="250" y="854"/>
                </a:lnTo>
                <a:lnTo>
                  <a:pt x="250" y="854"/>
                </a:lnTo>
                <a:lnTo>
                  <a:pt x="250" y="854"/>
                </a:lnTo>
                <a:lnTo>
                  <a:pt x="253" y="854"/>
                </a:lnTo>
                <a:lnTo>
                  <a:pt x="253" y="856"/>
                </a:lnTo>
                <a:lnTo>
                  <a:pt x="253" y="856"/>
                </a:lnTo>
                <a:lnTo>
                  <a:pt x="253" y="856"/>
                </a:lnTo>
                <a:lnTo>
                  <a:pt x="255" y="856"/>
                </a:lnTo>
                <a:lnTo>
                  <a:pt x="255" y="858"/>
                </a:lnTo>
                <a:lnTo>
                  <a:pt x="258" y="858"/>
                </a:lnTo>
                <a:lnTo>
                  <a:pt x="258" y="858"/>
                </a:lnTo>
                <a:lnTo>
                  <a:pt x="258" y="858"/>
                </a:lnTo>
                <a:lnTo>
                  <a:pt x="258" y="861"/>
                </a:lnTo>
                <a:lnTo>
                  <a:pt x="260" y="861"/>
                </a:lnTo>
                <a:lnTo>
                  <a:pt x="260" y="861"/>
                </a:lnTo>
                <a:lnTo>
                  <a:pt x="260" y="861"/>
                </a:lnTo>
                <a:lnTo>
                  <a:pt x="260" y="861"/>
                </a:lnTo>
                <a:lnTo>
                  <a:pt x="260" y="861"/>
                </a:lnTo>
                <a:lnTo>
                  <a:pt x="260" y="863"/>
                </a:lnTo>
                <a:lnTo>
                  <a:pt x="262" y="863"/>
                </a:lnTo>
                <a:lnTo>
                  <a:pt x="262" y="863"/>
                </a:lnTo>
                <a:lnTo>
                  <a:pt x="262" y="863"/>
                </a:lnTo>
                <a:lnTo>
                  <a:pt x="262" y="865"/>
                </a:lnTo>
                <a:lnTo>
                  <a:pt x="265" y="865"/>
                </a:lnTo>
                <a:lnTo>
                  <a:pt x="265" y="865"/>
                </a:lnTo>
                <a:lnTo>
                  <a:pt x="265" y="865"/>
                </a:lnTo>
                <a:lnTo>
                  <a:pt x="265" y="868"/>
                </a:lnTo>
                <a:lnTo>
                  <a:pt x="267" y="868"/>
                </a:lnTo>
                <a:lnTo>
                  <a:pt x="267" y="868"/>
                </a:lnTo>
                <a:lnTo>
                  <a:pt x="267" y="868"/>
                </a:lnTo>
                <a:lnTo>
                  <a:pt x="267" y="870"/>
                </a:lnTo>
                <a:lnTo>
                  <a:pt x="269" y="870"/>
                </a:lnTo>
                <a:lnTo>
                  <a:pt x="269" y="870"/>
                </a:lnTo>
                <a:lnTo>
                  <a:pt x="269" y="870"/>
                </a:lnTo>
                <a:lnTo>
                  <a:pt x="269" y="870"/>
                </a:lnTo>
                <a:lnTo>
                  <a:pt x="272" y="870"/>
                </a:lnTo>
                <a:lnTo>
                  <a:pt x="272" y="873"/>
                </a:lnTo>
                <a:lnTo>
                  <a:pt x="272" y="873"/>
                </a:lnTo>
                <a:lnTo>
                  <a:pt x="272" y="870"/>
                </a:lnTo>
                <a:lnTo>
                  <a:pt x="274" y="870"/>
                </a:lnTo>
                <a:lnTo>
                  <a:pt x="274" y="870"/>
                </a:lnTo>
                <a:lnTo>
                  <a:pt x="274" y="870"/>
                </a:lnTo>
                <a:lnTo>
                  <a:pt x="274" y="868"/>
                </a:lnTo>
                <a:lnTo>
                  <a:pt x="274" y="868"/>
                </a:lnTo>
                <a:lnTo>
                  <a:pt x="274" y="868"/>
                </a:lnTo>
                <a:lnTo>
                  <a:pt x="279" y="868"/>
                </a:lnTo>
                <a:lnTo>
                  <a:pt x="279" y="868"/>
                </a:lnTo>
                <a:lnTo>
                  <a:pt x="284" y="868"/>
                </a:lnTo>
                <a:lnTo>
                  <a:pt x="284" y="870"/>
                </a:lnTo>
                <a:lnTo>
                  <a:pt x="286" y="870"/>
                </a:lnTo>
                <a:lnTo>
                  <a:pt x="286" y="868"/>
                </a:lnTo>
                <a:lnTo>
                  <a:pt x="288" y="868"/>
                </a:lnTo>
                <a:lnTo>
                  <a:pt x="288" y="870"/>
                </a:lnTo>
                <a:lnTo>
                  <a:pt x="291" y="870"/>
                </a:lnTo>
                <a:lnTo>
                  <a:pt x="291" y="870"/>
                </a:lnTo>
                <a:lnTo>
                  <a:pt x="293" y="870"/>
                </a:lnTo>
                <a:lnTo>
                  <a:pt x="293" y="870"/>
                </a:lnTo>
                <a:lnTo>
                  <a:pt x="295" y="870"/>
                </a:lnTo>
                <a:lnTo>
                  <a:pt x="295" y="873"/>
                </a:lnTo>
                <a:lnTo>
                  <a:pt x="300" y="873"/>
                </a:lnTo>
                <a:lnTo>
                  <a:pt x="300" y="873"/>
                </a:lnTo>
                <a:lnTo>
                  <a:pt x="303" y="873"/>
                </a:lnTo>
                <a:lnTo>
                  <a:pt x="303" y="873"/>
                </a:lnTo>
                <a:lnTo>
                  <a:pt x="303" y="873"/>
                </a:lnTo>
                <a:lnTo>
                  <a:pt x="303" y="875"/>
                </a:lnTo>
                <a:lnTo>
                  <a:pt x="305" y="875"/>
                </a:lnTo>
                <a:lnTo>
                  <a:pt x="305" y="875"/>
                </a:lnTo>
                <a:lnTo>
                  <a:pt x="307" y="875"/>
                </a:lnTo>
                <a:lnTo>
                  <a:pt x="307" y="877"/>
                </a:lnTo>
                <a:lnTo>
                  <a:pt x="312" y="877"/>
                </a:lnTo>
                <a:lnTo>
                  <a:pt x="312" y="875"/>
                </a:lnTo>
                <a:lnTo>
                  <a:pt x="314" y="875"/>
                </a:lnTo>
                <a:lnTo>
                  <a:pt x="314" y="877"/>
                </a:lnTo>
                <a:lnTo>
                  <a:pt x="324" y="877"/>
                </a:lnTo>
                <a:lnTo>
                  <a:pt x="324" y="875"/>
                </a:lnTo>
                <a:lnTo>
                  <a:pt x="326" y="875"/>
                </a:lnTo>
                <a:lnTo>
                  <a:pt x="326" y="877"/>
                </a:lnTo>
                <a:lnTo>
                  <a:pt x="326" y="877"/>
                </a:lnTo>
                <a:lnTo>
                  <a:pt x="326" y="877"/>
                </a:lnTo>
                <a:lnTo>
                  <a:pt x="331" y="877"/>
                </a:lnTo>
                <a:lnTo>
                  <a:pt x="331" y="877"/>
                </a:lnTo>
                <a:lnTo>
                  <a:pt x="331" y="877"/>
                </a:lnTo>
                <a:lnTo>
                  <a:pt x="331" y="877"/>
                </a:lnTo>
                <a:lnTo>
                  <a:pt x="336" y="877"/>
                </a:lnTo>
                <a:lnTo>
                  <a:pt x="336" y="880"/>
                </a:lnTo>
                <a:lnTo>
                  <a:pt x="336" y="880"/>
                </a:lnTo>
                <a:lnTo>
                  <a:pt x="336" y="880"/>
                </a:lnTo>
                <a:lnTo>
                  <a:pt x="338" y="880"/>
                </a:lnTo>
                <a:lnTo>
                  <a:pt x="338" y="880"/>
                </a:lnTo>
                <a:lnTo>
                  <a:pt x="338" y="880"/>
                </a:lnTo>
                <a:lnTo>
                  <a:pt x="338" y="882"/>
                </a:lnTo>
                <a:lnTo>
                  <a:pt x="340" y="882"/>
                </a:lnTo>
                <a:lnTo>
                  <a:pt x="340" y="882"/>
                </a:lnTo>
                <a:lnTo>
                  <a:pt x="343" y="882"/>
                </a:lnTo>
                <a:lnTo>
                  <a:pt x="343" y="884"/>
                </a:lnTo>
                <a:lnTo>
                  <a:pt x="345" y="884"/>
                </a:lnTo>
                <a:lnTo>
                  <a:pt x="345" y="884"/>
                </a:lnTo>
                <a:lnTo>
                  <a:pt x="345" y="884"/>
                </a:lnTo>
                <a:lnTo>
                  <a:pt x="345" y="884"/>
                </a:lnTo>
                <a:lnTo>
                  <a:pt x="348" y="884"/>
                </a:lnTo>
                <a:lnTo>
                  <a:pt x="348" y="884"/>
                </a:lnTo>
                <a:lnTo>
                  <a:pt x="350" y="884"/>
                </a:lnTo>
                <a:lnTo>
                  <a:pt x="350" y="887"/>
                </a:lnTo>
                <a:lnTo>
                  <a:pt x="350" y="887"/>
                </a:lnTo>
                <a:lnTo>
                  <a:pt x="350" y="887"/>
                </a:lnTo>
                <a:lnTo>
                  <a:pt x="352" y="887"/>
                </a:lnTo>
                <a:lnTo>
                  <a:pt x="352" y="889"/>
                </a:lnTo>
                <a:lnTo>
                  <a:pt x="355" y="889"/>
                </a:lnTo>
                <a:lnTo>
                  <a:pt x="355" y="892"/>
                </a:lnTo>
                <a:lnTo>
                  <a:pt x="352" y="892"/>
                </a:lnTo>
                <a:lnTo>
                  <a:pt x="352" y="892"/>
                </a:lnTo>
                <a:lnTo>
                  <a:pt x="357" y="892"/>
                </a:lnTo>
                <a:lnTo>
                  <a:pt x="357" y="894"/>
                </a:lnTo>
                <a:lnTo>
                  <a:pt x="357" y="894"/>
                </a:lnTo>
                <a:lnTo>
                  <a:pt x="357" y="892"/>
                </a:lnTo>
                <a:lnTo>
                  <a:pt x="359" y="892"/>
                </a:lnTo>
                <a:lnTo>
                  <a:pt x="359" y="892"/>
                </a:lnTo>
                <a:lnTo>
                  <a:pt x="364" y="892"/>
                </a:lnTo>
                <a:lnTo>
                  <a:pt x="364" y="892"/>
                </a:lnTo>
                <a:lnTo>
                  <a:pt x="364" y="892"/>
                </a:lnTo>
                <a:lnTo>
                  <a:pt x="364" y="889"/>
                </a:lnTo>
                <a:lnTo>
                  <a:pt x="369" y="889"/>
                </a:lnTo>
                <a:lnTo>
                  <a:pt x="369" y="889"/>
                </a:lnTo>
                <a:lnTo>
                  <a:pt x="374" y="889"/>
                </a:lnTo>
                <a:lnTo>
                  <a:pt x="374" y="889"/>
                </a:lnTo>
                <a:lnTo>
                  <a:pt x="374" y="889"/>
                </a:lnTo>
                <a:lnTo>
                  <a:pt x="374" y="892"/>
                </a:lnTo>
                <a:lnTo>
                  <a:pt x="376" y="892"/>
                </a:lnTo>
                <a:lnTo>
                  <a:pt x="376" y="892"/>
                </a:lnTo>
                <a:lnTo>
                  <a:pt x="376" y="892"/>
                </a:lnTo>
                <a:lnTo>
                  <a:pt x="376" y="889"/>
                </a:lnTo>
                <a:lnTo>
                  <a:pt x="378" y="889"/>
                </a:lnTo>
                <a:lnTo>
                  <a:pt x="378" y="889"/>
                </a:lnTo>
                <a:lnTo>
                  <a:pt x="381" y="889"/>
                </a:lnTo>
                <a:lnTo>
                  <a:pt x="381" y="889"/>
                </a:lnTo>
                <a:lnTo>
                  <a:pt x="383" y="889"/>
                </a:lnTo>
                <a:lnTo>
                  <a:pt x="383" y="892"/>
                </a:lnTo>
                <a:lnTo>
                  <a:pt x="385" y="892"/>
                </a:lnTo>
                <a:lnTo>
                  <a:pt x="385" y="892"/>
                </a:lnTo>
                <a:lnTo>
                  <a:pt x="385" y="892"/>
                </a:lnTo>
                <a:lnTo>
                  <a:pt x="385" y="894"/>
                </a:lnTo>
                <a:lnTo>
                  <a:pt x="392" y="894"/>
                </a:lnTo>
                <a:lnTo>
                  <a:pt x="392" y="894"/>
                </a:lnTo>
                <a:lnTo>
                  <a:pt x="395" y="894"/>
                </a:lnTo>
                <a:lnTo>
                  <a:pt x="395" y="896"/>
                </a:lnTo>
                <a:lnTo>
                  <a:pt x="397" y="896"/>
                </a:lnTo>
                <a:lnTo>
                  <a:pt x="397" y="899"/>
                </a:lnTo>
                <a:lnTo>
                  <a:pt x="395" y="899"/>
                </a:lnTo>
                <a:lnTo>
                  <a:pt x="395" y="899"/>
                </a:lnTo>
                <a:lnTo>
                  <a:pt x="397" y="899"/>
                </a:lnTo>
                <a:lnTo>
                  <a:pt x="397" y="901"/>
                </a:lnTo>
                <a:lnTo>
                  <a:pt x="392" y="901"/>
                </a:lnTo>
                <a:lnTo>
                  <a:pt x="392" y="901"/>
                </a:lnTo>
                <a:lnTo>
                  <a:pt x="395" y="901"/>
                </a:lnTo>
                <a:lnTo>
                  <a:pt x="395" y="903"/>
                </a:lnTo>
                <a:lnTo>
                  <a:pt x="397" y="903"/>
                </a:lnTo>
                <a:lnTo>
                  <a:pt x="397" y="903"/>
                </a:lnTo>
                <a:lnTo>
                  <a:pt x="400" y="903"/>
                </a:lnTo>
                <a:lnTo>
                  <a:pt x="400" y="906"/>
                </a:lnTo>
                <a:lnTo>
                  <a:pt x="400" y="906"/>
                </a:lnTo>
                <a:lnTo>
                  <a:pt x="400" y="906"/>
                </a:lnTo>
                <a:lnTo>
                  <a:pt x="404" y="906"/>
                </a:lnTo>
                <a:lnTo>
                  <a:pt x="404" y="908"/>
                </a:lnTo>
                <a:lnTo>
                  <a:pt x="407" y="908"/>
                </a:lnTo>
                <a:lnTo>
                  <a:pt x="407" y="908"/>
                </a:lnTo>
                <a:lnTo>
                  <a:pt x="409" y="908"/>
                </a:lnTo>
                <a:lnTo>
                  <a:pt x="409" y="910"/>
                </a:lnTo>
                <a:lnTo>
                  <a:pt x="411" y="910"/>
                </a:lnTo>
                <a:lnTo>
                  <a:pt x="411" y="910"/>
                </a:lnTo>
                <a:lnTo>
                  <a:pt x="414" y="910"/>
                </a:lnTo>
                <a:lnTo>
                  <a:pt x="414" y="913"/>
                </a:lnTo>
                <a:lnTo>
                  <a:pt x="414" y="913"/>
                </a:lnTo>
                <a:lnTo>
                  <a:pt x="414" y="910"/>
                </a:lnTo>
                <a:lnTo>
                  <a:pt x="416" y="910"/>
                </a:lnTo>
                <a:lnTo>
                  <a:pt x="416" y="910"/>
                </a:lnTo>
                <a:lnTo>
                  <a:pt x="419" y="910"/>
                </a:lnTo>
                <a:lnTo>
                  <a:pt x="419" y="910"/>
                </a:lnTo>
                <a:lnTo>
                  <a:pt x="419" y="910"/>
                </a:lnTo>
                <a:lnTo>
                  <a:pt x="419" y="913"/>
                </a:lnTo>
                <a:lnTo>
                  <a:pt x="421" y="913"/>
                </a:lnTo>
                <a:lnTo>
                  <a:pt x="421" y="915"/>
                </a:lnTo>
                <a:lnTo>
                  <a:pt x="421" y="915"/>
                </a:lnTo>
                <a:lnTo>
                  <a:pt x="421" y="915"/>
                </a:lnTo>
                <a:lnTo>
                  <a:pt x="421" y="915"/>
                </a:lnTo>
                <a:lnTo>
                  <a:pt x="421" y="918"/>
                </a:lnTo>
                <a:lnTo>
                  <a:pt x="423" y="918"/>
                </a:lnTo>
                <a:lnTo>
                  <a:pt x="423" y="920"/>
                </a:lnTo>
                <a:lnTo>
                  <a:pt x="423" y="920"/>
                </a:lnTo>
                <a:lnTo>
                  <a:pt x="423" y="918"/>
                </a:lnTo>
                <a:lnTo>
                  <a:pt x="426" y="918"/>
                </a:lnTo>
                <a:lnTo>
                  <a:pt x="426" y="920"/>
                </a:lnTo>
                <a:lnTo>
                  <a:pt x="426" y="920"/>
                </a:lnTo>
                <a:lnTo>
                  <a:pt x="426" y="920"/>
                </a:lnTo>
                <a:lnTo>
                  <a:pt x="428" y="920"/>
                </a:lnTo>
                <a:lnTo>
                  <a:pt x="428" y="922"/>
                </a:lnTo>
                <a:lnTo>
                  <a:pt x="428" y="922"/>
                </a:lnTo>
                <a:lnTo>
                  <a:pt x="428" y="925"/>
                </a:lnTo>
                <a:lnTo>
                  <a:pt x="430" y="925"/>
                </a:lnTo>
                <a:lnTo>
                  <a:pt x="430" y="925"/>
                </a:lnTo>
                <a:lnTo>
                  <a:pt x="430" y="925"/>
                </a:lnTo>
                <a:lnTo>
                  <a:pt x="430" y="927"/>
                </a:lnTo>
                <a:lnTo>
                  <a:pt x="433" y="927"/>
                </a:lnTo>
                <a:lnTo>
                  <a:pt x="433" y="927"/>
                </a:lnTo>
                <a:lnTo>
                  <a:pt x="442" y="927"/>
                </a:lnTo>
                <a:lnTo>
                  <a:pt x="442" y="927"/>
                </a:lnTo>
                <a:lnTo>
                  <a:pt x="442" y="927"/>
                </a:lnTo>
                <a:lnTo>
                  <a:pt x="442" y="925"/>
                </a:lnTo>
                <a:lnTo>
                  <a:pt x="445" y="925"/>
                </a:lnTo>
                <a:lnTo>
                  <a:pt x="445" y="922"/>
                </a:lnTo>
                <a:lnTo>
                  <a:pt x="445" y="922"/>
                </a:lnTo>
                <a:lnTo>
                  <a:pt x="445" y="922"/>
                </a:lnTo>
                <a:lnTo>
                  <a:pt x="445" y="922"/>
                </a:lnTo>
                <a:lnTo>
                  <a:pt x="445" y="920"/>
                </a:lnTo>
                <a:lnTo>
                  <a:pt x="449" y="920"/>
                </a:lnTo>
                <a:lnTo>
                  <a:pt x="449" y="920"/>
                </a:lnTo>
                <a:lnTo>
                  <a:pt x="452" y="920"/>
                </a:lnTo>
                <a:lnTo>
                  <a:pt x="452" y="918"/>
                </a:lnTo>
                <a:lnTo>
                  <a:pt x="452" y="918"/>
                </a:lnTo>
                <a:lnTo>
                  <a:pt x="452" y="918"/>
                </a:lnTo>
                <a:lnTo>
                  <a:pt x="454" y="918"/>
                </a:lnTo>
                <a:lnTo>
                  <a:pt x="454" y="915"/>
                </a:lnTo>
                <a:lnTo>
                  <a:pt x="454" y="915"/>
                </a:lnTo>
                <a:lnTo>
                  <a:pt x="454" y="913"/>
                </a:lnTo>
                <a:lnTo>
                  <a:pt x="454" y="913"/>
                </a:lnTo>
                <a:lnTo>
                  <a:pt x="454" y="910"/>
                </a:lnTo>
                <a:lnTo>
                  <a:pt x="456" y="910"/>
                </a:lnTo>
                <a:lnTo>
                  <a:pt x="456" y="910"/>
                </a:lnTo>
                <a:lnTo>
                  <a:pt x="454" y="910"/>
                </a:lnTo>
                <a:lnTo>
                  <a:pt x="454" y="908"/>
                </a:lnTo>
                <a:lnTo>
                  <a:pt x="452" y="908"/>
                </a:lnTo>
                <a:lnTo>
                  <a:pt x="452" y="908"/>
                </a:lnTo>
                <a:lnTo>
                  <a:pt x="452" y="908"/>
                </a:lnTo>
                <a:lnTo>
                  <a:pt x="452" y="906"/>
                </a:lnTo>
                <a:lnTo>
                  <a:pt x="452" y="906"/>
                </a:lnTo>
                <a:lnTo>
                  <a:pt x="452" y="903"/>
                </a:lnTo>
                <a:lnTo>
                  <a:pt x="449" y="903"/>
                </a:lnTo>
                <a:lnTo>
                  <a:pt x="449" y="901"/>
                </a:lnTo>
                <a:lnTo>
                  <a:pt x="449" y="901"/>
                </a:lnTo>
                <a:lnTo>
                  <a:pt x="449" y="901"/>
                </a:lnTo>
                <a:lnTo>
                  <a:pt x="447" y="901"/>
                </a:lnTo>
                <a:lnTo>
                  <a:pt x="447" y="899"/>
                </a:lnTo>
                <a:lnTo>
                  <a:pt x="447" y="899"/>
                </a:lnTo>
                <a:lnTo>
                  <a:pt x="447" y="899"/>
                </a:lnTo>
                <a:lnTo>
                  <a:pt x="445" y="899"/>
                </a:lnTo>
                <a:lnTo>
                  <a:pt x="445" y="896"/>
                </a:lnTo>
                <a:lnTo>
                  <a:pt x="445" y="896"/>
                </a:lnTo>
                <a:lnTo>
                  <a:pt x="445" y="896"/>
                </a:lnTo>
                <a:lnTo>
                  <a:pt x="445" y="896"/>
                </a:lnTo>
                <a:lnTo>
                  <a:pt x="445" y="894"/>
                </a:lnTo>
                <a:lnTo>
                  <a:pt x="442" y="894"/>
                </a:lnTo>
                <a:lnTo>
                  <a:pt x="442" y="892"/>
                </a:lnTo>
                <a:lnTo>
                  <a:pt x="442" y="892"/>
                </a:lnTo>
                <a:lnTo>
                  <a:pt x="442" y="892"/>
                </a:lnTo>
                <a:lnTo>
                  <a:pt x="440" y="892"/>
                </a:lnTo>
                <a:lnTo>
                  <a:pt x="440" y="892"/>
                </a:lnTo>
                <a:lnTo>
                  <a:pt x="440" y="892"/>
                </a:lnTo>
                <a:lnTo>
                  <a:pt x="440" y="884"/>
                </a:lnTo>
                <a:lnTo>
                  <a:pt x="437" y="884"/>
                </a:lnTo>
                <a:lnTo>
                  <a:pt x="437" y="884"/>
                </a:lnTo>
                <a:lnTo>
                  <a:pt x="437" y="884"/>
                </a:lnTo>
                <a:lnTo>
                  <a:pt x="437" y="882"/>
                </a:lnTo>
                <a:lnTo>
                  <a:pt x="435" y="882"/>
                </a:lnTo>
                <a:lnTo>
                  <a:pt x="435" y="882"/>
                </a:lnTo>
                <a:lnTo>
                  <a:pt x="433" y="882"/>
                </a:lnTo>
                <a:lnTo>
                  <a:pt x="433" y="877"/>
                </a:lnTo>
                <a:lnTo>
                  <a:pt x="435" y="877"/>
                </a:lnTo>
                <a:lnTo>
                  <a:pt x="435" y="875"/>
                </a:lnTo>
                <a:lnTo>
                  <a:pt x="435" y="875"/>
                </a:lnTo>
                <a:lnTo>
                  <a:pt x="435" y="873"/>
                </a:lnTo>
                <a:lnTo>
                  <a:pt x="433" y="873"/>
                </a:lnTo>
                <a:lnTo>
                  <a:pt x="433" y="870"/>
                </a:lnTo>
                <a:lnTo>
                  <a:pt x="435" y="870"/>
                </a:lnTo>
                <a:lnTo>
                  <a:pt x="435" y="868"/>
                </a:lnTo>
                <a:lnTo>
                  <a:pt x="435" y="868"/>
                </a:lnTo>
                <a:lnTo>
                  <a:pt x="435" y="863"/>
                </a:lnTo>
                <a:lnTo>
                  <a:pt x="437" y="863"/>
                </a:lnTo>
                <a:lnTo>
                  <a:pt x="437" y="863"/>
                </a:lnTo>
                <a:lnTo>
                  <a:pt x="437" y="863"/>
                </a:lnTo>
                <a:lnTo>
                  <a:pt x="437" y="861"/>
                </a:lnTo>
                <a:lnTo>
                  <a:pt x="437" y="861"/>
                </a:lnTo>
                <a:lnTo>
                  <a:pt x="437" y="861"/>
                </a:lnTo>
                <a:lnTo>
                  <a:pt x="440" y="861"/>
                </a:lnTo>
                <a:lnTo>
                  <a:pt x="440" y="858"/>
                </a:lnTo>
                <a:lnTo>
                  <a:pt x="440" y="858"/>
                </a:lnTo>
                <a:lnTo>
                  <a:pt x="440" y="858"/>
                </a:lnTo>
                <a:lnTo>
                  <a:pt x="442" y="858"/>
                </a:lnTo>
                <a:lnTo>
                  <a:pt x="442" y="856"/>
                </a:lnTo>
                <a:lnTo>
                  <a:pt x="442" y="856"/>
                </a:lnTo>
                <a:lnTo>
                  <a:pt x="442" y="856"/>
                </a:lnTo>
                <a:lnTo>
                  <a:pt x="440" y="856"/>
                </a:lnTo>
                <a:lnTo>
                  <a:pt x="440" y="856"/>
                </a:lnTo>
                <a:lnTo>
                  <a:pt x="440" y="856"/>
                </a:lnTo>
                <a:lnTo>
                  <a:pt x="440" y="856"/>
                </a:lnTo>
                <a:lnTo>
                  <a:pt x="437" y="856"/>
                </a:lnTo>
                <a:lnTo>
                  <a:pt x="437" y="858"/>
                </a:lnTo>
                <a:lnTo>
                  <a:pt x="435" y="858"/>
                </a:lnTo>
                <a:lnTo>
                  <a:pt x="435" y="861"/>
                </a:lnTo>
                <a:lnTo>
                  <a:pt x="433" y="861"/>
                </a:lnTo>
                <a:lnTo>
                  <a:pt x="433" y="858"/>
                </a:lnTo>
                <a:lnTo>
                  <a:pt x="433" y="858"/>
                </a:lnTo>
                <a:lnTo>
                  <a:pt x="433" y="856"/>
                </a:lnTo>
                <a:lnTo>
                  <a:pt x="430" y="856"/>
                </a:lnTo>
                <a:lnTo>
                  <a:pt x="430" y="854"/>
                </a:lnTo>
                <a:lnTo>
                  <a:pt x="430" y="854"/>
                </a:lnTo>
                <a:lnTo>
                  <a:pt x="430" y="854"/>
                </a:lnTo>
                <a:lnTo>
                  <a:pt x="430" y="854"/>
                </a:lnTo>
                <a:lnTo>
                  <a:pt x="430" y="851"/>
                </a:lnTo>
                <a:lnTo>
                  <a:pt x="428" y="851"/>
                </a:lnTo>
                <a:lnTo>
                  <a:pt x="428" y="851"/>
                </a:lnTo>
                <a:lnTo>
                  <a:pt x="426" y="851"/>
                </a:lnTo>
                <a:lnTo>
                  <a:pt x="426" y="849"/>
                </a:lnTo>
                <a:lnTo>
                  <a:pt x="423" y="849"/>
                </a:lnTo>
                <a:lnTo>
                  <a:pt x="423" y="846"/>
                </a:lnTo>
                <a:lnTo>
                  <a:pt x="421" y="846"/>
                </a:lnTo>
                <a:lnTo>
                  <a:pt x="421" y="846"/>
                </a:lnTo>
                <a:lnTo>
                  <a:pt x="421" y="846"/>
                </a:lnTo>
                <a:lnTo>
                  <a:pt x="421" y="846"/>
                </a:lnTo>
                <a:lnTo>
                  <a:pt x="419" y="846"/>
                </a:lnTo>
                <a:lnTo>
                  <a:pt x="419" y="846"/>
                </a:lnTo>
                <a:lnTo>
                  <a:pt x="419" y="846"/>
                </a:lnTo>
                <a:lnTo>
                  <a:pt x="419" y="844"/>
                </a:lnTo>
                <a:lnTo>
                  <a:pt x="416" y="844"/>
                </a:lnTo>
                <a:lnTo>
                  <a:pt x="416" y="842"/>
                </a:lnTo>
                <a:lnTo>
                  <a:pt x="419" y="842"/>
                </a:lnTo>
                <a:lnTo>
                  <a:pt x="419" y="842"/>
                </a:lnTo>
                <a:lnTo>
                  <a:pt x="419" y="842"/>
                </a:lnTo>
                <a:lnTo>
                  <a:pt x="419" y="839"/>
                </a:lnTo>
                <a:lnTo>
                  <a:pt x="421" y="839"/>
                </a:lnTo>
                <a:lnTo>
                  <a:pt x="421" y="839"/>
                </a:lnTo>
                <a:lnTo>
                  <a:pt x="421" y="839"/>
                </a:lnTo>
                <a:lnTo>
                  <a:pt x="421" y="837"/>
                </a:lnTo>
                <a:lnTo>
                  <a:pt x="423" y="837"/>
                </a:lnTo>
                <a:lnTo>
                  <a:pt x="423" y="839"/>
                </a:lnTo>
                <a:lnTo>
                  <a:pt x="423" y="839"/>
                </a:lnTo>
                <a:lnTo>
                  <a:pt x="423" y="837"/>
                </a:lnTo>
                <a:lnTo>
                  <a:pt x="426" y="837"/>
                </a:lnTo>
                <a:lnTo>
                  <a:pt x="426" y="837"/>
                </a:lnTo>
                <a:lnTo>
                  <a:pt x="428" y="837"/>
                </a:lnTo>
                <a:lnTo>
                  <a:pt x="428" y="835"/>
                </a:lnTo>
                <a:lnTo>
                  <a:pt x="428" y="835"/>
                </a:lnTo>
                <a:lnTo>
                  <a:pt x="428" y="832"/>
                </a:lnTo>
                <a:lnTo>
                  <a:pt x="430" y="832"/>
                </a:lnTo>
                <a:lnTo>
                  <a:pt x="430" y="830"/>
                </a:lnTo>
                <a:lnTo>
                  <a:pt x="430" y="830"/>
                </a:lnTo>
                <a:lnTo>
                  <a:pt x="430" y="828"/>
                </a:lnTo>
                <a:lnTo>
                  <a:pt x="433" y="828"/>
                </a:lnTo>
                <a:lnTo>
                  <a:pt x="433" y="825"/>
                </a:lnTo>
                <a:lnTo>
                  <a:pt x="433" y="825"/>
                </a:lnTo>
                <a:lnTo>
                  <a:pt x="433" y="823"/>
                </a:lnTo>
                <a:lnTo>
                  <a:pt x="433" y="823"/>
                </a:lnTo>
                <a:lnTo>
                  <a:pt x="433" y="820"/>
                </a:lnTo>
                <a:lnTo>
                  <a:pt x="435" y="820"/>
                </a:lnTo>
                <a:lnTo>
                  <a:pt x="435" y="820"/>
                </a:lnTo>
                <a:lnTo>
                  <a:pt x="437" y="820"/>
                </a:lnTo>
                <a:lnTo>
                  <a:pt x="437" y="818"/>
                </a:lnTo>
                <a:lnTo>
                  <a:pt x="437" y="818"/>
                </a:lnTo>
                <a:lnTo>
                  <a:pt x="437" y="820"/>
                </a:lnTo>
                <a:lnTo>
                  <a:pt x="440" y="820"/>
                </a:lnTo>
                <a:lnTo>
                  <a:pt x="440" y="816"/>
                </a:lnTo>
                <a:lnTo>
                  <a:pt x="440" y="816"/>
                </a:lnTo>
                <a:lnTo>
                  <a:pt x="440" y="818"/>
                </a:lnTo>
                <a:lnTo>
                  <a:pt x="440" y="818"/>
                </a:lnTo>
                <a:lnTo>
                  <a:pt x="440" y="820"/>
                </a:lnTo>
                <a:lnTo>
                  <a:pt x="445" y="820"/>
                </a:lnTo>
                <a:lnTo>
                  <a:pt x="445" y="820"/>
                </a:lnTo>
                <a:lnTo>
                  <a:pt x="445" y="820"/>
                </a:lnTo>
                <a:lnTo>
                  <a:pt x="445" y="820"/>
                </a:lnTo>
                <a:lnTo>
                  <a:pt x="445" y="820"/>
                </a:lnTo>
                <a:lnTo>
                  <a:pt x="445" y="818"/>
                </a:lnTo>
                <a:lnTo>
                  <a:pt x="445" y="818"/>
                </a:lnTo>
                <a:lnTo>
                  <a:pt x="445" y="818"/>
                </a:lnTo>
                <a:lnTo>
                  <a:pt x="445" y="818"/>
                </a:lnTo>
                <a:lnTo>
                  <a:pt x="445" y="813"/>
                </a:lnTo>
                <a:lnTo>
                  <a:pt x="447" y="813"/>
                </a:lnTo>
                <a:lnTo>
                  <a:pt x="447" y="816"/>
                </a:lnTo>
                <a:lnTo>
                  <a:pt x="447" y="816"/>
                </a:lnTo>
                <a:lnTo>
                  <a:pt x="447" y="813"/>
                </a:lnTo>
                <a:lnTo>
                  <a:pt x="447" y="813"/>
                </a:lnTo>
                <a:lnTo>
                  <a:pt x="447" y="813"/>
                </a:lnTo>
                <a:lnTo>
                  <a:pt x="452" y="813"/>
                </a:lnTo>
                <a:lnTo>
                  <a:pt x="452" y="816"/>
                </a:lnTo>
                <a:lnTo>
                  <a:pt x="452" y="816"/>
                </a:lnTo>
                <a:lnTo>
                  <a:pt x="452" y="816"/>
                </a:lnTo>
                <a:lnTo>
                  <a:pt x="454" y="816"/>
                </a:lnTo>
                <a:lnTo>
                  <a:pt x="454" y="813"/>
                </a:lnTo>
                <a:lnTo>
                  <a:pt x="456" y="813"/>
                </a:lnTo>
                <a:lnTo>
                  <a:pt x="456" y="816"/>
                </a:lnTo>
                <a:lnTo>
                  <a:pt x="459" y="816"/>
                </a:lnTo>
                <a:lnTo>
                  <a:pt x="459" y="816"/>
                </a:lnTo>
                <a:lnTo>
                  <a:pt x="461" y="816"/>
                </a:lnTo>
                <a:lnTo>
                  <a:pt x="461" y="811"/>
                </a:lnTo>
                <a:lnTo>
                  <a:pt x="461" y="811"/>
                </a:lnTo>
                <a:lnTo>
                  <a:pt x="461" y="809"/>
                </a:lnTo>
                <a:lnTo>
                  <a:pt x="464" y="809"/>
                </a:lnTo>
                <a:lnTo>
                  <a:pt x="464" y="809"/>
                </a:lnTo>
                <a:lnTo>
                  <a:pt x="466" y="809"/>
                </a:lnTo>
                <a:lnTo>
                  <a:pt x="466" y="806"/>
                </a:lnTo>
                <a:lnTo>
                  <a:pt x="464" y="806"/>
                </a:lnTo>
                <a:lnTo>
                  <a:pt x="464" y="804"/>
                </a:lnTo>
                <a:lnTo>
                  <a:pt x="466" y="804"/>
                </a:lnTo>
                <a:lnTo>
                  <a:pt x="466" y="804"/>
                </a:lnTo>
                <a:lnTo>
                  <a:pt x="466" y="804"/>
                </a:lnTo>
                <a:lnTo>
                  <a:pt x="466" y="801"/>
                </a:lnTo>
                <a:lnTo>
                  <a:pt x="468" y="801"/>
                </a:lnTo>
                <a:lnTo>
                  <a:pt x="468" y="806"/>
                </a:lnTo>
                <a:lnTo>
                  <a:pt x="471" y="806"/>
                </a:lnTo>
                <a:lnTo>
                  <a:pt x="471" y="804"/>
                </a:lnTo>
                <a:lnTo>
                  <a:pt x="471" y="804"/>
                </a:lnTo>
                <a:lnTo>
                  <a:pt x="471" y="804"/>
                </a:lnTo>
                <a:lnTo>
                  <a:pt x="471" y="804"/>
                </a:lnTo>
                <a:lnTo>
                  <a:pt x="471" y="801"/>
                </a:lnTo>
                <a:lnTo>
                  <a:pt x="473" y="801"/>
                </a:lnTo>
                <a:lnTo>
                  <a:pt x="473" y="799"/>
                </a:lnTo>
                <a:lnTo>
                  <a:pt x="471" y="799"/>
                </a:lnTo>
                <a:lnTo>
                  <a:pt x="471" y="797"/>
                </a:lnTo>
                <a:lnTo>
                  <a:pt x="466" y="797"/>
                </a:lnTo>
                <a:lnTo>
                  <a:pt x="466" y="794"/>
                </a:lnTo>
                <a:lnTo>
                  <a:pt x="466" y="794"/>
                </a:lnTo>
                <a:lnTo>
                  <a:pt x="466" y="794"/>
                </a:lnTo>
                <a:lnTo>
                  <a:pt x="464" y="794"/>
                </a:lnTo>
                <a:lnTo>
                  <a:pt x="464" y="792"/>
                </a:lnTo>
                <a:lnTo>
                  <a:pt x="461" y="792"/>
                </a:lnTo>
                <a:lnTo>
                  <a:pt x="461" y="792"/>
                </a:lnTo>
                <a:lnTo>
                  <a:pt x="459" y="792"/>
                </a:lnTo>
                <a:lnTo>
                  <a:pt x="459" y="792"/>
                </a:lnTo>
                <a:lnTo>
                  <a:pt x="456" y="792"/>
                </a:lnTo>
                <a:lnTo>
                  <a:pt x="456" y="790"/>
                </a:lnTo>
                <a:lnTo>
                  <a:pt x="456" y="790"/>
                </a:lnTo>
                <a:lnTo>
                  <a:pt x="456" y="790"/>
                </a:lnTo>
                <a:lnTo>
                  <a:pt x="454" y="790"/>
                </a:lnTo>
                <a:lnTo>
                  <a:pt x="454" y="787"/>
                </a:lnTo>
                <a:lnTo>
                  <a:pt x="456" y="787"/>
                </a:lnTo>
                <a:lnTo>
                  <a:pt x="456" y="785"/>
                </a:lnTo>
                <a:lnTo>
                  <a:pt x="459" y="785"/>
                </a:lnTo>
                <a:lnTo>
                  <a:pt x="459" y="787"/>
                </a:lnTo>
                <a:lnTo>
                  <a:pt x="459" y="787"/>
                </a:lnTo>
                <a:lnTo>
                  <a:pt x="459" y="787"/>
                </a:lnTo>
                <a:lnTo>
                  <a:pt x="461" y="787"/>
                </a:lnTo>
                <a:lnTo>
                  <a:pt x="461" y="790"/>
                </a:lnTo>
                <a:lnTo>
                  <a:pt x="464" y="790"/>
                </a:lnTo>
                <a:lnTo>
                  <a:pt x="464" y="787"/>
                </a:lnTo>
                <a:lnTo>
                  <a:pt x="466" y="787"/>
                </a:lnTo>
                <a:lnTo>
                  <a:pt x="466" y="787"/>
                </a:lnTo>
                <a:lnTo>
                  <a:pt x="466" y="787"/>
                </a:lnTo>
                <a:lnTo>
                  <a:pt x="466" y="785"/>
                </a:lnTo>
                <a:lnTo>
                  <a:pt x="466" y="785"/>
                </a:lnTo>
                <a:lnTo>
                  <a:pt x="466" y="782"/>
                </a:lnTo>
                <a:lnTo>
                  <a:pt x="464" y="782"/>
                </a:lnTo>
                <a:lnTo>
                  <a:pt x="464" y="782"/>
                </a:lnTo>
                <a:lnTo>
                  <a:pt x="464" y="782"/>
                </a:lnTo>
                <a:lnTo>
                  <a:pt x="464" y="782"/>
                </a:lnTo>
                <a:lnTo>
                  <a:pt x="464" y="782"/>
                </a:lnTo>
                <a:lnTo>
                  <a:pt x="464" y="780"/>
                </a:lnTo>
                <a:lnTo>
                  <a:pt x="461" y="780"/>
                </a:lnTo>
                <a:lnTo>
                  <a:pt x="461" y="780"/>
                </a:lnTo>
                <a:lnTo>
                  <a:pt x="461" y="780"/>
                </a:lnTo>
                <a:lnTo>
                  <a:pt x="461" y="778"/>
                </a:lnTo>
                <a:lnTo>
                  <a:pt x="459" y="778"/>
                </a:lnTo>
                <a:lnTo>
                  <a:pt x="459" y="775"/>
                </a:lnTo>
                <a:lnTo>
                  <a:pt x="459" y="775"/>
                </a:lnTo>
                <a:lnTo>
                  <a:pt x="459" y="773"/>
                </a:lnTo>
                <a:lnTo>
                  <a:pt x="459" y="773"/>
                </a:lnTo>
                <a:lnTo>
                  <a:pt x="459" y="771"/>
                </a:lnTo>
                <a:lnTo>
                  <a:pt x="452" y="771"/>
                </a:lnTo>
                <a:lnTo>
                  <a:pt x="452" y="768"/>
                </a:lnTo>
                <a:lnTo>
                  <a:pt x="452" y="768"/>
                </a:lnTo>
                <a:lnTo>
                  <a:pt x="452" y="768"/>
                </a:lnTo>
                <a:lnTo>
                  <a:pt x="452" y="768"/>
                </a:lnTo>
                <a:lnTo>
                  <a:pt x="452" y="766"/>
                </a:lnTo>
                <a:lnTo>
                  <a:pt x="449" y="766"/>
                </a:lnTo>
                <a:lnTo>
                  <a:pt x="449" y="764"/>
                </a:lnTo>
                <a:lnTo>
                  <a:pt x="449" y="764"/>
                </a:lnTo>
                <a:lnTo>
                  <a:pt x="449" y="764"/>
                </a:lnTo>
                <a:lnTo>
                  <a:pt x="447" y="764"/>
                </a:lnTo>
                <a:lnTo>
                  <a:pt x="447" y="761"/>
                </a:lnTo>
                <a:lnTo>
                  <a:pt x="447" y="761"/>
                </a:lnTo>
                <a:lnTo>
                  <a:pt x="447" y="761"/>
                </a:lnTo>
                <a:lnTo>
                  <a:pt x="435" y="761"/>
                </a:lnTo>
                <a:lnTo>
                  <a:pt x="435" y="761"/>
                </a:lnTo>
                <a:lnTo>
                  <a:pt x="433" y="761"/>
                </a:lnTo>
                <a:lnTo>
                  <a:pt x="433" y="761"/>
                </a:lnTo>
                <a:lnTo>
                  <a:pt x="430" y="761"/>
                </a:lnTo>
                <a:lnTo>
                  <a:pt x="430" y="764"/>
                </a:lnTo>
                <a:lnTo>
                  <a:pt x="430" y="764"/>
                </a:lnTo>
                <a:lnTo>
                  <a:pt x="430" y="761"/>
                </a:lnTo>
                <a:lnTo>
                  <a:pt x="428" y="761"/>
                </a:lnTo>
                <a:lnTo>
                  <a:pt x="428" y="761"/>
                </a:lnTo>
                <a:lnTo>
                  <a:pt x="426" y="761"/>
                </a:lnTo>
                <a:lnTo>
                  <a:pt x="426" y="761"/>
                </a:lnTo>
                <a:lnTo>
                  <a:pt x="426" y="761"/>
                </a:lnTo>
                <a:lnTo>
                  <a:pt x="426" y="759"/>
                </a:lnTo>
                <a:lnTo>
                  <a:pt x="426" y="759"/>
                </a:lnTo>
                <a:lnTo>
                  <a:pt x="426" y="759"/>
                </a:lnTo>
                <a:lnTo>
                  <a:pt x="426" y="759"/>
                </a:lnTo>
                <a:lnTo>
                  <a:pt x="426" y="756"/>
                </a:lnTo>
                <a:lnTo>
                  <a:pt x="426" y="756"/>
                </a:lnTo>
                <a:lnTo>
                  <a:pt x="426" y="756"/>
                </a:lnTo>
                <a:lnTo>
                  <a:pt x="423" y="756"/>
                </a:lnTo>
                <a:lnTo>
                  <a:pt x="423" y="754"/>
                </a:lnTo>
                <a:lnTo>
                  <a:pt x="426" y="754"/>
                </a:lnTo>
                <a:lnTo>
                  <a:pt x="426" y="754"/>
                </a:lnTo>
                <a:lnTo>
                  <a:pt x="426" y="754"/>
                </a:lnTo>
                <a:lnTo>
                  <a:pt x="426" y="752"/>
                </a:lnTo>
                <a:lnTo>
                  <a:pt x="426" y="752"/>
                </a:lnTo>
                <a:lnTo>
                  <a:pt x="426" y="749"/>
                </a:lnTo>
                <a:lnTo>
                  <a:pt x="423" y="749"/>
                </a:lnTo>
                <a:lnTo>
                  <a:pt x="423" y="749"/>
                </a:lnTo>
                <a:lnTo>
                  <a:pt x="423" y="749"/>
                </a:lnTo>
                <a:lnTo>
                  <a:pt x="423" y="747"/>
                </a:lnTo>
                <a:lnTo>
                  <a:pt x="421" y="747"/>
                </a:lnTo>
                <a:lnTo>
                  <a:pt x="421" y="747"/>
                </a:lnTo>
                <a:lnTo>
                  <a:pt x="419" y="747"/>
                </a:lnTo>
                <a:lnTo>
                  <a:pt x="419" y="745"/>
                </a:lnTo>
                <a:lnTo>
                  <a:pt x="416" y="745"/>
                </a:lnTo>
                <a:lnTo>
                  <a:pt x="416" y="745"/>
                </a:lnTo>
                <a:lnTo>
                  <a:pt x="411" y="745"/>
                </a:lnTo>
                <a:lnTo>
                  <a:pt x="411" y="742"/>
                </a:lnTo>
                <a:lnTo>
                  <a:pt x="414" y="742"/>
                </a:lnTo>
                <a:lnTo>
                  <a:pt x="414" y="740"/>
                </a:lnTo>
                <a:lnTo>
                  <a:pt x="414" y="740"/>
                </a:lnTo>
                <a:lnTo>
                  <a:pt x="414" y="737"/>
                </a:lnTo>
                <a:lnTo>
                  <a:pt x="414" y="737"/>
                </a:lnTo>
                <a:lnTo>
                  <a:pt x="414" y="737"/>
                </a:lnTo>
                <a:lnTo>
                  <a:pt x="416" y="737"/>
                </a:lnTo>
                <a:lnTo>
                  <a:pt x="416" y="735"/>
                </a:lnTo>
                <a:lnTo>
                  <a:pt x="416" y="735"/>
                </a:lnTo>
                <a:lnTo>
                  <a:pt x="416" y="733"/>
                </a:lnTo>
                <a:lnTo>
                  <a:pt x="419" y="733"/>
                </a:lnTo>
                <a:lnTo>
                  <a:pt x="419" y="733"/>
                </a:lnTo>
                <a:lnTo>
                  <a:pt x="419" y="733"/>
                </a:lnTo>
                <a:lnTo>
                  <a:pt x="419" y="730"/>
                </a:lnTo>
                <a:lnTo>
                  <a:pt x="421" y="730"/>
                </a:lnTo>
                <a:lnTo>
                  <a:pt x="421" y="730"/>
                </a:lnTo>
                <a:lnTo>
                  <a:pt x="421" y="730"/>
                </a:lnTo>
                <a:lnTo>
                  <a:pt x="421" y="728"/>
                </a:lnTo>
                <a:lnTo>
                  <a:pt x="423" y="728"/>
                </a:lnTo>
                <a:lnTo>
                  <a:pt x="423" y="728"/>
                </a:lnTo>
                <a:lnTo>
                  <a:pt x="423" y="728"/>
                </a:lnTo>
                <a:lnTo>
                  <a:pt x="423" y="723"/>
                </a:lnTo>
                <a:lnTo>
                  <a:pt x="423" y="723"/>
                </a:lnTo>
                <a:lnTo>
                  <a:pt x="423" y="723"/>
                </a:lnTo>
                <a:lnTo>
                  <a:pt x="421" y="723"/>
                </a:lnTo>
                <a:lnTo>
                  <a:pt x="421" y="723"/>
                </a:lnTo>
                <a:lnTo>
                  <a:pt x="419" y="723"/>
                </a:lnTo>
                <a:lnTo>
                  <a:pt x="419" y="721"/>
                </a:lnTo>
                <a:lnTo>
                  <a:pt x="419" y="721"/>
                </a:lnTo>
                <a:lnTo>
                  <a:pt x="419" y="716"/>
                </a:lnTo>
                <a:lnTo>
                  <a:pt x="419" y="716"/>
                </a:lnTo>
                <a:lnTo>
                  <a:pt x="419" y="714"/>
                </a:lnTo>
                <a:lnTo>
                  <a:pt x="421" y="714"/>
                </a:lnTo>
                <a:lnTo>
                  <a:pt x="421" y="709"/>
                </a:lnTo>
                <a:lnTo>
                  <a:pt x="421" y="709"/>
                </a:lnTo>
                <a:lnTo>
                  <a:pt x="421" y="707"/>
                </a:lnTo>
                <a:lnTo>
                  <a:pt x="426" y="707"/>
                </a:lnTo>
                <a:lnTo>
                  <a:pt x="426" y="707"/>
                </a:lnTo>
                <a:lnTo>
                  <a:pt x="426" y="707"/>
                </a:lnTo>
                <a:lnTo>
                  <a:pt x="426" y="704"/>
                </a:lnTo>
                <a:lnTo>
                  <a:pt x="428" y="704"/>
                </a:lnTo>
                <a:lnTo>
                  <a:pt x="428" y="704"/>
                </a:lnTo>
                <a:lnTo>
                  <a:pt x="430" y="704"/>
                </a:lnTo>
                <a:lnTo>
                  <a:pt x="430" y="702"/>
                </a:lnTo>
                <a:lnTo>
                  <a:pt x="430" y="702"/>
                </a:lnTo>
                <a:lnTo>
                  <a:pt x="430" y="700"/>
                </a:lnTo>
                <a:lnTo>
                  <a:pt x="430" y="700"/>
                </a:lnTo>
                <a:lnTo>
                  <a:pt x="430" y="695"/>
                </a:lnTo>
                <a:lnTo>
                  <a:pt x="433" y="695"/>
                </a:lnTo>
                <a:lnTo>
                  <a:pt x="433" y="692"/>
                </a:lnTo>
                <a:lnTo>
                  <a:pt x="433" y="692"/>
                </a:lnTo>
                <a:lnTo>
                  <a:pt x="433" y="692"/>
                </a:lnTo>
                <a:lnTo>
                  <a:pt x="437" y="692"/>
                </a:lnTo>
                <a:lnTo>
                  <a:pt x="437" y="692"/>
                </a:lnTo>
                <a:lnTo>
                  <a:pt x="437" y="692"/>
                </a:lnTo>
                <a:lnTo>
                  <a:pt x="437" y="695"/>
                </a:lnTo>
                <a:lnTo>
                  <a:pt x="440" y="695"/>
                </a:lnTo>
                <a:lnTo>
                  <a:pt x="440" y="695"/>
                </a:lnTo>
                <a:lnTo>
                  <a:pt x="440" y="695"/>
                </a:lnTo>
                <a:lnTo>
                  <a:pt x="440" y="697"/>
                </a:lnTo>
                <a:lnTo>
                  <a:pt x="442" y="697"/>
                </a:lnTo>
                <a:lnTo>
                  <a:pt x="442" y="697"/>
                </a:lnTo>
                <a:lnTo>
                  <a:pt x="442" y="697"/>
                </a:lnTo>
                <a:lnTo>
                  <a:pt x="442" y="700"/>
                </a:lnTo>
                <a:lnTo>
                  <a:pt x="445" y="700"/>
                </a:lnTo>
                <a:lnTo>
                  <a:pt x="445" y="700"/>
                </a:lnTo>
                <a:lnTo>
                  <a:pt x="445" y="700"/>
                </a:lnTo>
                <a:lnTo>
                  <a:pt x="445" y="702"/>
                </a:lnTo>
                <a:lnTo>
                  <a:pt x="447" y="702"/>
                </a:lnTo>
                <a:lnTo>
                  <a:pt x="447" y="702"/>
                </a:lnTo>
                <a:lnTo>
                  <a:pt x="447" y="702"/>
                </a:lnTo>
                <a:lnTo>
                  <a:pt x="447" y="704"/>
                </a:lnTo>
                <a:lnTo>
                  <a:pt x="449" y="704"/>
                </a:lnTo>
                <a:lnTo>
                  <a:pt x="449" y="707"/>
                </a:lnTo>
                <a:lnTo>
                  <a:pt x="452" y="707"/>
                </a:lnTo>
                <a:lnTo>
                  <a:pt x="452" y="709"/>
                </a:lnTo>
                <a:lnTo>
                  <a:pt x="454" y="709"/>
                </a:lnTo>
                <a:lnTo>
                  <a:pt x="454" y="707"/>
                </a:lnTo>
                <a:lnTo>
                  <a:pt x="459" y="707"/>
                </a:lnTo>
                <a:lnTo>
                  <a:pt x="459" y="707"/>
                </a:lnTo>
                <a:lnTo>
                  <a:pt x="461" y="707"/>
                </a:lnTo>
                <a:lnTo>
                  <a:pt x="461" y="704"/>
                </a:lnTo>
                <a:lnTo>
                  <a:pt x="464" y="704"/>
                </a:lnTo>
                <a:lnTo>
                  <a:pt x="464" y="704"/>
                </a:lnTo>
                <a:lnTo>
                  <a:pt x="464" y="704"/>
                </a:lnTo>
                <a:lnTo>
                  <a:pt x="464" y="702"/>
                </a:lnTo>
                <a:lnTo>
                  <a:pt x="461" y="702"/>
                </a:lnTo>
                <a:lnTo>
                  <a:pt x="461" y="700"/>
                </a:lnTo>
                <a:lnTo>
                  <a:pt x="461" y="700"/>
                </a:lnTo>
                <a:lnTo>
                  <a:pt x="461" y="700"/>
                </a:lnTo>
                <a:lnTo>
                  <a:pt x="461" y="700"/>
                </a:lnTo>
                <a:lnTo>
                  <a:pt x="461" y="697"/>
                </a:lnTo>
                <a:lnTo>
                  <a:pt x="459" y="697"/>
                </a:lnTo>
                <a:lnTo>
                  <a:pt x="459" y="695"/>
                </a:lnTo>
                <a:lnTo>
                  <a:pt x="459" y="695"/>
                </a:lnTo>
                <a:lnTo>
                  <a:pt x="459" y="692"/>
                </a:lnTo>
                <a:lnTo>
                  <a:pt x="459" y="692"/>
                </a:lnTo>
                <a:lnTo>
                  <a:pt x="459" y="688"/>
                </a:lnTo>
                <a:lnTo>
                  <a:pt x="456" y="688"/>
                </a:lnTo>
                <a:lnTo>
                  <a:pt x="456" y="688"/>
                </a:lnTo>
                <a:lnTo>
                  <a:pt x="459" y="688"/>
                </a:lnTo>
                <a:lnTo>
                  <a:pt x="459" y="688"/>
                </a:lnTo>
                <a:lnTo>
                  <a:pt x="461" y="688"/>
                </a:lnTo>
                <a:lnTo>
                  <a:pt x="461" y="690"/>
                </a:lnTo>
                <a:lnTo>
                  <a:pt x="464" y="690"/>
                </a:lnTo>
                <a:lnTo>
                  <a:pt x="464" y="688"/>
                </a:lnTo>
                <a:lnTo>
                  <a:pt x="464" y="688"/>
                </a:lnTo>
                <a:lnTo>
                  <a:pt x="464" y="688"/>
                </a:lnTo>
                <a:lnTo>
                  <a:pt x="466" y="688"/>
                </a:lnTo>
                <a:lnTo>
                  <a:pt x="466" y="685"/>
                </a:lnTo>
                <a:lnTo>
                  <a:pt x="466" y="685"/>
                </a:lnTo>
                <a:lnTo>
                  <a:pt x="466" y="685"/>
                </a:lnTo>
                <a:lnTo>
                  <a:pt x="468" y="685"/>
                </a:lnTo>
                <a:lnTo>
                  <a:pt x="468" y="683"/>
                </a:lnTo>
                <a:lnTo>
                  <a:pt x="471" y="683"/>
                </a:lnTo>
                <a:lnTo>
                  <a:pt x="471" y="683"/>
                </a:lnTo>
                <a:lnTo>
                  <a:pt x="473" y="683"/>
                </a:lnTo>
                <a:lnTo>
                  <a:pt x="473" y="683"/>
                </a:lnTo>
                <a:lnTo>
                  <a:pt x="475" y="683"/>
                </a:lnTo>
                <a:lnTo>
                  <a:pt x="475" y="681"/>
                </a:lnTo>
                <a:lnTo>
                  <a:pt x="473" y="681"/>
                </a:lnTo>
                <a:lnTo>
                  <a:pt x="473" y="681"/>
                </a:lnTo>
                <a:lnTo>
                  <a:pt x="473" y="681"/>
                </a:lnTo>
                <a:lnTo>
                  <a:pt x="473" y="678"/>
                </a:lnTo>
                <a:lnTo>
                  <a:pt x="473" y="678"/>
                </a:lnTo>
                <a:lnTo>
                  <a:pt x="473" y="676"/>
                </a:lnTo>
                <a:lnTo>
                  <a:pt x="482" y="676"/>
                </a:lnTo>
                <a:lnTo>
                  <a:pt x="482" y="673"/>
                </a:lnTo>
                <a:lnTo>
                  <a:pt x="485" y="673"/>
                </a:lnTo>
                <a:lnTo>
                  <a:pt x="485" y="673"/>
                </a:lnTo>
                <a:lnTo>
                  <a:pt x="485" y="673"/>
                </a:lnTo>
                <a:lnTo>
                  <a:pt x="485" y="673"/>
                </a:lnTo>
                <a:lnTo>
                  <a:pt x="490" y="673"/>
                </a:lnTo>
                <a:lnTo>
                  <a:pt x="490" y="671"/>
                </a:lnTo>
                <a:lnTo>
                  <a:pt x="494" y="671"/>
                </a:lnTo>
                <a:lnTo>
                  <a:pt x="494" y="671"/>
                </a:lnTo>
                <a:lnTo>
                  <a:pt x="494" y="671"/>
                </a:lnTo>
                <a:lnTo>
                  <a:pt x="494" y="669"/>
                </a:lnTo>
                <a:lnTo>
                  <a:pt x="497" y="669"/>
                </a:lnTo>
                <a:lnTo>
                  <a:pt x="497" y="666"/>
                </a:lnTo>
                <a:lnTo>
                  <a:pt x="499" y="666"/>
                </a:lnTo>
                <a:lnTo>
                  <a:pt x="499" y="664"/>
                </a:lnTo>
                <a:lnTo>
                  <a:pt x="499" y="664"/>
                </a:lnTo>
                <a:lnTo>
                  <a:pt x="499" y="664"/>
                </a:lnTo>
                <a:lnTo>
                  <a:pt x="504" y="664"/>
                </a:lnTo>
                <a:lnTo>
                  <a:pt x="504" y="664"/>
                </a:lnTo>
                <a:lnTo>
                  <a:pt x="504" y="664"/>
                </a:lnTo>
                <a:lnTo>
                  <a:pt x="504" y="662"/>
                </a:lnTo>
                <a:lnTo>
                  <a:pt x="504" y="662"/>
                </a:lnTo>
                <a:lnTo>
                  <a:pt x="504" y="659"/>
                </a:lnTo>
                <a:lnTo>
                  <a:pt x="506" y="659"/>
                </a:lnTo>
                <a:lnTo>
                  <a:pt x="506" y="662"/>
                </a:lnTo>
                <a:lnTo>
                  <a:pt x="516" y="662"/>
                </a:lnTo>
                <a:lnTo>
                  <a:pt x="516" y="664"/>
                </a:lnTo>
                <a:lnTo>
                  <a:pt x="518" y="664"/>
                </a:lnTo>
                <a:lnTo>
                  <a:pt x="518" y="664"/>
                </a:lnTo>
                <a:lnTo>
                  <a:pt x="513" y="664"/>
                </a:lnTo>
                <a:lnTo>
                  <a:pt x="513" y="664"/>
                </a:lnTo>
                <a:lnTo>
                  <a:pt x="516" y="664"/>
                </a:lnTo>
                <a:lnTo>
                  <a:pt x="516" y="666"/>
                </a:lnTo>
                <a:lnTo>
                  <a:pt x="520" y="666"/>
                </a:lnTo>
                <a:lnTo>
                  <a:pt x="520" y="664"/>
                </a:lnTo>
                <a:lnTo>
                  <a:pt x="523" y="664"/>
                </a:lnTo>
                <a:lnTo>
                  <a:pt x="523" y="666"/>
                </a:lnTo>
                <a:lnTo>
                  <a:pt x="523" y="666"/>
                </a:lnTo>
                <a:lnTo>
                  <a:pt x="523" y="666"/>
                </a:lnTo>
                <a:lnTo>
                  <a:pt x="525" y="666"/>
                </a:lnTo>
                <a:lnTo>
                  <a:pt x="525" y="664"/>
                </a:lnTo>
                <a:lnTo>
                  <a:pt x="525" y="664"/>
                </a:lnTo>
                <a:lnTo>
                  <a:pt x="525" y="664"/>
                </a:lnTo>
                <a:lnTo>
                  <a:pt x="525" y="664"/>
                </a:lnTo>
                <a:lnTo>
                  <a:pt x="525" y="662"/>
                </a:lnTo>
                <a:lnTo>
                  <a:pt x="535" y="662"/>
                </a:lnTo>
                <a:lnTo>
                  <a:pt x="535" y="662"/>
                </a:lnTo>
                <a:lnTo>
                  <a:pt x="537" y="662"/>
                </a:lnTo>
                <a:lnTo>
                  <a:pt x="537" y="659"/>
                </a:lnTo>
                <a:lnTo>
                  <a:pt x="539" y="659"/>
                </a:lnTo>
                <a:lnTo>
                  <a:pt x="539" y="664"/>
                </a:lnTo>
                <a:lnTo>
                  <a:pt x="539" y="664"/>
                </a:lnTo>
                <a:lnTo>
                  <a:pt x="539" y="664"/>
                </a:lnTo>
                <a:lnTo>
                  <a:pt x="542" y="664"/>
                </a:lnTo>
                <a:lnTo>
                  <a:pt x="542" y="666"/>
                </a:lnTo>
                <a:lnTo>
                  <a:pt x="542" y="666"/>
                </a:lnTo>
                <a:lnTo>
                  <a:pt x="542" y="666"/>
                </a:lnTo>
                <a:lnTo>
                  <a:pt x="546" y="666"/>
                </a:lnTo>
                <a:lnTo>
                  <a:pt x="546" y="666"/>
                </a:lnTo>
                <a:lnTo>
                  <a:pt x="551" y="666"/>
                </a:lnTo>
                <a:lnTo>
                  <a:pt x="551" y="666"/>
                </a:lnTo>
                <a:lnTo>
                  <a:pt x="551" y="666"/>
                </a:lnTo>
                <a:lnTo>
                  <a:pt x="551" y="666"/>
                </a:lnTo>
                <a:lnTo>
                  <a:pt x="556" y="666"/>
                </a:lnTo>
                <a:lnTo>
                  <a:pt x="556" y="664"/>
                </a:lnTo>
                <a:lnTo>
                  <a:pt x="556" y="664"/>
                </a:lnTo>
                <a:lnTo>
                  <a:pt x="556" y="666"/>
                </a:lnTo>
                <a:lnTo>
                  <a:pt x="561" y="666"/>
                </a:lnTo>
                <a:lnTo>
                  <a:pt x="561" y="666"/>
                </a:lnTo>
                <a:lnTo>
                  <a:pt x="563" y="666"/>
                </a:lnTo>
                <a:lnTo>
                  <a:pt x="563" y="669"/>
                </a:lnTo>
                <a:lnTo>
                  <a:pt x="565" y="669"/>
                </a:lnTo>
                <a:lnTo>
                  <a:pt x="565" y="671"/>
                </a:lnTo>
                <a:lnTo>
                  <a:pt x="565" y="671"/>
                </a:lnTo>
                <a:lnTo>
                  <a:pt x="565" y="673"/>
                </a:lnTo>
                <a:lnTo>
                  <a:pt x="568" y="673"/>
                </a:lnTo>
                <a:lnTo>
                  <a:pt x="568" y="673"/>
                </a:lnTo>
                <a:lnTo>
                  <a:pt x="572" y="673"/>
                </a:lnTo>
                <a:lnTo>
                  <a:pt x="572" y="673"/>
                </a:lnTo>
                <a:lnTo>
                  <a:pt x="575" y="673"/>
                </a:lnTo>
                <a:lnTo>
                  <a:pt x="575" y="676"/>
                </a:lnTo>
                <a:lnTo>
                  <a:pt x="577" y="676"/>
                </a:lnTo>
                <a:lnTo>
                  <a:pt x="577" y="676"/>
                </a:lnTo>
                <a:lnTo>
                  <a:pt x="577" y="676"/>
                </a:lnTo>
                <a:lnTo>
                  <a:pt x="577" y="678"/>
                </a:lnTo>
                <a:lnTo>
                  <a:pt x="577" y="678"/>
                </a:lnTo>
                <a:lnTo>
                  <a:pt x="577" y="681"/>
                </a:lnTo>
                <a:lnTo>
                  <a:pt x="579" y="681"/>
                </a:lnTo>
                <a:lnTo>
                  <a:pt x="579" y="681"/>
                </a:lnTo>
                <a:lnTo>
                  <a:pt x="579" y="681"/>
                </a:lnTo>
                <a:lnTo>
                  <a:pt x="579" y="683"/>
                </a:lnTo>
                <a:lnTo>
                  <a:pt x="584" y="683"/>
                </a:lnTo>
                <a:lnTo>
                  <a:pt x="584" y="683"/>
                </a:lnTo>
                <a:lnTo>
                  <a:pt x="584" y="683"/>
                </a:lnTo>
                <a:lnTo>
                  <a:pt x="584" y="688"/>
                </a:lnTo>
                <a:lnTo>
                  <a:pt x="582" y="688"/>
                </a:lnTo>
                <a:lnTo>
                  <a:pt x="582" y="688"/>
                </a:lnTo>
                <a:lnTo>
                  <a:pt x="584" y="688"/>
                </a:lnTo>
                <a:lnTo>
                  <a:pt x="584" y="690"/>
                </a:lnTo>
                <a:lnTo>
                  <a:pt x="584" y="690"/>
                </a:lnTo>
                <a:lnTo>
                  <a:pt x="584" y="690"/>
                </a:lnTo>
                <a:lnTo>
                  <a:pt x="587" y="690"/>
                </a:lnTo>
                <a:lnTo>
                  <a:pt x="587" y="690"/>
                </a:lnTo>
                <a:lnTo>
                  <a:pt x="587" y="690"/>
                </a:lnTo>
                <a:lnTo>
                  <a:pt x="587" y="688"/>
                </a:lnTo>
                <a:lnTo>
                  <a:pt x="589" y="688"/>
                </a:lnTo>
                <a:lnTo>
                  <a:pt x="589" y="685"/>
                </a:lnTo>
                <a:lnTo>
                  <a:pt x="587" y="685"/>
                </a:lnTo>
                <a:lnTo>
                  <a:pt x="587" y="683"/>
                </a:lnTo>
                <a:lnTo>
                  <a:pt x="591" y="683"/>
                </a:lnTo>
                <a:lnTo>
                  <a:pt x="591" y="683"/>
                </a:lnTo>
                <a:lnTo>
                  <a:pt x="594" y="683"/>
                </a:lnTo>
                <a:lnTo>
                  <a:pt x="594" y="683"/>
                </a:lnTo>
                <a:lnTo>
                  <a:pt x="594" y="683"/>
                </a:lnTo>
                <a:lnTo>
                  <a:pt x="594" y="681"/>
                </a:lnTo>
                <a:lnTo>
                  <a:pt x="596" y="681"/>
                </a:lnTo>
                <a:lnTo>
                  <a:pt x="596" y="683"/>
                </a:lnTo>
                <a:lnTo>
                  <a:pt x="598" y="683"/>
                </a:lnTo>
                <a:lnTo>
                  <a:pt x="598" y="685"/>
                </a:lnTo>
                <a:lnTo>
                  <a:pt x="601" y="685"/>
                </a:lnTo>
                <a:lnTo>
                  <a:pt x="601" y="685"/>
                </a:lnTo>
                <a:lnTo>
                  <a:pt x="601" y="685"/>
                </a:lnTo>
                <a:lnTo>
                  <a:pt x="601" y="688"/>
                </a:lnTo>
                <a:lnTo>
                  <a:pt x="606" y="688"/>
                </a:lnTo>
                <a:lnTo>
                  <a:pt x="606" y="688"/>
                </a:lnTo>
                <a:lnTo>
                  <a:pt x="608" y="688"/>
                </a:lnTo>
                <a:lnTo>
                  <a:pt x="608" y="690"/>
                </a:lnTo>
                <a:lnTo>
                  <a:pt x="610" y="690"/>
                </a:lnTo>
                <a:lnTo>
                  <a:pt x="610" y="688"/>
                </a:lnTo>
                <a:lnTo>
                  <a:pt x="613" y="688"/>
                </a:lnTo>
                <a:lnTo>
                  <a:pt x="613" y="688"/>
                </a:lnTo>
                <a:lnTo>
                  <a:pt x="615" y="688"/>
                </a:lnTo>
                <a:lnTo>
                  <a:pt x="615" y="685"/>
                </a:lnTo>
                <a:lnTo>
                  <a:pt x="617" y="685"/>
                </a:lnTo>
                <a:lnTo>
                  <a:pt x="617" y="685"/>
                </a:lnTo>
                <a:lnTo>
                  <a:pt x="620" y="685"/>
                </a:lnTo>
                <a:lnTo>
                  <a:pt x="620" y="683"/>
                </a:lnTo>
                <a:lnTo>
                  <a:pt x="620" y="683"/>
                </a:lnTo>
                <a:lnTo>
                  <a:pt x="620" y="681"/>
                </a:lnTo>
                <a:lnTo>
                  <a:pt x="624" y="681"/>
                </a:lnTo>
                <a:lnTo>
                  <a:pt x="624" y="681"/>
                </a:lnTo>
                <a:lnTo>
                  <a:pt x="627" y="681"/>
                </a:lnTo>
                <a:lnTo>
                  <a:pt x="627" y="676"/>
                </a:lnTo>
                <a:lnTo>
                  <a:pt x="627" y="676"/>
                </a:lnTo>
                <a:lnTo>
                  <a:pt x="627" y="678"/>
                </a:lnTo>
                <a:lnTo>
                  <a:pt x="629" y="678"/>
                </a:lnTo>
                <a:lnTo>
                  <a:pt x="629" y="678"/>
                </a:lnTo>
                <a:lnTo>
                  <a:pt x="632" y="678"/>
                </a:lnTo>
                <a:lnTo>
                  <a:pt x="632" y="681"/>
                </a:lnTo>
                <a:lnTo>
                  <a:pt x="632" y="681"/>
                </a:lnTo>
                <a:lnTo>
                  <a:pt x="632" y="678"/>
                </a:lnTo>
                <a:lnTo>
                  <a:pt x="632" y="678"/>
                </a:lnTo>
                <a:lnTo>
                  <a:pt x="632" y="676"/>
                </a:lnTo>
                <a:lnTo>
                  <a:pt x="634" y="676"/>
                </a:lnTo>
                <a:lnTo>
                  <a:pt x="634" y="678"/>
                </a:lnTo>
                <a:lnTo>
                  <a:pt x="636" y="678"/>
                </a:lnTo>
                <a:lnTo>
                  <a:pt x="636" y="676"/>
                </a:lnTo>
                <a:lnTo>
                  <a:pt x="639" y="676"/>
                </a:lnTo>
                <a:lnTo>
                  <a:pt x="639" y="678"/>
                </a:lnTo>
                <a:lnTo>
                  <a:pt x="639" y="678"/>
                </a:lnTo>
                <a:lnTo>
                  <a:pt x="639" y="676"/>
                </a:lnTo>
                <a:lnTo>
                  <a:pt x="643" y="676"/>
                </a:lnTo>
                <a:lnTo>
                  <a:pt x="643" y="678"/>
                </a:lnTo>
                <a:lnTo>
                  <a:pt x="643" y="678"/>
                </a:lnTo>
                <a:lnTo>
                  <a:pt x="643" y="678"/>
                </a:lnTo>
                <a:lnTo>
                  <a:pt x="646" y="678"/>
                </a:lnTo>
                <a:lnTo>
                  <a:pt x="646" y="681"/>
                </a:lnTo>
                <a:lnTo>
                  <a:pt x="646" y="681"/>
                </a:lnTo>
                <a:lnTo>
                  <a:pt x="646" y="683"/>
                </a:lnTo>
                <a:lnTo>
                  <a:pt x="648" y="683"/>
                </a:lnTo>
                <a:lnTo>
                  <a:pt x="648" y="681"/>
                </a:lnTo>
                <a:lnTo>
                  <a:pt x="650" y="681"/>
                </a:lnTo>
                <a:lnTo>
                  <a:pt x="650" y="681"/>
                </a:lnTo>
                <a:lnTo>
                  <a:pt x="653" y="681"/>
                </a:lnTo>
                <a:lnTo>
                  <a:pt x="653" y="681"/>
                </a:lnTo>
                <a:lnTo>
                  <a:pt x="653" y="681"/>
                </a:lnTo>
                <a:lnTo>
                  <a:pt x="653" y="676"/>
                </a:lnTo>
                <a:lnTo>
                  <a:pt x="658" y="676"/>
                </a:lnTo>
                <a:lnTo>
                  <a:pt x="658" y="676"/>
                </a:lnTo>
                <a:lnTo>
                  <a:pt x="660" y="676"/>
                </a:lnTo>
                <a:lnTo>
                  <a:pt x="660" y="676"/>
                </a:lnTo>
                <a:lnTo>
                  <a:pt x="660" y="676"/>
                </a:lnTo>
                <a:lnTo>
                  <a:pt x="660" y="676"/>
                </a:lnTo>
                <a:lnTo>
                  <a:pt x="665" y="676"/>
                </a:lnTo>
                <a:lnTo>
                  <a:pt x="665" y="676"/>
                </a:lnTo>
                <a:lnTo>
                  <a:pt x="665" y="676"/>
                </a:lnTo>
                <a:lnTo>
                  <a:pt x="665" y="673"/>
                </a:lnTo>
                <a:lnTo>
                  <a:pt x="667" y="673"/>
                </a:lnTo>
                <a:lnTo>
                  <a:pt x="667" y="676"/>
                </a:lnTo>
                <a:lnTo>
                  <a:pt x="672" y="676"/>
                </a:lnTo>
                <a:lnTo>
                  <a:pt x="672" y="678"/>
                </a:lnTo>
                <a:lnTo>
                  <a:pt x="672" y="678"/>
                </a:lnTo>
                <a:lnTo>
                  <a:pt x="672" y="683"/>
                </a:lnTo>
                <a:lnTo>
                  <a:pt x="677" y="683"/>
                </a:lnTo>
                <a:lnTo>
                  <a:pt x="677" y="685"/>
                </a:lnTo>
                <a:lnTo>
                  <a:pt x="679" y="685"/>
                </a:lnTo>
                <a:lnTo>
                  <a:pt x="679" y="685"/>
                </a:lnTo>
                <a:lnTo>
                  <a:pt x="684" y="685"/>
                </a:lnTo>
                <a:lnTo>
                  <a:pt x="684" y="688"/>
                </a:lnTo>
                <a:lnTo>
                  <a:pt x="691" y="688"/>
                </a:lnTo>
                <a:lnTo>
                  <a:pt x="691" y="688"/>
                </a:lnTo>
                <a:lnTo>
                  <a:pt x="693" y="688"/>
                </a:lnTo>
                <a:lnTo>
                  <a:pt x="693" y="690"/>
                </a:lnTo>
                <a:lnTo>
                  <a:pt x="691" y="690"/>
                </a:lnTo>
                <a:lnTo>
                  <a:pt x="691" y="690"/>
                </a:lnTo>
                <a:lnTo>
                  <a:pt x="698" y="690"/>
                </a:lnTo>
                <a:lnTo>
                  <a:pt x="698" y="690"/>
                </a:lnTo>
                <a:lnTo>
                  <a:pt x="698" y="690"/>
                </a:lnTo>
                <a:lnTo>
                  <a:pt x="698" y="688"/>
                </a:lnTo>
                <a:lnTo>
                  <a:pt x="700" y="688"/>
                </a:lnTo>
                <a:lnTo>
                  <a:pt x="700" y="688"/>
                </a:lnTo>
                <a:lnTo>
                  <a:pt x="700" y="688"/>
                </a:lnTo>
                <a:lnTo>
                  <a:pt x="700" y="685"/>
                </a:lnTo>
                <a:lnTo>
                  <a:pt x="700" y="685"/>
                </a:lnTo>
                <a:lnTo>
                  <a:pt x="700" y="683"/>
                </a:lnTo>
                <a:lnTo>
                  <a:pt x="703" y="683"/>
                </a:lnTo>
                <a:lnTo>
                  <a:pt x="703" y="683"/>
                </a:lnTo>
                <a:lnTo>
                  <a:pt x="703" y="683"/>
                </a:lnTo>
                <a:lnTo>
                  <a:pt x="703" y="683"/>
                </a:lnTo>
                <a:lnTo>
                  <a:pt x="705" y="683"/>
                </a:lnTo>
                <a:lnTo>
                  <a:pt x="705" y="683"/>
                </a:lnTo>
                <a:lnTo>
                  <a:pt x="707" y="683"/>
                </a:lnTo>
                <a:lnTo>
                  <a:pt x="707" y="685"/>
                </a:lnTo>
                <a:lnTo>
                  <a:pt x="707" y="685"/>
                </a:lnTo>
                <a:lnTo>
                  <a:pt x="707" y="685"/>
                </a:lnTo>
                <a:lnTo>
                  <a:pt x="710" y="685"/>
                </a:lnTo>
                <a:lnTo>
                  <a:pt x="710" y="688"/>
                </a:lnTo>
                <a:lnTo>
                  <a:pt x="724" y="688"/>
                </a:lnTo>
                <a:lnTo>
                  <a:pt x="724" y="685"/>
                </a:lnTo>
                <a:lnTo>
                  <a:pt x="726" y="685"/>
                </a:lnTo>
                <a:lnTo>
                  <a:pt x="726" y="685"/>
                </a:lnTo>
                <a:lnTo>
                  <a:pt x="731" y="685"/>
                </a:lnTo>
                <a:lnTo>
                  <a:pt x="731" y="683"/>
                </a:lnTo>
                <a:lnTo>
                  <a:pt x="733" y="683"/>
                </a:lnTo>
                <a:lnTo>
                  <a:pt x="733" y="683"/>
                </a:lnTo>
                <a:lnTo>
                  <a:pt x="733" y="683"/>
                </a:lnTo>
                <a:lnTo>
                  <a:pt x="733" y="678"/>
                </a:lnTo>
                <a:lnTo>
                  <a:pt x="736" y="678"/>
                </a:lnTo>
                <a:lnTo>
                  <a:pt x="736" y="673"/>
                </a:lnTo>
                <a:lnTo>
                  <a:pt x="736" y="673"/>
                </a:lnTo>
                <a:lnTo>
                  <a:pt x="736" y="673"/>
                </a:lnTo>
                <a:lnTo>
                  <a:pt x="738" y="673"/>
                </a:lnTo>
                <a:lnTo>
                  <a:pt x="738" y="671"/>
                </a:lnTo>
                <a:lnTo>
                  <a:pt x="736" y="671"/>
                </a:lnTo>
                <a:lnTo>
                  <a:pt x="736" y="671"/>
                </a:lnTo>
                <a:lnTo>
                  <a:pt x="736" y="671"/>
                </a:lnTo>
                <a:lnTo>
                  <a:pt x="736" y="669"/>
                </a:lnTo>
                <a:lnTo>
                  <a:pt x="733" y="669"/>
                </a:lnTo>
                <a:lnTo>
                  <a:pt x="733" y="669"/>
                </a:lnTo>
                <a:lnTo>
                  <a:pt x="729" y="669"/>
                </a:lnTo>
                <a:lnTo>
                  <a:pt x="729" y="666"/>
                </a:lnTo>
                <a:lnTo>
                  <a:pt x="724" y="666"/>
                </a:lnTo>
                <a:lnTo>
                  <a:pt x="724" y="666"/>
                </a:lnTo>
                <a:lnTo>
                  <a:pt x="724" y="666"/>
                </a:lnTo>
                <a:lnTo>
                  <a:pt x="724" y="664"/>
                </a:lnTo>
                <a:lnTo>
                  <a:pt x="721" y="664"/>
                </a:lnTo>
                <a:lnTo>
                  <a:pt x="721" y="664"/>
                </a:lnTo>
                <a:lnTo>
                  <a:pt x="712" y="664"/>
                </a:lnTo>
                <a:lnTo>
                  <a:pt x="712" y="662"/>
                </a:lnTo>
                <a:lnTo>
                  <a:pt x="712" y="662"/>
                </a:lnTo>
                <a:lnTo>
                  <a:pt x="712" y="662"/>
                </a:lnTo>
                <a:lnTo>
                  <a:pt x="712" y="662"/>
                </a:lnTo>
                <a:lnTo>
                  <a:pt x="712" y="659"/>
                </a:lnTo>
                <a:lnTo>
                  <a:pt x="712" y="659"/>
                </a:lnTo>
                <a:lnTo>
                  <a:pt x="712" y="659"/>
                </a:lnTo>
                <a:lnTo>
                  <a:pt x="712" y="659"/>
                </a:lnTo>
                <a:lnTo>
                  <a:pt x="712" y="657"/>
                </a:lnTo>
                <a:lnTo>
                  <a:pt x="707" y="657"/>
                </a:lnTo>
                <a:lnTo>
                  <a:pt x="707" y="657"/>
                </a:lnTo>
                <a:lnTo>
                  <a:pt x="705" y="657"/>
                </a:lnTo>
                <a:lnTo>
                  <a:pt x="705" y="655"/>
                </a:lnTo>
                <a:lnTo>
                  <a:pt x="703" y="655"/>
                </a:lnTo>
                <a:lnTo>
                  <a:pt x="703" y="655"/>
                </a:lnTo>
                <a:lnTo>
                  <a:pt x="705" y="655"/>
                </a:lnTo>
                <a:lnTo>
                  <a:pt x="705" y="652"/>
                </a:lnTo>
                <a:lnTo>
                  <a:pt x="707" y="652"/>
                </a:lnTo>
                <a:lnTo>
                  <a:pt x="707" y="652"/>
                </a:lnTo>
                <a:lnTo>
                  <a:pt x="710" y="652"/>
                </a:lnTo>
                <a:lnTo>
                  <a:pt x="710" y="652"/>
                </a:lnTo>
                <a:lnTo>
                  <a:pt x="712" y="652"/>
                </a:lnTo>
                <a:lnTo>
                  <a:pt x="712" y="650"/>
                </a:lnTo>
                <a:lnTo>
                  <a:pt x="712" y="650"/>
                </a:lnTo>
                <a:lnTo>
                  <a:pt x="712" y="650"/>
                </a:lnTo>
                <a:lnTo>
                  <a:pt x="719" y="650"/>
                </a:lnTo>
                <a:lnTo>
                  <a:pt x="719" y="647"/>
                </a:lnTo>
                <a:lnTo>
                  <a:pt x="719" y="647"/>
                </a:lnTo>
                <a:lnTo>
                  <a:pt x="719" y="647"/>
                </a:lnTo>
                <a:lnTo>
                  <a:pt x="724" y="647"/>
                </a:lnTo>
                <a:lnTo>
                  <a:pt x="724" y="645"/>
                </a:lnTo>
                <a:lnTo>
                  <a:pt x="724" y="645"/>
                </a:lnTo>
                <a:lnTo>
                  <a:pt x="724" y="643"/>
                </a:lnTo>
                <a:lnTo>
                  <a:pt x="724" y="643"/>
                </a:lnTo>
                <a:lnTo>
                  <a:pt x="724" y="643"/>
                </a:lnTo>
                <a:lnTo>
                  <a:pt x="724" y="643"/>
                </a:lnTo>
                <a:lnTo>
                  <a:pt x="724" y="640"/>
                </a:lnTo>
                <a:lnTo>
                  <a:pt x="721" y="640"/>
                </a:lnTo>
                <a:lnTo>
                  <a:pt x="721" y="640"/>
                </a:lnTo>
                <a:lnTo>
                  <a:pt x="719" y="640"/>
                </a:lnTo>
                <a:lnTo>
                  <a:pt x="719" y="638"/>
                </a:lnTo>
                <a:lnTo>
                  <a:pt x="719" y="638"/>
                </a:lnTo>
                <a:lnTo>
                  <a:pt x="719" y="636"/>
                </a:lnTo>
                <a:lnTo>
                  <a:pt x="717" y="636"/>
                </a:lnTo>
                <a:lnTo>
                  <a:pt x="717" y="633"/>
                </a:lnTo>
                <a:lnTo>
                  <a:pt x="719" y="633"/>
                </a:lnTo>
                <a:lnTo>
                  <a:pt x="719" y="633"/>
                </a:lnTo>
                <a:lnTo>
                  <a:pt x="721" y="633"/>
                </a:lnTo>
                <a:lnTo>
                  <a:pt x="721" y="633"/>
                </a:lnTo>
                <a:lnTo>
                  <a:pt x="724" y="633"/>
                </a:lnTo>
                <a:lnTo>
                  <a:pt x="724" y="631"/>
                </a:lnTo>
                <a:lnTo>
                  <a:pt x="724" y="631"/>
                </a:lnTo>
                <a:lnTo>
                  <a:pt x="724" y="628"/>
                </a:lnTo>
                <a:lnTo>
                  <a:pt x="726" y="628"/>
                </a:lnTo>
                <a:lnTo>
                  <a:pt x="726" y="628"/>
                </a:lnTo>
                <a:lnTo>
                  <a:pt x="726" y="628"/>
                </a:lnTo>
                <a:lnTo>
                  <a:pt x="726" y="628"/>
                </a:lnTo>
                <a:lnTo>
                  <a:pt x="729" y="628"/>
                </a:lnTo>
                <a:lnTo>
                  <a:pt x="729" y="626"/>
                </a:lnTo>
                <a:lnTo>
                  <a:pt x="731" y="626"/>
                </a:lnTo>
                <a:lnTo>
                  <a:pt x="731" y="628"/>
                </a:lnTo>
                <a:lnTo>
                  <a:pt x="733" y="628"/>
                </a:lnTo>
                <a:lnTo>
                  <a:pt x="733" y="626"/>
                </a:lnTo>
                <a:lnTo>
                  <a:pt x="733" y="626"/>
                </a:lnTo>
                <a:lnTo>
                  <a:pt x="733" y="628"/>
                </a:lnTo>
                <a:lnTo>
                  <a:pt x="738" y="628"/>
                </a:lnTo>
                <a:lnTo>
                  <a:pt x="738" y="628"/>
                </a:lnTo>
                <a:lnTo>
                  <a:pt x="738" y="628"/>
                </a:lnTo>
                <a:lnTo>
                  <a:pt x="738" y="628"/>
                </a:lnTo>
                <a:lnTo>
                  <a:pt x="743" y="628"/>
                </a:lnTo>
                <a:lnTo>
                  <a:pt x="743" y="628"/>
                </a:lnTo>
                <a:lnTo>
                  <a:pt x="748" y="628"/>
                </a:lnTo>
                <a:lnTo>
                  <a:pt x="748" y="628"/>
                </a:lnTo>
                <a:lnTo>
                  <a:pt x="748" y="628"/>
                </a:lnTo>
                <a:lnTo>
                  <a:pt x="748" y="624"/>
                </a:lnTo>
                <a:lnTo>
                  <a:pt x="743" y="624"/>
                </a:lnTo>
                <a:lnTo>
                  <a:pt x="743" y="624"/>
                </a:lnTo>
                <a:lnTo>
                  <a:pt x="740" y="624"/>
                </a:lnTo>
                <a:lnTo>
                  <a:pt x="740" y="624"/>
                </a:lnTo>
                <a:lnTo>
                  <a:pt x="738" y="624"/>
                </a:lnTo>
                <a:lnTo>
                  <a:pt x="738" y="621"/>
                </a:lnTo>
                <a:lnTo>
                  <a:pt x="738" y="621"/>
                </a:lnTo>
                <a:lnTo>
                  <a:pt x="738" y="624"/>
                </a:lnTo>
                <a:lnTo>
                  <a:pt x="733" y="624"/>
                </a:lnTo>
                <a:lnTo>
                  <a:pt x="733" y="621"/>
                </a:lnTo>
                <a:lnTo>
                  <a:pt x="731" y="621"/>
                </a:lnTo>
                <a:lnTo>
                  <a:pt x="731" y="621"/>
                </a:lnTo>
                <a:lnTo>
                  <a:pt x="731" y="621"/>
                </a:lnTo>
                <a:lnTo>
                  <a:pt x="731" y="621"/>
                </a:lnTo>
                <a:lnTo>
                  <a:pt x="729" y="621"/>
                </a:lnTo>
                <a:lnTo>
                  <a:pt x="729" y="621"/>
                </a:lnTo>
                <a:lnTo>
                  <a:pt x="726" y="621"/>
                </a:lnTo>
                <a:lnTo>
                  <a:pt x="726" y="617"/>
                </a:lnTo>
                <a:lnTo>
                  <a:pt x="729" y="617"/>
                </a:lnTo>
                <a:lnTo>
                  <a:pt x="729" y="617"/>
                </a:lnTo>
                <a:lnTo>
                  <a:pt x="729" y="617"/>
                </a:lnTo>
                <a:lnTo>
                  <a:pt x="729" y="614"/>
                </a:lnTo>
                <a:lnTo>
                  <a:pt x="731" y="614"/>
                </a:lnTo>
                <a:lnTo>
                  <a:pt x="731" y="617"/>
                </a:lnTo>
                <a:lnTo>
                  <a:pt x="736" y="617"/>
                </a:lnTo>
                <a:lnTo>
                  <a:pt x="736" y="614"/>
                </a:lnTo>
                <a:lnTo>
                  <a:pt x="736" y="614"/>
                </a:lnTo>
                <a:lnTo>
                  <a:pt x="736" y="614"/>
                </a:lnTo>
                <a:lnTo>
                  <a:pt x="731" y="614"/>
                </a:lnTo>
                <a:lnTo>
                  <a:pt x="731" y="614"/>
                </a:lnTo>
                <a:lnTo>
                  <a:pt x="731" y="614"/>
                </a:lnTo>
                <a:lnTo>
                  <a:pt x="731" y="614"/>
                </a:lnTo>
                <a:lnTo>
                  <a:pt x="724" y="614"/>
                </a:lnTo>
                <a:lnTo>
                  <a:pt x="724" y="612"/>
                </a:lnTo>
                <a:lnTo>
                  <a:pt x="721" y="612"/>
                </a:lnTo>
                <a:lnTo>
                  <a:pt x="721" y="612"/>
                </a:lnTo>
                <a:lnTo>
                  <a:pt x="724" y="612"/>
                </a:lnTo>
                <a:lnTo>
                  <a:pt x="724" y="609"/>
                </a:lnTo>
                <a:lnTo>
                  <a:pt x="726" y="609"/>
                </a:lnTo>
                <a:lnTo>
                  <a:pt x="726" y="609"/>
                </a:lnTo>
                <a:lnTo>
                  <a:pt x="726" y="609"/>
                </a:lnTo>
                <a:lnTo>
                  <a:pt x="726" y="607"/>
                </a:lnTo>
                <a:lnTo>
                  <a:pt x="729" y="607"/>
                </a:lnTo>
                <a:lnTo>
                  <a:pt x="729" y="607"/>
                </a:lnTo>
                <a:lnTo>
                  <a:pt x="726" y="607"/>
                </a:lnTo>
                <a:lnTo>
                  <a:pt x="726" y="605"/>
                </a:lnTo>
                <a:lnTo>
                  <a:pt x="724" y="605"/>
                </a:lnTo>
                <a:lnTo>
                  <a:pt x="724" y="605"/>
                </a:lnTo>
                <a:lnTo>
                  <a:pt x="724" y="605"/>
                </a:lnTo>
                <a:lnTo>
                  <a:pt x="724" y="605"/>
                </a:lnTo>
                <a:lnTo>
                  <a:pt x="726" y="605"/>
                </a:lnTo>
                <a:lnTo>
                  <a:pt x="726" y="605"/>
                </a:lnTo>
                <a:lnTo>
                  <a:pt x="729" y="605"/>
                </a:lnTo>
                <a:lnTo>
                  <a:pt x="729" y="602"/>
                </a:lnTo>
                <a:lnTo>
                  <a:pt x="731" y="602"/>
                </a:lnTo>
                <a:lnTo>
                  <a:pt x="731" y="600"/>
                </a:lnTo>
                <a:lnTo>
                  <a:pt x="733" y="600"/>
                </a:lnTo>
                <a:lnTo>
                  <a:pt x="733" y="602"/>
                </a:lnTo>
                <a:lnTo>
                  <a:pt x="733" y="602"/>
                </a:lnTo>
                <a:lnTo>
                  <a:pt x="733" y="602"/>
                </a:lnTo>
                <a:lnTo>
                  <a:pt x="736" y="602"/>
                </a:lnTo>
                <a:lnTo>
                  <a:pt x="736" y="605"/>
                </a:lnTo>
                <a:lnTo>
                  <a:pt x="738" y="605"/>
                </a:lnTo>
                <a:lnTo>
                  <a:pt x="738" y="602"/>
                </a:lnTo>
                <a:lnTo>
                  <a:pt x="738" y="602"/>
                </a:lnTo>
                <a:lnTo>
                  <a:pt x="738" y="602"/>
                </a:lnTo>
                <a:lnTo>
                  <a:pt x="740" y="602"/>
                </a:lnTo>
                <a:lnTo>
                  <a:pt x="740" y="602"/>
                </a:lnTo>
                <a:lnTo>
                  <a:pt x="743" y="602"/>
                </a:lnTo>
                <a:lnTo>
                  <a:pt x="743" y="605"/>
                </a:lnTo>
                <a:lnTo>
                  <a:pt x="745" y="605"/>
                </a:lnTo>
                <a:lnTo>
                  <a:pt x="745" y="602"/>
                </a:lnTo>
                <a:lnTo>
                  <a:pt x="745" y="602"/>
                </a:lnTo>
                <a:lnTo>
                  <a:pt x="745" y="602"/>
                </a:lnTo>
                <a:lnTo>
                  <a:pt x="755" y="602"/>
                </a:lnTo>
                <a:lnTo>
                  <a:pt x="755" y="602"/>
                </a:lnTo>
                <a:lnTo>
                  <a:pt x="755" y="602"/>
                </a:lnTo>
                <a:lnTo>
                  <a:pt x="755" y="605"/>
                </a:lnTo>
                <a:lnTo>
                  <a:pt x="755" y="605"/>
                </a:lnTo>
                <a:lnTo>
                  <a:pt x="755" y="605"/>
                </a:lnTo>
                <a:lnTo>
                  <a:pt x="757" y="605"/>
                </a:lnTo>
                <a:lnTo>
                  <a:pt x="757" y="605"/>
                </a:lnTo>
                <a:lnTo>
                  <a:pt x="757" y="605"/>
                </a:lnTo>
                <a:lnTo>
                  <a:pt x="757" y="602"/>
                </a:lnTo>
                <a:lnTo>
                  <a:pt x="759" y="602"/>
                </a:lnTo>
                <a:lnTo>
                  <a:pt x="759" y="602"/>
                </a:lnTo>
                <a:lnTo>
                  <a:pt x="762" y="602"/>
                </a:lnTo>
                <a:lnTo>
                  <a:pt x="762" y="600"/>
                </a:lnTo>
                <a:lnTo>
                  <a:pt x="764" y="600"/>
                </a:lnTo>
                <a:lnTo>
                  <a:pt x="764" y="600"/>
                </a:lnTo>
                <a:lnTo>
                  <a:pt x="766" y="600"/>
                </a:lnTo>
                <a:lnTo>
                  <a:pt x="766" y="600"/>
                </a:lnTo>
                <a:lnTo>
                  <a:pt x="769" y="600"/>
                </a:lnTo>
                <a:lnTo>
                  <a:pt x="769" y="600"/>
                </a:lnTo>
                <a:lnTo>
                  <a:pt x="771" y="600"/>
                </a:lnTo>
                <a:lnTo>
                  <a:pt x="771" y="598"/>
                </a:lnTo>
                <a:lnTo>
                  <a:pt x="781" y="598"/>
                </a:lnTo>
                <a:lnTo>
                  <a:pt x="781" y="595"/>
                </a:lnTo>
                <a:lnTo>
                  <a:pt x="783" y="595"/>
                </a:lnTo>
                <a:lnTo>
                  <a:pt x="783" y="595"/>
                </a:lnTo>
                <a:lnTo>
                  <a:pt x="790" y="595"/>
                </a:lnTo>
                <a:lnTo>
                  <a:pt x="790" y="593"/>
                </a:lnTo>
                <a:lnTo>
                  <a:pt x="790" y="593"/>
                </a:lnTo>
                <a:lnTo>
                  <a:pt x="790" y="595"/>
                </a:lnTo>
                <a:lnTo>
                  <a:pt x="793" y="595"/>
                </a:lnTo>
                <a:lnTo>
                  <a:pt x="793" y="593"/>
                </a:lnTo>
                <a:lnTo>
                  <a:pt x="797" y="593"/>
                </a:lnTo>
                <a:lnTo>
                  <a:pt x="797" y="593"/>
                </a:lnTo>
                <a:lnTo>
                  <a:pt x="802" y="593"/>
                </a:lnTo>
                <a:lnTo>
                  <a:pt x="802" y="593"/>
                </a:lnTo>
                <a:lnTo>
                  <a:pt x="804" y="593"/>
                </a:lnTo>
                <a:lnTo>
                  <a:pt x="804" y="593"/>
                </a:lnTo>
                <a:lnTo>
                  <a:pt x="807" y="593"/>
                </a:lnTo>
                <a:lnTo>
                  <a:pt x="807" y="593"/>
                </a:lnTo>
                <a:lnTo>
                  <a:pt x="811" y="593"/>
                </a:lnTo>
                <a:lnTo>
                  <a:pt x="811" y="593"/>
                </a:lnTo>
                <a:lnTo>
                  <a:pt x="811" y="593"/>
                </a:lnTo>
                <a:lnTo>
                  <a:pt x="811" y="593"/>
                </a:lnTo>
                <a:lnTo>
                  <a:pt x="814" y="593"/>
                </a:lnTo>
                <a:lnTo>
                  <a:pt x="814" y="593"/>
                </a:lnTo>
                <a:lnTo>
                  <a:pt x="814" y="593"/>
                </a:lnTo>
                <a:lnTo>
                  <a:pt x="814" y="588"/>
                </a:lnTo>
                <a:lnTo>
                  <a:pt x="816" y="588"/>
                </a:lnTo>
                <a:lnTo>
                  <a:pt x="816" y="588"/>
                </a:lnTo>
                <a:lnTo>
                  <a:pt x="819" y="588"/>
                </a:lnTo>
                <a:lnTo>
                  <a:pt x="819" y="586"/>
                </a:lnTo>
                <a:lnTo>
                  <a:pt x="821" y="586"/>
                </a:lnTo>
                <a:lnTo>
                  <a:pt x="821" y="586"/>
                </a:lnTo>
                <a:lnTo>
                  <a:pt x="828" y="586"/>
                </a:lnTo>
                <a:lnTo>
                  <a:pt x="828" y="583"/>
                </a:lnTo>
                <a:lnTo>
                  <a:pt x="830" y="583"/>
                </a:lnTo>
                <a:lnTo>
                  <a:pt x="830" y="586"/>
                </a:lnTo>
                <a:lnTo>
                  <a:pt x="835" y="586"/>
                </a:lnTo>
                <a:lnTo>
                  <a:pt x="835" y="586"/>
                </a:lnTo>
                <a:lnTo>
                  <a:pt x="837" y="586"/>
                </a:lnTo>
                <a:lnTo>
                  <a:pt x="837" y="583"/>
                </a:lnTo>
                <a:lnTo>
                  <a:pt x="845" y="583"/>
                </a:lnTo>
                <a:lnTo>
                  <a:pt x="845" y="583"/>
                </a:lnTo>
                <a:lnTo>
                  <a:pt x="847" y="583"/>
                </a:lnTo>
                <a:lnTo>
                  <a:pt x="847" y="583"/>
                </a:lnTo>
                <a:lnTo>
                  <a:pt x="847" y="583"/>
                </a:lnTo>
                <a:lnTo>
                  <a:pt x="847" y="583"/>
                </a:lnTo>
                <a:lnTo>
                  <a:pt x="849" y="583"/>
                </a:lnTo>
                <a:lnTo>
                  <a:pt x="849" y="583"/>
                </a:lnTo>
                <a:lnTo>
                  <a:pt x="856" y="583"/>
                </a:lnTo>
                <a:lnTo>
                  <a:pt x="856" y="581"/>
                </a:lnTo>
                <a:lnTo>
                  <a:pt x="859" y="581"/>
                </a:lnTo>
                <a:lnTo>
                  <a:pt x="859" y="581"/>
                </a:lnTo>
                <a:lnTo>
                  <a:pt x="861" y="581"/>
                </a:lnTo>
                <a:lnTo>
                  <a:pt x="861" y="581"/>
                </a:lnTo>
                <a:lnTo>
                  <a:pt x="866" y="581"/>
                </a:lnTo>
                <a:lnTo>
                  <a:pt x="866" y="581"/>
                </a:lnTo>
                <a:lnTo>
                  <a:pt x="871" y="581"/>
                </a:lnTo>
                <a:lnTo>
                  <a:pt x="871" y="579"/>
                </a:lnTo>
                <a:lnTo>
                  <a:pt x="878" y="579"/>
                </a:lnTo>
                <a:lnTo>
                  <a:pt x="878" y="576"/>
                </a:lnTo>
                <a:lnTo>
                  <a:pt x="880" y="576"/>
                </a:lnTo>
                <a:lnTo>
                  <a:pt x="880" y="574"/>
                </a:lnTo>
                <a:lnTo>
                  <a:pt x="878" y="574"/>
                </a:lnTo>
                <a:lnTo>
                  <a:pt x="878" y="572"/>
                </a:lnTo>
                <a:lnTo>
                  <a:pt x="880" y="572"/>
                </a:lnTo>
                <a:lnTo>
                  <a:pt x="880" y="574"/>
                </a:lnTo>
                <a:lnTo>
                  <a:pt x="882" y="574"/>
                </a:lnTo>
                <a:lnTo>
                  <a:pt x="882" y="572"/>
                </a:lnTo>
                <a:lnTo>
                  <a:pt x="887" y="572"/>
                </a:lnTo>
                <a:lnTo>
                  <a:pt x="887" y="572"/>
                </a:lnTo>
                <a:lnTo>
                  <a:pt x="890" y="572"/>
                </a:lnTo>
                <a:lnTo>
                  <a:pt x="890" y="569"/>
                </a:lnTo>
                <a:lnTo>
                  <a:pt x="890" y="569"/>
                </a:lnTo>
                <a:lnTo>
                  <a:pt x="890" y="569"/>
                </a:lnTo>
                <a:lnTo>
                  <a:pt x="890" y="569"/>
                </a:lnTo>
                <a:lnTo>
                  <a:pt x="890" y="567"/>
                </a:lnTo>
                <a:lnTo>
                  <a:pt x="892" y="567"/>
                </a:lnTo>
                <a:lnTo>
                  <a:pt x="892" y="569"/>
                </a:lnTo>
                <a:lnTo>
                  <a:pt x="894" y="569"/>
                </a:lnTo>
                <a:lnTo>
                  <a:pt x="894" y="569"/>
                </a:lnTo>
                <a:lnTo>
                  <a:pt x="897" y="569"/>
                </a:lnTo>
                <a:lnTo>
                  <a:pt x="897" y="569"/>
                </a:lnTo>
                <a:lnTo>
                  <a:pt x="894" y="569"/>
                </a:lnTo>
                <a:lnTo>
                  <a:pt x="894" y="567"/>
                </a:lnTo>
                <a:lnTo>
                  <a:pt x="894" y="567"/>
                </a:lnTo>
                <a:lnTo>
                  <a:pt x="894" y="567"/>
                </a:lnTo>
                <a:lnTo>
                  <a:pt x="899" y="567"/>
                </a:lnTo>
                <a:lnTo>
                  <a:pt x="899" y="567"/>
                </a:lnTo>
                <a:lnTo>
                  <a:pt x="899" y="567"/>
                </a:lnTo>
                <a:lnTo>
                  <a:pt x="899" y="569"/>
                </a:lnTo>
                <a:lnTo>
                  <a:pt x="901" y="569"/>
                </a:lnTo>
                <a:lnTo>
                  <a:pt x="901" y="567"/>
                </a:lnTo>
                <a:lnTo>
                  <a:pt x="904" y="567"/>
                </a:lnTo>
                <a:lnTo>
                  <a:pt x="904" y="569"/>
                </a:lnTo>
                <a:lnTo>
                  <a:pt x="913" y="569"/>
                </a:lnTo>
                <a:lnTo>
                  <a:pt x="913" y="569"/>
                </a:lnTo>
                <a:lnTo>
                  <a:pt x="913" y="569"/>
                </a:lnTo>
                <a:lnTo>
                  <a:pt x="913" y="572"/>
                </a:lnTo>
                <a:lnTo>
                  <a:pt x="916" y="572"/>
                </a:lnTo>
                <a:lnTo>
                  <a:pt x="916" y="572"/>
                </a:lnTo>
                <a:lnTo>
                  <a:pt x="918" y="572"/>
                </a:lnTo>
                <a:lnTo>
                  <a:pt x="918" y="574"/>
                </a:lnTo>
                <a:lnTo>
                  <a:pt x="920" y="574"/>
                </a:lnTo>
                <a:lnTo>
                  <a:pt x="920" y="574"/>
                </a:lnTo>
                <a:lnTo>
                  <a:pt x="923" y="574"/>
                </a:lnTo>
                <a:lnTo>
                  <a:pt x="923" y="574"/>
                </a:lnTo>
                <a:lnTo>
                  <a:pt x="925" y="574"/>
                </a:lnTo>
                <a:lnTo>
                  <a:pt x="925" y="572"/>
                </a:lnTo>
                <a:lnTo>
                  <a:pt x="925" y="572"/>
                </a:lnTo>
                <a:lnTo>
                  <a:pt x="925" y="572"/>
                </a:lnTo>
                <a:lnTo>
                  <a:pt x="927" y="572"/>
                </a:lnTo>
                <a:lnTo>
                  <a:pt x="927" y="569"/>
                </a:lnTo>
                <a:lnTo>
                  <a:pt x="930" y="569"/>
                </a:lnTo>
                <a:lnTo>
                  <a:pt x="930" y="572"/>
                </a:lnTo>
                <a:lnTo>
                  <a:pt x="932" y="572"/>
                </a:lnTo>
                <a:lnTo>
                  <a:pt x="932" y="569"/>
                </a:lnTo>
                <a:lnTo>
                  <a:pt x="935" y="569"/>
                </a:lnTo>
                <a:lnTo>
                  <a:pt x="935" y="572"/>
                </a:lnTo>
                <a:lnTo>
                  <a:pt x="937" y="572"/>
                </a:lnTo>
                <a:lnTo>
                  <a:pt x="937" y="574"/>
                </a:lnTo>
                <a:lnTo>
                  <a:pt x="937" y="574"/>
                </a:lnTo>
                <a:lnTo>
                  <a:pt x="937" y="574"/>
                </a:lnTo>
                <a:lnTo>
                  <a:pt x="939" y="574"/>
                </a:lnTo>
                <a:lnTo>
                  <a:pt x="939" y="581"/>
                </a:lnTo>
                <a:lnTo>
                  <a:pt x="939" y="581"/>
                </a:lnTo>
                <a:lnTo>
                  <a:pt x="939" y="583"/>
                </a:lnTo>
                <a:lnTo>
                  <a:pt x="939" y="583"/>
                </a:lnTo>
                <a:lnTo>
                  <a:pt x="939" y="583"/>
                </a:lnTo>
                <a:lnTo>
                  <a:pt x="944" y="583"/>
                </a:lnTo>
                <a:lnTo>
                  <a:pt x="944" y="586"/>
                </a:lnTo>
                <a:lnTo>
                  <a:pt x="944" y="586"/>
                </a:lnTo>
                <a:lnTo>
                  <a:pt x="944" y="586"/>
                </a:lnTo>
                <a:lnTo>
                  <a:pt x="944" y="586"/>
                </a:lnTo>
                <a:lnTo>
                  <a:pt x="944" y="588"/>
                </a:lnTo>
                <a:lnTo>
                  <a:pt x="944" y="588"/>
                </a:lnTo>
                <a:lnTo>
                  <a:pt x="944" y="593"/>
                </a:lnTo>
                <a:lnTo>
                  <a:pt x="939" y="593"/>
                </a:lnTo>
                <a:lnTo>
                  <a:pt x="939" y="595"/>
                </a:lnTo>
                <a:lnTo>
                  <a:pt x="939" y="595"/>
                </a:lnTo>
                <a:lnTo>
                  <a:pt x="939" y="598"/>
                </a:lnTo>
                <a:lnTo>
                  <a:pt x="942" y="598"/>
                </a:lnTo>
                <a:lnTo>
                  <a:pt x="942" y="600"/>
                </a:lnTo>
                <a:lnTo>
                  <a:pt x="944" y="600"/>
                </a:lnTo>
                <a:lnTo>
                  <a:pt x="944" y="598"/>
                </a:lnTo>
                <a:lnTo>
                  <a:pt x="949" y="598"/>
                </a:lnTo>
                <a:lnTo>
                  <a:pt x="949" y="600"/>
                </a:lnTo>
                <a:lnTo>
                  <a:pt x="953" y="600"/>
                </a:lnTo>
                <a:lnTo>
                  <a:pt x="953" y="595"/>
                </a:lnTo>
                <a:lnTo>
                  <a:pt x="961" y="595"/>
                </a:lnTo>
                <a:lnTo>
                  <a:pt x="961" y="598"/>
                </a:lnTo>
                <a:lnTo>
                  <a:pt x="963" y="598"/>
                </a:lnTo>
                <a:lnTo>
                  <a:pt x="963" y="595"/>
                </a:lnTo>
                <a:lnTo>
                  <a:pt x="963" y="595"/>
                </a:lnTo>
                <a:lnTo>
                  <a:pt x="963" y="595"/>
                </a:lnTo>
                <a:lnTo>
                  <a:pt x="963" y="595"/>
                </a:lnTo>
                <a:lnTo>
                  <a:pt x="963" y="593"/>
                </a:lnTo>
                <a:lnTo>
                  <a:pt x="961" y="593"/>
                </a:lnTo>
                <a:lnTo>
                  <a:pt x="961" y="593"/>
                </a:lnTo>
                <a:lnTo>
                  <a:pt x="963" y="593"/>
                </a:lnTo>
                <a:lnTo>
                  <a:pt x="963" y="593"/>
                </a:lnTo>
                <a:lnTo>
                  <a:pt x="965" y="593"/>
                </a:lnTo>
                <a:lnTo>
                  <a:pt x="965" y="595"/>
                </a:lnTo>
                <a:lnTo>
                  <a:pt x="965" y="595"/>
                </a:lnTo>
                <a:lnTo>
                  <a:pt x="965" y="598"/>
                </a:lnTo>
                <a:lnTo>
                  <a:pt x="968" y="598"/>
                </a:lnTo>
                <a:lnTo>
                  <a:pt x="968" y="598"/>
                </a:lnTo>
                <a:lnTo>
                  <a:pt x="970" y="598"/>
                </a:lnTo>
                <a:lnTo>
                  <a:pt x="970" y="600"/>
                </a:lnTo>
                <a:lnTo>
                  <a:pt x="968" y="600"/>
                </a:lnTo>
                <a:lnTo>
                  <a:pt x="968" y="602"/>
                </a:lnTo>
                <a:lnTo>
                  <a:pt x="970" y="602"/>
                </a:lnTo>
                <a:lnTo>
                  <a:pt x="970" y="602"/>
                </a:lnTo>
                <a:lnTo>
                  <a:pt x="968" y="602"/>
                </a:lnTo>
                <a:lnTo>
                  <a:pt x="968" y="605"/>
                </a:lnTo>
                <a:lnTo>
                  <a:pt x="970" y="605"/>
                </a:lnTo>
                <a:lnTo>
                  <a:pt x="970" y="605"/>
                </a:lnTo>
                <a:lnTo>
                  <a:pt x="970" y="605"/>
                </a:lnTo>
                <a:lnTo>
                  <a:pt x="970" y="605"/>
                </a:lnTo>
                <a:lnTo>
                  <a:pt x="972" y="605"/>
                </a:lnTo>
                <a:lnTo>
                  <a:pt x="972" y="602"/>
                </a:lnTo>
                <a:lnTo>
                  <a:pt x="972" y="602"/>
                </a:lnTo>
                <a:lnTo>
                  <a:pt x="972" y="605"/>
                </a:lnTo>
                <a:lnTo>
                  <a:pt x="975" y="605"/>
                </a:lnTo>
                <a:lnTo>
                  <a:pt x="975" y="602"/>
                </a:lnTo>
                <a:lnTo>
                  <a:pt x="975" y="602"/>
                </a:lnTo>
                <a:lnTo>
                  <a:pt x="975" y="602"/>
                </a:lnTo>
                <a:lnTo>
                  <a:pt x="972" y="602"/>
                </a:lnTo>
                <a:lnTo>
                  <a:pt x="972" y="600"/>
                </a:lnTo>
                <a:lnTo>
                  <a:pt x="979" y="600"/>
                </a:lnTo>
                <a:lnTo>
                  <a:pt x="979" y="600"/>
                </a:lnTo>
                <a:lnTo>
                  <a:pt x="982" y="600"/>
                </a:lnTo>
                <a:lnTo>
                  <a:pt x="982" y="602"/>
                </a:lnTo>
                <a:lnTo>
                  <a:pt x="982" y="602"/>
                </a:lnTo>
                <a:lnTo>
                  <a:pt x="982" y="602"/>
                </a:lnTo>
                <a:lnTo>
                  <a:pt x="984" y="602"/>
                </a:lnTo>
                <a:lnTo>
                  <a:pt x="984" y="605"/>
                </a:lnTo>
                <a:lnTo>
                  <a:pt x="991" y="605"/>
                </a:lnTo>
                <a:lnTo>
                  <a:pt x="991" y="602"/>
                </a:lnTo>
                <a:lnTo>
                  <a:pt x="991" y="602"/>
                </a:lnTo>
                <a:lnTo>
                  <a:pt x="991" y="605"/>
                </a:lnTo>
                <a:lnTo>
                  <a:pt x="994" y="605"/>
                </a:lnTo>
                <a:lnTo>
                  <a:pt x="994" y="602"/>
                </a:lnTo>
                <a:lnTo>
                  <a:pt x="994" y="602"/>
                </a:lnTo>
                <a:lnTo>
                  <a:pt x="994" y="602"/>
                </a:lnTo>
                <a:lnTo>
                  <a:pt x="996" y="602"/>
                </a:lnTo>
                <a:lnTo>
                  <a:pt x="996" y="600"/>
                </a:lnTo>
                <a:lnTo>
                  <a:pt x="996" y="600"/>
                </a:lnTo>
                <a:lnTo>
                  <a:pt x="996" y="602"/>
                </a:lnTo>
                <a:lnTo>
                  <a:pt x="998" y="602"/>
                </a:lnTo>
                <a:lnTo>
                  <a:pt x="998" y="605"/>
                </a:lnTo>
                <a:lnTo>
                  <a:pt x="996" y="605"/>
                </a:lnTo>
                <a:lnTo>
                  <a:pt x="996" y="605"/>
                </a:lnTo>
                <a:lnTo>
                  <a:pt x="991" y="605"/>
                </a:lnTo>
                <a:lnTo>
                  <a:pt x="991" y="607"/>
                </a:lnTo>
                <a:lnTo>
                  <a:pt x="991" y="607"/>
                </a:lnTo>
                <a:lnTo>
                  <a:pt x="991" y="607"/>
                </a:lnTo>
                <a:lnTo>
                  <a:pt x="989" y="607"/>
                </a:lnTo>
                <a:lnTo>
                  <a:pt x="989" y="609"/>
                </a:lnTo>
                <a:lnTo>
                  <a:pt x="989" y="609"/>
                </a:lnTo>
                <a:lnTo>
                  <a:pt x="989" y="612"/>
                </a:lnTo>
                <a:lnTo>
                  <a:pt x="987" y="612"/>
                </a:lnTo>
                <a:lnTo>
                  <a:pt x="987" y="614"/>
                </a:lnTo>
                <a:lnTo>
                  <a:pt x="987" y="614"/>
                </a:lnTo>
                <a:lnTo>
                  <a:pt x="987" y="614"/>
                </a:lnTo>
                <a:lnTo>
                  <a:pt x="989" y="614"/>
                </a:lnTo>
                <a:lnTo>
                  <a:pt x="989" y="617"/>
                </a:lnTo>
                <a:lnTo>
                  <a:pt x="991" y="617"/>
                </a:lnTo>
                <a:lnTo>
                  <a:pt x="991" y="614"/>
                </a:lnTo>
                <a:lnTo>
                  <a:pt x="994" y="614"/>
                </a:lnTo>
                <a:lnTo>
                  <a:pt x="994" y="614"/>
                </a:lnTo>
                <a:lnTo>
                  <a:pt x="996" y="614"/>
                </a:lnTo>
                <a:lnTo>
                  <a:pt x="996" y="614"/>
                </a:lnTo>
                <a:lnTo>
                  <a:pt x="996" y="614"/>
                </a:lnTo>
                <a:lnTo>
                  <a:pt x="996" y="612"/>
                </a:lnTo>
                <a:lnTo>
                  <a:pt x="998" y="612"/>
                </a:lnTo>
                <a:lnTo>
                  <a:pt x="998" y="614"/>
                </a:lnTo>
                <a:lnTo>
                  <a:pt x="1001" y="614"/>
                </a:lnTo>
                <a:lnTo>
                  <a:pt x="1001" y="612"/>
                </a:lnTo>
                <a:lnTo>
                  <a:pt x="1006" y="612"/>
                </a:lnTo>
                <a:lnTo>
                  <a:pt x="1006" y="614"/>
                </a:lnTo>
                <a:lnTo>
                  <a:pt x="1006" y="614"/>
                </a:lnTo>
                <a:lnTo>
                  <a:pt x="1006" y="614"/>
                </a:lnTo>
                <a:lnTo>
                  <a:pt x="1008" y="614"/>
                </a:lnTo>
                <a:lnTo>
                  <a:pt x="1008" y="614"/>
                </a:lnTo>
                <a:lnTo>
                  <a:pt x="1010" y="614"/>
                </a:lnTo>
                <a:lnTo>
                  <a:pt x="1010" y="614"/>
                </a:lnTo>
                <a:lnTo>
                  <a:pt x="1010" y="614"/>
                </a:lnTo>
                <a:lnTo>
                  <a:pt x="1010" y="617"/>
                </a:lnTo>
                <a:lnTo>
                  <a:pt x="1013" y="617"/>
                </a:lnTo>
                <a:lnTo>
                  <a:pt x="1013" y="614"/>
                </a:lnTo>
                <a:lnTo>
                  <a:pt x="1013" y="614"/>
                </a:lnTo>
                <a:lnTo>
                  <a:pt x="1013" y="612"/>
                </a:lnTo>
                <a:lnTo>
                  <a:pt x="1017" y="612"/>
                </a:lnTo>
                <a:lnTo>
                  <a:pt x="1017" y="609"/>
                </a:lnTo>
                <a:lnTo>
                  <a:pt x="1020" y="609"/>
                </a:lnTo>
                <a:lnTo>
                  <a:pt x="1020" y="607"/>
                </a:lnTo>
                <a:lnTo>
                  <a:pt x="1024" y="607"/>
                </a:lnTo>
                <a:lnTo>
                  <a:pt x="1024" y="607"/>
                </a:lnTo>
                <a:lnTo>
                  <a:pt x="1027" y="607"/>
                </a:lnTo>
                <a:lnTo>
                  <a:pt x="1027" y="607"/>
                </a:lnTo>
                <a:lnTo>
                  <a:pt x="1027" y="607"/>
                </a:lnTo>
                <a:lnTo>
                  <a:pt x="1027" y="605"/>
                </a:lnTo>
                <a:lnTo>
                  <a:pt x="1029" y="605"/>
                </a:lnTo>
                <a:lnTo>
                  <a:pt x="1029" y="605"/>
                </a:lnTo>
                <a:lnTo>
                  <a:pt x="1032" y="605"/>
                </a:lnTo>
                <a:lnTo>
                  <a:pt x="1032" y="605"/>
                </a:lnTo>
                <a:lnTo>
                  <a:pt x="1034" y="605"/>
                </a:lnTo>
                <a:lnTo>
                  <a:pt x="1034" y="602"/>
                </a:lnTo>
                <a:lnTo>
                  <a:pt x="1034" y="602"/>
                </a:lnTo>
                <a:lnTo>
                  <a:pt x="1034" y="600"/>
                </a:lnTo>
                <a:lnTo>
                  <a:pt x="1034" y="600"/>
                </a:lnTo>
                <a:lnTo>
                  <a:pt x="1034" y="600"/>
                </a:lnTo>
                <a:lnTo>
                  <a:pt x="1041" y="600"/>
                </a:lnTo>
                <a:lnTo>
                  <a:pt x="1041" y="598"/>
                </a:lnTo>
                <a:lnTo>
                  <a:pt x="1043" y="598"/>
                </a:lnTo>
                <a:lnTo>
                  <a:pt x="1043" y="598"/>
                </a:lnTo>
                <a:lnTo>
                  <a:pt x="1048" y="598"/>
                </a:lnTo>
                <a:lnTo>
                  <a:pt x="1048" y="595"/>
                </a:lnTo>
                <a:lnTo>
                  <a:pt x="1051" y="595"/>
                </a:lnTo>
                <a:lnTo>
                  <a:pt x="1051" y="593"/>
                </a:lnTo>
                <a:lnTo>
                  <a:pt x="1060" y="593"/>
                </a:lnTo>
                <a:lnTo>
                  <a:pt x="1060" y="593"/>
                </a:lnTo>
                <a:lnTo>
                  <a:pt x="1060" y="593"/>
                </a:lnTo>
                <a:lnTo>
                  <a:pt x="1060" y="593"/>
                </a:lnTo>
                <a:lnTo>
                  <a:pt x="1065" y="593"/>
                </a:lnTo>
                <a:lnTo>
                  <a:pt x="1065" y="591"/>
                </a:lnTo>
                <a:lnTo>
                  <a:pt x="1065" y="591"/>
                </a:lnTo>
                <a:lnTo>
                  <a:pt x="1065" y="593"/>
                </a:lnTo>
                <a:lnTo>
                  <a:pt x="1065" y="593"/>
                </a:lnTo>
                <a:lnTo>
                  <a:pt x="1065" y="593"/>
                </a:lnTo>
                <a:lnTo>
                  <a:pt x="1065" y="593"/>
                </a:lnTo>
                <a:lnTo>
                  <a:pt x="1065" y="595"/>
                </a:lnTo>
                <a:lnTo>
                  <a:pt x="1065" y="595"/>
                </a:lnTo>
                <a:lnTo>
                  <a:pt x="1065" y="598"/>
                </a:lnTo>
                <a:lnTo>
                  <a:pt x="1062" y="598"/>
                </a:lnTo>
                <a:lnTo>
                  <a:pt x="1062" y="598"/>
                </a:lnTo>
                <a:lnTo>
                  <a:pt x="1060" y="598"/>
                </a:lnTo>
                <a:lnTo>
                  <a:pt x="1060" y="600"/>
                </a:lnTo>
                <a:lnTo>
                  <a:pt x="1060" y="600"/>
                </a:lnTo>
                <a:lnTo>
                  <a:pt x="1060" y="598"/>
                </a:lnTo>
                <a:lnTo>
                  <a:pt x="1055" y="598"/>
                </a:lnTo>
                <a:lnTo>
                  <a:pt x="1055" y="600"/>
                </a:lnTo>
                <a:lnTo>
                  <a:pt x="1055" y="600"/>
                </a:lnTo>
                <a:lnTo>
                  <a:pt x="1055" y="600"/>
                </a:lnTo>
                <a:lnTo>
                  <a:pt x="1058" y="600"/>
                </a:lnTo>
                <a:lnTo>
                  <a:pt x="1058" y="602"/>
                </a:lnTo>
                <a:lnTo>
                  <a:pt x="1058" y="602"/>
                </a:lnTo>
                <a:lnTo>
                  <a:pt x="1058" y="602"/>
                </a:lnTo>
                <a:lnTo>
                  <a:pt x="1058" y="602"/>
                </a:lnTo>
                <a:lnTo>
                  <a:pt x="1058" y="605"/>
                </a:lnTo>
                <a:lnTo>
                  <a:pt x="1060" y="605"/>
                </a:lnTo>
                <a:lnTo>
                  <a:pt x="1060" y="605"/>
                </a:lnTo>
                <a:lnTo>
                  <a:pt x="1060" y="605"/>
                </a:lnTo>
                <a:lnTo>
                  <a:pt x="1060" y="605"/>
                </a:lnTo>
                <a:lnTo>
                  <a:pt x="1062" y="605"/>
                </a:lnTo>
                <a:lnTo>
                  <a:pt x="1062" y="607"/>
                </a:lnTo>
                <a:lnTo>
                  <a:pt x="1065" y="607"/>
                </a:lnTo>
                <a:lnTo>
                  <a:pt x="1065" y="607"/>
                </a:lnTo>
                <a:lnTo>
                  <a:pt x="1067" y="607"/>
                </a:lnTo>
                <a:lnTo>
                  <a:pt x="1067" y="609"/>
                </a:lnTo>
                <a:lnTo>
                  <a:pt x="1069" y="609"/>
                </a:lnTo>
                <a:lnTo>
                  <a:pt x="1069" y="609"/>
                </a:lnTo>
                <a:lnTo>
                  <a:pt x="1069" y="609"/>
                </a:lnTo>
                <a:lnTo>
                  <a:pt x="1069" y="612"/>
                </a:lnTo>
                <a:lnTo>
                  <a:pt x="1072" y="612"/>
                </a:lnTo>
                <a:lnTo>
                  <a:pt x="1072" y="612"/>
                </a:lnTo>
                <a:lnTo>
                  <a:pt x="1074" y="612"/>
                </a:lnTo>
                <a:lnTo>
                  <a:pt x="1074" y="614"/>
                </a:lnTo>
                <a:lnTo>
                  <a:pt x="1077" y="614"/>
                </a:lnTo>
                <a:lnTo>
                  <a:pt x="1077" y="614"/>
                </a:lnTo>
                <a:lnTo>
                  <a:pt x="1079" y="614"/>
                </a:lnTo>
                <a:lnTo>
                  <a:pt x="1079" y="614"/>
                </a:lnTo>
                <a:lnTo>
                  <a:pt x="1079" y="614"/>
                </a:lnTo>
                <a:lnTo>
                  <a:pt x="1079" y="617"/>
                </a:lnTo>
                <a:lnTo>
                  <a:pt x="1081" y="617"/>
                </a:lnTo>
                <a:lnTo>
                  <a:pt x="1081" y="617"/>
                </a:lnTo>
                <a:lnTo>
                  <a:pt x="1084" y="617"/>
                </a:lnTo>
                <a:lnTo>
                  <a:pt x="1084" y="619"/>
                </a:lnTo>
                <a:lnTo>
                  <a:pt x="1084" y="619"/>
                </a:lnTo>
                <a:lnTo>
                  <a:pt x="1084" y="619"/>
                </a:lnTo>
                <a:lnTo>
                  <a:pt x="1086" y="619"/>
                </a:lnTo>
                <a:lnTo>
                  <a:pt x="1086" y="621"/>
                </a:lnTo>
                <a:lnTo>
                  <a:pt x="1086" y="621"/>
                </a:lnTo>
                <a:lnTo>
                  <a:pt x="1086" y="621"/>
                </a:lnTo>
                <a:lnTo>
                  <a:pt x="1088" y="621"/>
                </a:lnTo>
                <a:lnTo>
                  <a:pt x="1088" y="624"/>
                </a:lnTo>
                <a:lnTo>
                  <a:pt x="1088" y="624"/>
                </a:lnTo>
                <a:lnTo>
                  <a:pt x="1088" y="624"/>
                </a:lnTo>
                <a:lnTo>
                  <a:pt x="1091" y="624"/>
                </a:lnTo>
                <a:lnTo>
                  <a:pt x="1091" y="624"/>
                </a:lnTo>
                <a:lnTo>
                  <a:pt x="1091" y="624"/>
                </a:lnTo>
                <a:lnTo>
                  <a:pt x="1091" y="626"/>
                </a:lnTo>
                <a:lnTo>
                  <a:pt x="1091" y="626"/>
                </a:lnTo>
                <a:lnTo>
                  <a:pt x="1091" y="626"/>
                </a:lnTo>
                <a:lnTo>
                  <a:pt x="1093" y="626"/>
                </a:lnTo>
                <a:lnTo>
                  <a:pt x="1093" y="628"/>
                </a:lnTo>
                <a:lnTo>
                  <a:pt x="1093" y="628"/>
                </a:lnTo>
                <a:lnTo>
                  <a:pt x="1093" y="628"/>
                </a:lnTo>
                <a:lnTo>
                  <a:pt x="1093" y="628"/>
                </a:lnTo>
                <a:lnTo>
                  <a:pt x="1093" y="631"/>
                </a:lnTo>
                <a:lnTo>
                  <a:pt x="1095" y="631"/>
                </a:lnTo>
                <a:lnTo>
                  <a:pt x="1095" y="631"/>
                </a:lnTo>
                <a:lnTo>
                  <a:pt x="1095" y="631"/>
                </a:lnTo>
                <a:lnTo>
                  <a:pt x="1095" y="633"/>
                </a:lnTo>
                <a:lnTo>
                  <a:pt x="1098" y="633"/>
                </a:lnTo>
                <a:lnTo>
                  <a:pt x="1098" y="633"/>
                </a:lnTo>
                <a:lnTo>
                  <a:pt x="1098" y="633"/>
                </a:lnTo>
                <a:lnTo>
                  <a:pt x="1098" y="633"/>
                </a:lnTo>
                <a:lnTo>
                  <a:pt x="1098" y="633"/>
                </a:lnTo>
                <a:lnTo>
                  <a:pt x="1098" y="636"/>
                </a:lnTo>
                <a:lnTo>
                  <a:pt x="1100" y="636"/>
                </a:lnTo>
                <a:lnTo>
                  <a:pt x="1100" y="636"/>
                </a:lnTo>
                <a:lnTo>
                  <a:pt x="1100" y="636"/>
                </a:lnTo>
                <a:lnTo>
                  <a:pt x="1100" y="638"/>
                </a:lnTo>
                <a:lnTo>
                  <a:pt x="1103" y="638"/>
                </a:lnTo>
                <a:lnTo>
                  <a:pt x="1103" y="638"/>
                </a:lnTo>
                <a:lnTo>
                  <a:pt x="1103" y="638"/>
                </a:lnTo>
                <a:lnTo>
                  <a:pt x="1103" y="640"/>
                </a:lnTo>
                <a:lnTo>
                  <a:pt x="1103" y="640"/>
                </a:lnTo>
                <a:lnTo>
                  <a:pt x="1103" y="643"/>
                </a:lnTo>
                <a:lnTo>
                  <a:pt x="1105" y="643"/>
                </a:lnTo>
                <a:lnTo>
                  <a:pt x="1105" y="643"/>
                </a:lnTo>
                <a:lnTo>
                  <a:pt x="1105" y="643"/>
                </a:lnTo>
                <a:lnTo>
                  <a:pt x="1105" y="643"/>
                </a:lnTo>
                <a:lnTo>
                  <a:pt x="1105" y="643"/>
                </a:lnTo>
                <a:lnTo>
                  <a:pt x="1105" y="645"/>
                </a:lnTo>
                <a:lnTo>
                  <a:pt x="1107" y="645"/>
                </a:lnTo>
                <a:lnTo>
                  <a:pt x="1107" y="645"/>
                </a:lnTo>
                <a:lnTo>
                  <a:pt x="1107" y="645"/>
                </a:lnTo>
                <a:lnTo>
                  <a:pt x="1107" y="647"/>
                </a:lnTo>
                <a:lnTo>
                  <a:pt x="1110" y="647"/>
                </a:lnTo>
                <a:lnTo>
                  <a:pt x="1110" y="647"/>
                </a:lnTo>
                <a:lnTo>
                  <a:pt x="1110" y="647"/>
                </a:lnTo>
                <a:lnTo>
                  <a:pt x="1110" y="650"/>
                </a:lnTo>
                <a:lnTo>
                  <a:pt x="1112" y="650"/>
                </a:lnTo>
                <a:lnTo>
                  <a:pt x="1112" y="652"/>
                </a:lnTo>
                <a:lnTo>
                  <a:pt x="1112" y="652"/>
                </a:lnTo>
                <a:lnTo>
                  <a:pt x="1112" y="652"/>
                </a:lnTo>
                <a:lnTo>
                  <a:pt x="1112" y="652"/>
                </a:lnTo>
                <a:lnTo>
                  <a:pt x="1112" y="655"/>
                </a:lnTo>
                <a:lnTo>
                  <a:pt x="1114" y="655"/>
                </a:lnTo>
                <a:lnTo>
                  <a:pt x="1114" y="655"/>
                </a:lnTo>
                <a:lnTo>
                  <a:pt x="1114" y="655"/>
                </a:lnTo>
                <a:lnTo>
                  <a:pt x="1114" y="657"/>
                </a:lnTo>
                <a:lnTo>
                  <a:pt x="1117" y="657"/>
                </a:lnTo>
                <a:lnTo>
                  <a:pt x="1117" y="657"/>
                </a:lnTo>
                <a:lnTo>
                  <a:pt x="1117" y="657"/>
                </a:lnTo>
                <a:lnTo>
                  <a:pt x="1117" y="659"/>
                </a:lnTo>
                <a:lnTo>
                  <a:pt x="1117" y="659"/>
                </a:lnTo>
                <a:lnTo>
                  <a:pt x="1117" y="662"/>
                </a:lnTo>
                <a:lnTo>
                  <a:pt x="1119" y="662"/>
                </a:lnTo>
                <a:lnTo>
                  <a:pt x="1119" y="662"/>
                </a:lnTo>
                <a:lnTo>
                  <a:pt x="1119" y="662"/>
                </a:lnTo>
                <a:lnTo>
                  <a:pt x="1119" y="664"/>
                </a:lnTo>
                <a:lnTo>
                  <a:pt x="1119" y="664"/>
                </a:lnTo>
                <a:lnTo>
                  <a:pt x="1119" y="664"/>
                </a:lnTo>
                <a:lnTo>
                  <a:pt x="1122" y="664"/>
                </a:lnTo>
                <a:lnTo>
                  <a:pt x="1122" y="666"/>
                </a:lnTo>
                <a:lnTo>
                  <a:pt x="1122" y="666"/>
                </a:lnTo>
                <a:lnTo>
                  <a:pt x="1122" y="669"/>
                </a:lnTo>
                <a:lnTo>
                  <a:pt x="1124" y="669"/>
                </a:lnTo>
                <a:lnTo>
                  <a:pt x="1124" y="669"/>
                </a:lnTo>
                <a:lnTo>
                  <a:pt x="1124" y="669"/>
                </a:lnTo>
                <a:lnTo>
                  <a:pt x="1124" y="671"/>
                </a:lnTo>
                <a:lnTo>
                  <a:pt x="1124" y="671"/>
                </a:lnTo>
                <a:lnTo>
                  <a:pt x="1124" y="673"/>
                </a:lnTo>
                <a:lnTo>
                  <a:pt x="1126" y="673"/>
                </a:lnTo>
                <a:lnTo>
                  <a:pt x="1126" y="673"/>
                </a:lnTo>
                <a:lnTo>
                  <a:pt x="1126" y="673"/>
                </a:lnTo>
                <a:lnTo>
                  <a:pt x="1126" y="673"/>
                </a:lnTo>
                <a:lnTo>
                  <a:pt x="1126" y="673"/>
                </a:lnTo>
                <a:lnTo>
                  <a:pt x="1126" y="676"/>
                </a:lnTo>
                <a:lnTo>
                  <a:pt x="1129" y="676"/>
                </a:lnTo>
                <a:lnTo>
                  <a:pt x="1129" y="678"/>
                </a:lnTo>
                <a:lnTo>
                  <a:pt x="1129" y="678"/>
                </a:lnTo>
                <a:lnTo>
                  <a:pt x="1129" y="678"/>
                </a:lnTo>
                <a:lnTo>
                  <a:pt x="1131" y="678"/>
                </a:lnTo>
                <a:lnTo>
                  <a:pt x="1131" y="681"/>
                </a:lnTo>
                <a:lnTo>
                  <a:pt x="1131" y="681"/>
                </a:lnTo>
                <a:lnTo>
                  <a:pt x="1131" y="683"/>
                </a:lnTo>
                <a:lnTo>
                  <a:pt x="1131" y="683"/>
                </a:lnTo>
                <a:lnTo>
                  <a:pt x="1131" y="683"/>
                </a:lnTo>
                <a:lnTo>
                  <a:pt x="1133" y="683"/>
                </a:lnTo>
                <a:lnTo>
                  <a:pt x="1133" y="683"/>
                </a:lnTo>
                <a:lnTo>
                  <a:pt x="1133" y="683"/>
                </a:lnTo>
                <a:lnTo>
                  <a:pt x="1133" y="683"/>
                </a:lnTo>
                <a:lnTo>
                  <a:pt x="1136" y="683"/>
                </a:lnTo>
                <a:lnTo>
                  <a:pt x="1136" y="681"/>
                </a:lnTo>
                <a:lnTo>
                  <a:pt x="1140" y="681"/>
                </a:lnTo>
                <a:lnTo>
                  <a:pt x="1140" y="681"/>
                </a:lnTo>
                <a:lnTo>
                  <a:pt x="1143" y="681"/>
                </a:lnTo>
                <a:lnTo>
                  <a:pt x="1143" y="676"/>
                </a:lnTo>
                <a:lnTo>
                  <a:pt x="1140" y="676"/>
                </a:lnTo>
                <a:lnTo>
                  <a:pt x="1140" y="673"/>
                </a:lnTo>
                <a:lnTo>
                  <a:pt x="1143" y="673"/>
                </a:lnTo>
                <a:lnTo>
                  <a:pt x="1143" y="673"/>
                </a:lnTo>
                <a:lnTo>
                  <a:pt x="1145" y="673"/>
                </a:lnTo>
                <a:lnTo>
                  <a:pt x="1145" y="671"/>
                </a:lnTo>
                <a:lnTo>
                  <a:pt x="1150" y="671"/>
                </a:lnTo>
                <a:lnTo>
                  <a:pt x="1150" y="673"/>
                </a:lnTo>
                <a:lnTo>
                  <a:pt x="1152" y="673"/>
                </a:lnTo>
                <a:lnTo>
                  <a:pt x="1152" y="673"/>
                </a:lnTo>
                <a:lnTo>
                  <a:pt x="1155" y="673"/>
                </a:lnTo>
                <a:lnTo>
                  <a:pt x="1155" y="673"/>
                </a:lnTo>
                <a:lnTo>
                  <a:pt x="1155" y="673"/>
                </a:lnTo>
                <a:lnTo>
                  <a:pt x="1155" y="673"/>
                </a:lnTo>
                <a:lnTo>
                  <a:pt x="1157" y="673"/>
                </a:lnTo>
                <a:lnTo>
                  <a:pt x="1157" y="676"/>
                </a:lnTo>
                <a:lnTo>
                  <a:pt x="1157" y="676"/>
                </a:lnTo>
                <a:lnTo>
                  <a:pt x="1157" y="678"/>
                </a:lnTo>
                <a:lnTo>
                  <a:pt x="1155" y="678"/>
                </a:lnTo>
                <a:lnTo>
                  <a:pt x="1155" y="681"/>
                </a:lnTo>
                <a:lnTo>
                  <a:pt x="1159" y="681"/>
                </a:lnTo>
                <a:lnTo>
                  <a:pt x="1159" y="678"/>
                </a:lnTo>
                <a:lnTo>
                  <a:pt x="1162" y="678"/>
                </a:lnTo>
                <a:lnTo>
                  <a:pt x="1162" y="681"/>
                </a:lnTo>
                <a:lnTo>
                  <a:pt x="1162" y="681"/>
                </a:lnTo>
                <a:lnTo>
                  <a:pt x="1162" y="681"/>
                </a:lnTo>
                <a:lnTo>
                  <a:pt x="1164" y="681"/>
                </a:lnTo>
                <a:lnTo>
                  <a:pt x="1164" y="685"/>
                </a:lnTo>
                <a:lnTo>
                  <a:pt x="1169" y="685"/>
                </a:lnTo>
                <a:lnTo>
                  <a:pt x="1169" y="683"/>
                </a:lnTo>
                <a:lnTo>
                  <a:pt x="1176" y="683"/>
                </a:lnTo>
                <a:lnTo>
                  <a:pt x="1176" y="685"/>
                </a:lnTo>
                <a:lnTo>
                  <a:pt x="1181" y="685"/>
                </a:lnTo>
                <a:lnTo>
                  <a:pt x="1181" y="683"/>
                </a:lnTo>
                <a:lnTo>
                  <a:pt x="1183" y="683"/>
                </a:lnTo>
                <a:lnTo>
                  <a:pt x="1183" y="685"/>
                </a:lnTo>
                <a:lnTo>
                  <a:pt x="1188" y="685"/>
                </a:lnTo>
                <a:lnTo>
                  <a:pt x="1188" y="683"/>
                </a:lnTo>
                <a:lnTo>
                  <a:pt x="1190" y="683"/>
                </a:lnTo>
                <a:lnTo>
                  <a:pt x="1190" y="681"/>
                </a:lnTo>
                <a:lnTo>
                  <a:pt x="1197" y="681"/>
                </a:lnTo>
                <a:lnTo>
                  <a:pt x="1197" y="681"/>
                </a:lnTo>
                <a:lnTo>
                  <a:pt x="1200" y="681"/>
                </a:lnTo>
                <a:lnTo>
                  <a:pt x="1200" y="678"/>
                </a:lnTo>
                <a:lnTo>
                  <a:pt x="1204" y="678"/>
                </a:lnTo>
                <a:lnTo>
                  <a:pt x="1204" y="681"/>
                </a:lnTo>
                <a:lnTo>
                  <a:pt x="1209" y="681"/>
                </a:lnTo>
                <a:lnTo>
                  <a:pt x="1209" y="681"/>
                </a:lnTo>
                <a:lnTo>
                  <a:pt x="1211" y="681"/>
                </a:lnTo>
                <a:lnTo>
                  <a:pt x="1211" y="683"/>
                </a:lnTo>
                <a:lnTo>
                  <a:pt x="1216" y="683"/>
                </a:lnTo>
                <a:lnTo>
                  <a:pt x="1216" y="683"/>
                </a:lnTo>
                <a:lnTo>
                  <a:pt x="1216" y="683"/>
                </a:lnTo>
                <a:lnTo>
                  <a:pt x="1216" y="683"/>
                </a:lnTo>
                <a:lnTo>
                  <a:pt x="1216" y="683"/>
                </a:lnTo>
                <a:lnTo>
                  <a:pt x="1216" y="685"/>
                </a:lnTo>
                <a:lnTo>
                  <a:pt x="1219" y="685"/>
                </a:lnTo>
                <a:lnTo>
                  <a:pt x="1219" y="688"/>
                </a:lnTo>
                <a:lnTo>
                  <a:pt x="1219" y="688"/>
                </a:lnTo>
                <a:lnTo>
                  <a:pt x="1219" y="688"/>
                </a:lnTo>
                <a:lnTo>
                  <a:pt x="1221" y="688"/>
                </a:lnTo>
                <a:lnTo>
                  <a:pt x="1221" y="690"/>
                </a:lnTo>
                <a:lnTo>
                  <a:pt x="1221" y="690"/>
                </a:lnTo>
                <a:lnTo>
                  <a:pt x="1221" y="690"/>
                </a:lnTo>
                <a:lnTo>
                  <a:pt x="1223" y="690"/>
                </a:lnTo>
                <a:lnTo>
                  <a:pt x="1223" y="692"/>
                </a:lnTo>
                <a:lnTo>
                  <a:pt x="1223" y="692"/>
                </a:lnTo>
                <a:lnTo>
                  <a:pt x="1223" y="697"/>
                </a:lnTo>
                <a:lnTo>
                  <a:pt x="1226" y="697"/>
                </a:lnTo>
                <a:lnTo>
                  <a:pt x="1226" y="700"/>
                </a:lnTo>
                <a:lnTo>
                  <a:pt x="1226" y="700"/>
                </a:lnTo>
                <a:lnTo>
                  <a:pt x="1226" y="697"/>
                </a:lnTo>
                <a:lnTo>
                  <a:pt x="1228" y="697"/>
                </a:lnTo>
                <a:lnTo>
                  <a:pt x="1228" y="700"/>
                </a:lnTo>
                <a:lnTo>
                  <a:pt x="1230" y="700"/>
                </a:lnTo>
                <a:lnTo>
                  <a:pt x="1230" y="700"/>
                </a:lnTo>
                <a:lnTo>
                  <a:pt x="1233" y="700"/>
                </a:lnTo>
                <a:lnTo>
                  <a:pt x="1233" y="702"/>
                </a:lnTo>
                <a:lnTo>
                  <a:pt x="1235" y="702"/>
                </a:lnTo>
                <a:lnTo>
                  <a:pt x="1235" y="702"/>
                </a:lnTo>
                <a:lnTo>
                  <a:pt x="1240" y="702"/>
                </a:lnTo>
                <a:lnTo>
                  <a:pt x="1240" y="702"/>
                </a:lnTo>
                <a:lnTo>
                  <a:pt x="1240" y="702"/>
                </a:lnTo>
                <a:lnTo>
                  <a:pt x="1240" y="704"/>
                </a:lnTo>
                <a:lnTo>
                  <a:pt x="1240" y="704"/>
                </a:lnTo>
                <a:lnTo>
                  <a:pt x="1240" y="707"/>
                </a:lnTo>
                <a:lnTo>
                  <a:pt x="1242" y="707"/>
                </a:lnTo>
                <a:lnTo>
                  <a:pt x="1242" y="709"/>
                </a:lnTo>
                <a:lnTo>
                  <a:pt x="1242" y="709"/>
                </a:lnTo>
                <a:lnTo>
                  <a:pt x="1242" y="711"/>
                </a:lnTo>
                <a:lnTo>
                  <a:pt x="1245" y="711"/>
                </a:lnTo>
                <a:lnTo>
                  <a:pt x="1245" y="714"/>
                </a:lnTo>
                <a:lnTo>
                  <a:pt x="1245" y="714"/>
                </a:lnTo>
                <a:lnTo>
                  <a:pt x="1245" y="714"/>
                </a:lnTo>
                <a:lnTo>
                  <a:pt x="1254" y="714"/>
                </a:lnTo>
                <a:lnTo>
                  <a:pt x="1254" y="716"/>
                </a:lnTo>
                <a:lnTo>
                  <a:pt x="1254" y="716"/>
                </a:lnTo>
                <a:lnTo>
                  <a:pt x="1254" y="714"/>
                </a:lnTo>
                <a:lnTo>
                  <a:pt x="1256" y="714"/>
                </a:lnTo>
                <a:lnTo>
                  <a:pt x="1256" y="716"/>
                </a:lnTo>
                <a:lnTo>
                  <a:pt x="1259" y="716"/>
                </a:lnTo>
                <a:lnTo>
                  <a:pt x="1259" y="716"/>
                </a:lnTo>
                <a:lnTo>
                  <a:pt x="1264" y="716"/>
                </a:lnTo>
                <a:lnTo>
                  <a:pt x="1264" y="719"/>
                </a:lnTo>
                <a:lnTo>
                  <a:pt x="1266" y="719"/>
                </a:lnTo>
                <a:lnTo>
                  <a:pt x="1266" y="716"/>
                </a:lnTo>
                <a:lnTo>
                  <a:pt x="1266" y="716"/>
                </a:lnTo>
                <a:lnTo>
                  <a:pt x="1266" y="714"/>
                </a:lnTo>
                <a:lnTo>
                  <a:pt x="1268" y="714"/>
                </a:lnTo>
                <a:lnTo>
                  <a:pt x="1268" y="714"/>
                </a:lnTo>
                <a:lnTo>
                  <a:pt x="1271" y="714"/>
                </a:lnTo>
                <a:lnTo>
                  <a:pt x="1271" y="711"/>
                </a:lnTo>
                <a:lnTo>
                  <a:pt x="1271" y="711"/>
                </a:lnTo>
                <a:lnTo>
                  <a:pt x="1271" y="711"/>
                </a:lnTo>
                <a:lnTo>
                  <a:pt x="1273" y="711"/>
                </a:lnTo>
                <a:lnTo>
                  <a:pt x="1273" y="711"/>
                </a:lnTo>
                <a:lnTo>
                  <a:pt x="1273" y="711"/>
                </a:lnTo>
                <a:lnTo>
                  <a:pt x="1273" y="709"/>
                </a:lnTo>
                <a:lnTo>
                  <a:pt x="1278" y="709"/>
                </a:lnTo>
                <a:lnTo>
                  <a:pt x="1278" y="711"/>
                </a:lnTo>
                <a:lnTo>
                  <a:pt x="1278" y="711"/>
                </a:lnTo>
                <a:lnTo>
                  <a:pt x="1278" y="711"/>
                </a:lnTo>
                <a:lnTo>
                  <a:pt x="1273" y="711"/>
                </a:lnTo>
                <a:lnTo>
                  <a:pt x="1273" y="714"/>
                </a:lnTo>
                <a:lnTo>
                  <a:pt x="1278" y="714"/>
                </a:lnTo>
                <a:lnTo>
                  <a:pt x="1278" y="716"/>
                </a:lnTo>
                <a:lnTo>
                  <a:pt x="1278" y="716"/>
                </a:lnTo>
                <a:lnTo>
                  <a:pt x="1278" y="716"/>
                </a:lnTo>
                <a:lnTo>
                  <a:pt x="1278" y="716"/>
                </a:lnTo>
                <a:lnTo>
                  <a:pt x="1278" y="719"/>
                </a:lnTo>
                <a:lnTo>
                  <a:pt x="1280" y="719"/>
                </a:lnTo>
                <a:lnTo>
                  <a:pt x="1280" y="721"/>
                </a:lnTo>
                <a:lnTo>
                  <a:pt x="1282" y="721"/>
                </a:lnTo>
                <a:lnTo>
                  <a:pt x="1282" y="723"/>
                </a:lnTo>
                <a:lnTo>
                  <a:pt x="1282" y="723"/>
                </a:lnTo>
                <a:lnTo>
                  <a:pt x="1282" y="723"/>
                </a:lnTo>
                <a:lnTo>
                  <a:pt x="1287" y="723"/>
                </a:lnTo>
                <a:lnTo>
                  <a:pt x="1287" y="723"/>
                </a:lnTo>
                <a:lnTo>
                  <a:pt x="1290" y="723"/>
                </a:lnTo>
                <a:lnTo>
                  <a:pt x="1290" y="726"/>
                </a:lnTo>
                <a:lnTo>
                  <a:pt x="1290" y="726"/>
                </a:lnTo>
                <a:lnTo>
                  <a:pt x="1290" y="728"/>
                </a:lnTo>
                <a:lnTo>
                  <a:pt x="1292" y="728"/>
                </a:lnTo>
                <a:lnTo>
                  <a:pt x="1292" y="726"/>
                </a:lnTo>
                <a:lnTo>
                  <a:pt x="1297" y="726"/>
                </a:lnTo>
                <a:lnTo>
                  <a:pt x="1297" y="726"/>
                </a:lnTo>
                <a:lnTo>
                  <a:pt x="1304" y="726"/>
                </a:lnTo>
                <a:lnTo>
                  <a:pt x="1304" y="723"/>
                </a:lnTo>
                <a:lnTo>
                  <a:pt x="1306" y="723"/>
                </a:lnTo>
                <a:lnTo>
                  <a:pt x="1306" y="721"/>
                </a:lnTo>
                <a:lnTo>
                  <a:pt x="1306" y="721"/>
                </a:lnTo>
                <a:lnTo>
                  <a:pt x="1306" y="719"/>
                </a:lnTo>
                <a:lnTo>
                  <a:pt x="1306" y="719"/>
                </a:lnTo>
                <a:lnTo>
                  <a:pt x="1306" y="719"/>
                </a:lnTo>
                <a:lnTo>
                  <a:pt x="1308" y="719"/>
                </a:lnTo>
                <a:lnTo>
                  <a:pt x="1308" y="716"/>
                </a:lnTo>
                <a:lnTo>
                  <a:pt x="1316" y="716"/>
                </a:lnTo>
                <a:lnTo>
                  <a:pt x="1316" y="716"/>
                </a:lnTo>
                <a:lnTo>
                  <a:pt x="1318" y="716"/>
                </a:lnTo>
                <a:lnTo>
                  <a:pt x="1318" y="716"/>
                </a:lnTo>
                <a:lnTo>
                  <a:pt x="1318" y="716"/>
                </a:lnTo>
                <a:lnTo>
                  <a:pt x="1318" y="719"/>
                </a:lnTo>
                <a:lnTo>
                  <a:pt x="1323" y="719"/>
                </a:lnTo>
                <a:lnTo>
                  <a:pt x="1323" y="716"/>
                </a:lnTo>
                <a:lnTo>
                  <a:pt x="1323" y="716"/>
                </a:lnTo>
                <a:lnTo>
                  <a:pt x="1323" y="716"/>
                </a:lnTo>
                <a:lnTo>
                  <a:pt x="1325" y="716"/>
                </a:lnTo>
                <a:lnTo>
                  <a:pt x="1325" y="716"/>
                </a:lnTo>
                <a:lnTo>
                  <a:pt x="1330" y="716"/>
                </a:lnTo>
                <a:lnTo>
                  <a:pt x="1330" y="716"/>
                </a:lnTo>
                <a:lnTo>
                  <a:pt x="1330" y="716"/>
                </a:lnTo>
                <a:lnTo>
                  <a:pt x="1330" y="711"/>
                </a:lnTo>
                <a:lnTo>
                  <a:pt x="1332" y="711"/>
                </a:lnTo>
                <a:lnTo>
                  <a:pt x="1332" y="714"/>
                </a:lnTo>
                <a:lnTo>
                  <a:pt x="1335" y="714"/>
                </a:lnTo>
                <a:lnTo>
                  <a:pt x="1335" y="711"/>
                </a:lnTo>
                <a:lnTo>
                  <a:pt x="1337" y="711"/>
                </a:lnTo>
                <a:lnTo>
                  <a:pt x="1337" y="711"/>
                </a:lnTo>
                <a:lnTo>
                  <a:pt x="1339" y="711"/>
                </a:lnTo>
                <a:lnTo>
                  <a:pt x="1339" y="709"/>
                </a:lnTo>
                <a:lnTo>
                  <a:pt x="1339" y="709"/>
                </a:lnTo>
                <a:lnTo>
                  <a:pt x="1339" y="704"/>
                </a:lnTo>
                <a:lnTo>
                  <a:pt x="1339" y="704"/>
                </a:lnTo>
                <a:lnTo>
                  <a:pt x="1339" y="704"/>
                </a:lnTo>
                <a:lnTo>
                  <a:pt x="1346" y="704"/>
                </a:lnTo>
                <a:lnTo>
                  <a:pt x="1346" y="702"/>
                </a:lnTo>
                <a:lnTo>
                  <a:pt x="1353" y="702"/>
                </a:lnTo>
                <a:lnTo>
                  <a:pt x="1353" y="702"/>
                </a:lnTo>
                <a:lnTo>
                  <a:pt x="1353" y="702"/>
                </a:lnTo>
                <a:lnTo>
                  <a:pt x="1353" y="702"/>
                </a:lnTo>
                <a:lnTo>
                  <a:pt x="1356" y="702"/>
                </a:lnTo>
                <a:lnTo>
                  <a:pt x="1356" y="700"/>
                </a:lnTo>
                <a:lnTo>
                  <a:pt x="1361" y="700"/>
                </a:lnTo>
                <a:lnTo>
                  <a:pt x="1361" y="700"/>
                </a:lnTo>
                <a:lnTo>
                  <a:pt x="1363" y="700"/>
                </a:lnTo>
                <a:lnTo>
                  <a:pt x="1363" y="697"/>
                </a:lnTo>
                <a:lnTo>
                  <a:pt x="1363" y="697"/>
                </a:lnTo>
                <a:lnTo>
                  <a:pt x="1363" y="697"/>
                </a:lnTo>
                <a:lnTo>
                  <a:pt x="1363" y="697"/>
                </a:lnTo>
                <a:lnTo>
                  <a:pt x="1363" y="695"/>
                </a:lnTo>
                <a:lnTo>
                  <a:pt x="1361" y="695"/>
                </a:lnTo>
                <a:lnTo>
                  <a:pt x="1361" y="692"/>
                </a:lnTo>
                <a:lnTo>
                  <a:pt x="1363" y="692"/>
                </a:lnTo>
                <a:lnTo>
                  <a:pt x="1363" y="692"/>
                </a:lnTo>
                <a:lnTo>
                  <a:pt x="1372" y="692"/>
                </a:lnTo>
                <a:lnTo>
                  <a:pt x="1372" y="692"/>
                </a:lnTo>
                <a:lnTo>
                  <a:pt x="1375" y="692"/>
                </a:lnTo>
                <a:lnTo>
                  <a:pt x="1375" y="692"/>
                </a:lnTo>
                <a:lnTo>
                  <a:pt x="1377" y="692"/>
                </a:lnTo>
                <a:lnTo>
                  <a:pt x="1377" y="690"/>
                </a:lnTo>
                <a:lnTo>
                  <a:pt x="1380" y="690"/>
                </a:lnTo>
                <a:lnTo>
                  <a:pt x="1380" y="690"/>
                </a:lnTo>
                <a:lnTo>
                  <a:pt x="1380" y="690"/>
                </a:lnTo>
                <a:lnTo>
                  <a:pt x="1380" y="690"/>
                </a:lnTo>
                <a:lnTo>
                  <a:pt x="1380" y="690"/>
                </a:lnTo>
                <a:lnTo>
                  <a:pt x="1380" y="690"/>
                </a:lnTo>
                <a:lnTo>
                  <a:pt x="1382" y="690"/>
                </a:lnTo>
                <a:lnTo>
                  <a:pt x="1382" y="688"/>
                </a:lnTo>
                <a:lnTo>
                  <a:pt x="1384" y="688"/>
                </a:lnTo>
                <a:lnTo>
                  <a:pt x="1384" y="685"/>
                </a:lnTo>
                <a:lnTo>
                  <a:pt x="1387" y="685"/>
                </a:lnTo>
                <a:lnTo>
                  <a:pt x="1387" y="685"/>
                </a:lnTo>
                <a:lnTo>
                  <a:pt x="1387" y="685"/>
                </a:lnTo>
                <a:lnTo>
                  <a:pt x="1387" y="685"/>
                </a:lnTo>
                <a:lnTo>
                  <a:pt x="1389" y="685"/>
                </a:lnTo>
                <a:lnTo>
                  <a:pt x="1389" y="688"/>
                </a:lnTo>
                <a:lnTo>
                  <a:pt x="1394" y="688"/>
                </a:lnTo>
                <a:lnTo>
                  <a:pt x="1394" y="685"/>
                </a:lnTo>
                <a:lnTo>
                  <a:pt x="1396" y="685"/>
                </a:lnTo>
                <a:lnTo>
                  <a:pt x="1396" y="683"/>
                </a:lnTo>
                <a:lnTo>
                  <a:pt x="1398" y="683"/>
                </a:lnTo>
                <a:lnTo>
                  <a:pt x="1398" y="683"/>
                </a:lnTo>
                <a:lnTo>
                  <a:pt x="1401" y="683"/>
                </a:lnTo>
                <a:lnTo>
                  <a:pt x="1401" y="685"/>
                </a:lnTo>
                <a:lnTo>
                  <a:pt x="1401" y="685"/>
                </a:lnTo>
                <a:lnTo>
                  <a:pt x="1401" y="683"/>
                </a:lnTo>
                <a:lnTo>
                  <a:pt x="1403" y="683"/>
                </a:lnTo>
                <a:lnTo>
                  <a:pt x="1403" y="685"/>
                </a:lnTo>
                <a:lnTo>
                  <a:pt x="1403" y="685"/>
                </a:lnTo>
                <a:lnTo>
                  <a:pt x="1403" y="685"/>
                </a:lnTo>
                <a:lnTo>
                  <a:pt x="1406" y="685"/>
                </a:lnTo>
                <a:lnTo>
                  <a:pt x="1406" y="685"/>
                </a:lnTo>
                <a:lnTo>
                  <a:pt x="1406" y="685"/>
                </a:lnTo>
                <a:lnTo>
                  <a:pt x="1406" y="683"/>
                </a:lnTo>
                <a:lnTo>
                  <a:pt x="1413" y="683"/>
                </a:lnTo>
                <a:lnTo>
                  <a:pt x="1413" y="685"/>
                </a:lnTo>
                <a:lnTo>
                  <a:pt x="1410" y="685"/>
                </a:lnTo>
                <a:lnTo>
                  <a:pt x="1410" y="688"/>
                </a:lnTo>
                <a:lnTo>
                  <a:pt x="1410" y="688"/>
                </a:lnTo>
                <a:lnTo>
                  <a:pt x="1410" y="688"/>
                </a:lnTo>
                <a:lnTo>
                  <a:pt x="1410" y="688"/>
                </a:lnTo>
                <a:lnTo>
                  <a:pt x="1410" y="690"/>
                </a:lnTo>
                <a:lnTo>
                  <a:pt x="1413" y="690"/>
                </a:lnTo>
                <a:lnTo>
                  <a:pt x="1413" y="690"/>
                </a:lnTo>
                <a:lnTo>
                  <a:pt x="1415" y="690"/>
                </a:lnTo>
                <a:lnTo>
                  <a:pt x="1415" y="690"/>
                </a:lnTo>
                <a:lnTo>
                  <a:pt x="1439" y="690"/>
                </a:lnTo>
                <a:lnTo>
                  <a:pt x="1439" y="692"/>
                </a:lnTo>
                <a:lnTo>
                  <a:pt x="1439" y="692"/>
                </a:lnTo>
                <a:lnTo>
                  <a:pt x="1439" y="692"/>
                </a:lnTo>
                <a:lnTo>
                  <a:pt x="1441" y="692"/>
                </a:lnTo>
                <a:lnTo>
                  <a:pt x="1441" y="697"/>
                </a:lnTo>
                <a:lnTo>
                  <a:pt x="1441" y="697"/>
                </a:lnTo>
                <a:lnTo>
                  <a:pt x="1441" y="700"/>
                </a:lnTo>
                <a:lnTo>
                  <a:pt x="1443" y="700"/>
                </a:lnTo>
                <a:lnTo>
                  <a:pt x="1443" y="700"/>
                </a:lnTo>
                <a:lnTo>
                  <a:pt x="1443" y="700"/>
                </a:lnTo>
                <a:lnTo>
                  <a:pt x="1443" y="702"/>
                </a:lnTo>
                <a:lnTo>
                  <a:pt x="1446" y="702"/>
                </a:lnTo>
                <a:lnTo>
                  <a:pt x="1446" y="702"/>
                </a:lnTo>
                <a:lnTo>
                  <a:pt x="1451" y="702"/>
                </a:lnTo>
                <a:lnTo>
                  <a:pt x="1451" y="702"/>
                </a:lnTo>
                <a:lnTo>
                  <a:pt x="1453" y="702"/>
                </a:lnTo>
                <a:lnTo>
                  <a:pt x="1453" y="702"/>
                </a:lnTo>
                <a:lnTo>
                  <a:pt x="1453" y="702"/>
                </a:lnTo>
                <a:lnTo>
                  <a:pt x="1453" y="704"/>
                </a:lnTo>
                <a:lnTo>
                  <a:pt x="1455" y="704"/>
                </a:lnTo>
                <a:lnTo>
                  <a:pt x="1455" y="704"/>
                </a:lnTo>
                <a:lnTo>
                  <a:pt x="1462" y="704"/>
                </a:lnTo>
                <a:lnTo>
                  <a:pt x="1462" y="707"/>
                </a:lnTo>
                <a:lnTo>
                  <a:pt x="1467" y="707"/>
                </a:lnTo>
                <a:lnTo>
                  <a:pt x="1467" y="704"/>
                </a:lnTo>
                <a:lnTo>
                  <a:pt x="1469" y="704"/>
                </a:lnTo>
                <a:lnTo>
                  <a:pt x="1469" y="704"/>
                </a:lnTo>
                <a:lnTo>
                  <a:pt x="1472" y="704"/>
                </a:lnTo>
                <a:lnTo>
                  <a:pt x="1472" y="702"/>
                </a:lnTo>
                <a:lnTo>
                  <a:pt x="1474" y="702"/>
                </a:lnTo>
                <a:lnTo>
                  <a:pt x="1474" y="704"/>
                </a:lnTo>
                <a:lnTo>
                  <a:pt x="1481" y="704"/>
                </a:lnTo>
                <a:lnTo>
                  <a:pt x="1481" y="704"/>
                </a:lnTo>
                <a:lnTo>
                  <a:pt x="1484" y="704"/>
                </a:lnTo>
                <a:lnTo>
                  <a:pt x="1484" y="707"/>
                </a:lnTo>
                <a:lnTo>
                  <a:pt x="1486" y="707"/>
                </a:lnTo>
                <a:lnTo>
                  <a:pt x="1486" y="704"/>
                </a:lnTo>
                <a:lnTo>
                  <a:pt x="1491" y="704"/>
                </a:lnTo>
                <a:lnTo>
                  <a:pt x="1491" y="707"/>
                </a:lnTo>
                <a:lnTo>
                  <a:pt x="1491" y="707"/>
                </a:lnTo>
                <a:lnTo>
                  <a:pt x="1491" y="704"/>
                </a:lnTo>
                <a:lnTo>
                  <a:pt x="1495" y="704"/>
                </a:lnTo>
                <a:lnTo>
                  <a:pt x="1495" y="707"/>
                </a:lnTo>
                <a:lnTo>
                  <a:pt x="1498" y="707"/>
                </a:lnTo>
                <a:lnTo>
                  <a:pt x="1498" y="707"/>
                </a:lnTo>
                <a:lnTo>
                  <a:pt x="1498" y="707"/>
                </a:lnTo>
                <a:lnTo>
                  <a:pt x="1498" y="709"/>
                </a:lnTo>
                <a:lnTo>
                  <a:pt x="1500" y="709"/>
                </a:lnTo>
                <a:lnTo>
                  <a:pt x="1500" y="709"/>
                </a:lnTo>
                <a:lnTo>
                  <a:pt x="1503" y="709"/>
                </a:lnTo>
                <a:lnTo>
                  <a:pt x="1503" y="711"/>
                </a:lnTo>
                <a:lnTo>
                  <a:pt x="1505" y="711"/>
                </a:lnTo>
                <a:lnTo>
                  <a:pt x="1505" y="709"/>
                </a:lnTo>
                <a:lnTo>
                  <a:pt x="1507" y="709"/>
                </a:lnTo>
                <a:lnTo>
                  <a:pt x="1507" y="709"/>
                </a:lnTo>
                <a:lnTo>
                  <a:pt x="1510" y="709"/>
                </a:lnTo>
                <a:lnTo>
                  <a:pt x="1510" y="707"/>
                </a:lnTo>
                <a:lnTo>
                  <a:pt x="1510" y="707"/>
                </a:lnTo>
                <a:lnTo>
                  <a:pt x="1510" y="707"/>
                </a:lnTo>
                <a:lnTo>
                  <a:pt x="1510" y="707"/>
                </a:lnTo>
                <a:lnTo>
                  <a:pt x="1510" y="704"/>
                </a:lnTo>
                <a:lnTo>
                  <a:pt x="1512" y="704"/>
                </a:lnTo>
                <a:lnTo>
                  <a:pt x="1512" y="704"/>
                </a:lnTo>
                <a:lnTo>
                  <a:pt x="1514" y="704"/>
                </a:lnTo>
                <a:lnTo>
                  <a:pt x="1514" y="704"/>
                </a:lnTo>
                <a:lnTo>
                  <a:pt x="1517" y="704"/>
                </a:lnTo>
                <a:lnTo>
                  <a:pt x="1517" y="704"/>
                </a:lnTo>
                <a:lnTo>
                  <a:pt x="1517" y="704"/>
                </a:lnTo>
                <a:lnTo>
                  <a:pt x="1517" y="702"/>
                </a:lnTo>
                <a:lnTo>
                  <a:pt x="1519" y="702"/>
                </a:lnTo>
                <a:lnTo>
                  <a:pt x="1519" y="702"/>
                </a:lnTo>
                <a:lnTo>
                  <a:pt x="1522" y="702"/>
                </a:lnTo>
                <a:lnTo>
                  <a:pt x="1522" y="700"/>
                </a:lnTo>
                <a:lnTo>
                  <a:pt x="1522" y="700"/>
                </a:lnTo>
                <a:lnTo>
                  <a:pt x="1522" y="700"/>
                </a:lnTo>
                <a:lnTo>
                  <a:pt x="1524" y="700"/>
                </a:lnTo>
                <a:lnTo>
                  <a:pt x="1524" y="697"/>
                </a:lnTo>
                <a:lnTo>
                  <a:pt x="1524" y="697"/>
                </a:lnTo>
                <a:lnTo>
                  <a:pt x="1524" y="697"/>
                </a:lnTo>
                <a:lnTo>
                  <a:pt x="1524" y="697"/>
                </a:lnTo>
                <a:lnTo>
                  <a:pt x="1524" y="695"/>
                </a:lnTo>
                <a:lnTo>
                  <a:pt x="1524" y="695"/>
                </a:lnTo>
                <a:lnTo>
                  <a:pt x="1524" y="692"/>
                </a:lnTo>
                <a:lnTo>
                  <a:pt x="1524" y="692"/>
                </a:lnTo>
                <a:lnTo>
                  <a:pt x="1524" y="692"/>
                </a:lnTo>
                <a:lnTo>
                  <a:pt x="1526" y="692"/>
                </a:lnTo>
                <a:lnTo>
                  <a:pt x="1526" y="690"/>
                </a:lnTo>
                <a:lnTo>
                  <a:pt x="1524" y="690"/>
                </a:lnTo>
                <a:lnTo>
                  <a:pt x="1524" y="690"/>
                </a:lnTo>
                <a:lnTo>
                  <a:pt x="1522" y="690"/>
                </a:lnTo>
                <a:lnTo>
                  <a:pt x="1522" y="688"/>
                </a:lnTo>
                <a:lnTo>
                  <a:pt x="1519" y="688"/>
                </a:lnTo>
                <a:lnTo>
                  <a:pt x="1519" y="685"/>
                </a:lnTo>
                <a:lnTo>
                  <a:pt x="1519" y="685"/>
                </a:lnTo>
                <a:lnTo>
                  <a:pt x="1519" y="685"/>
                </a:lnTo>
                <a:lnTo>
                  <a:pt x="1517" y="685"/>
                </a:lnTo>
                <a:lnTo>
                  <a:pt x="1517" y="683"/>
                </a:lnTo>
                <a:lnTo>
                  <a:pt x="1519" y="683"/>
                </a:lnTo>
                <a:lnTo>
                  <a:pt x="1519" y="683"/>
                </a:lnTo>
                <a:lnTo>
                  <a:pt x="1517" y="683"/>
                </a:lnTo>
                <a:lnTo>
                  <a:pt x="1517" y="681"/>
                </a:lnTo>
                <a:lnTo>
                  <a:pt x="1517" y="681"/>
                </a:lnTo>
                <a:lnTo>
                  <a:pt x="1517" y="678"/>
                </a:lnTo>
                <a:lnTo>
                  <a:pt x="1514" y="678"/>
                </a:lnTo>
                <a:lnTo>
                  <a:pt x="1514" y="678"/>
                </a:lnTo>
                <a:lnTo>
                  <a:pt x="1517" y="678"/>
                </a:lnTo>
                <a:lnTo>
                  <a:pt x="1517" y="676"/>
                </a:lnTo>
                <a:lnTo>
                  <a:pt x="1517" y="676"/>
                </a:lnTo>
                <a:lnTo>
                  <a:pt x="1517" y="673"/>
                </a:lnTo>
                <a:lnTo>
                  <a:pt x="1517" y="673"/>
                </a:lnTo>
                <a:lnTo>
                  <a:pt x="1517" y="669"/>
                </a:lnTo>
                <a:lnTo>
                  <a:pt x="1519" y="669"/>
                </a:lnTo>
                <a:lnTo>
                  <a:pt x="1519" y="669"/>
                </a:lnTo>
                <a:lnTo>
                  <a:pt x="1519" y="669"/>
                </a:lnTo>
                <a:lnTo>
                  <a:pt x="1519" y="666"/>
                </a:lnTo>
                <a:lnTo>
                  <a:pt x="1524" y="666"/>
                </a:lnTo>
                <a:lnTo>
                  <a:pt x="1524" y="664"/>
                </a:lnTo>
                <a:lnTo>
                  <a:pt x="1524" y="664"/>
                </a:lnTo>
                <a:lnTo>
                  <a:pt x="1524" y="662"/>
                </a:lnTo>
                <a:lnTo>
                  <a:pt x="1526" y="662"/>
                </a:lnTo>
                <a:lnTo>
                  <a:pt x="1526" y="659"/>
                </a:lnTo>
                <a:lnTo>
                  <a:pt x="1529" y="659"/>
                </a:lnTo>
                <a:lnTo>
                  <a:pt x="1529" y="659"/>
                </a:lnTo>
                <a:lnTo>
                  <a:pt x="1533" y="659"/>
                </a:lnTo>
                <a:lnTo>
                  <a:pt x="1533" y="657"/>
                </a:lnTo>
                <a:lnTo>
                  <a:pt x="1536" y="657"/>
                </a:lnTo>
                <a:lnTo>
                  <a:pt x="1536" y="655"/>
                </a:lnTo>
                <a:lnTo>
                  <a:pt x="1536" y="655"/>
                </a:lnTo>
                <a:lnTo>
                  <a:pt x="1536" y="652"/>
                </a:lnTo>
                <a:lnTo>
                  <a:pt x="1536" y="652"/>
                </a:lnTo>
                <a:lnTo>
                  <a:pt x="1536" y="652"/>
                </a:lnTo>
                <a:lnTo>
                  <a:pt x="1538" y="652"/>
                </a:lnTo>
                <a:lnTo>
                  <a:pt x="1538" y="650"/>
                </a:lnTo>
                <a:lnTo>
                  <a:pt x="1538" y="650"/>
                </a:lnTo>
                <a:lnTo>
                  <a:pt x="1538" y="650"/>
                </a:lnTo>
                <a:lnTo>
                  <a:pt x="1540" y="650"/>
                </a:lnTo>
                <a:lnTo>
                  <a:pt x="1540" y="652"/>
                </a:lnTo>
                <a:lnTo>
                  <a:pt x="1543" y="652"/>
                </a:lnTo>
                <a:lnTo>
                  <a:pt x="1543" y="652"/>
                </a:lnTo>
                <a:lnTo>
                  <a:pt x="1545" y="652"/>
                </a:lnTo>
                <a:lnTo>
                  <a:pt x="1545" y="652"/>
                </a:lnTo>
                <a:lnTo>
                  <a:pt x="1545" y="652"/>
                </a:lnTo>
                <a:lnTo>
                  <a:pt x="1545" y="655"/>
                </a:lnTo>
                <a:lnTo>
                  <a:pt x="1550" y="655"/>
                </a:lnTo>
                <a:lnTo>
                  <a:pt x="1550" y="655"/>
                </a:lnTo>
                <a:lnTo>
                  <a:pt x="1557" y="655"/>
                </a:lnTo>
                <a:lnTo>
                  <a:pt x="1557" y="657"/>
                </a:lnTo>
                <a:lnTo>
                  <a:pt x="1557" y="657"/>
                </a:lnTo>
                <a:lnTo>
                  <a:pt x="1557" y="657"/>
                </a:lnTo>
                <a:lnTo>
                  <a:pt x="1557" y="657"/>
                </a:lnTo>
                <a:lnTo>
                  <a:pt x="1557" y="659"/>
                </a:lnTo>
                <a:lnTo>
                  <a:pt x="1559" y="659"/>
                </a:lnTo>
                <a:lnTo>
                  <a:pt x="1559" y="659"/>
                </a:lnTo>
                <a:lnTo>
                  <a:pt x="1574" y="659"/>
                </a:lnTo>
                <a:lnTo>
                  <a:pt x="1574" y="662"/>
                </a:lnTo>
                <a:lnTo>
                  <a:pt x="1576" y="662"/>
                </a:lnTo>
                <a:lnTo>
                  <a:pt x="1576" y="662"/>
                </a:lnTo>
                <a:lnTo>
                  <a:pt x="1578" y="662"/>
                </a:lnTo>
                <a:lnTo>
                  <a:pt x="1578" y="664"/>
                </a:lnTo>
                <a:lnTo>
                  <a:pt x="1583" y="664"/>
                </a:lnTo>
                <a:lnTo>
                  <a:pt x="1583" y="664"/>
                </a:lnTo>
                <a:lnTo>
                  <a:pt x="1585" y="664"/>
                </a:lnTo>
                <a:lnTo>
                  <a:pt x="1585" y="664"/>
                </a:lnTo>
                <a:lnTo>
                  <a:pt x="1590" y="664"/>
                </a:lnTo>
                <a:lnTo>
                  <a:pt x="1590" y="666"/>
                </a:lnTo>
                <a:lnTo>
                  <a:pt x="1590" y="666"/>
                </a:lnTo>
                <a:lnTo>
                  <a:pt x="1590" y="666"/>
                </a:lnTo>
                <a:lnTo>
                  <a:pt x="1593" y="666"/>
                </a:lnTo>
                <a:lnTo>
                  <a:pt x="1593" y="666"/>
                </a:lnTo>
                <a:lnTo>
                  <a:pt x="1597" y="666"/>
                </a:lnTo>
                <a:lnTo>
                  <a:pt x="1597" y="666"/>
                </a:lnTo>
                <a:lnTo>
                  <a:pt x="1600" y="666"/>
                </a:lnTo>
                <a:lnTo>
                  <a:pt x="1600" y="669"/>
                </a:lnTo>
                <a:lnTo>
                  <a:pt x="1604" y="669"/>
                </a:lnTo>
                <a:lnTo>
                  <a:pt x="1604" y="669"/>
                </a:lnTo>
                <a:lnTo>
                  <a:pt x="1604" y="669"/>
                </a:lnTo>
                <a:lnTo>
                  <a:pt x="1604" y="669"/>
                </a:lnTo>
                <a:lnTo>
                  <a:pt x="1607" y="669"/>
                </a:lnTo>
                <a:lnTo>
                  <a:pt x="1607" y="669"/>
                </a:lnTo>
                <a:lnTo>
                  <a:pt x="1609" y="669"/>
                </a:lnTo>
                <a:lnTo>
                  <a:pt x="1609" y="671"/>
                </a:lnTo>
                <a:lnTo>
                  <a:pt x="1609" y="671"/>
                </a:lnTo>
                <a:lnTo>
                  <a:pt x="1609" y="671"/>
                </a:lnTo>
                <a:lnTo>
                  <a:pt x="1609" y="671"/>
                </a:lnTo>
                <a:lnTo>
                  <a:pt x="1609" y="676"/>
                </a:lnTo>
                <a:lnTo>
                  <a:pt x="1609" y="676"/>
                </a:lnTo>
                <a:lnTo>
                  <a:pt x="1609" y="678"/>
                </a:lnTo>
                <a:lnTo>
                  <a:pt x="1609" y="678"/>
                </a:lnTo>
                <a:lnTo>
                  <a:pt x="1609" y="683"/>
                </a:lnTo>
                <a:lnTo>
                  <a:pt x="1609" y="683"/>
                </a:lnTo>
                <a:lnTo>
                  <a:pt x="1609" y="683"/>
                </a:lnTo>
                <a:lnTo>
                  <a:pt x="1609" y="683"/>
                </a:lnTo>
                <a:lnTo>
                  <a:pt x="1609" y="683"/>
                </a:lnTo>
                <a:lnTo>
                  <a:pt x="1611" y="683"/>
                </a:lnTo>
                <a:lnTo>
                  <a:pt x="1611" y="688"/>
                </a:lnTo>
                <a:lnTo>
                  <a:pt x="1611" y="688"/>
                </a:lnTo>
                <a:lnTo>
                  <a:pt x="1611" y="690"/>
                </a:lnTo>
                <a:lnTo>
                  <a:pt x="1611" y="690"/>
                </a:lnTo>
                <a:lnTo>
                  <a:pt x="1611" y="690"/>
                </a:lnTo>
                <a:lnTo>
                  <a:pt x="1616" y="690"/>
                </a:lnTo>
                <a:lnTo>
                  <a:pt x="1616" y="692"/>
                </a:lnTo>
                <a:lnTo>
                  <a:pt x="1616" y="692"/>
                </a:lnTo>
                <a:lnTo>
                  <a:pt x="1616" y="692"/>
                </a:lnTo>
                <a:lnTo>
                  <a:pt x="1619" y="692"/>
                </a:lnTo>
                <a:lnTo>
                  <a:pt x="1619" y="692"/>
                </a:lnTo>
                <a:lnTo>
                  <a:pt x="1621" y="692"/>
                </a:lnTo>
                <a:lnTo>
                  <a:pt x="1621" y="695"/>
                </a:lnTo>
                <a:lnTo>
                  <a:pt x="1623" y="695"/>
                </a:lnTo>
                <a:lnTo>
                  <a:pt x="1623" y="695"/>
                </a:lnTo>
                <a:lnTo>
                  <a:pt x="1623" y="695"/>
                </a:lnTo>
                <a:lnTo>
                  <a:pt x="1623" y="697"/>
                </a:lnTo>
                <a:lnTo>
                  <a:pt x="1628" y="697"/>
                </a:lnTo>
                <a:lnTo>
                  <a:pt x="1628" y="695"/>
                </a:lnTo>
                <a:lnTo>
                  <a:pt x="1630" y="695"/>
                </a:lnTo>
                <a:lnTo>
                  <a:pt x="1630" y="697"/>
                </a:lnTo>
                <a:lnTo>
                  <a:pt x="1630" y="697"/>
                </a:lnTo>
                <a:lnTo>
                  <a:pt x="1630" y="697"/>
                </a:lnTo>
                <a:lnTo>
                  <a:pt x="1633" y="697"/>
                </a:lnTo>
                <a:lnTo>
                  <a:pt x="1633" y="700"/>
                </a:lnTo>
                <a:lnTo>
                  <a:pt x="1638" y="700"/>
                </a:lnTo>
                <a:lnTo>
                  <a:pt x="1638" y="700"/>
                </a:lnTo>
                <a:lnTo>
                  <a:pt x="1640" y="700"/>
                </a:lnTo>
                <a:lnTo>
                  <a:pt x="1640" y="702"/>
                </a:lnTo>
                <a:lnTo>
                  <a:pt x="1642" y="702"/>
                </a:lnTo>
                <a:lnTo>
                  <a:pt x="1642" y="700"/>
                </a:lnTo>
                <a:lnTo>
                  <a:pt x="1642" y="700"/>
                </a:lnTo>
                <a:lnTo>
                  <a:pt x="1642" y="700"/>
                </a:lnTo>
                <a:lnTo>
                  <a:pt x="1645" y="700"/>
                </a:lnTo>
                <a:lnTo>
                  <a:pt x="1645" y="700"/>
                </a:lnTo>
                <a:lnTo>
                  <a:pt x="1652" y="700"/>
                </a:lnTo>
                <a:lnTo>
                  <a:pt x="1652" y="700"/>
                </a:lnTo>
                <a:lnTo>
                  <a:pt x="1652" y="700"/>
                </a:lnTo>
                <a:lnTo>
                  <a:pt x="1652" y="697"/>
                </a:lnTo>
                <a:lnTo>
                  <a:pt x="1654" y="697"/>
                </a:lnTo>
                <a:lnTo>
                  <a:pt x="1654" y="697"/>
                </a:lnTo>
                <a:lnTo>
                  <a:pt x="1656" y="697"/>
                </a:lnTo>
                <a:lnTo>
                  <a:pt x="1656" y="695"/>
                </a:lnTo>
                <a:lnTo>
                  <a:pt x="1664" y="695"/>
                </a:lnTo>
                <a:lnTo>
                  <a:pt x="1664" y="695"/>
                </a:lnTo>
                <a:lnTo>
                  <a:pt x="1668" y="695"/>
                </a:lnTo>
                <a:lnTo>
                  <a:pt x="1668" y="692"/>
                </a:lnTo>
                <a:lnTo>
                  <a:pt x="1671" y="692"/>
                </a:lnTo>
                <a:lnTo>
                  <a:pt x="1671" y="695"/>
                </a:lnTo>
                <a:lnTo>
                  <a:pt x="1671" y="695"/>
                </a:lnTo>
                <a:lnTo>
                  <a:pt x="1671" y="692"/>
                </a:lnTo>
                <a:lnTo>
                  <a:pt x="1673" y="692"/>
                </a:lnTo>
                <a:lnTo>
                  <a:pt x="1673" y="692"/>
                </a:lnTo>
                <a:lnTo>
                  <a:pt x="1675" y="692"/>
                </a:lnTo>
                <a:lnTo>
                  <a:pt x="1675" y="692"/>
                </a:lnTo>
                <a:lnTo>
                  <a:pt x="1678" y="692"/>
                </a:lnTo>
                <a:lnTo>
                  <a:pt x="1678" y="692"/>
                </a:lnTo>
                <a:lnTo>
                  <a:pt x="1682" y="692"/>
                </a:lnTo>
                <a:lnTo>
                  <a:pt x="1682" y="692"/>
                </a:lnTo>
                <a:lnTo>
                  <a:pt x="1692" y="692"/>
                </a:lnTo>
                <a:lnTo>
                  <a:pt x="1692" y="695"/>
                </a:lnTo>
                <a:lnTo>
                  <a:pt x="1694" y="695"/>
                </a:lnTo>
                <a:lnTo>
                  <a:pt x="1694" y="697"/>
                </a:lnTo>
                <a:lnTo>
                  <a:pt x="1697" y="697"/>
                </a:lnTo>
                <a:lnTo>
                  <a:pt x="1697" y="695"/>
                </a:lnTo>
                <a:lnTo>
                  <a:pt x="1709" y="695"/>
                </a:lnTo>
                <a:lnTo>
                  <a:pt x="1709" y="697"/>
                </a:lnTo>
                <a:lnTo>
                  <a:pt x="1709" y="697"/>
                </a:lnTo>
                <a:lnTo>
                  <a:pt x="1709" y="697"/>
                </a:lnTo>
                <a:lnTo>
                  <a:pt x="1711" y="697"/>
                </a:lnTo>
                <a:lnTo>
                  <a:pt x="1711" y="700"/>
                </a:lnTo>
                <a:lnTo>
                  <a:pt x="1711" y="700"/>
                </a:lnTo>
                <a:lnTo>
                  <a:pt x="1711" y="700"/>
                </a:lnTo>
                <a:lnTo>
                  <a:pt x="1713" y="700"/>
                </a:lnTo>
                <a:lnTo>
                  <a:pt x="1713" y="702"/>
                </a:lnTo>
                <a:lnTo>
                  <a:pt x="1713" y="702"/>
                </a:lnTo>
                <a:lnTo>
                  <a:pt x="1713" y="702"/>
                </a:lnTo>
                <a:lnTo>
                  <a:pt x="1716" y="702"/>
                </a:lnTo>
                <a:lnTo>
                  <a:pt x="1716" y="704"/>
                </a:lnTo>
                <a:lnTo>
                  <a:pt x="1720" y="704"/>
                </a:lnTo>
                <a:lnTo>
                  <a:pt x="1720" y="704"/>
                </a:lnTo>
                <a:lnTo>
                  <a:pt x="1723" y="704"/>
                </a:lnTo>
                <a:lnTo>
                  <a:pt x="1723" y="704"/>
                </a:lnTo>
                <a:lnTo>
                  <a:pt x="1723" y="704"/>
                </a:lnTo>
                <a:lnTo>
                  <a:pt x="1723" y="704"/>
                </a:lnTo>
                <a:lnTo>
                  <a:pt x="1730" y="704"/>
                </a:lnTo>
                <a:lnTo>
                  <a:pt x="1730" y="707"/>
                </a:lnTo>
                <a:lnTo>
                  <a:pt x="1732" y="707"/>
                </a:lnTo>
                <a:lnTo>
                  <a:pt x="1732" y="711"/>
                </a:lnTo>
                <a:lnTo>
                  <a:pt x="1732" y="711"/>
                </a:lnTo>
                <a:lnTo>
                  <a:pt x="1732" y="714"/>
                </a:lnTo>
                <a:lnTo>
                  <a:pt x="1735" y="714"/>
                </a:lnTo>
                <a:lnTo>
                  <a:pt x="1735" y="714"/>
                </a:lnTo>
                <a:lnTo>
                  <a:pt x="1737" y="714"/>
                </a:lnTo>
                <a:lnTo>
                  <a:pt x="1737" y="716"/>
                </a:lnTo>
                <a:lnTo>
                  <a:pt x="1739" y="716"/>
                </a:lnTo>
                <a:lnTo>
                  <a:pt x="1739" y="716"/>
                </a:lnTo>
                <a:lnTo>
                  <a:pt x="1739" y="716"/>
                </a:lnTo>
                <a:lnTo>
                  <a:pt x="1739" y="719"/>
                </a:lnTo>
                <a:lnTo>
                  <a:pt x="1742" y="719"/>
                </a:lnTo>
                <a:lnTo>
                  <a:pt x="1742" y="719"/>
                </a:lnTo>
                <a:lnTo>
                  <a:pt x="1744" y="719"/>
                </a:lnTo>
                <a:lnTo>
                  <a:pt x="1744" y="721"/>
                </a:lnTo>
                <a:lnTo>
                  <a:pt x="1744" y="721"/>
                </a:lnTo>
                <a:lnTo>
                  <a:pt x="1744" y="721"/>
                </a:lnTo>
                <a:lnTo>
                  <a:pt x="1753" y="721"/>
                </a:lnTo>
                <a:lnTo>
                  <a:pt x="1753" y="721"/>
                </a:lnTo>
                <a:lnTo>
                  <a:pt x="1756" y="721"/>
                </a:lnTo>
                <a:lnTo>
                  <a:pt x="1756" y="721"/>
                </a:lnTo>
                <a:lnTo>
                  <a:pt x="1758" y="721"/>
                </a:lnTo>
                <a:lnTo>
                  <a:pt x="1758" y="721"/>
                </a:lnTo>
                <a:lnTo>
                  <a:pt x="1761" y="721"/>
                </a:lnTo>
                <a:lnTo>
                  <a:pt x="1761" y="721"/>
                </a:lnTo>
                <a:lnTo>
                  <a:pt x="1763" y="721"/>
                </a:lnTo>
                <a:lnTo>
                  <a:pt x="1763" y="723"/>
                </a:lnTo>
                <a:lnTo>
                  <a:pt x="1765" y="723"/>
                </a:lnTo>
                <a:lnTo>
                  <a:pt x="1765" y="723"/>
                </a:lnTo>
                <a:lnTo>
                  <a:pt x="1765" y="723"/>
                </a:lnTo>
                <a:lnTo>
                  <a:pt x="1765" y="723"/>
                </a:lnTo>
                <a:lnTo>
                  <a:pt x="1770" y="723"/>
                </a:lnTo>
                <a:lnTo>
                  <a:pt x="1770" y="723"/>
                </a:lnTo>
                <a:lnTo>
                  <a:pt x="1770" y="723"/>
                </a:lnTo>
                <a:lnTo>
                  <a:pt x="1770" y="723"/>
                </a:lnTo>
                <a:lnTo>
                  <a:pt x="1777" y="723"/>
                </a:lnTo>
                <a:lnTo>
                  <a:pt x="1777" y="726"/>
                </a:lnTo>
                <a:lnTo>
                  <a:pt x="1784" y="726"/>
                </a:lnTo>
                <a:lnTo>
                  <a:pt x="1784" y="723"/>
                </a:lnTo>
                <a:lnTo>
                  <a:pt x="1784" y="723"/>
                </a:lnTo>
                <a:lnTo>
                  <a:pt x="1784" y="723"/>
                </a:lnTo>
                <a:lnTo>
                  <a:pt x="1787" y="723"/>
                </a:lnTo>
                <a:lnTo>
                  <a:pt x="1787" y="723"/>
                </a:lnTo>
                <a:lnTo>
                  <a:pt x="1789" y="723"/>
                </a:lnTo>
                <a:lnTo>
                  <a:pt x="1789" y="726"/>
                </a:lnTo>
                <a:lnTo>
                  <a:pt x="1791" y="726"/>
                </a:lnTo>
                <a:lnTo>
                  <a:pt x="1791" y="726"/>
                </a:lnTo>
                <a:lnTo>
                  <a:pt x="1791" y="726"/>
                </a:lnTo>
                <a:lnTo>
                  <a:pt x="1791" y="726"/>
                </a:lnTo>
                <a:lnTo>
                  <a:pt x="1796" y="726"/>
                </a:lnTo>
                <a:lnTo>
                  <a:pt x="1796" y="723"/>
                </a:lnTo>
                <a:lnTo>
                  <a:pt x="1798" y="723"/>
                </a:lnTo>
                <a:lnTo>
                  <a:pt x="1798" y="723"/>
                </a:lnTo>
                <a:lnTo>
                  <a:pt x="1801" y="723"/>
                </a:lnTo>
                <a:lnTo>
                  <a:pt x="1801" y="723"/>
                </a:lnTo>
                <a:lnTo>
                  <a:pt x="1803" y="723"/>
                </a:lnTo>
                <a:lnTo>
                  <a:pt x="1803" y="721"/>
                </a:lnTo>
                <a:lnTo>
                  <a:pt x="1806" y="721"/>
                </a:lnTo>
                <a:lnTo>
                  <a:pt x="1806" y="721"/>
                </a:lnTo>
                <a:lnTo>
                  <a:pt x="1808" y="721"/>
                </a:lnTo>
                <a:lnTo>
                  <a:pt x="1808" y="721"/>
                </a:lnTo>
                <a:lnTo>
                  <a:pt x="1810" y="721"/>
                </a:lnTo>
                <a:lnTo>
                  <a:pt x="1810" y="721"/>
                </a:lnTo>
                <a:lnTo>
                  <a:pt x="1813" y="721"/>
                </a:lnTo>
                <a:lnTo>
                  <a:pt x="1813" y="719"/>
                </a:lnTo>
                <a:lnTo>
                  <a:pt x="1815" y="719"/>
                </a:lnTo>
                <a:lnTo>
                  <a:pt x="1815" y="721"/>
                </a:lnTo>
                <a:lnTo>
                  <a:pt x="1817" y="721"/>
                </a:lnTo>
                <a:lnTo>
                  <a:pt x="1817" y="719"/>
                </a:lnTo>
                <a:lnTo>
                  <a:pt x="1822" y="719"/>
                </a:lnTo>
                <a:lnTo>
                  <a:pt x="1822" y="719"/>
                </a:lnTo>
                <a:lnTo>
                  <a:pt x="1824" y="719"/>
                </a:lnTo>
                <a:lnTo>
                  <a:pt x="1824" y="716"/>
                </a:lnTo>
                <a:lnTo>
                  <a:pt x="1829" y="716"/>
                </a:lnTo>
                <a:lnTo>
                  <a:pt x="1829" y="716"/>
                </a:lnTo>
                <a:lnTo>
                  <a:pt x="1834" y="716"/>
                </a:lnTo>
                <a:lnTo>
                  <a:pt x="1834" y="716"/>
                </a:lnTo>
                <a:lnTo>
                  <a:pt x="1836" y="716"/>
                </a:lnTo>
                <a:lnTo>
                  <a:pt x="1836" y="716"/>
                </a:lnTo>
                <a:lnTo>
                  <a:pt x="1839" y="716"/>
                </a:lnTo>
                <a:lnTo>
                  <a:pt x="1839" y="714"/>
                </a:lnTo>
                <a:lnTo>
                  <a:pt x="1843" y="714"/>
                </a:lnTo>
                <a:lnTo>
                  <a:pt x="1843" y="711"/>
                </a:lnTo>
                <a:lnTo>
                  <a:pt x="1843" y="711"/>
                </a:lnTo>
                <a:lnTo>
                  <a:pt x="1843" y="711"/>
                </a:lnTo>
                <a:lnTo>
                  <a:pt x="1843" y="711"/>
                </a:lnTo>
                <a:lnTo>
                  <a:pt x="1843" y="709"/>
                </a:lnTo>
                <a:lnTo>
                  <a:pt x="1846" y="709"/>
                </a:lnTo>
                <a:lnTo>
                  <a:pt x="1846" y="709"/>
                </a:lnTo>
                <a:lnTo>
                  <a:pt x="1846" y="709"/>
                </a:lnTo>
                <a:lnTo>
                  <a:pt x="1846" y="707"/>
                </a:lnTo>
                <a:lnTo>
                  <a:pt x="1848" y="707"/>
                </a:lnTo>
                <a:lnTo>
                  <a:pt x="1848" y="707"/>
                </a:lnTo>
                <a:lnTo>
                  <a:pt x="1851" y="707"/>
                </a:lnTo>
                <a:lnTo>
                  <a:pt x="1851" y="704"/>
                </a:lnTo>
                <a:lnTo>
                  <a:pt x="1853" y="704"/>
                </a:lnTo>
                <a:lnTo>
                  <a:pt x="1853" y="704"/>
                </a:lnTo>
                <a:lnTo>
                  <a:pt x="1853" y="704"/>
                </a:lnTo>
                <a:lnTo>
                  <a:pt x="1853" y="702"/>
                </a:lnTo>
                <a:lnTo>
                  <a:pt x="1855" y="702"/>
                </a:lnTo>
                <a:lnTo>
                  <a:pt x="1855" y="702"/>
                </a:lnTo>
                <a:lnTo>
                  <a:pt x="1860" y="702"/>
                </a:lnTo>
                <a:lnTo>
                  <a:pt x="1860" y="702"/>
                </a:lnTo>
                <a:lnTo>
                  <a:pt x="1862" y="702"/>
                </a:lnTo>
                <a:lnTo>
                  <a:pt x="1862" y="700"/>
                </a:lnTo>
                <a:lnTo>
                  <a:pt x="1865" y="700"/>
                </a:lnTo>
                <a:lnTo>
                  <a:pt x="1865" y="700"/>
                </a:lnTo>
                <a:lnTo>
                  <a:pt x="1865" y="700"/>
                </a:lnTo>
                <a:lnTo>
                  <a:pt x="1865" y="697"/>
                </a:lnTo>
                <a:lnTo>
                  <a:pt x="1869" y="697"/>
                </a:lnTo>
                <a:lnTo>
                  <a:pt x="1869" y="697"/>
                </a:lnTo>
                <a:lnTo>
                  <a:pt x="1869" y="697"/>
                </a:lnTo>
                <a:lnTo>
                  <a:pt x="1869" y="697"/>
                </a:lnTo>
                <a:lnTo>
                  <a:pt x="1879" y="697"/>
                </a:lnTo>
                <a:lnTo>
                  <a:pt x="1879" y="700"/>
                </a:lnTo>
                <a:lnTo>
                  <a:pt x="1884" y="700"/>
                </a:lnTo>
                <a:lnTo>
                  <a:pt x="1884" y="700"/>
                </a:lnTo>
                <a:lnTo>
                  <a:pt x="1884" y="700"/>
                </a:lnTo>
                <a:lnTo>
                  <a:pt x="1884" y="702"/>
                </a:lnTo>
                <a:lnTo>
                  <a:pt x="1886" y="702"/>
                </a:lnTo>
                <a:lnTo>
                  <a:pt x="1886" y="702"/>
                </a:lnTo>
                <a:lnTo>
                  <a:pt x="1886" y="702"/>
                </a:lnTo>
                <a:lnTo>
                  <a:pt x="1886" y="702"/>
                </a:lnTo>
                <a:lnTo>
                  <a:pt x="1888" y="702"/>
                </a:lnTo>
                <a:lnTo>
                  <a:pt x="1888" y="704"/>
                </a:lnTo>
                <a:lnTo>
                  <a:pt x="1888" y="704"/>
                </a:lnTo>
                <a:lnTo>
                  <a:pt x="1888" y="704"/>
                </a:lnTo>
                <a:lnTo>
                  <a:pt x="1891" y="704"/>
                </a:lnTo>
                <a:lnTo>
                  <a:pt x="1891" y="707"/>
                </a:lnTo>
                <a:lnTo>
                  <a:pt x="1898" y="707"/>
                </a:lnTo>
                <a:lnTo>
                  <a:pt x="1898" y="707"/>
                </a:lnTo>
                <a:lnTo>
                  <a:pt x="1900" y="707"/>
                </a:lnTo>
                <a:lnTo>
                  <a:pt x="1900" y="707"/>
                </a:lnTo>
                <a:lnTo>
                  <a:pt x="1903" y="707"/>
                </a:lnTo>
                <a:lnTo>
                  <a:pt x="1903" y="704"/>
                </a:lnTo>
                <a:lnTo>
                  <a:pt x="1905" y="704"/>
                </a:lnTo>
                <a:lnTo>
                  <a:pt x="1905" y="704"/>
                </a:lnTo>
                <a:lnTo>
                  <a:pt x="1907" y="704"/>
                </a:lnTo>
                <a:lnTo>
                  <a:pt x="1907" y="702"/>
                </a:lnTo>
                <a:lnTo>
                  <a:pt x="1912" y="702"/>
                </a:lnTo>
                <a:lnTo>
                  <a:pt x="1912" y="704"/>
                </a:lnTo>
                <a:lnTo>
                  <a:pt x="1914" y="704"/>
                </a:lnTo>
                <a:lnTo>
                  <a:pt x="1914" y="704"/>
                </a:lnTo>
                <a:lnTo>
                  <a:pt x="1919" y="704"/>
                </a:lnTo>
                <a:lnTo>
                  <a:pt x="1919" y="707"/>
                </a:lnTo>
                <a:lnTo>
                  <a:pt x="1919" y="707"/>
                </a:lnTo>
                <a:lnTo>
                  <a:pt x="1919" y="707"/>
                </a:lnTo>
                <a:lnTo>
                  <a:pt x="1922" y="707"/>
                </a:lnTo>
                <a:lnTo>
                  <a:pt x="1922" y="709"/>
                </a:lnTo>
                <a:lnTo>
                  <a:pt x="1922" y="709"/>
                </a:lnTo>
                <a:lnTo>
                  <a:pt x="1922" y="709"/>
                </a:lnTo>
                <a:lnTo>
                  <a:pt x="1924" y="709"/>
                </a:lnTo>
                <a:lnTo>
                  <a:pt x="1924" y="711"/>
                </a:lnTo>
                <a:lnTo>
                  <a:pt x="1924" y="711"/>
                </a:lnTo>
                <a:lnTo>
                  <a:pt x="1924" y="711"/>
                </a:lnTo>
                <a:lnTo>
                  <a:pt x="1929" y="711"/>
                </a:lnTo>
                <a:lnTo>
                  <a:pt x="1929" y="711"/>
                </a:lnTo>
                <a:lnTo>
                  <a:pt x="1931" y="711"/>
                </a:lnTo>
                <a:lnTo>
                  <a:pt x="1931" y="714"/>
                </a:lnTo>
                <a:lnTo>
                  <a:pt x="1938" y="714"/>
                </a:lnTo>
                <a:lnTo>
                  <a:pt x="1938" y="714"/>
                </a:lnTo>
                <a:lnTo>
                  <a:pt x="1940" y="714"/>
                </a:lnTo>
                <a:lnTo>
                  <a:pt x="1940" y="716"/>
                </a:lnTo>
                <a:lnTo>
                  <a:pt x="1943" y="716"/>
                </a:lnTo>
                <a:lnTo>
                  <a:pt x="1943" y="716"/>
                </a:lnTo>
                <a:lnTo>
                  <a:pt x="1945" y="716"/>
                </a:lnTo>
                <a:lnTo>
                  <a:pt x="1945" y="716"/>
                </a:lnTo>
                <a:lnTo>
                  <a:pt x="1948" y="716"/>
                </a:lnTo>
                <a:lnTo>
                  <a:pt x="1948" y="714"/>
                </a:lnTo>
                <a:lnTo>
                  <a:pt x="1948" y="714"/>
                </a:lnTo>
                <a:lnTo>
                  <a:pt x="1948" y="714"/>
                </a:lnTo>
                <a:lnTo>
                  <a:pt x="1950" y="714"/>
                </a:lnTo>
                <a:lnTo>
                  <a:pt x="1950" y="711"/>
                </a:lnTo>
                <a:lnTo>
                  <a:pt x="1952" y="711"/>
                </a:lnTo>
                <a:lnTo>
                  <a:pt x="1952" y="711"/>
                </a:lnTo>
                <a:lnTo>
                  <a:pt x="1952" y="711"/>
                </a:lnTo>
                <a:lnTo>
                  <a:pt x="1952" y="711"/>
                </a:lnTo>
                <a:lnTo>
                  <a:pt x="1955" y="711"/>
                </a:lnTo>
                <a:lnTo>
                  <a:pt x="1955" y="709"/>
                </a:lnTo>
                <a:lnTo>
                  <a:pt x="1957" y="709"/>
                </a:lnTo>
                <a:lnTo>
                  <a:pt x="1957" y="709"/>
                </a:lnTo>
                <a:lnTo>
                  <a:pt x="1959" y="709"/>
                </a:lnTo>
                <a:lnTo>
                  <a:pt x="1959" y="707"/>
                </a:lnTo>
                <a:lnTo>
                  <a:pt x="1959" y="707"/>
                </a:lnTo>
                <a:lnTo>
                  <a:pt x="1959" y="707"/>
                </a:lnTo>
                <a:lnTo>
                  <a:pt x="1962" y="707"/>
                </a:lnTo>
                <a:lnTo>
                  <a:pt x="1962" y="704"/>
                </a:lnTo>
                <a:lnTo>
                  <a:pt x="1969" y="704"/>
                </a:lnTo>
                <a:lnTo>
                  <a:pt x="1969" y="704"/>
                </a:lnTo>
                <a:lnTo>
                  <a:pt x="1969" y="704"/>
                </a:lnTo>
                <a:lnTo>
                  <a:pt x="1969" y="704"/>
                </a:lnTo>
                <a:lnTo>
                  <a:pt x="1971" y="704"/>
                </a:lnTo>
                <a:lnTo>
                  <a:pt x="1971" y="704"/>
                </a:lnTo>
                <a:lnTo>
                  <a:pt x="1974" y="704"/>
                </a:lnTo>
                <a:lnTo>
                  <a:pt x="1974" y="702"/>
                </a:lnTo>
                <a:lnTo>
                  <a:pt x="1976" y="702"/>
                </a:lnTo>
                <a:lnTo>
                  <a:pt x="1976" y="702"/>
                </a:lnTo>
                <a:lnTo>
                  <a:pt x="1976" y="702"/>
                </a:lnTo>
                <a:lnTo>
                  <a:pt x="1976" y="702"/>
                </a:lnTo>
                <a:lnTo>
                  <a:pt x="1976" y="702"/>
                </a:lnTo>
                <a:lnTo>
                  <a:pt x="1976" y="700"/>
                </a:lnTo>
                <a:lnTo>
                  <a:pt x="1978" y="700"/>
                </a:lnTo>
                <a:lnTo>
                  <a:pt x="1978" y="700"/>
                </a:lnTo>
                <a:lnTo>
                  <a:pt x="1976" y="700"/>
                </a:lnTo>
                <a:lnTo>
                  <a:pt x="1976" y="695"/>
                </a:lnTo>
                <a:lnTo>
                  <a:pt x="1974" y="695"/>
                </a:lnTo>
                <a:lnTo>
                  <a:pt x="1974" y="695"/>
                </a:lnTo>
                <a:lnTo>
                  <a:pt x="1971" y="695"/>
                </a:lnTo>
                <a:lnTo>
                  <a:pt x="1971" y="692"/>
                </a:lnTo>
                <a:lnTo>
                  <a:pt x="1974" y="692"/>
                </a:lnTo>
                <a:lnTo>
                  <a:pt x="1974" y="692"/>
                </a:lnTo>
                <a:lnTo>
                  <a:pt x="1976" y="692"/>
                </a:lnTo>
                <a:lnTo>
                  <a:pt x="1976" y="690"/>
                </a:lnTo>
                <a:lnTo>
                  <a:pt x="1976" y="690"/>
                </a:lnTo>
                <a:lnTo>
                  <a:pt x="1976" y="688"/>
                </a:lnTo>
                <a:lnTo>
                  <a:pt x="1978" y="688"/>
                </a:lnTo>
                <a:lnTo>
                  <a:pt x="1978" y="688"/>
                </a:lnTo>
                <a:lnTo>
                  <a:pt x="1978" y="688"/>
                </a:lnTo>
                <a:lnTo>
                  <a:pt x="1978" y="685"/>
                </a:lnTo>
                <a:lnTo>
                  <a:pt x="1978" y="685"/>
                </a:lnTo>
                <a:lnTo>
                  <a:pt x="1978" y="685"/>
                </a:lnTo>
                <a:lnTo>
                  <a:pt x="1981" y="685"/>
                </a:lnTo>
                <a:lnTo>
                  <a:pt x="1981" y="681"/>
                </a:lnTo>
                <a:lnTo>
                  <a:pt x="1981" y="681"/>
                </a:lnTo>
                <a:lnTo>
                  <a:pt x="1981" y="681"/>
                </a:lnTo>
                <a:lnTo>
                  <a:pt x="1983" y="681"/>
                </a:lnTo>
                <a:lnTo>
                  <a:pt x="1983" y="678"/>
                </a:lnTo>
                <a:lnTo>
                  <a:pt x="1983" y="678"/>
                </a:lnTo>
                <a:lnTo>
                  <a:pt x="1983" y="678"/>
                </a:lnTo>
                <a:lnTo>
                  <a:pt x="1985" y="678"/>
                </a:lnTo>
                <a:lnTo>
                  <a:pt x="1985" y="676"/>
                </a:lnTo>
                <a:lnTo>
                  <a:pt x="1985" y="676"/>
                </a:lnTo>
                <a:lnTo>
                  <a:pt x="1985" y="673"/>
                </a:lnTo>
                <a:lnTo>
                  <a:pt x="1985" y="673"/>
                </a:lnTo>
                <a:lnTo>
                  <a:pt x="1985" y="671"/>
                </a:lnTo>
                <a:lnTo>
                  <a:pt x="1988" y="671"/>
                </a:lnTo>
                <a:lnTo>
                  <a:pt x="1988" y="671"/>
                </a:lnTo>
                <a:lnTo>
                  <a:pt x="1990" y="671"/>
                </a:lnTo>
                <a:lnTo>
                  <a:pt x="1990" y="669"/>
                </a:lnTo>
                <a:lnTo>
                  <a:pt x="1990" y="669"/>
                </a:lnTo>
                <a:lnTo>
                  <a:pt x="1990" y="666"/>
                </a:lnTo>
                <a:lnTo>
                  <a:pt x="1990" y="666"/>
                </a:lnTo>
                <a:lnTo>
                  <a:pt x="1990" y="664"/>
                </a:lnTo>
                <a:lnTo>
                  <a:pt x="1993" y="664"/>
                </a:lnTo>
                <a:lnTo>
                  <a:pt x="1993" y="664"/>
                </a:lnTo>
                <a:lnTo>
                  <a:pt x="1993" y="664"/>
                </a:lnTo>
                <a:lnTo>
                  <a:pt x="1993" y="662"/>
                </a:lnTo>
                <a:lnTo>
                  <a:pt x="1995" y="662"/>
                </a:lnTo>
                <a:lnTo>
                  <a:pt x="1995" y="662"/>
                </a:lnTo>
                <a:lnTo>
                  <a:pt x="1997" y="662"/>
                </a:lnTo>
                <a:lnTo>
                  <a:pt x="1997" y="659"/>
                </a:lnTo>
                <a:lnTo>
                  <a:pt x="1997" y="659"/>
                </a:lnTo>
                <a:lnTo>
                  <a:pt x="1997" y="659"/>
                </a:lnTo>
                <a:lnTo>
                  <a:pt x="2000" y="659"/>
                </a:lnTo>
                <a:lnTo>
                  <a:pt x="2000" y="657"/>
                </a:lnTo>
                <a:lnTo>
                  <a:pt x="2002" y="657"/>
                </a:lnTo>
                <a:lnTo>
                  <a:pt x="2002" y="657"/>
                </a:lnTo>
                <a:lnTo>
                  <a:pt x="2002" y="657"/>
                </a:lnTo>
                <a:lnTo>
                  <a:pt x="2002" y="655"/>
                </a:lnTo>
                <a:lnTo>
                  <a:pt x="2004" y="655"/>
                </a:lnTo>
                <a:lnTo>
                  <a:pt x="2004" y="652"/>
                </a:lnTo>
                <a:lnTo>
                  <a:pt x="2007" y="652"/>
                </a:lnTo>
                <a:lnTo>
                  <a:pt x="2007" y="652"/>
                </a:lnTo>
                <a:lnTo>
                  <a:pt x="2007" y="652"/>
                </a:lnTo>
                <a:lnTo>
                  <a:pt x="2007" y="647"/>
                </a:lnTo>
                <a:lnTo>
                  <a:pt x="2007" y="647"/>
                </a:lnTo>
                <a:lnTo>
                  <a:pt x="2007" y="645"/>
                </a:lnTo>
                <a:lnTo>
                  <a:pt x="2004" y="645"/>
                </a:lnTo>
                <a:lnTo>
                  <a:pt x="2004" y="643"/>
                </a:lnTo>
                <a:lnTo>
                  <a:pt x="2004" y="643"/>
                </a:lnTo>
                <a:lnTo>
                  <a:pt x="2004" y="640"/>
                </a:lnTo>
                <a:lnTo>
                  <a:pt x="2007" y="640"/>
                </a:lnTo>
                <a:lnTo>
                  <a:pt x="2007" y="640"/>
                </a:lnTo>
                <a:lnTo>
                  <a:pt x="2004" y="640"/>
                </a:lnTo>
                <a:lnTo>
                  <a:pt x="2004" y="638"/>
                </a:lnTo>
                <a:lnTo>
                  <a:pt x="2002" y="638"/>
                </a:lnTo>
                <a:lnTo>
                  <a:pt x="2002" y="638"/>
                </a:lnTo>
                <a:lnTo>
                  <a:pt x="1997" y="638"/>
                </a:lnTo>
                <a:lnTo>
                  <a:pt x="1997" y="638"/>
                </a:lnTo>
                <a:lnTo>
                  <a:pt x="1993" y="638"/>
                </a:lnTo>
                <a:lnTo>
                  <a:pt x="1993" y="633"/>
                </a:lnTo>
                <a:lnTo>
                  <a:pt x="1995" y="633"/>
                </a:lnTo>
                <a:lnTo>
                  <a:pt x="1995" y="633"/>
                </a:lnTo>
                <a:lnTo>
                  <a:pt x="1997" y="633"/>
                </a:lnTo>
                <a:lnTo>
                  <a:pt x="1997" y="631"/>
                </a:lnTo>
                <a:lnTo>
                  <a:pt x="1997" y="631"/>
                </a:lnTo>
                <a:lnTo>
                  <a:pt x="1997" y="631"/>
                </a:lnTo>
                <a:lnTo>
                  <a:pt x="1997" y="631"/>
                </a:lnTo>
                <a:lnTo>
                  <a:pt x="1997" y="628"/>
                </a:lnTo>
                <a:lnTo>
                  <a:pt x="2000" y="628"/>
                </a:lnTo>
                <a:lnTo>
                  <a:pt x="2000" y="628"/>
                </a:lnTo>
                <a:lnTo>
                  <a:pt x="2002" y="628"/>
                </a:lnTo>
                <a:lnTo>
                  <a:pt x="2002" y="626"/>
                </a:lnTo>
                <a:lnTo>
                  <a:pt x="2002" y="626"/>
                </a:lnTo>
                <a:lnTo>
                  <a:pt x="2002" y="626"/>
                </a:lnTo>
                <a:lnTo>
                  <a:pt x="2004" y="626"/>
                </a:lnTo>
                <a:lnTo>
                  <a:pt x="2004" y="624"/>
                </a:lnTo>
                <a:lnTo>
                  <a:pt x="2004" y="624"/>
                </a:lnTo>
                <a:lnTo>
                  <a:pt x="2004" y="624"/>
                </a:lnTo>
                <a:lnTo>
                  <a:pt x="2007" y="624"/>
                </a:lnTo>
                <a:lnTo>
                  <a:pt x="2007" y="624"/>
                </a:lnTo>
                <a:lnTo>
                  <a:pt x="2009" y="624"/>
                </a:lnTo>
                <a:lnTo>
                  <a:pt x="2009" y="621"/>
                </a:lnTo>
                <a:lnTo>
                  <a:pt x="2009" y="621"/>
                </a:lnTo>
                <a:lnTo>
                  <a:pt x="2009" y="621"/>
                </a:lnTo>
                <a:lnTo>
                  <a:pt x="2019" y="621"/>
                </a:lnTo>
                <a:lnTo>
                  <a:pt x="2019" y="619"/>
                </a:lnTo>
                <a:lnTo>
                  <a:pt x="2026" y="619"/>
                </a:lnTo>
                <a:lnTo>
                  <a:pt x="2026" y="619"/>
                </a:lnTo>
                <a:lnTo>
                  <a:pt x="2028" y="619"/>
                </a:lnTo>
                <a:lnTo>
                  <a:pt x="2028" y="617"/>
                </a:lnTo>
                <a:lnTo>
                  <a:pt x="2035" y="617"/>
                </a:lnTo>
                <a:lnTo>
                  <a:pt x="2035" y="617"/>
                </a:lnTo>
                <a:lnTo>
                  <a:pt x="2040" y="617"/>
                </a:lnTo>
                <a:lnTo>
                  <a:pt x="2040" y="614"/>
                </a:lnTo>
                <a:lnTo>
                  <a:pt x="2042" y="614"/>
                </a:lnTo>
                <a:lnTo>
                  <a:pt x="2042" y="617"/>
                </a:lnTo>
                <a:lnTo>
                  <a:pt x="2054" y="617"/>
                </a:lnTo>
                <a:lnTo>
                  <a:pt x="2054" y="614"/>
                </a:lnTo>
                <a:lnTo>
                  <a:pt x="2059" y="614"/>
                </a:lnTo>
                <a:lnTo>
                  <a:pt x="2059" y="614"/>
                </a:lnTo>
                <a:lnTo>
                  <a:pt x="2066" y="614"/>
                </a:lnTo>
                <a:lnTo>
                  <a:pt x="2066" y="614"/>
                </a:lnTo>
                <a:lnTo>
                  <a:pt x="2066" y="614"/>
                </a:lnTo>
                <a:lnTo>
                  <a:pt x="2066" y="614"/>
                </a:lnTo>
                <a:lnTo>
                  <a:pt x="2068" y="614"/>
                </a:lnTo>
                <a:lnTo>
                  <a:pt x="2068" y="614"/>
                </a:lnTo>
                <a:lnTo>
                  <a:pt x="2068" y="614"/>
                </a:lnTo>
                <a:lnTo>
                  <a:pt x="2068" y="614"/>
                </a:lnTo>
                <a:lnTo>
                  <a:pt x="2071" y="614"/>
                </a:lnTo>
                <a:lnTo>
                  <a:pt x="2071" y="614"/>
                </a:lnTo>
                <a:lnTo>
                  <a:pt x="2075" y="614"/>
                </a:lnTo>
                <a:lnTo>
                  <a:pt x="2075" y="617"/>
                </a:lnTo>
                <a:lnTo>
                  <a:pt x="2075" y="617"/>
                </a:lnTo>
                <a:lnTo>
                  <a:pt x="2075" y="617"/>
                </a:lnTo>
                <a:lnTo>
                  <a:pt x="2078" y="617"/>
                </a:lnTo>
                <a:lnTo>
                  <a:pt x="2078" y="619"/>
                </a:lnTo>
                <a:lnTo>
                  <a:pt x="2080" y="619"/>
                </a:lnTo>
                <a:lnTo>
                  <a:pt x="2080" y="619"/>
                </a:lnTo>
                <a:lnTo>
                  <a:pt x="2080" y="619"/>
                </a:lnTo>
                <a:lnTo>
                  <a:pt x="2080" y="619"/>
                </a:lnTo>
                <a:lnTo>
                  <a:pt x="2082" y="619"/>
                </a:lnTo>
                <a:lnTo>
                  <a:pt x="2082" y="619"/>
                </a:lnTo>
                <a:lnTo>
                  <a:pt x="2085" y="619"/>
                </a:lnTo>
                <a:lnTo>
                  <a:pt x="2085" y="621"/>
                </a:lnTo>
                <a:lnTo>
                  <a:pt x="2085" y="621"/>
                </a:lnTo>
                <a:lnTo>
                  <a:pt x="2085" y="621"/>
                </a:lnTo>
                <a:lnTo>
                  <a:pt x="2085" y="621"/>
                </a:lnTo>
                <a:lnTo>
                  <a:pt x="2085" y="624"/>
                </a:lnTo>
                <a:lnTo>
                  <a:pt x="2092" y="624"/>
                </a:lnTo>
                <a:lnTo>
                  <a:pt x="2092" y="624"/>
                </a:lnTo>
                <a:lnTo>
                  <a:pt x="2092" y="624"/>
                </a:lnTo>
                <a:lnTo>
                  <a:pt x="2092" y="624"/>
                </a:lnTo>
                <a:lnTo>
                  <a:pt x="2097" y="624"/>
                </a:lnTo>
                <a:lnTo>
                  <a:pt x="2097" y="624"/>
                </a:lnTo>
                <a:lnTo>
                  <a:pt x="2097" y="624"/>
                </a:lnTo>
                <a:lnTo>
                  <a:pt x="2097" y="624"/>
                </a:lnTo>
                <a:lnTo>
                  <a:pt x="2104" y="624"/>
                </a:lnTo>
                <a:lnTo>
                  <a:pt x="2104" y="624"/>
                </a:lnTo>
                <a:lnTo>
                  <a:pt x="2104" y="624"/>
                </a:lnTo>
                <a:lnTo>
                  <a:pt x="2104" y="624"/>
                </a:lnTo>
                <a:lnTo>
                  <a:pt x="2109" y="624"/>
                </a:lnTo>
                <a:lnTo>
                  <a:pt x="2109" y="626"/>
                </a:lnTo>
                <a:lnTo>
                  <a:pt x="2109" y="626"/>
                </a:lnTo>
                <a:lnTo>
                  <a:pt x="2109" y="626"/>
                </a:lnTo>
                <a:lnTo>
                  <a:pt x="2111" y="626"/>
                </a:lnTo>
                <a:lnTo>
                  <a:pt x="2111" y="626"/>
                </a:lnTo>
                <a:lnTo>
                  <a:pt x="2111" y="626"/>
                </a:lnTo>
                <a:lnTo>
                  <a:pt x="2111" y="626"/>
                </a:lnTo>
                <a:lnTo>
                  <a:pt x="2113" y="626"/>
                </a:lnTo>
                <a:lnTo>
                  <a:pt x="2113" y="628"/>
                </a:lnTo>
                <a:lnTo>
                  <a:pt x="2113" y="628"/>
                </a:lnTo>
                <a:lnTo>
                  <a:pt x="2113" y="631"/>
                </a:lnTo>
                <a:lnTo>
                  <a:pt x="2113" y="631"/>
                </a:lnTo>
                <a:lnTo>
                  <a:pt x="2113" y="631"/>
                </a:lnTo>
                <a:lnTo>
                  <a:pt x="2116" y="631"/>
                </a:lnTo>
                <a:lnTo>
                  <a:pt x="2116" y="631"/>
                </a:lnTo>
                <a:lnTo>
                  <a:pt x="2116" y="631"/>
                </a:lnTo>
                <a:lnTo>
                  <a:pt x="2116" y="631"/>
                </a:lnTo>
                <a:lnTo>
                  <a:pt x="2118" y="631"/>
                </a:lnTo>
                <a:lnTo>
                  <a:pt x="2118" y="633"/>
                </a:lnTo>
                <a:lnTo>
                  <a:pt x="2118" y="633"/>
                </a:lnTo>
                <a:lnTo>
                  <a:pt x="2118" y="633"/>
                </a:lnTo>
                <a:lnTo>
                  <a:pt x="2118" y="633"/>
                </a:lnTo>
                <a:lnTo>
                  <a:pt x="2118" y="633"/>
                </a:lnTo>
                <a:lnTo>
                  <a:pt x="2120" y="633"/>
                </a:lnTo>
                <a:lnTo>
                  <a:pt x="2120" y="633"/>
                </a:lnTo>
                <a:lnTo>
                  <a:pt x="2123" y="633"/>
                </a:lnTo>
                <a:lnTo>
                  <a:pt x="2123" y="633"/>
                </a:lnTo>
                <a:lnTo>
                  <a:pt x="2120" y="633"/>
                </a:lnTo>
                <a:lnTo>
                  <a:pt x="2120" y="636"/>
                </a:lnTo>
                <a:lnTo>
                  <a:pt x="2118" y="636"/>
                </a:lnTo>
                <a:lnTo>
                  <a:pt x="2118" y="638"/>
                </a:lnTo>
                <a:lnTo>
                  <a:pt x="2120" y="638"/>
                </a:lnTo>
                <a:lnTo>
                  <a:pt x="2120" y="638"/>
                </a:lnTo>
                <a:lnTo>
                  <a:pt x="2123" y="638"/>
                </a:lnTo>
                <a:lnTo>
                  <a:pt x="2123" y="640"/>
                </a:lnTo>
                <a:lnTo>
                  <a:pt x="2125" y="640"/>
                </a:lnTo>
                <a:lnTo>
                  <a:pt x="2125" y="643"/>
                </a:lnTo>
                <a:lnTo>
                  <a:pt x="2125" y="643"/>
                </a:lnTo>
                <a:lnTo>
                  <a:pt x="2125" y="643"/>
                </a:lnTo>
                <a:lnTo>
                  <a:pt x="2127" y="643"/>
                </a:lnTo>
                <a:lnTo>
                  <a:pt x="2127" y="645"/>
                </a:lnTo>
                <a:lnTo>
                  <a:pt x="2130" y="645"/>
                </a:lnTo>
                <a:lnTo>
                  <a:pt x="2130" y="647"/>
                </a:lnTo>
                <a:lnTo>
                  <a:pt x="2125" y="647"/>
                </a:lnTo>
                <a:lnTo>
                  <a:pt x="2125" y="647"/>
                </a:lnTo>
                <a:lnTo>
                  <a:pt x="2127" y="647"/>
                </a:lnTo>
                <a:lnTo>
                  <a:pt x="2127" y="650"/>
                </a:lnTo>
                <a:lnTo>
                  <a:pt x="2130" y="650"/>
                </a:lnTo>
                <a:lnTo>
                  <a:pt x="2130" y="650"/>
                </a:lnTo>
                <a:lnTo>
                  <a:pt x="2132" y="650"/>
                </a:lnTo>
                <a:lnTo>
                  <a:pt x="2132" y="652"/>
                </a:lnTo>
                <a:lnTo>
                  <a:pt x="2130" y="652"/>
                </a:lnTo>
                <a:lnTo>
                  <a:pt x="2130" y="655"/>
                </a:lnTo>
                <a:lnTo>
                  <a:pt x="2132" y="655"/>
                </a:lnTo>
                <a:lnTo>
                  <a:pt x="2132" y="657"/>
                </a:lnTo>
                <a:lnTo>
                  <a:pt x="2132" y="657"/>
                </a:lnTo>
                <a:lnTo>
                  <a:pt x="2132" y="659"/>
                </a:lnTo>
                <a:lnTo>
                  <a:pt x="2135" y="659"/>
                </a:lnTo>
                <a:lnTo>
                  <a:pt x="2135" y="659"/>
                </a:lnTo>
                <a:lnTo>
                  <a:pt x="2135" y="659"/>
                </a:lnTo>
                <a:lnTo>
                  <a:pt x="2135" y="662"/>
                </a:lnTo>
                <a:lnTo>
                  <a:pt x="2135" y="662"/>
                </a:lnTo>
                <a:lnTo>
                  <a:pt x="2135" y="662"/>
                </a:lnTo>
                <a:lnTo>
                  <a:pt x="2137" y="662"/>
                </a:lnTo>
                <a:lnTo>
                  <a:pt x="2137" y="664"/>
                </a:lnTo>
                <a:lnTo>
                  <a:pt x="2135" y="664"/>
                </a:lnTo>
                <a:lnTo>
                  <a:pt x="2135" y="664"/>
                </a:lnTo>
                <a:lnTo>
                  <a:pt x="2137" y="664"/>
                </a:lnTo>
                <a:lnTo>
                  <a:pt x="2137" y="664"/>
                </a:lnTo>
                <a:lnTo>
                  <a:pt x="2137" y="664"/>
                </a:lnTo>
                <a:lnTo>
                  <a:pt x="2137" y="666"/>
                </a:lnTo>
                <a:lnTo>
                  <a:pt x="2137" y="666"/>
                </a:lnTo>
                <a:lnTo>
                  <a:pt x="2137" y="669"/>
                </a:lnTo>
                <a:lnTo>
                  <a:pt x="2139" y="669"/>
                </a:lnTo>
                <a:lnTo>
                  <a:pt x="2139" y="671"/>
                </a:lnTo>
                <a:lnTo>
                  <a:pt x="2142" y="671"/>
                </a:lnTo>
                <a:lnTo>
                  <a:pt x="2142" y="673"/>
                </a:lnTo>
                <a:lnTo>
                  <a:pt x="2139" y="673"/>
                </a:lnTo>
                <a:lnTo>
                  <a:pt x="2139" y="678"/>
                </a:lnTo>
                <a:lnTo>
                  <a:pt x="2142" y="678"/>
                </a:lnTo>
                <a:lnTo>
                  <a:pt x="2142" y="678"/>
                </a:lnTo>
                <a:lnTo>
                  <a:pt x="2142" y="678"/>
                </a:lnTo>
                <a:lnTo>
                  <a:pt x="2142" y="681"/>
                </a:lnTo>
                <a:lnTo>
                  <a:pt x="2144" y="681"/>
                </a:lnTo>
                <a:lnTo>
                  <a:pt x="2144" y="681"/>
                </a:lnTo>
                <a:lnTo>
                  <a:pt x="2144" y="681"/>
                </a:lnTo>
                <a:lnTo>
                  <a:pt x="2144" y="683"/>
                </a:lnTo>
                <a:lnTo>
                  <a:pt x="2146" y="683"/>
                </a:lnTo>
                <a:lnTo>
                  <a:pt x="2146" y="683"/>
                </a:lnTo>
                <a:lnTo>
                  <a:pt x="2146" y="683"/>
                </a:lnTo>
                <a:lnTo>
                  <a:pt x="2146" y="685"/>
                </a:lnTo>
                <a:lnTo>
                  <a:pt x="2149" y="685"/>
                </a:lnTo>
                <a:lnTo>
                  <a:pt x="2149" y="688"/>
                </a:lnTo>
                <a:lnTo>
                  <a:pt x="2149" y="688"/>
                </a:lnTo>
                <a:lnTo>
                  <a:pt x="2149" y="690"/>
                </a:lnTo>
                <a:lnTo>
                  <a:pt x="2149" y="690"/>
                </a:lnTo>
                <a:lnTo>
                  <a:pt x="2149" y="690"/>
                </a:lnTo>
                <a:lnTo>
                  <a:pt x="2149" y="690"/>
                </a:lnTo>
                <a:lnTo>
                  <a:pt x="2149" y="692"/>
                </a:lnTo>
                <a:lnTo>
                  <a:pt x="2149" y="692"/>
                </a:lnTo>
                <a:lnTo>
                  <a:pt x="2149" y="692"/>
                </a:lnTo>
                <a:lnTo>
                  <a:pt x="2149" y="692"/>
                </a:lnTo>
                <a:lnTo>
                  <a:pt x="2149" y="692"/>
                </a:lnTo>
                <a:lnTo>
                  <a:pt x="2149" y="692"/>
                </a:lnTo>
                <a:lnTo>
                  <a:pt x="2149" y="695"/>
                </a:lnTo>
                <a:lnTo>
                  <a:pt x="2149" y="695"/>
                </a:lnTo>
                <a:lnTo>
                  <a:pt x="2149" y="697"/>
                </a:lnTo>
                <a:lnTo>
                  <a:pt x="2151" y="697"/>
                </a:lnTo>
                <a:lnTo>
                  <a:pt x="2151" y="697"/>
                </a:lnTo>
                <a:lnTo>
                  <a:pt x="2153" y="697"/>
                </a:lnTo>
                <a:lnTo>
                  <a:pt x="2153" y="702"/>
                </a:lnTo>
                <a:lnTo>
                  <a:pt x="2153" y="702"/>
                </a:lnTo>
                <a:lnTo>
                  <a:pt x="2153" y="702"/>
                </a:lnTo>
                <a:lnTo>
                  <a:pt x="2151" y="702"/>
                </a:lnTo>
                <a:lnTo>
                  <a:pt x="2151" y="704"/>
                </a:lnTo>
                <a:lnTo>
                  <a:pt x="2153" y="704"/>
                </a:lnTo>
                <a:lnTo>
                  <a:pt x="2153" y="709"/>
                </a:lnTo>
                <a:lnTo>
                  <a:pt x="2156" y="709"/>
                </a:lnTo>
                <a:lnTo>
                  <a:pt x="2156" y="711"/>
                </a:lnTo>
                <a:lnTo>
                  <a:pt x="2158" y="711"/>
                </a:lnTo>
                <a:lnTo>
                  <a:pt x="2158" y="714"/>
                </a:lnTo>
                <a:lnTo>
                  <a:pt x="2158" y="714"/>
                </a:lnTo>
                <a:lnTo>
                  <a:pt x="2158" y="714"/>
                </a:lnTo>
                <a:lnTo>
                  <a:pt x="2163" y="714"/>
                </a:lnTo>
                <a:lnTo>
                  <a:pt x="2163" y="716"/>
                </a:lnTo>
                <a:lnTo>
                  <a:pt x="2168" y="716"/>
                </a:lnTo>
                <a:lnTo>
                  <a:pt x="2168" y="716"/>
                </a:lnTo>
                <a:lnTo>
                  <a:pt x="2170" y="716"/>
                </a:lnTo>
                <a:lnTo>
                  <a:pt x="2170" y="716"/>
                </a:lnTo>
                <a:lnTo>
                  <a:pt x="2170" y="716"/>
                </a:lnTo>
                <a:lnTo>
                  <a:pt x="2170" y="714"/>
                </a:lnTo>
                <a:lnTo>
                  <a:pt x="2180" y="714"/>
                </a:lnTo>
                <a:lnTo>
                  <a:pt x="2180" y="716"/>
                </a:lnTo>
                <a:lnTo>
                  <a:pt x="2180" y="716"/>
                </a:lnTo>
                <a:lnTo>
                  <a:pt x="2180" y="719"/>
                </a:lnTo>
                <a:lnTo>
                  <a:pt x="2182" y="719"/>
                </a:lnTo>
                <a:lnTo>
                  <a:pt x="2182" y="716"/>
                </a:lnTo>
                <a:lnTo>
                  <a:pt x="2182" y="716"/>
                </a:lnTo>
                <a:lnTo>
                  <a:pt x="2182" y="719"/>
                </a:lnTo>
                <a:lnTo>
                  <a:pt x="2184" y="719"/>
                </a:lnTo>
                <a:lnTo>
                  <a:pt x="2184" y="719"/>
                </a:lnTo>
                <a:lnTo>
                  <a:pt x="2184" y="719"/>
                </a:lnTo>
                <a:lnTo>
                  <a:pt x="2184" y="721"/>
                </a:lnTo>
                <a:lnTo>
                  <a:pt x="2187" y="721"/>
                </a:lnTo>
                <a:lnTo>
                  <a:pt x="2187" y="721"/>
                </a:lnTo>
                <a:lnTo>
                  <a:pt x="2187" y="721"/>
                </a:lnTo>
                <a:lnTo>
                  <a:pt x="2187" y="721"/>
                </a:lnTo>
                <a:lnTo>
                  <a:pt x="2189" y="721"/>
                </a:lnTo>
                <a:lnTo>
                  <a:pt x="2189" y="719"/>
                </a:lnTo>
                <a:lnTo>
                  <a:pt x="2189" y="719"/>
                </a:lnTo>
                <a:lnTo>
                  <a:pt x="2189" y="721"/>
                </a:lnTo>
                <a:lnTo>
                  <a:pt x="2191" y="721"/>
                </a:lnTo>
                <a:lnTo>
                  <a:pt x="2191" y="719"/>
                </a:lnTo>
                <a:lnTo>
                  <a:pt x="2196" y="719"/>
                </a:lnTo>
                <a:lnTo>
                  <a:pt x="2196" y="723"/>
                </a:lnTo>
                <a:lnTo>
                  <a:pt x="2198" y="723"/>
                </a:lnTo>
                <a:lnTo>
                  <a:pt x="2198" y="723"/>
                </a:lnTo>
                <a:lnTo>
                  <a:pt x="2201" y="723"/>
                </a:lnTo>
                <a:lnTo>
                  <a:pt x="2201" y="726"/>
                </a:lnTo>
                <a:lnTo>
                  <a:pt x="2203" y="726"/>
                </a:lnTo>
                <a:lnTo>
                  <a:pt x="2203" y="726"/>
                </a:lnTo>
                <a:lnTo>
                  <a:pt x="2203" y="726"/>
                </a:lnTo>
                <a:lnTo>
                  <a:pt x="2203" y="728"/>
                </a:lnTo>
                <a:lnTo>
                  <a:pt x="2203" y="728"/>
                </a:lnTo>
                <a:lnTo>
                  <a:pt x="2203" y="728"/>
                </a:lnTo>
                <a:lnTo>
                  <a:pt x="2206" y="728"/>
                </a:lnTo>
                <a:lnTo>
                  <a:pt x="2206" y="730"/>
                </a:lnTo>
                <a:lnTo>
                  <a:pt x="2208" y="730"/>
                </a:lnTo>
                <a:lnTo>
                  <a:pt x="2208" y="730"/>
                </a:lnTo>
                <a:lnTo>
                  <a:pt x="2208" y="730"/>
                </a:lnTo>
                <a:lnTo>
                  <a:pt x="2208" y="733"/>
                </a:lnTo>
                <a:lnTo>
                  <a:pt x="2210" y="733"/>
                </a:lnTo>
                <a:lnTo>
                  <a:pt x="2210" y="733"/>
                </a:lnTo>
                <a:lnTo>
                  <a:pt x="2215" y="733"/>
                </a:lnTo>
                <a:lnTo>
                  <a:pt x="2215" y="733"/>
                </a:lnTo>
                <a:lnTo>
                  <a:pt x="2215" y="733"/>
                </a:lnTo>
                <a:lnTo>
                  <a:pt x="2215" y="733"/>
                </a:lnTo>
                <a:lnTo>
                  <a:pt x="2217" y="733"/>
                </a:lnTo>
                <a:lnTo>
                  <a:pt x="2217" y="733"/>
                </a:lnTo>
                <a:lnTo>
                  <a:pt x="2217" y="733"/>
                </a:lnTo>
                <a:lnTo>
                  <a:pt x="2217" y="733"/>
                </a:lnTo>
                <a:lnTo>
                  <a:pt x="2220" y="733"/>
                </a:lnTo>
                <a:lnTo>
                  <a:pt x="2220" y="733"/>
                </a:lnTo>
                <a:lnTo>
                  <a:pt x="2220" y="733"/>
                </a:lnTo>
                <a:lnTo>
                  <a:pt x="2220" y="735"/>
                </a:lnTo>
                <a:lnTo>
                  <a:pt x="2217" y="735"/>
                </a:lnTo>
                <a:lnTo>
                  <a:pt x="2217" y="737"/>
                </a:lnTo>
                <a:lnTo>
                  <a:pt x="2217" y="737"/>
                </a:lnTo>
                <a:lnTo>
                  <a:pt x="2217" y="740"/>
                </a:lnTo>
                <a:lnTo>
                  <a:pt x="2217" y="740"/>
                </a:lnTo>
                <a:lnTo>
                  <a:pt x="2217" y="742"/>
                </a:lnTo>
                <a:lnTo>
                  <a:pt x="2222" y="742"/>
                </a:lnTo>
                <a:lnTo>
                  <a:pt x="2222" y="745"/>
                </a:lnTo>
                <a:lnTo>
                  <a:pt x="2222" y="745"/>
                </a:lnTo>
                <a:lnTo>
                  <a:pt x="2222" y="747"/>
                </a:lnTo>
                <a:lnTo>
                  <a:pt x="2225" y="747"/>
                </a:lnTo>
                <a:lnTo>
                  <a:pt x="2225" y="747"/>
                </a:lnTo>
                <a:lnTo>
                  <a:pt x="2222" y="747"/>
                </a:lnTo>
                <a:lnTo>
                  <a:pt x="2222" y="749"/>
                </a:lnTo>
                <a:lnTo>
                  <a:pt x="2222" y="749"/>
                </a:lnTo>
                <a:lnTo>
                  <a:pt x="2222" y="752"/>
                </a:lnTo>
                <a:lnTo>
                  <a:pt x="2222" y="752"/>
                </a:lnTo>
                <a:lnTo>
                  <a:pt x="2222" y="752"/>
                </a:lnTo>
                <a:lnTo>
                  <a:pt x="2220" y="752"/>
                </a:lnTo>
                <a:lnTo>
                  <a:pt x="2220" y="754"/>
                </a:lnTo>
                <a:lnTo>
                  <a:pt x="2222" y="754"/>
                </a:lnTo>
                <a:lnTo>
                  <a:pt x="2222" y="754"/>
                </a:lnTo>
                <a:lnTo>
                  <a:pt x="2222" y="754"/>
                </a:lnTo>
                <a:lnTo>
                  <a:pt x="2222" y="756"/>
                </a:lnTo>
                <a:lnTo>
                  <a:pt x="2225" y="756"/>
                </a:lnTo>
                <a:lnTo>
                  <a:pt x="2225" y="756"/>
                </a:lnTo>
                <a:lnTo>
                  <a:pt x="2225" y="756"/>
                </a:lnTo>
                <a:lnTo>
                  <a:pt x="2225" y="759"/>
                </a:lnTo>
                <a:lnTo>
                  <a:pt x="2225" y="759"/>
                </a:lnTo>
                <a:lnTo>
                  <a:pt x="2225" y="759"/>
                </a:lnTo>
                <a:lnTo>
                  <a:pt x="2227" y="759"/>
                </a:lnTo>
                <a:lnTo>
                  <a:pt x="2227" y="761"/>
                </a:lnTo>
                <a:lnTo>
                  <a:pt x="2227" y="761"/>
                </a:lnTo>
                <a:lnTo>
                  <a:pt x="2227" y="764"/>
                </a:lnTo>
                <a:lnTo>
                  <a:pt x="2229" y="764"/>
                </a:lnTo>
                <a:lnTo>
                  <a:pt x="2229" y="761"/>
                </a:lnTo>
                <a:lnTo>
                  <a:pt x="2232" y="761"/>
                </a:lnTo>
                <a:lnTo>
                  <a:pt x="2232" y="761"/>
                </a:lnTo>
                <a:lnTo>
                  <a:pt x="2234" y="761"/>
                </a:lnTo>
                <a:lnTo>
                  <a:pt x="2234" y="761"/>
                </a:lnTo>
                <a:lnTo>
                  <a:pt x="2236" y="761"/>
                </a:lnTo>
                <a:lnTo>
                  <a:pt x="2236" y="761"/>
                </a:lnTo>
                <a:lnTo>
                  <a:pt x="2239" y="761"/>
                </a:lnTo>
                <a:lnTo>
                  <a:pt x="2239" y="761"/>
                </a:lnTo>
                <a:lnTo>
                  <a:pt x="2239" y="761"/>
                </a:lnTo>
                <a:lnTo>
                  <a:pt x="2239" y="764"/>
                </a:lnTo>
                <a:lnTo>
                  <a:pt x="2241" y="764"/>
                </a:lnTo>
                <a:lnTo>
                  <a:pt x="2241" y="761"/>
                </a:lnTo>
                <a:lnTo>
                  <a:pt x="2243" y="761"/>
                </a:lnTo>
                <a:lnTo>
                  <a:pt x="2243" y="764"/>
                </a:lnTo>
                <a:lnTo>
                  <a:pt x="2248" y="764"/>
                </a:lnTo>
                <a:lnTo>
                  <a:pt x="2248" y="761"/>
                </a:lnTo>
                <a:lnTo>
                  <a:pt x="2255" y="761"/>
                </a:lnTo>
                <a:lnTo>
                  <a:pt x="2255" y="761"/>
                </a:lnTo>
                <a:lnTo>
                  <a:pt x="2258" y="761"/>
                </a:lnTo>
                <a:lnTo>
                  <a:pt x="2258" y="761"/>
                </a:lnTo>
                <a:lnTo>
                  <a:pt x="2262" y="761"/>
                </a:lnTo>
                <a:lnTo>
                  <a:pt x="2262" y="761"/>
                </a:lnTo>
                <a:lnTo>
                  <a:pt x="2262" y="761"/>
                </a:lnTo>
                <a:lnTo>
                  <a:pt x="2262" y="759"/>
                </a:lnTo>
                <a:lnTo>
                  <a:pt x="2262" y="759"/>
                </a:lnTo>
                <a:lnTo>
                  <a:pt x="2262" y="756"/>
                </a:lnTo>
                <a:lnTo>
                  <a:pt x="2265" y="756"/>
                </a:lnTo>
                <a:lnTo>
                  <a:pt x="2265" y="756"/>
                </a:lnTo>
                <a:lnTo>
                  <a:pt x="2267" y="756"/>
                </a:lnTo>
                <a:lnTo>
                  <a:pt x="2267" y="754"/>
                </a:lnTo>
                <a:lnTo>
                  <a:pt x="2269" y="754"/>
                </a:lnTo>
                <a:lnTo>
                  <a:pt x="2269" y="754"/>
                </a:lnTo>
                <a:lnTo>
                  <a:pt x="2272" y="754"/>
                </a:lnTo>
                <a:lnTo>
                  <a:pt x="2272" y="752"/>
                </a:lnTo>
                <a:lnTo>
                  <a:pt x="2281" y="752"/>
                </a:lnTo>
                <a:lnTo>
                  <a:pt x="2281" y="752"/>
                </a:lnTo>
                <a:lnTo>
                  <a:pt x="2284" y="752"/>
                </a:lnTo>
                <a:lnTo>
                  <a:pt x="2284" y="752"/>
                </a:lnTo>
                <a:lnTo>
                  <a:pt x="2286" y="752"/>
                </a:lnTo>
                <a:lnTo>
                  <a:pt x="2286" y="749"/>
                </a:lnTo>
                <a:lnTo>
                  <a:pt x="2288" y="749"/>
                </a:lnTo>
                <a:lnTo>
                  <a:pt x="2288" y="752"/>
                </a:lnTo>
                <a:lnTo>
                  <a:pt x="2288" y="752"/>
                </a:lnTo>
                <a:lnTo>
                  <a:pt x="2288" y="749"/>
                </a:lnTo>
                <a:lnTo>
                  <a:pt x="2291" y="749"/>
                </a:lnTo>
                <a:lnTo>
                  <a:pt x="2291" y="747"/>
                </a:lnTo>
                <a:lnTo>
                  <a:pt x="2291" y="747"/>
                </a:lnTo>
                <a:lnTo>
                  <a:pt x="2291" y="747"/>
                </a:lnTo>
                <a:lnTo>
                  <a:pt x="2296" y="747"/>
                </a:lnTo>
                <a:lnTo>
                  <a:pt x="2296" y="745"/>
                </a:lnTo>
                <a:lnTo>
                  <a:pt x="2303" y="745"/>
                </a:lnTo>
                <a:lnTo>
                  <a:pt x="2303" y="747"/>
                </a:lnTo>
                <a:lnTo>
                  <a:pt x="2303" y="747"/>
                </a:lnTo>
                <a:lnTo>
                  <a:pt x="2303" y="745"/>
                </a:lnTo>
                <a:lnTo>
                  <a:pt x="2305" y="745"/>
                </a:lnTo>
                <a:lnTo>
                  <a:pt x="2305" y="747"/>
                </a:lnTo>
                <a:lnTo>
                  <a:pt x="2305" y="747"/>
                </a:lnTo>
                <a:lnTo>
                  <a:pt x="2305" y="747"/>
                </a:lnTo>
                <a:lnTo>
                  <a:pt x="2307" y="747"/>
                </a:lnTo>
                <a:lnTo>
                  <a:pt x="2307" y="749"/>
                </a:lnTo>
                <a:lnTo>
                  <a:pt x="2305" y="749"/>
                </a:lnTo>
                <a:lnTo>
                  <a:pt x="2305" y="752"/>
                </a:lnTo>
                <a:lnTo>
                  <a:pt x="2305" y="752"/>
                </a:lnTo>
                <a:lnTo>
                  <a:pt x="2305" y="752"/>
                </a:lnTo>
                <a:lnTo>
                  <a:pt x="2305" y="752"/>
                </a:lnTo>
                <a:lnTo>
                  <a:pt x="2305" y="754"/>
                </a:lnTo>
                <a:lnTo>
                  <a:pt x="2303" y="754"/>
                </a:lnTo>
                <a:lnTo>
                  <a:pt x="2303" y="756"/>
                </a:lnTo>
                <a:lnTo>
                  <a:pt x="2305" y="756"/>
                </a:lnTo>
                <a:lnTo>
                  <a:pt x="2305" y="756"/>
                </a:lnTo>
                <a:lnTo>
                  <a:pt x="2305" y="756"/>
                </a:lnTo>
                <a:lnTo>
                  <a:pt x="2305" y="759"/>
                </a:lnTo>
                <a:lnTo>
                  <a:pt x="2305" y="759"/>
                </a:lnTo>
                <a:lnTo>
                  <a:pt x="2305" y="759"/>
                </a:lnTo>
                <a:lnTo>
                  <a:pt x="2307" y="759"/>
                </a:lnTo>
                <a:lnTo>
                  <a:pt x="2307" y="761"/>
                </a:lnTo>
                <a:lnTo>
                  <a:pt x="2307" y="761"/>
                </a:lnTo>
                <a:lnTo>
                  <a:pt x="2307" y="764"/>
                </a:lnTo>
                <a:lnTo>
                  <a:pt x="2307" y="764"/>
                </a:lnTo>
                <a:lnTo>
                  <a:pt x="2307" y="764"/>
                </a:lnTo>
                <a:lnTo>
                  <a:pt x="2305" y="764"/>
                </a:lnTo>
                <a:lnTo>
                  <a:pt x="2305" y="766"/>
                </a:lnTo>
                <a:lnTo>
                  <a:pt x="2305" y="766"/>
                </a:lnTo>
                <a:lnTo>
                  <a:pt x="2305" y="766"/>
                </a:lnTo>
                <a:lnTo>
                  <a:pt x="2305" y="766"/>
                </a:lnTo>
                <a:lnTo>
                  <a:pt x="2305" y="768"/>
                </a:lnTo>
                <a:lnTo>
                  <a:pt x="2303" y="768"/>
                </a:lnTo>
                <a:lnTo>
                  <a:pt x="2303" y="768"/>
                </a:lnTo>
                <a:lnTo>
                  <a:pt x="2300" y="768"/>
                </a:lnTo>
                <a:lnTo>
                  <a:pt x="2300" y="771"/>
                </a:lnTo>
                <a:lnTo>
                  <a:pt x="2300" y="771"/>
                </a:lnTo>
                <a:lnTo>
                  <a:pt x="2300" y="768"/>
                </a:lnTo>
                <a:lnTo>
                  <a:pt x="2298" y="768"/>
                </a:lnTo>
                <a:lnTo>
                  <a:pt x="2298" y="771"/>
                </a:lnTo>
                <a:lnTo>
                  <a:pt x="2298" y="771"/>
                </a:lnTo>
                <a:lnTo>
                  <a:pt x="2298" y="771"/>
                </a:lnTo>
                <a:lnTo>
                  <a:pt x="2296" y="771"/>
                </a:lnTo>
                <a:lnTo>
                  <a:pt x="2296" y="775"/>
                </a:lnTo>
                <a:lnTo>
                  <a:pt x="2296" y="775"/>
                </a:lnTo>
                <a:lnTo>
                  <a:pt x="2296" y="778"/>
                </a:lnTo>
                <a:lnTo>
                  <a:pt x="2296" y="778"/>
                </a:lnTo>
                <a:lnTo>
                  <a:pt x="2296" y="780"/>
                </a:lnTo>
                <a:lnTo>
                  <a:pt x="2293" y="780"/>
                </a:lnTo>
                <a:lnTo>
                  <a:pt x="2293" y="782"/>
                </a:lnTo>
                <a:lnTo>
                  <a:pt x="2293" y="782"/>
                </a:lnTo>
                <a:lnTo>
                  <a:pt x="2293" y="790"/>
                </a:lnTo>
                <a:lnTo>
                  <a:pt x="2291" y="790"/>
                </a:lnTo>
                <a:lnTo>
                  <a:pt x="2291" y="790"/>
                </a:lnTo>
                <a:lnTo>
                  <a:pt x="2291" y="790"/>
                </a:lnTo>
                <a:lnTo>
                  <a:pt x="2291" y="792"/>
                </a:lnTo>
                <a:lnTo>
                  <a:pt x="2291" y="792"/>
                </a:lnTo>
                <a:lnTo>
                  <a:pt x="2291" y="792"/>
                </a:lnTo>
                <a:lnTo>
                  <a:pt x="2288" y="792"/>
                </a:lnTo>
                <a:lnTo>
                  <a:pt x="2288" y="794"/>
                </a:lnTo>
                <a:lnTo>
                  <a:pt x="2291" y="794"/>
                </a:lnTo>
                <a:lnTo>
                  <a:pt x="2291" y="794"/>
                </a:lnTo>
                <a:lnTo>
                  <a:pt x="2291" y="794"/>
                </a:lnTo>
                <a:lnTo>
                  <a:pt x="2291" y="797"/>
                </a:lnTo>
                <a:lnTo>
                  <a:pt x="2288" y="797"/>
                </a:lnTo>
                <a:lnTo>
                  <a:pt x="2288" y="797"/>
                </a:lnTo>
                <a:lnTo>
                  <a:pt x="2291" y="797"/>
                </a:lnTo>
                <a:lnTo>
                  <a:pt x="2291" y="799"/>
                </a:lnTo>
                <a:lnTo>
                  <a:pt x="2288" y="799"/>
                </a:lnTo>
                <a:lnTo>
                  <a:pt x="2288" y="801"/>
                </a:lnTo>
                <a:lnTo>
                  <a:pt x="2288" y="801"/>
                </a:lnTo>
                <a:lnTo>
                  <a:pt x="2288" y="801"/>
                </a:lnTo>
                <a:lnTo>
                  <a:pt x="2286" y="801"/>
                </a:lnTo>
                <a:lnTo>
                  <a:pt x="2286" y="804"/>
                </a:lnTo>
                <a:lnTo>
                  <a:pt x="2286" y="804"/>
                </a:lnTo>
                <a:lnTo>
                  <a:pt x="2286" y="804"/>
                </a:lnTo>
                <a:lnTo>
                  <a:pt x="2286" y="804"/>
                </a:lnTo>
                <a:lnTo>
                  <a:pt x="2286" y="806"/>
                </a:lnTo>
                <a:lnTo>
                  <a:pt x="2284" y="806"/>
                </a:lnTo>
                <a:lnTo>
                  <a:pt x="2284" y="806"/>
                </a:lnTo>
                <a:lnTo>
                  <a:pt x="2284" y="806"/>
                </a:lnTo>
                <a:lnTo>
                  <a:pt x="2284" y="809"/>
                </a:lnTo>
                <a:lnTo>
                  <a:pt x="2284" y="809"/>
                </a:lnTo>
                <a:lnTo>
                  <a:pt x="2284" y="809"/>
                </a:lnTo>
                <a:lnTo>
                  <a:pt x="2281" y="809"/>
                </a:lnTo>
                <a:lnTo>
                  <a:pt x="2281" y="811"/>
                </a:lnTo>
                <a:lnTo>
                  <a:pt x="2281" y="811"/>
                </a:lnTo>
                <a:lnTo>
                  <a:pt x="2281" y="816"/>
                </a:lnTo>
                <a:lnTo>
                  <a:pt x="2279" y="816"/>
                </a:lnTo>
                <a:lnTo>
                  <a:pt x="2279" y="816"/>
                </a:lnTo>
                <a:lnTo>
                  <a:pt x="2279" y="816"/>
                </a:lnTo>
                <a:lnTo>
                  <a:pt x="2279" y="818"/>
                </a:lnTo>
                <a:lnTo>
                  <a:pt x="2277" y="818"/>
                </a:lnTo>
                <a:lnTo>
                  <a:pt x="2277" y="818"/>
                </a:lnTo>
                <a:lnTo>
                  <a:pt x="2274" y="818"/>
                </a:lnTo>
                <a:lnTo>
                  <a:pt x="2274" y="820"/>
                </a:lnTo>
                <a:lnTo>
                  <a:pt x="2274" y="820"/>
                </a:lnTo>
                <a:lnTo>
                  <a:pt x="2274" y="823"/>
                </a:lnTo>
                <a:lnTo>
                  <a:pt x="2272" y="823"/>
                </a:lnTo>
                <a:lnTo>
                  <a:pt x="2272" y="825"/>
                </a:lnTo>
                <a:lnTo>
                  <a:pt x="2274" y="825"/>
                </a:lnTo>
                <a:lnTo>
                  <a:pt x="2274" y="828"/>
                </a:lnTo>
                <a:lnTo>
                  <a:pt x="2272" y="828"/>
                </a:lnTo>
                <a:lnTo>
                  <a:pt x="2272" y="830"/>
                </a:lnTo>
                <a:lnTo>
                  <a:pt x="2272" y="830"/>
                </a:lnTo>
                <a:lnTo>
                  <a:pt x="2272" y="830"/>
                </a:lnTo>
                <a:lnTo>
                  <a:pt x="2267" y="830"/>
                </a:lnTo>
                <a:lnTo>
                  <a:pt x="2267" y="828"/>
                </a:lnTo>
                <a:lnTo>
                  <a:pt x="2265" y="828"/>
                </a:lnTo>
                <a:lnTo>
                  <a:pt x="2265" y="828"/>
                </a:lnTo>
                <a:lnTo>
                  <a:pt x="2265" y="828"/>
                </a:lnTo>
                <a:lnTo>
                  <a:pt x="2265" y="825"/>
                </a:lnTo>
                <a:lnTo>
                  <a:pt x="2265" y="825"/>
                </a:lnTo>
                <a:lnTo>
                  <a:pt x="2265" y="825"/>
                </a:lnTo>
                <a:lnTo>
                  <a:pt x="2262" y="825"/>
                </a:lnTo>
                <a:lnTo>
                  <a:pt x="2262" y="823"/>
                </a:lnTo>
                <a:lnTo>
                  <a:pt x="2258" y="823"/>
                </a:lnTo>
                <a:lnTo>
                  <a:pt x="2258" y="823"/>
                </a:lnTo>
                <a:lnTo>
                  <a:pt x="2253" y="823"/>
                </a:lnTo>
                <a:lnTo>
                  <a:pt x="2253" y="823"/>
                </a:lnTo>
                <a:lnTo>
                  <a:pt x="2251" y="823"/>
                </a:lnTo>
                <a:lnTo>
                  <a:pt x="2251" y="825"/>
                </a:lnTo>
                <a:lnTo>
                  <a:pt x="2251" y="825"/>
                </a:lnTo>
                <a:lnTo>
                  <a:pt x="2251" y="825"/>
                </a:lnTo>
                <a:lnTo>
                  <a:pt x="2248" y="825"/>
                </a:lnTo>
                <a:lnTo>
                  <a:pt x="2248" y="825"/>
                </a:lnTo>
                <a:lnTo>
                  <a:pt x="2248" y="825"/>
                </a:lnTo>
                <a:lnTo>
                  <a:pt x="2248" y="823"/>
                </a:lnTo>
                <a:lnTo>
                  <a:pt x="2248" y="823"/>
                </a:lnTo>
                <a:lnTo>
                  <a:pt x="2248" y="823"/>
                </a:lnTo>
                <a:lnTo>
                  <a:pt x="2246" y="823"/>
                </a:lnTo>
                <a:lnTo>
                  <a:pt x="2246" y="823"/>
                </a:lnTo>
                <a:lnTo>
                  <a:pt x="2243" y="823"/>
                </a:lnTo>
                <a:lnTo>
                  <a:pt x="2243" y="825"/>
                </a:lnTo>
                <a:lnTo>
                  <a:pt x="2241" y="825"/>
                </a:lnTo>
                <a:lnTo>
                  <a:pt x="2241" y="830"/>
                </a:lnTo>
                <a:lnTo>
                  <a:pt x="2241" y="830"/>
                </a:lnTo>
                <a:lnTo>
                  <a:pt x="2241" y="830"/>
                </a:lnTo>
                <a:lnTo>
                  <a:pt x="2239" y="830"/>
                </a:lnTo>
                <a:lnTo>
                  <a:pt x="2239" y="830"/>
                </a:lnTo>
                <a:lnTo>
                  <a:pt x="2239" y="830"/>
                </a:lnTo>
                <a:lnTo>
                  <a:pt x="2239" y="832"/>
                </a:lnTo>
                <a:lnTo>
                  <a:pt x="2236" y="832"/>
                </a:lnTo>
                <a:lnTo>
                  <a:pt x="2236" y="830"/>
                </a:lnTo>
                <a:lnTo>
                  <a:pt x="2234" y="830"/>
                </a:lnTo>
                <a:lnTo>
                  <a:pt x="2234" y="832"/>
                </a:lnTo>
                <a:lnTo>
                  <a:pt x="2234" y="832"/>
                </a:lnTo>
                <a:lnTo>
                  <a:pt x="2234" y="832"/>
                </a:lnTo>
                <a:lnTo>
                  <a:pt x="2229" y="832"/>
                </a:lnTo>
                <a:lnTo>
                  <a:pt x="2229" y="835"/>
                </a:lnTo>
                <a:lnTo>
                  <a:pt x="2227" y="835"/>
                </a:lnTo>
                <a:lnTo>
                  <a:pt x="2227" y="835"/>
                </a:lnTo>
                <a:lnTo>
                  <a:pt x="2227" y="835"/>
                </a:lnTo>
                <a:lnTo>
                  <a:pt x="2227" y="837"/>
                </a:lnTo>
                <a:lnTo>
                  <a:pt x="2229" y="837"/>
                </a:lnTo>
                <a:lnTo>
                  <a:pt x="2229" y="837"/>
                </a:lnTo>
                <a:lnTo>
                  <a:pt x="2229" y="837"/>
                </a:lnTo>
                <a:lnTo>
                  <a:pt x="2229" y="839"/>
                </a:lnTo>
                <a:lnTo>
                  <a:pt x="2229" y="839"/>
                </a:lnTo>
                <a:lnTo>
                  <a:pt x="2229" y="842"/>
                </a:lnTo>
                <a:lnTo>
                  <a:pt x="2232" y="842"/>
                </a:lnTo>
                <a:lnTo>
                  <a:pt x="2232" y="846"/>
                </a:lnTo>
                <a:lnTo>
                  <a:pt x="2232" y="846"/>
                </a:lnTo>
                <a:lnTo>
                  <a:pt x="2232" y="849"/>
                </a:lnTo>
                <a:lnTo>
                  <a:pt x="2232" y="849"/>
                </a:lnTo>
                <a:lnTo>
                  <a:pt x="2232" y="851"/>
                </a:lnTo>
                <a:lnTo>
                  <a:pt x="2234" y="851"/>
                </a:lnTo>
                <a:lnTo>
                  <a:pt x="2234" y="856"/>
                </a:lnTo>
                <a:lnTo>
                  <a:pt x="2232" y="856"/>
                </a:lnTo>
                <a:lnTo>
                  <a:pt x="2232" y="861"/>
                </a:lnTo>
                <a:lnTo>
                  <a:pt x="2232" y="861"/>
                </a:lnTo>
                <a:lnTo>
                  <a:pt x="2232" y="870"/>
                </a:lnTo>
                <a:lnTo>
                  <a:pt x="2234" y="870"/>
                </a:lnTo>
                <a:lnTo>
                  <a:pt x="2234" y="873"/>
                </a:lnTo>
                <a:lnTo>
                  <a:pt x="2232" y="873"/>
                </a:lnTo>
                <a:lnTo>
                  <a:pt x="2232" y="875"/>
                </a:lnTo>
                <a:lnTo>
                  <a:pt x="2232" y="875"/>
                </a:lnTo>
                <a:lnTo>
                  <a:pt x="2232" y="880"/>
                </a:lnTo>
                <a:lnTo>
                  <a:pt x="2232" y="880"/>
                </a:lnTo>
                <a:lnTo>
                  <a:pt x="2232" y="880"/>
                </a:lnTo>
                <a:lnTo>
                  <a:pt x="2229" y="880"/>
                </a:lnTo>
                <a:lnTo>
                  <a:pt x="2229" y="880"/>
                </a:lnTo>
                <a:lnTo>
                  <a:pt x="2229" y="880"/>
                </a:lnTo>
                <a:lnTo>
                  <a:pt x="2229" y="882"/>
                </a:lnTo>
                <a:lnTo>
                  <a:pt x="2229" y="882"/>
                </a:lnTo>
                <a:lnTo>
                  <a:pt x="2229" y="884"/>
                </a:lnTo>
                <a:lnTo>
                  <a:pt x="2227" y="884"/>
                </a:lnTo>
                <a:lnTo>
                  <a:pt x="2227" y="884"/>
                </a:lnTo>
                <a:lnTo>
                  <a:pt x="2222" y="884"/>
                </a:lnTo>
                <a:lnTo>
                  <a:pt x="2222" y="887"/>
                </a:lnTo>
                <a:lnTo>
                  <a:pt x="2217" y="887"/>
                </a:lnTo>
                <a:lnTo>
                  <a:pt x="2217" y="887"/>
                </a:lnTo>
                <a:lnTo>
                  <a:pt x="2217" y="887"/>
                </a:lnTo>
                <a:lnTo>
                  <a:pt x="2217" y="889"/>
                </a:lnTo>
                <a:lnTo>
                  <a:pt x="2215" y="889"/>
                </a:lnTo>
                <a:lnTo>
                  <a:pt x="2215" y="889"/>
                </a:lnTo>
                <a:lnTo>
                  <a:pt x="2215" y="889"/>
                </a:lnTo>
                <a:lnTo>
                  <a:pt x="2215" y="892"/>
                </a:lnTo>
                <a:lnTo>
                  <a:pt x="2217" y="892"/>
                </a:lnTo>
                <a:lnTo>
                  <a:pt x="2217" y="889"/>
                </a:lnTo>
                <a:lnTo>
                  <a:pt x="2217" y="889"/>
                </a:lnTo>
                <a:lnTo>
                  <a:pt x="2217" y="892"/>
                </a:lnTo>
                <a:lnTo>
                  <a:pt x="2217" y="892"/>
                </a:lnTo>
                <a:lnTo>
                  <a:pt x="2217" y="892"/>
                </a:lnTo>
                <a:lnTo>
                  <a:pt x="2220" y="892"/>
                </a:lnTo>
                <a:lnTo>
                  <a:pt x="2220" y="894"/>
                </a:lnTo>
                <a:lnTo>
                  <a:pt x="2217" y="894"/>
                </a:lnTo>
                <a:lnTo>
                  <a:pt x="2217" y="896"/>
                </a:lnTo>
                <a:lnTo>
                  <a:pt x="2220" y="896"/>
                </a:lnTo>
                <a:lnTo>
                  <a:pt x="2220" y="896"/>
                </a:lnTo>
                <a:lnTo>
                  <a:pt x="2220" y="896"/>
                </a:lnTo>
                <a:lnTo>
                  <a:pt x="2220" y="901"/>
                </a:lnTo>
                <a:lnTo>
                  <a:pt x="2222" y="901"/>
                </a:lnTo>
                <a:lnTo>
                  <a:pt x="2222" y="901"/>
                </a:lnTo>
                <a:lnTo>
                  <a:pt x="2222" y="901"/>
                </a:lnTo>
                <a:lnTo>
                  <a:pt x="2222" y="899"/>
                </a:lnTo>
                <a:lnTo>
                  <a:pt x="2222" y="899"/>
                </a:lnTo>
                <a:lnTo>
                  <a:pt x="2222" y="896"/>
                </a:lnTo>
                <a:lnTo>
                  <a:pt x="2225" y="896"/>
                </a:lnTo>
                <a:lnTo>
                  <a:pt x="2225" y="896"/>
                </a:lnTo>
                <a:lnTo>
                  <a:pt x="2227" y="896"/>
                </a:lnTo>
                <a:lnTo>
                  <a:pt x="2227" y="894"/>
                </a:lnTo>
                <a:lnTo>
                  <a:pt x="2225" y="894"/>
                </a:lnTo>
                <a:lnTo>
                  <a:pt x="2225" y="892"/>
                </a:lnTo>
                <a:lnTo>
                  <a:pt x="2227" y="892"/>
                </a:lnTo>
                <a:lnTo>
                  <a:pt x="2227" y="892"/>
                </a:lnTo>
                <a:lnTo>
                  <a:pt x="2229" y="892"/>
                </a:lnTo>
                <a:lnTo>
                  <a:pt x="2229" y="892"/>
                </a:lnTo>
                <a:lnTo>
                  <a:pt x="2229" y="892"/>
                </a:lnTo>
                <a:lnTo>
                  <a:pt x="2229" y="894"/>
                </a:lnTo>
                <a:lnTo>
                  <a:pt x="2232" y="894"/>
                </a:lnTo>
                <a:lnTo>
                  <a:pt x="2232" y="892"/>
                </a:lnTo>
                <a:lnTo>
                  <a:pt x="2234" y="892"/>
                </a:lnTo>
                <a:lnTo>
                  <a:pt x="2234" y="889"/>
                </a:lnTo>
                <a:lnTo>
                  <a:pt x="2236" y="889"/>
                </a:lnTo>
                <a:lnTo>
                  <a:pt x="2236" y="887"/>
                </a:lnTo>
                <a:lnTo>
                  <a:pt x="2236" y="887"/>
                </a:lnTo>
                <a:lnTo>
                  <a:pt x="2236" y="887"/>
                </a:lnTo>
                <a:lnTo>
                  <a:pt x="2239" y="887"/>
                </a:lnTo>
                <a:lnTo>
                  <a:pt x="2239" y="884"/>
                </a:lnTo>
                <a:lnTo>
                  <a:pt x="2239" y="884"/>
                </a:lnTo>
                <a:lnTo>
                  <a:pt x="2239" y="882"/>
                </a:lnTo>
                <a:lnTo>
                  <a:pt x="2241" y="882"/>
                </a:lnTo>
                <a:lnTo>
                  <a:pt x="2241" y="880"/>
                </a:lnTo>
                <a:lnTo>
                  <a:pt x="2241" y="880"/>
                </a:lnTo>
                <a:lnTo>
                  <a:pt x="2241" y="880"/>
                </a:lnTo>
                <a:lnTo>
                  <a:pt x="2243" y="880"/>
                </a:lnTo>
                <a:lnTo>
                  <a:pt x="2243" y="880"/>
                </a:lnTo>
                <a:lnTo>
                  <a:pt x="2243" y="880"/>
                </a:lnTo>
                <a:lnTo>
                  <a:pt x="2243" y="877"/>
                </a:lnTo>
                <a:lnTo>
                  <a:pt x="2243" y="877"/>
                </a:lnTo>
                <a:lnTo>
                  <a:pt x="2243" y="875"/>
                </a:lnTo>
                <a:lnTo>
                  <a:pt x="2246" y="875"/>
                </a:lnTo>
                <a:lnTo>
                  <a:pt x="2246" y="875"/>
                </a:lnTo>
                <a:lnTo>
                  <a:pt x="2248" y="875"/>
                </a:lnTo>
                <a:lnTo>
                  <a:pt x="2248" y="875"/>
                </a:lnTo>
                <a:lnTo>
                  <a:pt x="2248" y="875"/>
                </a:lnTo>
                <a:lnTo>
                  <a:pt x="2248" y="877"/>
                </a:lnTo>
                <a:lnTo>
                  <a:pt x="2246" y="877"/>
                </a:lnTo>
                <a:lnTo>
                  <a:pt x="2246" y="880"/>
                </a:lnTo>
                <a:lnTo>
                  <a:pt x="2246" y="880"/>
                </a:lnTo>
                <a:lnTo>
                  <a:pt x="2246" y="880"/>
                </a:lnTo>
                <a:lnTo>
                  <a:pt x="2243" y="880"/>
                </a:lnTo>
                <a:lnTo>
                  <a:pt x="2243" y="882"/>
                </a:lnTo>
                <a:lnTo>
                  <a:pt x="2243" y="882"/>
                </a:lnTo>
                <a:lnTo>
                  <a:pt x="2243" y="884"/>
                </a:lnTo>
                <a:lnTo>
                  <a:pt x="2241" y="884"/>
                </a:lnTo>
                <a:lnTo>
                  <a:pt x="2241" y="887"/>
                </a:lnTo>
                <a:lnTo>
                  <a:pt x="2243" y="887"/>
                </a:lnTo>
                <a:lnTo>
                  <a:pt x="2243" y="884"/>
                </a:lnTo>
                <a:lnTo>
                  <a:pt x="2243" y="884"/>
                </a:lnTo>
                <a:lnTo>
                  <a:pt x="2243" y="884"/>
                </a:lnTo>
                <a:lnTo>
                  <a:pt x="2248" y="884"/>
                </a:lnTo>
                <a:lnTo>
                  <a:pt x="2248" y="882"/>
                </a:lnTo>
                <a:lnTo>
                  <a:pt x="2248" y="882"/>
                </a:lnTo>
                <a:lnTo>
                  <a:pt x="2248" y="880"/>
                </a:lnTo>
                <a:lnTo>
                  <a:pt x="2248" y="880"/>
                </a:lnTo>
                <a:lnTo>
                  <a:pt x="2248" y="880"/>
                </a:lnTo>
                <a:lnTo>
                  <a:pt x="2251" y="880"/>
                </a:lnTo>
                <a:lnTo>
                  <a:pt x="2251" y="880"/>
                </a:lnTo>
                <a:lnTo>
                  <a:pt x="2251" y="880"/>
                </a:lnTo>
                <a:lnTo>
                  <a:pt x="2251" y="877"/>
                </a:lnTo>
                <a:lnTo>
                  <a:pt x="2253" y="877"/>
                </a:lnTo>
                <a:lnTo>
                  <a:pt x="2253" y="877"/>
                </a:lnTo>
                <a:lnTo>
                  <a:pt x="2255" y="877"/>
                </a:lnTo>
                <a:lnTo>
                  <a:pt x="2255" y="880"/>
                </a:lnTo>
                <a:lnTo>
                  <a:pt x="2255" y="880"/>
                </a:lnTo>
                <a:lnTo>
                  <a:pt x="2255" y="880"/>
                </a:lnTo>
                <a:lnTo>
                  <a:pt x="2255" y="880"/>
                </a:lnTo>
                <a:lnTo>
                  <a:pt x="2255" y="887"/>
                </a:lnTo>
                <a:lnTo>
                  <a:pt x="2258" y="887"/>
                </a:lnTo>
                <a:lnTo>
                  <a:pt x="2258" y="887"/>
                </a:lnTo>
                <a:lnTo>
                  <a:pt x="2258" y="887"/>
                </a:lnTo>
                <a:lnTo>
                  <a:pt x="2258" y="889"/>
                </a:lnTo>
                <a:lnTo>
                  <a:pt x="2260" y="889"/>
                </a:lnTo>
                <a:lnTo>
                  <a:pt x="2260" y="887"/>
                </a:lnTo>
                <a:lnTo>
                  <a:pt x="2265" y="887"/>
                </a:lnTo>
                <a:lnTo>
                  <a:pt x="2265" y="887"/>
                </a:lnTo>
                <a:lnTo>
                  <a:pt x="2265" y="887"/>
                </a:lnTo>
                <a:lnTo>
                  <a:pt x="2265" y="889"/>
                </a:lnTo>
                <a:lnTo>
                  <a:pt x="2269" y="889"/>
                </a:lnTo>
                <a:lnTo>
                  <a:pt x="2269" y="889"/>
                </a:lnTo>
                <a:lnTo>
                  <a:pt x="2269" y="889"/>
                </a:lnTo>
                <a:lnTo>
                  <a:pt x="2269" y="887"/>
                </a:lnTo>
                <a:lnTo>
                  <a:pt x="2269" y="887"/>
                </a:lnTo>
                <a:lnTo>
                  <a:pt x="2269" y="892"/>
                </a:lnTo>
                <a:lnTo>
                  <a:pt x="2274" y="892"/>
                </a:lnTo>
                <a:lnTo>
                  <a:pt x="2274" y="889"/>
                </a:lnTo>
                <a:lnTo>
                  <a:pt x="2277" y="889"/>
                </a:lnTo>
                <a:lnTo>
                  <a:pt x="2277" y="889"/>
                </a:lnTo>
                <a:lnTo>
                  <a:pt x="2281" y="889"/>
                </a:lnTo>
                <a:lnTo>
                  <a:pt x="2281" y="887"/>
                </a:lnTo>
                <a:lnTo>
                  <a:pt x="2284" y="887"/>
                </a:lnTo>
                <a:lnTo>
                  <a:pt x="2284" y="887"/>
                </a:lnTo>
                <a:lnTo>
                  <a:pt x="2284" y="887"/>
                </a:lnTo>
                <a:lnTo>
                  <a:pt x="2284" y="887"/>
                </a:lnTo>
                <a:lnTo>
                  <a:pt x="2286" y="887"/>
                </a:lnTo>
                <a:lnTo>
                  <a:pt x="2286" y="887"/>
                </a:lnTo>
                <a:lnTo>
                  <a:pt x="2288" y="887"/>
                </a:lnTo>
                <a:lnTo>
                  <a:pt x="2288" y="884"/>
                </a:lnTo>
                <a:lnTo>
                  <a:pt x="2288" y="884"/>
                </a:lnTo>
                <a:lnTo>
                  <a:pt x="2288" y="887"/>
                </a:lnTo>
                <a:lnTo>
                  <a:pt x="2291" y="887"/>
                </a:lnTo>
                <a:lnTo>
                  <a:pt x="2291" y="884"/>
                </a:lnTo>
                <a:lnTo>
                  <a:pt x="2291" y="884"/>
                </a:lnTo>
                <a:lnTo>
                  <a:pt x="2291" y="884"/>
                </a:lnTo>
                <a:lnTo>
                  <a:pt x="2293" y="884"/>
                </a:lnTo>
                <a:lnTo>
                  <a:pt x="2293" y="882"/>
                </a:lnTo>
                <a:lnTo>
                  <a:pt x="2296" y="882"/>
                </a:lnTo>
                <a:lnTo>
                  <a:pt x="2296" y="882"/>
                </a:lnTo>
                <a:lnTo>
                  <a:pt x="2296" y="882"/>
                </a:lnTo>
                <a:lnTo>
                  <a:pt x="2296" y="880"/>
                </a:lnTo>
                <a:lnTo>
                  <a:pt x="2298" y="880"/>
                </a:lnTo>
                <a:lnTo>
                  <a:pt x="2298" y="880"/>
                </a:lnTo>
                <a:lnTo>
                  <a:pt x="2300" y="880"/>
                </a:lnTo>
                <a:lnTo>
                  <a:pt x="2300" y="880"/>
                </a:lnTo>
                <a:lnTo>
                  <a:pt x="2303" y="880"/>
                </a:lnTo>
                <a:lnTo>
                  <a:pt x="2303" y="877"/>
                </a:lnTo>
                <a:lnTo>
                  <a:pt x="2303" y="877"/>
                </a:lnTo>
                <a:lnTo>
                  <a:pt x="2303" y="877"/>
                </a:lnTo>
                <a:lnTo>
                  <a:pt x="2305" y="877"/>
                </a:lnTo>
                <a:lnTo>
                  <a:pt x="2305" y="875"/>
                </a:lnTo>
                <a:lnTo>
                  <a:pt x="2307" y="875"/>
                </a:lnTo>
                <a:lnTo>
                  <a:pt x="2307" y="875"/>
                </a:lnTo>
                <a:lnTo>
                  <a:pt x="2310" y="875"/>
                </a:lnTo>
                <a:lnTo>
                  <a:pt x="2310" y="873"/>
                </a:lnTo>
                <a:lnTo>
                  <a:pt x="2310" y="873"/>
                </a:lnTo>
                <a:lnTo>
                  <a:pt x="2310" y="873"/>
                </a:lnTo>
                <a:lnTo>
                  <a:pt x="2312" y="873"/>
                </a:lnTo>
                <a:lnTo>
                  <a:pt x="2312" y="870"/>
                </a:lnTo>
                <a:lnTo>
                  <a:pt x="2314" y="870"/>
                </a:lnTo>
                <a:lnTo>
                  <a:pt x="2314" y="870"/>
                </a:lnTo>
                <a:lnTo>
                  <a:pt x="2317" y="870"/>
                </a:lnTo>
                <a:lnTo>
                  <a:pt x="2317" y="868"/>
                </a:lnTo>
                <a:lnTo>
                  <a:pt x="2317" y="868"/>
                </a:lnTo>
                <a:lnTo>
                  <a:pt x="2317" y="865"/>
                </a:lnTo>
                <a:lnTo>
                  <a:pt x="2319" y="865"/>
                </a:lnTo>
                <a:lnTo>
                  <a:pt x="2319" y="865"/>
                </a:lnTo>
                <a:lnTo>
                  <a:pt x="2322" y="865"/>
                </a:lnTo>
                <a:lnTo>
                  <a:pt x="2322" y="863"/>
                </a:lnTo>
                <a:lnTo>
                  <a:pt x="2322" y="863"/>
                </a:lnTo>
                <a:lnTo>
                  <a:pt x="2322" y="863"/>
                </a:lnTo>
                <a:lnTo>
                  <a:pt x="2324" y="863"/>
                </a:lnTo>
                <a:lnTo>
                  <a:pt x="2324" y="861"/>
                </a:lnTo>
                <a:lnTo>
                  <a:pt x="2324" y="861"/>
                </a:lnTo>
                <a:lnTo>
                  <a:pt x="2324" y="861"/>
                </a:lnTo>
                <a:lnTo>
                  <a:pt x="2324" y="861"/>
                </a:lnTo>
                <a:lnTo>
                  <a:pt x="2324" y="856"/>
                </a:lnTo>
                <a:lnTo>
                  <a:pt x="2329" y="856"/>
                </a:lnTo>
                <a:lnTo>
                  <a:pt x="2329" y="851"/>
                </a:lnTo>
                <a:lnTo>
                  <a:pt x="2329" y="851"/>
                </a:lnTo>
                <a:lnTo>
                  <a:pt x="2329" y="851"/>
                </a:lnTo>
                <a:lnTo>
                  <a:pt x="2331" y="851"/>
                </a:lnTo>
                <a:lnTo>
                  <a:pt x="2331" y="851"/>
                </a:lnTo>
                <a:lnTo>
                  <a:pt x="2331" y="851"/>
                </a:lnTo>
                <a:lnTo>
                  <a:pt x="2331" y="849"/>
                </a:lnTo>
                <a:lnTo>
                  <a:pt x="2331" y="849"/>
                </a:lnTo>
                <a:lnTo>
                  <a:pt x="2331" y="846"/>
                </a:lnTo>
                <a:lnTo>
                  <a:pt x="2333" y="846"/>
                </a:lnTo>
                <a:lnTo>
                  <a:pt x="2333" y="846"/>
                </a:lnTo>
                <a:lnTo>
                  <a:pt x="2336" y="846"/>
                </a:lnTo>
                <a:lnTo>
                  <a:pt x="2336" y="844"/>
                </a:lnTo>
                <a:lnTo>
                  <a:pt x="2338" y="844"/>
                </a:lnTo>
                <a:lnTo>
                  <a:pt x="2338" y="844"/>
                </a:lnTo>
                <a:lnTo>
                  <a:pt x="2338" y="844"/>
                </a:lnTo>
                <a:lnTo>
                  <a:pt x="2338" y="842"/>
                </a:lnTo>
                <a:lnTo>
                  <a:pt x="2340" y="842"/>
                </a:lnTo>
                <a:lnTo>
                  <a:pt x="2340" y="839"/>
                </a:lnTo>
                <a:lnTo>
                  <a:pt x="2343" y="839"/>
                </a:lnTo>
                <a:lnTo>
                  <a:pt x="2343" y="839"/>
                </a:lnTo>
                <a:lnTo>
                  <a:pt x="2343" y="839"/>
                </a:lnTo>
                <a:lnTo>
                  <a:pt x="2343" y="837"/>
                </a:lnTo>
                <a:lnTo>
                  <a:pt x="2345" y="837"/>
                </a:lnTo>
                <a:lnTo>
                  <a:pt x="2345" y="837"/>
                </a:lnTo>
                <a:lnTo>
                  <a:pt x="2345" y="837"/>
                </a:lnTo>
                <a:lnTo>
                  <a:pt x="2345" y="835"/>
                </a:lnTo>
                <a:lnTo>
                  <a:pt x="2348" y="835"/>
                </a:lnTo>
                <a:lnTo>
                  <a:pt x="2348" y="832"/>
                </a:lnTo>
                <a:lnTo>
                  <a:pt x="2348" y="832"/>
                </a:lnTo>
                <a:lnTo>
                  <a:pt x="2348" y="830"/>
                </a:lnTo>
                <a:lnTo>
                  <a:pt x="2350" y="830"/>
                </a:lnTo>
                <a:lnTo>
                  <a:pt x="2350" y="830"/>
                </a:lnTo>
                <a:lnTo>
                  <a:pt x="2352" y="830"/>
                </a:lnTo>
                <a:lnTo>
                  <a:pt x="2352" y="828"/>
                </a:lnTo>
                <a:lnTo>
                  <a:pt x="2352" y="828"/>
                </a:lnTo>
                <a:lnTo>
                  <a:pt x="2352" y="825"/>
                </a:lnTo>
                <a:lnTo>
                  <a:pt x="2355" y="825"/>
                </a:lnTo>
                <a:lnTo>
                  <a:pt x="2355" y="825"/>
                </a:lnTo>
                <a:lnTo>
                  <a:pt x="2357" y="825"/>
                </a:lnTo>
                <a:lnTo>
                  <a:pt x="2357" y="823"/>
                </a:lnTo>
                <a:lnTo>
                  <a:pt x="2357" y="823"/>
                </a:lnTo>
                <a:lnTo>
                  <a:pt x="2357" y="823"/>
                </a:lnTo>
                <a:lnTo>
                  <a:pt x="2359" y="823"/>
                </a:lnTo>
                <a:lnTo>
                  <a:pt x="2359" y="820"/>
                </a:lnTo>
                <a:lnTo>
                  <a:pt x="2362" y="820"/>
                </a:lnTo>
                <a:lnTo>
                  <a:pt x="2362" y="820"/>
                </a:lnTo>
                <a:lnTo>
                  <a:pt x="2362" y="820"/>
                </a:lnTo>
                <a:lnTo>
                  <a:pt x="2362" y="820"/>
                </a:lnTo>
                <a:lnTo>
                  <a:pt x="2362" y="820"/>
                </a:lnTo>
                <a:lnTo>
                  <a:pt x="2362" y="818"/>
                </a:lnTo>
                <a:lnTo>
                  <a:pt x="2364" y="818"/>
                </a:lnTo>
                <a:lnTo>
                  <a:pt x="2364" y="818"/>
                </a:lnTo>
                <a:lnTo>
                  <a:pt x="2364" y="818"/>
                </a:lnTo>
                <a:lnTo>
                  <a:pt x="2364" y="816"/>
                </a:lnTo>
                <a:lnTo>
                  <a:pt x="2364" y="816"/>
                </a:lnTo>
                <a:lnTo>
                  <a:pt x="2364" y="816"/>
                </a:lnTo>
                <a:lnTo>
                  <a:pt x="2367" y="816"/>
                </a:lnTo>
                <a:lnTo>
                  <a:pt x="2367" y="813"/>
                </a:lnTo>
                <a:lnTo>
                  <a:pt x="2369" y="813"/>
                </a:lnTo>
                <a:lnTo>
                  <a:pt x="2369" y="813"/>
                </a:lnTo>
                <a:lnTo>
                  <a:pt x="2369" y="813"/>
                </a:lnTo>
                <a:lnTo>
                  <a:pt x="2369" y="811"/>
                </a:lnTo>
                <a:lnTo>
                  <a:pt x="2371" y="811"/>
                </a:lnTo>
                <a:lnTo>
                  <a:pt x="2371" y="811"/>
                </a:lnTo>
                <a:lnTo>
                  <a:pt x="2371" y="811"/>
                </a:lnTo>
                <a:lnTo>
                  <a:pt x="2371" y="809"/>
                </a:lnTo>
                <a:lnTo>
                  <a:pt x="2374" y="809"/>
                </a:lnTo>
                <a:lnTo>
                  <a:pt x="2374" y="809"/>
                </a:lnTo>
                <a:lnTo>
                  <a:pt x="2374" y="809"/>
                </a:lnTo>
                <a:lnTo>
                  <a:pt x="2374" y="806"/>
                </a:lnTo>
                <a:lnTo>
                  <a:pt x="2376" y="806"/>
                </a:lnTo>
                <a:lnTo>
                  <a:pt x="2376" y="806"/>
                </a:lnTo>
                <a:lnTo>
                  <a:pt x="2376" y="806"/>
                </a:lnTo>
                <a:lnTo>
                  <a:pt x="2376" y="804"/>
                </a:lnTo>
                <a:lnTo>
                  <a:pt x="2376" y="804"/>
                </a:lnTo>
                <a:lnTo>
                  <a:pt x="2376" y="804"/>
                </a:lnTo>
                <a:lnTo>
                  <a:pt x="2378" y="804"/>
                </a:lnTo>
                <a:lnTo>
                  <a:pt x="2378" y="801"/>
                </a:lnTo>
                <a:lnTo>
                  <a:pt x="2378" y="801"/>
                </a:lnTo>
                <a:lnTo>
                  <a:pt x="2378" y="801"/>
                </a:lnTo>
                <a:lnTo>
                  <a:pt x="2378" y="801"/>
                </a:lnTo>
                <a:lnTo>
                  <a:pt x="2378" y="801"/>
                </a:lnTo>
                <a:lnTo>
                  <a:pt x="2381" y="801"/>
                </a:lnTo>
                <a:lnTo>
                  <a:pt x="2381" y="797"/>
                </a:lnTo>
                <a:lnTo>
                  <a:pt x="2381" y="797"/>
                </a:lnTo>
                <a:lnTo>
                  <a:pt x="2381" y="797"/>
                </a:lnTo>
                <a:lnTo>
                  <a:pt x="2383" y="797"/>
                </a:lnTo>
                <a:lnTo>
                  <a:pt x="2383" y="794"/>
                </a:lnTo>
                <a:lnTo>
                  <a:pt x="2383" y="794"/>
                </a:lnTo>
                <a:lnTo>
                  <a:pt x="2383" y="792"/>
                </a:lnTo>
                <a:lnTo>
                  <a:pt x="2385" y="792"/>
                </a:lnTo>
                <a:lnTo>
                  <a:pt x="2385" y="790"/>
                </a:lnTo>
                <a:lnTo>
                  <a:pt x="2388" y="790"/>
                </a:lnTo>
                <a:lnTo>
                  <a:pt x="2388" y="787"/>
                </a:lnTo>
                <a:lnTo>
                  <a:pt x="2388" y="787"/>
                </a:lnTo>
                <a:lnTo>
                  <a:pt x="2388" y="785"/>
                </a:lnTo>
                <a:lnTo>
                  <a:pt x="2388" y="785"/>
                </a:lnTo>
                <a:lnTo>
                  <a:pt x="2388" y="785"/>
                </a:lnTo>
                <a:lnTo>
                  <a:pt x="2390" y="785"/>
                </a:lnTo>
                <a:lnTo>
                  <a:pt x="2390" y="782"/>
                </a:lnTo>
                <a:lnTo>
                  <a:pt x="2390" y="782"/>
                </a:lnTo>
                <a:lnTo>
                  <a:pt x="2390" y="780"/>
                </a:lnTo>
                <a:lnTo>
                  <a:pt x="2393" y="780"/>
                </a:lnTo>
                <a:lnTo>
                  <a:pt x="2393" y="778"/>
                </a:lnTo>
                <a:lnTo>
                  <a:pt x="2393" y="778"/>
                </a:lnTo>
                <a:lnTo>
                  <a:pt x="2393" y="778"/>
                </a:lnTo>
                <a:lnTo>
                  <a:pt x="2395" y="778"/>
                </a:lnTo>
                <a:lnTo>
                  <a:pt x="2395" y="775"/>
                </a:lnTo>
                <a:lnTo>
                  <a:pt x="2395" y="775"/>
                </a:lnTo>
                <a:lnTo>
                  <a:pt x="2395" y="775"/>
                </a:lnTo>
                <a:lnTo>
                  <a:pt x="2395" y="775"/>
                </a:lnTo>
                <a:lnTo>
                  <a:pt x="2395" y="773"/>
                </a:lnTo>
                <a:lnTo>
                  <a:pt x="2397" y="773"/>
                </a:lnTo>
                <a:lnTo>
                  <a:pt x="2397" y="773"/>
                </a:lnTo>
                <a:lnTo>
                  <a:pt x="2400" y="773"/>
                </a:lnTo>
                <a:lnTo>
                  <a:pt x="2400" y="771"/>
                </a:lnTo>
                <a:lnTo>
                  <a:pt x="2402" y="771"/>
                </a:lnTo>
                <a:lnTo>
                  <a:pt x="2402" y="768"/>
                </a:lnTo>
                <a:lnTo>
                  <a:pt x="2402" y="768"/>
                </a:lnTo>
                <a:lnTo>
                  <a:pt x="2402" y="766"/>
                </a:lnTo>
                <a:lnTo>
                  <a:pt x="2402" y="766"/>
                </a:lnTo>
                <a:lnTo>
                  <a:pt x="2402" y="766"/>
                </a:lnTo>
                <a:lnTo>
                  <a:pt x="2404" y="766"/>
                </a:lnTo>
                <a:lnTo>
                  <a:pt x="2404" y="764"/>
                </a:lnTo>
                <a:lnTo>
                  <a:pt x="2404" y="764"/>
                </a:lnTo>
                <a:lnTo>
                  <a:pt x="2404" y="761"/>
                </a:lnTo>
                <a:lnTo>
                  <a:pt x="2404" y="761"/>
                </a:lnTo>
                <a:lnTo>
                  <a:pt x="2404" y="761"/>
                </a:lnTo>
                <a:lnTo>
                  <a:pt x="2407" y="761"/>
                </a:lnTo>
                <a:lnTo>
                  <a:pt x="2407" y="759"/>
                </a:lnTo>
                <a:lnTo>
                  <a:pt x="2407" y="759"/>
                </a:lnTo>
                <a:lnTo>
                  <a:pt x="2407" y="759"/>
                </a:lnTo>
                <a:lnTo>
                  <a:pt x="2409" y="759"/>
                </a:lnTo>
                <a:lnTo>
                  <a:pt x="2409" y="756"/>
                </a:lnTo>
                <a:lnTo>
                  <a:pt x="2411" y="756"/>
                </a:lnTo>
                <a:lnTo>
                  <a:pt x="2411" y="756"/>
                </a:lnTo>
                <a:lnTo>
                  <a:pt x="2411" y="756"/>
                </a:lnTo>
                <a:lnTo>
                  <a:pt x="2411" y="754"/>
                </a:lnTo>
                <a:lnTo>
                  <a:pt x="2411" y="754"/>
                </a:lnTo>
                <a:lnTo>
                  <a:pt x="2411" y="754"/>
                </a:lnTo>
                <a:lnTo>
                  <a:pt x="2414" y="754"/>
                </a:lnTo>
                <a:lnTo>
                  <a:pt x="2414" y="752"/>
                </a:lnTo>
                <a:lnTo>
                  <a:pt x="2414" y="752"/>
                </a:lnTo>
                <a:lnTo>
                  <a:pt x="2414" y="752"/>
                </a:lnTo>
                <a:lnTo>
                  <a:pt x="2416" y="752"/>
                </a:lnTo>
                <a:lnTo>
                  <a:pt x="2416" y="752"/>
                </a:lnTo>
                <a:lnTo>
                  <a:pt x="2416" y="752"/>
                </a:lnTo>
                <a:lnTo>
                  <a:pt x="2416" y="749"/>
                </a:lnTo>
                <a:lnTo>
                  <a:pt x="2419" y="749"/>
                </a:lnTo>
                <a:lnTo>
                  <a:pt x="2419" y="749"/>
                </a:lnTo>
                <a:lnTo>
                  <a:pt x="2419" y="749"/>
                </a:lnTo>
                <a:lnTo>
                  <a:pt x="2419" y="747"/>
                </a:lnTo>
                <a:lnTo>
                  <a:pt x="2421" y="747"/>
                </a:lnTo>
                <a:lnTo>
                  <a:pt x="2421" y="747"/>
                </a:lnTo>
                <a:lnTo>
                  <a:pt x="2423" y="747"/>
                </a:lnTo>
                <a:lnTo>
                  <a:pt x="2423" y="745"/>
                </a:lnTo>
                <a:lnTo>
                  <a:pt x="2423" y="745"/>
                </a:lnTo>
                <a:lnTo>
                  <a:pt x="2423" y="745"/>
                </a:lnTo>
                <a:lnTo>
                  <a:pt x="2426" y="745"/>
                </a:lnTo>
                <a:lnTo>
                  <a:pt x="2426" y="735"/>
                </a:lnTo>
                <a:lnTo>
                  <a:pt x="2426" y="735"/>
                </a:lnTo>
                <a:lnTo>
                  <a:pt x="2426" y="733"/>
                </a:lnTo>
                <a:lnTo>
                  <a:pt x="2428" y="733"/>
                </a:lnTo>
                <a:lnTo>
                  <a:pt x="2428" y="733"/>
                </a:lnTo>
                <a:lnTo>
                  <a:pt x="2428" y="733"/>
                </a:lnTo>
                <a:lnTo>
                  <a:pt x="2428" y="730"/>
                </a:lnTo>
                <a:lnTo>
                  <a:pt x="2430" y="730"/>
                </a:lnTo>
                <a:lnTo>
                  <a:pt x="2430" y="730"/>
                </a:lnTo>
                <a:lnTo>
                  <a:pt x="2428" y="730"/>
                </a:lnTo>
                <a:lnTo>
                  <a:pt x="2428" y="728"/>
                </a:lnTo>
                <a:lnTo>
                  <a:pt x="2428" y="728"/>
                </a:lnTo>
                <a:lnTo>
                  <a:pt x="2428" y="728"/>
                </a:lnTo>
                <a:lnTo>
                  <a:pt x="2428" y="728"/>
                </a:lnTo>
                <a:lnTo>
                  <a:pt x="2428" y="723"/>
                </a:lnTo>
                <a:lnTo>
                  <a:pt x="2430" y="723"/>
                </a:lnTo>
                <a:lnTo>
                  <a:pt x="2430" y="723"/>
                </a:lnTo>
                <a:lnTo>
                  <a:pt x="2430" y="723"/>
                </a:lnTo>
                <a:lnTo>
                  <a:pt x="2430" y="719"/>
                </a:lnTo>
                <a:lnTo>
                  <a:pt x="2430" y="719"/>
                </a:lnTo>
                <a:lnTo>
                  <a:pt x="2430" y="719"/>
                </a:lnTo>
                <a:lnTo>
                  <a:pt x="2433" y="719"/>
                </a:lnTo>
                <a:lnTo>
                  <a:pt x="2433" y="716"/>
                </a:lnTo>
                <a:lnTo>
                  <a:pt x="2433" y="716"/>
                </a:lnTo>
                <a:lnTo>
                  <a:pt x="2433" y="714"/>
                </a:lnTo>
                <a:lnTo>
                  <a:pt x="2433" y="714"/>
                </a:lnTo>
                <a:lnTo>
                  <a:pt x="2433" y="709"/>
                </a:lnTo>
                <a:lnTo>
                  <a:pt x="2430" y="709"/>
                </a:lnTo>
                <a:lnTo>
                  <a:pt x="2430" y="709"/>
                </a:lnTo>
                <a:lnTo>
                  <a:pt x="2430" y="709"/>
                </a:lnTo>
                <a:lnTo>
                  <a:pt x="2430" y="707"/>
                </a:lnTo>
                <a:lnTo>
                  <a:pt x="2430" y="707"/>
                </a:lnTo>
                <a:lnTo>
                  <a:pt x="2430" y="704"/>
                </a:lnTo>
                <a:lnTo>
                  <a:pt x="2433" y="704"/>
                </a:lnTo>
                <a:lnTo>
                  <a:pt x="2433" y="704"/>
                </a:lnTo>
                <a:lnTo>
                  <a:pt x="2435" y="704"/>
                </a:lnTo>
                <a:lnTo>
                  <a:pt x="2435" y="702"/>
                </a:lnTo>
                <a:lnTo>
                  <a:pt x="2435" y="702"/>
                </a:lnTo>
                <a:lnTo>
                  <a:pt x="2435" y="702"/>
                </a:lnTo>
                <a:lnTo>
                  <a:pt x="2433" y="702"/>
                </a:lnTo>
                <a:lnTo>
                  <a:pt x="2433" y="692"/>
                </a:lnTo>
                <a:lnTo>
                  <a:pt x="2430" y="692"/>
                </a:lnTo>
                <a:lnTo>
                  <a:pt x="2430" y="692"/>
                </a:lnTo>
                <a:lnTo>
                  <a:pt x="2430" y="692"/>
                </a:lnTo>
                <a:lnTo>
                  <a:pt x="2430" y="690"/>
                </a:lnTo>
                <a:lnTo>
                  <a:pt x="2430" y="690"/>
                </a:lnTo>
                <a:lnTo>
                  <a:pt x="2430" y="685"/>
                </a:lnTo>
                <a:lnTo>
                  <a:pt x="2430" y="685"/>
                </a:lnTo>
                <a:lnTo>
                  <a:pt x="2430" y="685"/>
                </a:lnTo>
                <a:lnTo>
                  <a:pt x="2430" y="685"/>
                </a:lnTo>
                <a:lnTo>
                  <a:pt x="2430" y="683"/>
                </a:lnTo>
                <a:lnTo>
                  <a:pt x="2433" y="683"/>
                </a:lnTo>
                <a:lnTo>
                  <a:pt x="2433" y="683"/>
                </a:lnTo>
                <a:lnTo>
                  <a:pt x="2433" y="683"/>
                </a:lnTo>
                <a:lnTo>
                  <a:pt x="2433" y="681"/>
                </a:lnTo>
                <a:lnTo>
                  <a:pt x="2435" y="681"/>
                </a:lnTo>
                <a:lnTo>
                  <a:pt x="2435" y="678"/>
                </a:lnTo>
                <a:lnTo>
                  <a:pt x="2435" y="678"/>
                </a:lnTo>
                <a:lnTo>
                  <a:pt x="2435" y="676"/>
                </a:lnTo>
                <a:lnTo>
                  <a:pt x="2435" y="676"/>
                </a:lnTo>
                <a:lnTo>
                  <a:pt x="2435" y="673"/>
                </a:lnTo>
                <a:lnTo>
                  <a:pt x="2435" y="673"/>
                </a:lnTo>
                <a:lnTo>
                  <a:pt x="2435" y="671"/>
                </a:lnTo>
                <a:lnTo>
                  <a:pt x="2438" y="671"/>
                </a:lnTo>
                <a:lnTo>
                  <a:pt x="2438" y="671"/>
                </a:lnTo>
                <a:lnTo>
                  <a:pt x="2438" y="671"/>
                </a:lnTo>
                <a:lnTo>
                  <a:pt x="2438" y="671"/>
                </a:lnTo>
                <a:lnTo>
                  <a:pt x="2440" y="671"/>
                </a:lnTo>
                <a:lnTo>
                  <a:pt x="2440" y="669"/>
                </a:lnTo>
                <a:lnTo>
                  <a:pt x="2440" y="669"/>
                </a:lnTo>
                <a:lnTo>
                  <a:pt x="2440" y="664"/>
                </a:lnTo>
                <a:lnTo>
                  <a:pt x="2442" y="664"/>
                </a:lnTo>
                <a:lnTo>
                  <a:pt x="2442" y="662"/>
                </a:lnTo>
                <a:lnTo>
                  <a:pt x="2445" y="662"/>
                </a:lnTo>
                <a:lnTo>
                  <a:pt x="2445" y="662"/>
                </a:lnTo>
                <a:lnTo>
                  <a:pt x="2445" y="662"/>
                </a:lnTo>
                <a:lnTo>
                  <a:pt x="2445" y="659"/>
                </a:lnTo>
                <a:lnTo>
                  <a:pt x="2447" y="659"/>
                </a:lnTo>
                <a:lnTo>
                  <a:pt x="2447" y="657"/>
                </a:lnTo>
                <a:lnTo>
                  <a:pt x="2447" y="657"/>
                </a:lnTo>
                <a:lnTo>
                  <a:pt x="2447" y="657"/>
                </a:lnTo>
                <a:lnTo>
                  <a:pt x="2449" y="657"/>
                </a:lnTo>
                <a:lnTo>
                  <a:pt x="2449" y="655"/>
                </a:lnTo>
                <a:lnTo>
                  <a:pt x="2452" y="655"/>
                </a:lnTo>
                <a:lnTo>
                  <a:pt x="2452" y="655"/>
                </a:lnTo>
                <a:lnTo>
                  <a:pt x="2452" y="655"/>
                </a:lnTo>
                <a:lnTo>
                  <a:pt x="2452" y="652"/>
                </a:lnTo>
                <a:lnTo>
                  <a:pt x="2449" y="652"/>
                </a:lnTo>
                <a:lnTo>
                  <a:pt x="2449" y="652"/>
                </a:lnTo>
                <a:lnTo>
                  <a:pt x="2452" y="652"/>
                </a:lnTo>
                <a:lnTo>
                  <a:pt x="2452" y="650"/>
                </a:lnTo>
                <a:lnTo>
                  <a:pt x="2454" y="650"/>
                </a:lnTo>
                <a:lnTo>
                  <a:pt x="2454" y="650"/>
                </a:lnTo>
                <a:lnTo>
                  <a:pt x="2454" y="650"/>
                </a:lnTo>
                <a:lnTo>
                  <a:pt x="2454" y="647"/>
                </a:lnTo>
                <a:lnTo>
                  <a:pt x="2449" y="647"/>
                </a:lnTo>
                <a:lnTo>
                  <a:pt x="2449" y="645"/>
                </a:lnTo>
                <a:lnTo>
                  <a:pt x="2449" y="645"/>
                </a:lnTo>
                <a:lnTo>
                  <a:pt x="2449" y="645"/>
                </a:lnTo>
                <a:lnTo>
                  <a:pt x="2447" y="645"/>
                </a:lnTo>
                <a:lnTo>
                  <a:pt x="2447" y="643"/>
                </a:lnTo>
                <a:lnTo>
                  <a:pt x="2445" y="643"/>
                </a:lnTo>
                <a:lnTo>
                  <a:pt x="2445" y="643"/>
                </a:lnTo>
                <a:lnTo>
                  <a:pt x="2445" y="643"/>
                </a:lnTo>
                <a:lnTo>
                  <a:pt x="2445" y="643"/>
                </a:lnTo>
                <a:lnTo>
                  <a:pt x="2445" y="643"/>
                </a:lnTo>
                <a:lnTo>
                  <a:pt x="2445" y="640"/>
                </a:lnTo>
                <a:lnTo>
                  <a:pt x="2447" y="640"/>
                </a:lnTo>
                <a:lnTo>
                  <a:pt x="2447" y="640"/>
                </a:lnTo>
                <a:lnTo>
                  <a:pt x="2449" y="640"/>
                </a:lnTo>
                <a:lnTo>
                  <a:pt x="2449" y="636"/>
                </a:lnTo>
                <a:lnTo>
                  <a:pt x="2447" y="636"/>
                </a:lnTo>
                <a:lnTo>
                  <a:pt x="2447" y="631"/>
                </a:lnTo>
                <a:lnTo>
                  <a:pt x="2445" y="631"/>
                </a:lnTo>
                <a:lnTo>
                  <a:pt x="2445" y="631"/>
                </a:lnTo>
                <a:lnTo>
                  <a:pt x="2442" y="631"/>
                </a:lnTo>
                <a:lnTo>
                  <a:pt x="2442" y="628"/>
                </a:lnTo>
                <a:lnTo>
                  <a:pt x="2447" y="628"/>
                </a:lnTo>
                <a:lnTo>
                  <a:pt x="2447" y="628"/>
                </a:lnTo>
                <a:lnTo>
                  <a:pt x="2447" y="628"/>
                </a:lnTo>
                <a:lnTo>
                  <a:pt x="2447" y="626"/>
                </a:lnTo>
                <a:lnTo>
                  <a:pt x="2449" y="626"/>
                </a:lnTo>
                <a:lnTo>
                  <a:pt x="2449" y="624"/>
                </a:lnTo>
                <a:lnTo>
                  <a:pt x="2452" y="624"/>
                </a:lnTo>
                <a:lnTo>
                  <a:pt x="2452" y="624"/>
                </a:lnTo>
                <a:lnTo>
                  <a:pt x="2452" y="624"/>
                </a:lnTo>
                <a:lnTo>
                  <a:pt x="2452" y="621"/>
                </a:lnTo>
                <a:lnTo>
                  <a:pt x="2454" y="621"/>
                </a:lnTo>
                <a:lnTo>
                  <a:pt x="2454" y="619"/>
                </a:lnTo>
                <a:lnTo>
                  <a:pt x="2452" y="619"/>
                </a:lnTo>
                <a:lnTo>
                  <a:pt x="2452" y="619"/>
                </a:lnTo>
                <a:lnTo>
                  <a:pt x="2449" y="619"/>
                </a:lnTo>
                <a:lnTo>
                  <a:pt x="2449" y="617"/>
                </a:lnTo>
                <a:lnTo>
                  <a:pt x="2447" y="617"/>
                </a:lnTo>
                <a:lnTo>
                  <a:pt x="2447" y="617"/>
                </a:lnTo>
                <a:lnTo>
                  <a:pt x="2445" y="617"/>
                </a:lnTo>
                <a:lnTo>
                  <a:pt x="2445" y="614"/>
                </a:lnTo>
                <a:lnTo>
                  <a:pt x="2442" y="614"/>
                </a:lnTo>
                <a:lnTo>
                  <a:pt x="2442" y="614"/>
                </a:lnTo>
                <a:lnTo>
                  <a:pt x="2438" y="614"/>
                </a:lnTo>
                <a:lnTo>
                  <a:pt x="2438" y="614"/>
                </a:lnTo>
                <a:lnTo>
                  <a:pt x="2435" y="614"/>
                </a:lnTo>
                <a:lnTo>
                  <a:pt x="2435" y="612"/>
                </a:lnTo>
                <a:lnTo>
                  <a:pt x="2433" y="612"/>
                </a:lnTo>
                <a:lnTo>
                  <a:pt x="2433" y="612"/>
                </a:lnTo>
                <a:lnTo>
                  <a:pt x="2433" y="612"/>
                </a:lnTo>
                <a:lnTo>
                  <a:pt x="2433" y="609"/>
                </a:lnTo>
                <a:lnTo>
                  <a:pt x="2430" y="609"/>
                </a:lnTo>
                <a:lnTo>
                  <a:pt x="2430" y="607"/>
                </a:lnTo>
                <a:lnTo>
                  <a:pt x="2428" y="607"/>
                </a:lnTo>
                <a:lnTo>
                  <a:pt x="2428" y="607"/>
                </a:lnTo>
                <a:lnTo>
                  <a:pt x="2428" y="607"/>
                </a:lnTo>
                <a:lnTo>
                  <a:pt x="2428" y="605"/>
                </a:lnTo>
                <a:lnTo>
                  <a:pt x="2428" y="605"/>
                </a:lnTo>
                <a:lnTo>
                  <a:pt x="2428" y="602"/>
                </a:lnTo>
                <a:lnTo>
                  <a:pt x="2426" y="602"/>
                </a:lnTo>
                <a:lnTo>
                  <a:pt x="2426" y="602"/>
                </a:lnTo>
                <a:lnTo>
                  <a:pt x="2426" y="602"/>
                </a:lnTo>
                <a:lnTo>
                  <a:pt x="2426" y="600"/>
                </a:lnTo>
                <a:lnTo>
                  <a:pt x="2423" y="600"/>
                </a:lnTo>
                <a:lnTo>
                  <a:pt x="2423" y="600"/>
                </a:lnTo>
                <a:lnTo>
                  <a:pt x="2421" y="600"/>
                </a:lnTo>
                <a:lnTo>
                  <a:pt x="2421" y="598"/>
                </a:lnTo>
                <a:lnTo>
                  <a:pt x="2419" y="598"/>
                </a:lnTo>
                <a:lnTo>
                  <a:pt x="2419" y="598"/>
                </a:lnTo>
                <a:lnTo>
                  <a:pt x="2416" y="598"/>
                </a:lnTo>
                <a:lnTo>
                  <a:pt x="2416" y="593"/>
                </a:lnTo>
                <a:lnTo>
                  <a:pt x="2416" y="593"/>
                </a:lnTo>
                <a:lnTo>
                  <a:pt x="2416" y="593"/>
                </a:lnTo>
                <a:lnTo>
                  <a:pt x="2416" y="593"/>
                </a:lnTo>
                <a:lnTo>
                  <a:pt x="2416" y="593"/>
                </a:lnTo>
                <a:lnTo>
                  <a:pt x="2414" y="593"/>
                </a:lnTo>
                <a:lnTo>
                  <a:pt x="2414" y="595"/>
                </a:lnTo>
                <a:lnTo>
                  <a:pt x="2411" y="595"/>
                </a:lnTo>
                <a:lnTo>
                  <a:pt x="2411" y="595"/>
                </a:lnTo>
                <a:lnTo>
                  <a:pt x="2409" y="595"/>
                </a:lnTo>
                <a:lnTo>
                  <a:pt x="2409" y="598"/>
                </a:lnTo>
                <a:lnTo>
                  <a:pt x="2402" y="598"/>
                </a:lnTo>
                <a:lnTo>
                  <a:pt x="2402" y="595"/>
                </a:lnTo>
                <a:lnTo>
                  <a:pt x="2397" y="595"/>
                </a:lnTo>
                <a:lnTo>
                  <a:pt x="2397" y="595"/>
                </a:lnTo>
                <a:lnTo>
                  <a:pt x="2395" y="595"/>
                </a:lnTo>
                <a:lnTo>
                  <a:pt x="2395" y="593"/>
                </a:lnTo>
                <a:lnTo>
                  <a:pt x="2393" y="593"/>
                </a:lnTo>
                <a:lnTo>
                  <a:pt x="2393" y="595"/>
                </a:lnTo>
                <a:lnTo>
                  <a:pt x="2390" y="595"/>
                </a:lnTo>
                <a:lnTo>
                  <a:pt x="2390" y="595"/>
                </a:lnTo>
                <a:lnTo>
                  <a:pt x="2393" y="595"/>
                </a:lnTo>
                <a:lnTo>
                  <a:pt x="2393" y="600"/>
                </a:lnTo>
                <a:lnTo>
                  <a:pt x="2393" y="600"/>
                </a:lnTo>
                <a:lnTo>
                  <a:pt x="2393" y="600"/>
                </a:lnTo>
                <a:lnTo>
                  <a:pt x="2390" y="600"/>
                </a:lnTo>
                <a:lnTo>
                  <a:pt x="2390" y="602"/>
                </a:lnTo>
                <a:lnTo>
                  <a:pt x="2395" y="602"/>
                </a:lnTo>
                <a:lnTo>
                  <a:pt x="2395" y="605"/>
                </a:lnTo>
                <a:lnTo>
                  <a:pt x="2393" y="605"/>
                </a:lnTo>
                <a:lnTo>
                  <a:pt x="2393" y="605"/>
                </a:lnTo>
                <a:lnTo>
                  <a:pt x="2393" y="605"/>
                </a:lnTo>
                <a:lnTo>
                  <a:pt x="2393" y="609"/>
                </a:lnTo>
                <a:lnTo>
                  <a:pt x="2390" y="609"/>
                </a:lnTo>
                <a:lnTo>
                  <a:pt x="2390" y="612"/>
                </a:lnTo>
                <a:lnTo>
                  <a:pt x="2390" y="612"/>
                </a:lnTo>
                <a:lnTo>
                  <a:pt x="2390" y="612"/>
                </a:lnTo>
                <a:lnTo>
                  <a:pt x="2390" y="612"/>
                </a:lnTo>
                <a:lnTo>
                  <a:pt x="2390" y="614"/>
                </a:lnTo>
                <a:lnTo>
                  <a:pt x="2388" y="614"/>
                </a:lnTo>
                <a:lnTo>
                  <a:pt x="2388" y="614"/>
                </a:lnTo>
                <a:lnTo>
                  <a:pt x="2385" y="614"/>
                </a:lnTo>
                <a:lnTo>
                  <a:pt x="2385" y="612"/>
                </a:lnTo>
                <a:lnTo>
                  <a:pt x="2388" y="612"/>
                </a:lnTo>
                <a:lnTo>
                  <a:pt x="2388" y="612"/>
                </a:lnTo>
                <a:lnTo>
                  <a:pt x="2388" y="612"/>
                </a:lnTo>
                <a:lnTo>
                  <a:pt x="2388" y="609"/>
                </a:lnTo>
                <a:lnTo>
                  <a:pt x="2390" y="609"/>
                </a:lnTo>
                <a:lnTo>
                  <a:pt x="2390" y="609"/>
                </a:lnTo>
                <a:lnTo>
                  <a:pt x="2390" y="609"/>
                </a:lnTo>
                <a:lnTo>
                  <a:pt x="2390" y="607"/>
                </a:lnTo>
                <a:lnTo>
                  <a:pt x="2390" y="607"/>
                </a:lnTo>
                <a:lnTo>
                  <a:pt x="2390" y="605"/>
                </a:lnTo>
                <a:lnTo>
                  <a:pt x="2390" y="605"/>
                </a:lnTo>
                <a:lnTo>
                  <a:pt x="2390" y="605"/>
                </a:lnTo>
                <a:lnTo>
                  <a:pt x="2390" y="605"/>
                </a:lnTo>
                <a:lnTo>
                  <a:pt x="2390" y="602"/>
                </a:lnTo>
                <a:lnTo>
                  <a:pt x="2388" y="602"/>
                </a:lnTo>
                <a:lnTo>
                  <a:pt x="2388" y="605"/>
                </a:lnTo>
                <a:lnTo>
                  <a:pt x="2385" y="605"/>
                </a:lnTo>
                <a:lnTo>
                  <a:pt x="2385" y="605"/>
                </a:lnTo>
                <a:lnTo>
                  <a:pt x="2385" y="605"/>
                </a:lnTo>
                <a:lnTo>
                  <a:pt x="2385" y="607"/>
                </a:lnTo>
                <a:lnTo>
                  <a:pt x="2383" y="607"/>
                </a:lnTo>
                <a:lnTo>
                  <a:pt x="2383" y="609"/>
                </a:lnTo>
                <a:lnTo>
                  <a:pt x="2383" y="609"/>
                </a:lnTo>
                <a:lnTo>
                  <a:pt x="2383" y="609"/>
                </a:lnTo>
                <a:lnTo>
                  <a:pt x="2381" y="609"/>
                </a:lnTo>
                <a:lnTo>
                  <a:pt x="2381" y="612"/>
                </a:lnTo>
                <a:lnTo>
                  <a:pt x="2378" y="612"/>
                </a:lnTo>
                <a:lnTo>
                  <a:pt x="2378" y="612"/>
                </a:lnTo>
                <a:lnTo>
                  <a:pt x="2376" y="612"/>
                </a:lnTo>
                <a:lnTo>
                  <a:pt x="2376" y="614"/>
                </a:lnTo>
                <a:lnTo>
                  <a:pt x="2367" y="614"/>
                </a:lnTo>
                <a:lnTo>
                  <a:pt x="2367" y="614"/>
                </a:lnTo>
                <a:lnTo>
                  <a:pt x="2362" y="614"/>
                </a:lnTo>
                <a:lnTo>
                  <a:pt x="2362" y="612"/>
                </a:lnTo>
                <a:lnTo>
                  <a:pt x="2364" y="612"/>
                </a:lnTo>
                <a:lnTo>
                  <a:pt x="2364" y="612"/>
                </a:lnTo>
                <a:lnTo>
                  <a:pt x="2367" y="612"/>
                </a:lnTo>
                <a:lnTo>
                  <a:pt x="2367" y="612"/>
                </a:lnTo>
                <a:lnTo>
                  <a:pt x="2369" y="612"/>
                </a:lnTo>
                <a:lnTo>
                  <a:pt x="2369" y="609"/>
                </a:lnTo>
                <a:lnTo>
                  <a:pt x="2369" y="609"/>
                </a:lnTo>
                <a:lnTo>
                  <a:pt x="2369" y="609"/>
                </a:lnTo>
                <a:lnTo>
                  <a:pt x="2369" y="609"/>
                </a:lnTo>
                <a:lnTo>
                  <a:pt x="2369" y="607"/>
                </a:lnTo>
                <a:lnTo>
                  <a:pt x="2371" y="607"/>
                </a:lnTo>
                <a:lnTo>
                  <a:pt x="2371" y="605"/>
                </a:lnTo>
                <a:lnTo>
                  <a:pt x="2374" y="605"/>
                </a:lnTo>
                <a:lnTo>
                  <a:pt x="2374" y="605"/>
                </a:lnTo>
                <a:lnTo>
                  <a:pt x="2376" y="605"/>
                </a:lnTo>
                <a:lnTo>
                  <a:pt x="2376" y="602"/>
                </a:lnTo>
                <a:lnTo>
                  <a:pt x="2374" y="602"/>
                </a:lnTo>
                <a:lnTo>
                  <a:pt x="2374" y="605"/>
                </a:lnTo>
                <a:lnTo>
                  <a:pt x="2371" y="605"/>
                </a:lnTo>
                <a:lnTo>
                  <a:pt x="2371" y="602"/>
                </a:lnTo>
                <a:lnTo>
                  <a:pt x="2367" y="602"/>
                </a:lnTo>
                <a:lnTo>
                  <a:pt x="2367" y="600"/>
                </a:lnTo>
                <a:lnTo>
                  <a:pt x="2369" y="600"/>
                </a:lnTo>
                <a:lnTo>
                  <a:pt x="2369" y="598"/>
                </a:lnTo>
                <a:lnTo>
                  <a:pt x="2369" y="598"/>
                </a:lnTo>
                <a:lnTo>
                  <a:pt x="2369" y="598"/>
                </a:lnTo>
                <a:lnTo>
                  <a:pt x="2371" y="598"/>
                </a:lnTo>
                <a:lnTo>
                  <a:pt x="2371" y="595"/>
                </a:lnTo>
                <a:lnTo>
                  <a:pt x="2371" y="595"/>
                </a:lnTo>
                <a:lnTo>
                  <a:pt x="2371" y="593"/>
                </a:lnTo>
                <a:lnTo>
                  <a:pt x="2374" y="593"/>
                </a:lnTo>
                <a:lnTo>
                  <a:pt x="2374" y="593"/>
                </a:lnTo>
                <a:lnTo>
                  <a:pt x="2376" y="593"/>
                </a:lnTo>
                <a:lnTo>
                  <a:pt x="2376" y="593"/>
                </a:lnTo>
                <a:lnTo>
                  <a:pt x="2376" y="593"/>
                </a:lnTo>
                <a:lnTo>
                  <a:pt x="2376" y="591"/>
                </a:lnTo>
                <a:lnTo>
                  <a:pt x="2374" y="591"/>
                </a:lnTo>
                <a:lnTo>
                  <a:pt x="2374" y="591"/>
                </a:lnTo>
                <a:lnTo>
                  <a:pt x="2374" y="591"/>
                </a:lnTo>
                <a:lnTo>
                  <a:pt x="2374" y="593"/>
                </a:lnTo>
                <a:lnTo>
                  <a:pt x="2371" y="593"/>
                </a:lnTo>
                <a:lnTo>
                  <a:pt x="2371" y="593"/>
                </a:lnTo>
                <a:lnTo>
                  <a:pt x="2364" y="593"/>
                </a:lnTo>
                <a:lnTo>
                  <a:pt x="2364" y="595"/>
                </a:lnTo>
                <a:lnTo>
                  <a:pt x="2362" y="595"/>
                </a:lnTo>
                <a:lnTo>
                  <a:pt x="2362" y="595"/>
                </a:lnTo>
                <a:lnTo>
                  <a:pt x="2359" y="595"/>
                </a:lnTo>
                <a:lnTo>
                  <a:pt x="2359" y="598"/>
                </a:lnTo>
                <a:lnTo>
                  <a:pt x="2359" y="598"/>
                </a:lnTo>
                <a:lnTo>
                  <a:pt x="2359" y="598"/>
                </a:lnTo>
                <a:lnTo>
                  <a:pt x="2357" y="598"/>
                </a:lnTo>
                <a:lnTo>
                  <a:pt x="2357" y="600"/>
                </a:lnTo>
                <a:lnTo>
                  <a:pt x="2359" y="600"/>
                </a:lnTo>
                <a:lnTo>
                  <a:pt x="2359" y="602"/>
                </a:lnTo>
                <a:lnTo>
                  <a:pt x="2362" y="602"/>
                </a:lnTo>
                <a:lnTo>
                  <a:pt x="2362" y="605"/>
                </a:lnTo>
                <a:lnTo>
                  <a:pt x="2362" y="605"/>
                </a:lnTo>
                <a:lnTo>
                  <a:pt x="2362" y="605"/>
                </a:lnTo>
                <a:lnTo>
                  <a:pt x="2359" y="605"/>
                </a:lnTo>
                <a:lnTo>
                  <a:pt x="2359" y="607"/>
                </a:lnTo>
                <a:lnTo>
                  <a:pt x="2357" y="607"/>
                </a:lnTo>
                <a:lnTo>
                  <a:pt x="2357" y="605"/>
                </a:lnTo>
                <a:lnTo>
                  <a:pt x="2355" y="605"/>
                </a:lnTo>
                <a:lnTo>
                  <a:pt x="2355" y="607"/>
                </a:lnTo>
                <a:lnTo>
                  <a:pt x="2352" y="607"/>
                </a:lnTo>
                <a:lnTo>
                  <a:pt x="2352" y="607"/>
                </a:lnTo>
                <a:lnTo>
                  <a:pt x="2350" y="607"/>
                </a:lnTo>
                <a:lnTo>
                  <a:pt x="2350" y="607"/>
                </a:lnTo>
                <a:lnTo>
                  <a:pt x="2350" y="607"/>
                </a:lnTo>
                <a:lnTo>
                  <a:pt x="2350" y="602"/>
                </a:lnTo>
                <a:lnTo>
                  <a:pt x="2352" y="602"/>
                </a:lnTo>
                <a:lnTo>
                  <a:pt x="2352" y="602"/>
                </a:lnTo>
                <a:lnTo>
                  <a:pt x="2352" y="602"/>
                </a:lnTo>
                <a:lnTo>
                  <a:pt x="2352" y="593"/>
                </a:lnTo>
                <a:lnTo>
                  <a:pt x="2352" y="593"/>
                </a:lnTo>
                <a:lnTo>
                  <a:pt x="2352" y="593"/>
                </a:lnTo>
                <a:lnTo>
                  <a:pt x="2352" y="593"/>
                </a:lnTo>
                <a:lnTo>
                  <a:pt x="2352" y="591"/>
                </a:lnTo>
                <a:lnTo>
                  <a:pt x="2355" y="591"/>
                </a:lnTo>
                <a:lnTo>
                  <a:pt x="2355" y="588"/>
                </a:lnTo>
                <a:lnTo>
                  <a:pt x="2355" y="588"/>
                </a:lnTo>
                <a:lnTo>
                  <a:pt x="2355" y="588"/>
                </a:lnTo>
                <a:lnTo>
                  <a:pt x="2355" y="588"/>
                </a:lnTo>
                <a:lnTo>
                  <a:pt x="2355" y="586"/>
                </a:lnTo>
                <a:lnTo>
                  <a:pt x="2350" y="586"/>
                </a:lnTo>
                <a:lnTo>
                  <a:pt x="2350" y="586"/>
                </a:lnTo>
                <a:lnTo>
                  <a:pt x="2350" y="586"/>
                </a:lnTo>
                <a:lnTo>
                  <a:pt x="2350" y="583"/>
                </a:lnTo>
                <a:lnTo>
                  <a:pt x="2348" y="583"/>
                </a:lnTo>
                <a:lnTo>
                  <a:pt x="2348" y="586"/>
                </a:lnTo>
                <a:lnTo>
                  <a:pt x="2348" y="586"/>
                </a:lnTo>
                <a:lnTo>
                  <a:pt x="2348" y="586"/>
                </a:lnTo>
                <a:lnTo>
                  <a:pt x="2345" y="586"/>
                </a:lnTo>
                <a:lnTo>
                  <a:pt x="2345" y="586"/>
                </a:lnTo>
                <a:lnTo>
                  <a:pt x="2343" y="586"/>
                </a:lnTo>
                <a:lnTo>
                  <a:pt x="2343" y="583"/>
                </a:lnTo>
                <a:lnTo>
                  <a:pt x="2340" y="583"/>
                </a:lnTo>
                <a:lnTo>
                  <a:pt x="2340" y="586"/>
                </a:lnTo>
                <a:lnTo>
                  <a:pt x="2336" y="586"/>
                </a:lnTo>
                <a:lnTo>
                  <a:pt x="2336" y="588"/>
                </a:lnTo>
                <a:lnTo>
                  <a:pt x="2329" y="588"/>
                </a:lnTo>
                <a:lnTo>
                  <a:pt x="2329" y="586"/>
                </a:lnTo>
                <a:lnTo>
                  <a:pt x="2329" y="586"/>
                </a:lnTo>
                <a:lnTo>
                  <a:pt x="2329" y="586"/>
                </a:lnTo>
                <a:lnTo>
                  <a:pt x="2324" y="586"/>
                </a:lnTo>
                <a:lnTo>
                  <a:pt x="2324" y="583"/>
                </a:lnTo>
                <a:lnTo>
                  <a:pt x="2322" y="583"/>
                </a:lnTo>
                <a:lnTo>
                  <a:pt x="2322" y="583"/>
                </a:lnTo>
                <a:lnTo>
                  <a:pt x="2319" y="583"/>
                </a:lnTo>
                <a:lnTo>
                  <a:pt x="2319" y="583"/>
                </a:lnTo>
                <a:lnTo>
                  <a:pt x="2317" y="583"/>
                </a:lnTo>
                <a:lnTo>
                  <a:pt x="2317" y="581"/>
                </a:lnTo>
                <a:lnTo>
                  <a:pt x="2319" y="581"/>
                </a:lnTo>
                <a:lnTo>
                  <a:pt x="2319" y="581"/>
                </a:lnTo>
                <a:lnTo>
                  <a:pt x="2319" y="581"/>
                </a:lnTo>
                <a:lnTo>
                  <a:pt x="2319" y="579"/>
                </a:lnTo>
                <a:lnTo>
                  <a:pt x="2322" y="579"/>
                </a:lnTo>
                <a:lnTo>
                  <a:pt x="2322" y="579"/>
                </a:lnTo>
                <a:lnTo>
                  <a:pt x="2322" y="579"/>
                </a:lnTo>
                <a:lnTo>
                  <a:pt x="2322" y="576"/>
                </a:lnTo>
                <a:lnTo>
                  <a:pt x="2324" y="576"/>
                </a:lnTo>
                <a:lnTo>
                  <a:pt x="2324" y="576"/>
                </a:lnTo>
                <a:lnTo>
                  <a:pt x="2326" y="576"/>
                </a:lnTo>
                <a:lnTo>
                  <a:pt x="2326" y="574"/>
                </a:lnTo>
                <a:lnTo>
                  <a:pt x="2329" y="574"/>
                </a:lnTo>
                <a:lnTo>
                  <a:pt x="2329" y="574"/>
                </a:lnTo>
                <a:lnTo>
                  <a:pt x="2331" y="574"/>
                </a:lnTo>
                <a:lnTo>
                  <a:pt x="2331" y="574"/>
                </a:lnTo>
                <a:lnTo>
                  <a:pt x="2333" y="574"/>
                </a:lnTo>
                <a:lnTo>
                  <a:pt x="2333" y="572"/>
                </a:lnTo>
                <a:lnTo>
                  <a:pt x="2336" y="572"/>
                </a:lnTo>
                <a:lnTo>
                  <a:pt x="2336" y="572"/>
                </a:lnTo>
                <a:lnTo>
                  <a:pt x="2338" y="572"/>
                </a:lnTo>
                <a:lnTo>
                  <a:pt x="2338" y="569"/>
                </a:lnTo>
                <a:lnTo>
                  <a:pt x="2338" y="569"/>
                </a:lnTo>
                <a:lnTo>
                  <a:pt x="2338" y="569"/>
                </a:lnTo>
                <a:lnTo>
                  <a:pt x="2340" y="569"/>
                </a:lnTo>
                <a:lnTo>
                  <a:pt x="2340" y="567"/>
                </a:lnTo>
                <a:lnTo>
                  <a:pt x="2340" y="567"/>
                </a:lnTo>
                <a:lnTo>
                  <a:pt x="2340" y="567"/>
                </a:lnTo>
                <a:lnTo>
                  <a:pt x="2343" y="567"/>
                </a:lnTo>
                <a:lnTo>
                  <a:pt x="2343" y="564"/>
                </a:lnTo>
                <a:lnTo>
                  <a:pt x="2343" y="564"/>
                </a:lnTo>
                <a:lnTo>
                  <a:pt x="2343" y="564"/>
                </a:lnTo>
                <a:lnTo>
                  <a:pt x="2343" y="564"/>
                </a:lnTo>
                <a:lnTo>
                  <a:pt x="2343" y="564"/>
                </a:lnTo>
                <a:lnTo>
                  <a:pt x="2348" y="564"/>
                </a:lnTo>
                <a:lnTo>
                  <a:pt x="2348" y="562"/>
                </a:lnTo>
                <a:lnTo>
                  <a:pt x="2350" y="562"/>
                </a:lnTo>
                <a:lnTo>
                  <a:pt x="2350" y="562"/>
                </a:lnTo>
                <a:lnTo>
                  <a:pt x="2352" y="562"/>
                </a:lnTo>
                <a:lnTo>
                  <a:pt x="2352" y="560"/>
                </a:lnTo>
                <a:lnTo>
                  <a:pt x="2355" y="560"/>
                </a:lnTo>
                <a:lnTo>
                  <a:pt x="2355" y="557"/>
                </a:lnTo>
                <a:lnTo>
                  <a:pt x="2357" y="557"/>
                </a:lnTo>
                <a:lnTo>
                  <a:pt x="2357" y="555"/>
                </a:lnTo>
                <a:lnTo>
                  <a:pt x="2359" y="555"/>
                </a:lnTo>
                <a:lnTo>
                  <a:pt x="2359" y="555"/>
                </a:lnTo>
                <a:lnTo>
                  <a:pt x="2362" y="555"/>
                </a:lnTo>
                <a:lnTo>
                  <a:pt x="2362" y="555"/>
                </a:lnTo>
                <a:lnTo>
                  <a:pt x="2364" y="555"/>
                </a:lnTo>
                <a:lnTo>
                  <a:pt x="2364" y="553"/>
                </a:lnTo>
                <a:lnTo>
                  <a:pt x="2367" y="553"/>
                </a:lnTo>
                <a:lnTo>
                  <a:pt x="2367" y="550"/>
                </a:lnTo>
                <a:lnTo>
                  <a:pt x="2369" y="550"/>
                </a:lnTo>
                <a:lnTo>
                  <a:pt x="2369" y="550"/>
                </a:lnTo>
                <a:lnTo>
                  <a:pt x="2371" y="550"/>
                </a:lnTo>
                <a:lnTo>
                  <a:pt x="2371" y="548"/>
                </a:lnTo>
                <a:lnTo>
                  <a:pt x="2371" y="548"/>
                </a:lnTo>
                <a:lnTo>
                  <a:pt x="2371" y="548"/>
                </a:lnTo>
                <a:lnTo>
                  <a:pt x="2374" y="548"/>
                </a:lnTo>
                <a:lnTo>
                  <a:pt x="2374" y="546"/>
                </a:lnTo>
                <a:lnTo>
                  <a:pt x="2376" y="546"/>
                </a:lnTo>
                <a:lnTo>
                  <a:pt x="2376" y="546"/>
                </a:lnTo>
                <a:lnTo>
                  <a:pt x="2376" y="546"/>
                </a:lnTo>
                <a:lnTo>
                  <a:pt x="2376" y="543"/>
                </a:lnTo>
                <a:lnTo>
                  <a:pt x="2376" y="543"/>
                </a:lnTo>
                <a:lnTo>
                  <a:pt x="2376" y="543"/>
                </a:lnTo>
                <a:lnTo>
                  <a:pt x="2378" y="543"/>
                </a:lnTo>
                <a:lnTo>
                  <a:pt x="2378" y="541"/>
                </a:lnTo>
                <a:lnTo>
                  <a:pt x="2383" y="541"/>
                </a:lnTo>
                <a:lnTo>
                  <a:pt x="2383" y="538"/>
                </a:lnTo>
                <a:lnTo>
                  <a:pt x="2381" y="538"/>
                </a:lnTo>
                <a:lnTo>
                  <a:pt x="2381" y="538"/>
                </a:lnTo>
                <a:lnTo>
                  <a:pt x="2381" y="538"/>
                </a:lnTo>
                <a:lnTo>
                  <a:pt x="2381" y="536"/>
                </a:lnTo>
                <a:lnTo>
                  <a:pt x="2383" y="536"/>
                </a:lnTo>
                <a:lnTo>
                  <a:pt x="2383" y="534"/>
                </a:lnTo>
                <a:lnTo>
                  <a:pt x="2385" y="534"/>
                </a:lnTo>
                <a:lnTo>
                  <a:pt x="2385" y="534"/>
                </a:lnTo>
                <a:lnTo>
                  <a:pt x="2388" y="534"/>
                </a:lnTo>
                <a:lnTo>
                  <a:pt x="2388" y="534"/>
                </a:lnTo>
                <a:lnTo>
                  <a:pt x="2388" y="534"/>
                </a:lnTo>
                <a:lnTo>
                  <a:pt x="2388" y="531"/>
                </a:lnTo>
                <a:lnTo>
                  <a:pt x="2390" y="531"/>
                </a:lnTo>
                <a:lnTo>
                  <a:pt x="2390" y="534"/>
                </a:lnTo>
                <a:lnTo>
                  <a:pt x="2390" y="534"/>
                </a:lnTo>
                <a:lnTo>
                  <a:pt x="2390" y="529"/>
                </a:lnTo>
                <a:lnTo>
                  <a:pt x="2390" y="529"/>
                </a:lnTo>
                <a:lnTo>
                  <a:pt x="2390" y="527"/>
                </a:lnTo>
                <a:lnTo>
                  <a:pt x="2395" y="527"/>
                </a:lnTo>
                <a:lnTo>
                  <a:pt x="2395" y="527"/>
                </a:lnTo>
                <a:lnTo>
                  <a:pt x="2397" y="527"/>
                </a:lnTo>
                <a:lnTo>
                  <a:pt x="2397" y="524"/>
                </a:lnTo>
                <a:lnTo>
                  <a:pt x="2397" y="524"/>
                </a:lnTo>
                <a:lnTo>
                  <a:pt x="2397" y="524"/>
                </a:lnTo>
                <a:lnTo>
                  <a:pt x="2400" y="524"/>
                </a:lnTo>
                <a:lnTo>
                  <a:pt x="2400" y="522"/>
                </a:lnTo>
                <a:lnTo>
                  <a:pt x="2402" y="522"/>
                </a:lnTo>
                <a:lnTo>
                  <a:pt x="2402" y="522"/>
                </a:lnTo>
                <a:lnTo>
                  <a:pt x="2402" y="522"/>
                </a:lnTo>
                <a:lnTo>
                  <a:pt x="2402" y="519"/>
                </a:lnTo>
                <a:lnTo>
                  <a:pt x="2407" y="519"/>
                </a:lnTo>
                <a:lnTo>
                  <a:pt x="2407" y="519"/>
                </a:lnTo>
                <a:lnTo>
                  <a:pt x="2409" y="519"/>
                </a:lnTo>
                <a:lnTo>
                  <a:pt x="2409" y="517"/>
                </a:lnTo>
                <a:lnTo>
                  <a:pt x="2411" y="517"/>
                </a:lnTo>
                <a:lnTo>
                  <a:pt x="2411" y="517"/>
                </a:lnTo>
                <a:lnTo>
                  <a:pt x="2411" y="517"/>
                </a:lnTo>
                <a:lnTo>
                  <a:pt x="2411" y="515"/>
                </a:lnTo>
                <a:lnTo>
                  <a:pt x="2411" y="515"/>
                </a:lnTo>
                <a:lnTo>
                  <a:pt x="2411" y="515"/>
                </a:lnTo>
                <a:lnTo>
                  <a:pt x="2416" y="515"/>
                </a:lnTo>
                <a:lnTo>
                  <a:pt x="2416" y="512"/>
                </a:lnTo>
                <a:lnTo>
                  <a:pt x="2419" y="512"/>
                </a:lnTo>
                <a:lnTo>
                  <a:pt x="2419" y="512"/>
                </a:lnTo>
                <a:lnTo>
                  <a:pt x="2419" y="512"/>
                </a:lnTo>
                <a:lnTo>
                  <a:pt x="2419" y="510"/>
                </a:lnTo>
                <a:lnTo>
                  <a:pt x="2421" y="510"/>
                </a:lnTo>
                <a:lnTo>
                  <a:pt x="2421" y="510"/>
                </a:lnTo>
                <a:lnTo>
                  <a:pt x="2421" y="510"/>
                </a:lnTo>
                <a:lnTo>
                  <a:pt x="2421" y="508"/>
                </a:lnTo>
                <a:lnTo>
                  <a:pt x="2426" y="508"/>
                </a:lnTo>
                <a:lnTo>
                  <a:pt x="2426" y="508"/>
                </a:lnTo>
                <a:lnTo>
                  <a:pt x="2428" y="508"/>
                </a:lnTo>
                <a:lnTo>
                  <a:pt x="2428" y="508"/>
                </a:lnTo>
                <a:lnTo>
                  <a:pt x="2428" y="508"/>
                </a:lnTo>
                <a:lnTo>
                  <a:pt x="2428" y="508"/>
                </a:lnTo>
                <a:lnTo>
                  <a:pt x="2428" y="508"/>
                </a:lnTo>
                <a:lnTo>
                  <a:pt x="2428" y="505"/>
                </a:lnTo>
                <a:lnTo>
                  <a:pt x="2430" y="505"/>
                </a:lnTo>
                <a:lnTo>
                  <a:pt x="2430" y="505"/>
                </a:lnTo>
                <a:lnTo>
                  <a:pt x="2430" y="505"/>
                </a:lnTo>
                <a:lnTo>
                  <a:pt x="2430" y="505"/>
                </a:lnTo>
                <a:lnTo>
                  <a:pt x="2433" y="505"/>
                </a:lnTo>
                <a:lnTo>
                  <a:pt x="2433" y="503"/>
                </a:lnTo>
                <a:lnTo>
                  <a:pt x="2433" y="503"/>
                </a:lnTo>
                <a:lnTo>
                  <a:pt x="2433" y="500"/>
                </a:lnTo>
                <a:lnTo>
                  <a:pt x="2435" y="500"/>
                </a:lnTo>
                <a:lnTo>
                  <a:pt x="2435" y="498"/>
                </a:lnTo>
                <a:lnTo>
                  <a:pt x="2435" y="498"/>
                </a:lnTo>
                <a:lnTo>
                  <a:pt x="2435" y="496"/>
                </a:lnTo>
                <a:lnTo>
                  <a:pt x="2435" y="496"/>
                </a:lnTo>
                <a:lnTo>
                  <a:pt x="2435" y="496"/>
                </a:lnTo>
                <a:lnTo>
                  <a:pt x="2438" y="496"/>
                </a:lnTo>
                <a:lnTo>
                  <a:pt x="2438" y="496"/>
                </a:lnTo>
                <a:lnTo>
                  <a:pt x="2438" y="496"/>
                </a:lnTo>
                <a:lnTo>
                  <a:pt x="2438" y="493"/>
                </a:lnTo>
                <a:lnTo>
                  <a:pt x="2440" y="493"/>
                </a:lnTo>
                <a:lnTo>
                  <a:pt x="2440" y="493"/>
                </a:lnTo>
                <a:lnTo>
                  <a:pt x="2440" y="493"/>
                </a:lnTo>
                <a:lnTo>
                  <a:pt x="2440" y="491"/>
                </a:lnTo>
                <a:lnTo>
                  <a:pt x="2442" y="491"/>
                </a:lnTo>
                <a:lnTo>
                  <a:pt x="2442" y="491"/>
                </a:lnTo>
                <a:lnTo>
                  <a:pt x="2445" y="491"/>
                </a:lnTo>
                <a:lnTo>
                  <a:pt x="2445" y="489"/>
                </a:lnTo>
                <a:lnTo>
                  <a:pt x="2449" y="489"/>
                </a:lnTo>
                <a:lnTo>
                  <a:pt x="2449" y="489"/>
                </a:lnTo>
                <a:lnTo>
                  <a:pt x="2452" y="489"/>
                </a:lnTo>
                <a:lnTo>
                  <a:pt x="2452" y="486"/>
                </a:lnTo>
                <a:lnTo>
                  <a:pt x="2454" y="486"/>
                </a:lnTo>
                <a:lnTo>
                  <a:pt x="2454" y="486"/>
                </a:lnTo>
                <a:lnTo>
                  <a:pt x="2456" y="486"/>
                </a:lnTo>
                <a:lnTo>
                  <a:pt x="2456" y="486"/>
                </a:lnTo>
                <a:lnTo>
                  <a:pt x="2456" y="486"/>
                </a:lnTo>
                <a:lnTo>
                  <a:pt x="2456" y="484"/>
                </a:lnTo>
                <a:lnTo>
                  <a:pt x="2459" y="484"/>
                </a:lnTo>
                <a:lnTo>
                  <a:pt x="2459" y="484"/>
                </a:lnTo>
                <a:lnTo>
                  <a:pt x="2459" y="484"/>
                </a:lnTo>
                <a:lnTo>
                  <a:pt x="2459" y="482"/>
                </a:lnTo>
                <a:lnTo>
                  <a:pt x="2461" y="482"/>
                </a:lnTo>
                <a:lnTo>
                  <a:pt x="2461" y="482"/>
                </a:lnTo>
                <a:lnTo>
                  <a:pt x="2461" y="482"/>
                </a:lnTo>
                <a:lnTo>
                  <a:pt x="2461" y="479"/>
                </a:lnTo>
                <a:lnTo>
                  <a:pt x="2461" y="479"/>
                </a:lnTo>
                <a:lnTo>
                  <a:pt x="2461" y="479"/>
                </a:lnTo>
                <a:lnTo>
                  <a:pt x="2464" y="479"/>
                </a:lnTo>
                <a:lnTo>
                  <a:pt x="2464" y="477"/>
                </a:lnTo>
                <a:lnTo>
                  <a:pt x="2464" y="477"/>
                </a:lnTo>
                <a:lnTo>
                  <a:pt x="2464" y="477"/>
                </a:lnTo>
                <a:lnTo>
                  <a:pt x="2464" y="477"/>
                </a:lnTo>
                <a:lnTo>
                  <a:pt x="2464" y="474"/>
                </a:lnTo>
                <a:lnTo>
                  <a:pt x="2466" y="474"/>
                </a:lnTo>
                <a:lnTo>
                  <a:pt x="2466" y="474"/>
                </a:lnTo>
                <a:lnTo>
                  <a:pt x="2468" y="474"/>
                </a:lnTo>
                <a:lnTo>
                  <a:pt x="2468" y="474"/>
                </a:lnTo>
                <a:lnTo>
                  <a:pt x="2471" y="474"/>
                </a:lnTo>
                <a:lnTo>
                  <a:pt x="2471" y="472"/>
                </a:lnTo>
                <a:lnTo>
                  <a:pt x="2473" y="472"/>
                </a:lnTo>
                <a:lnTo>
                  <a:pt x="2473" y="472"/>
                </a:lnTo>
                <a:lnTo>
                  <a:pt x="2475" y="472"/>
                </a:lnTo>
                <a:lnTo>
                  <a:pt x="2475" y="470"/>
                </a:lnTo>
                <a:lnTo>
                  <a:pt x="2478" y="470"/>
                </a:lnTo>
                <a:lnTo>
                  <a:pt x="2478" y="470"/>
                </a:lnTo>
                <a:lnTo>
                  <a:pt x="2482" y="470"/>
                </a:lnTo>
                <a:lnTo>
                  <a:pt x="2482" y="467"/>
                </a:lnTo>
                <a:lnTo>
                  <a:pt x="2487" y="467"/>
                </a:lnTo>
                <a:lnTo>
                  <a:pt x="2487" y="467"/>
                </a:lnTo>
                <a:lnTo>
                  <a:pt x="2492" y="467"/>
                </a:lnTo>
                <a:lnTo>
                  <a:pt x="2492" y="467"/>
                </a:lnTo>
                <a:lnTo>
                  <a:pt x="2497" y="467"/>
                </a:lnTo>
                <a:lnTo>
                  <a:pt x="2497" y="467"/>
                </a:lnTo>
                <a:lnTo>
                  <a:pt x="2501" y="467"/>
                </a:lnTo>
                <a:lnTo>
                  <a:pt x="2501" y="465"/>
                </a:lnTo>
                <a:lnTo>
                  <a:pt x="2511" y="465"/>
                </a:lnTo>
                <a:lnTo>
                  <a:pt x="2511" y="467"/>
                </a:lnTo>
                <a:lnTo>
                  <a:pt x="2530" y="467"/>
                </a:lnTo>
                <a:lnTo>
                  <a:pt x="2530" y="465"/>
                </a:lnTo>
                <a:lnTo>
                  <a:pt x="2544" y="465"/>
                </a:lnTo>
                <a:lnTo>
                  <a:pt x="2544" y="467"/>
                </a:lnTo>
                <a:lnTo>
                  <a:pt x="2546" y="467"/>
                </a:lnTo>
                <a:lnTo>
                  <a:pt x="2546" y="467"/>
                </a:lnTo>
                <a:lnTo>
                  <a:pt x="2544" y="467"/>
                </a:lnTo>
                <a:lnTo>
                  <a:pt x="2544" y="470"/>
                </a:lnTo>
                <a:lnTo>
                  <a:pt x="2549" y="470"/>
                </a:lnTo>
                <a:lnTo>
                  <a:pt x="2549" y="472"/>
                </a:lnTo>
                <a:lnTo>
                  <a:pt x="2549" y="472"/>
                </a:lnTo>
                <a:lnTo>
                  <a:pt x="2549" y="472"/>
                </a:lnTo>
                <a:lnTo>
                  <a:pt x="2551" y="472"/>
                </a:lnTo>
                <a:lnTo>
                  <a:pt x="2551" y="472"/>
                </a:lnTo>
                <a:lnTo>
                  <a:pt x="2558" y="472"/>
                </a:lnTo>
                <a:lnTo>
                  <a:pt x="2558" y="467"/>
                </a:lnTo>
                <a:lnTo>
                  <a:pt x="2556" y="467"/>
                </a:lnTo>
                <a:lnTo>
                  <a:pt x="2556" y="465"/>
                </a:lnTo>
                <a:lnTo>
                  <a:pt x="2558" y="465"/>
                </a:lnTo>
                <a:lnTo>
                  <a:pt x="2558" y="465"/>
                </a:lnTo>
                <a:lnTo>
                  <a:pt x="2561" y="465"/>
                </a:lnTo>
                <a:lnTo>
                  <a:pt x="2561" y="465"/>
                </a:lnTo>
                <a:lnTo>
                  <a:pt x="2561" y="465"/>
                </a:lnTo>
                <a:lnTo>
                  <a:pt x="2561" y="465"/>
                </a:lnTo>
                <a:lnTo>
                  <a:pt x="2563" y="465"/>
                </a:lnTo>
                <a:lnTo>
                  <a:pt x="2563" y="465"/>
                </a:lnTo>
                <a:lnTo>
                  <a:pt x="2565" y="465"/>
                </a:lnTo>
                <a:lnTo>
                  <a:pt x="2565" y="467"/>
                </a:lnTo>
                <a:lnTo>
                  <a:pt x="2575" y="467"/>
                </a:lnTo>
                <a:lnTo>
                  <a:pt x="2575" y="467"/>
                </a:lnTo>
                <a:lnTo>
                  <a:pt x="2580" y="467"/>
                </a:lnTo>
                <a:lnTo>
                  <a:pt x="2580" y="470"/>
                </a:lnTo>
                <a:lnTo>
                  <a:pt x="2582" y="470"/>
                </a:lnTo>
                <a:lnTo>
                  <a:pt x="2582" y="470"/>
                </a:lnTo>
                <a:lnTo>
                  <a:pt x="2584" y="470"/>
                </a:lnTo>
                <a:lnTo>
                  <a:pt x="2584" y="470"/>
                </a:lnTo>
                <a:lnTo>
                  <a:pt x="2584" y="470"/>
                </a:lnTo>
                <a:lnTo>
                  <a:pt x="2584" y="467"/>
                </a:lnTo>
                <a:lnTo>
                  <a:pt x="2587" y="467"/>
                </a:lnTo>
                <a:lnTo>
                  <a:pt x="2587" y="470"/>
                </a:lnTo>
                <a:lnTo>
                  <a:pt x="2589" y="470"/>
                </a:lnTo>
                <a:lnTo>
                  <a:pt x="2589" y="465"/>
                </a:lnTo>
                <a:lnTo>
                  <a:pt x="2601" y="465"/>
                </a:lnTo>
                <a:lnTo>
                  <a:pt x="2601" y="467"/>
                </a:lnTo>
                <a:lnTo>
                  <a:pt x="2601" y="467"/>
                </a:lnTo>
                <a:lnTo>
                  <a:pt x="2601" y="470"/>
                </a:lnTo>
                <a:lnTo>
                  <a:pt x="2606" y="470"/>
                </a:lnTo>
                <a:lnTo>
                  <a:pt x="2606" y="470"/>
                </a:lnTo>
                <a:lnTo>
                  <a:pt x="2608" y="470"/>
                </a:lnTo>
                <a:lnTo>
                  <a:pt x="2608" y="470"/>
                </a:lnTo>
                <a:lnTo>
                  <a:pt x="2610" y="470"/>
                </a:lnTo>
                <a:lnTo>
                  <a:pt x="2610" y="470"/>
                </a:lnTo>
                <a:lnTo>
                  <a:pt x="2610" y="470"/>
                </a:lnTo>
                <a:lnTo>
                  <a:pt x="2610" y="470"/>
                </a:lnTo>
                <a:lnTo>
                  <a:pt x="2615" y="470"/>
                </a:lnTo>
                <a:lnTo>
                  <a:pt x="2615" y="467"/>
                </a:lnTo>
                <a:lnTo>
                  <a:pt x="2613" y="467"/>
                </a:lnTo>
                <a:lnTo>
                  <a:pt x="2613" y="467"/>
                </a:lnTo>
                <a:lnTo>
                  <a:pt x="2615" y="467"/>
                </a:lnTo>
                <a:lnTo>
                  <a:pt x="2615" y="465"/>
                </a:lnTo>
                <a:lnTo>
                  <a:pt x="2615" y="465"/>
                </a:lnTo>
                <a:lnTo>
                  <a:pt x="2615" y="465"/>
                </a:lnTo>
                <a:lnTo>
                  <a:pt x="2615" y="465"/>
                </a:lnTo>
                <a:lnTo>
                  <a:pt x="2615" y="465"/>
                </a:lnTo>
                <a:lnTo>
                  <a:pt x="2620" y="465"/>
                </a:lnTo>
                <a:lnTo>
                  <a:pt x="2620" y="463"/>
                </a:lnTo>
                <a:lnTo>
                  <a:pt x="2617" y="463"/>
                </a:lnTo>
                <a:lnTo>
                  <a:pt x="2617" y="460"/>
                </a:lnTo>
                <a:lnTo>
                  <a:pt x="2617" y="460"/>
                </a:lnTo>
                <a:lnTo>
                  <a:pt x="2617" y="458"/>
                </a:lnTo>
                <a:lnTo>
                  <a:pt x="2622" y="458"/>
                </a:lnTo>
                <a:lnTo>
                  <a:pt x="2622" y="458"/>
                </a:lnTo>
                <a:lnTo>
                  <a:pt x="2625" y="458"/>
                </a:lnTo>
                <a:lnTo>
                  <a:pt x="2625" y="455"/>
                </a:lnTo>
                <a:lnTo>
                  <a:pt x="2629" y="455"/>
                </a:lnTo>
                <a:lnTo>
                  <a:pt x="2629" y="458"/>
                </a:lnTo>
                <a:lnTo>
                  <a:pt x="2634" y="458"/>
                </a:lnTo>
                <a:lnTo>
                  <a:pt x="2634" y="458"/>
                </a:lnTo>
                <a:lnTo>
                  <a:pt x="2636" y="458"/>
                </a:lnTo>
                <a:lnTo>
                  <a:pt x="2636" y="460"/>
                </a:lnTo>
                <a:lnTo>
                  <a:pt x="2643" y="460"/>
                </a:lnTo>
                <a:lnTo>
                  <a:pt x="2643" y="460"/>
                </a:lnTo>
                <a:lnTo>
                  <a:pt x="2643" y="460"/>
                </a:lnTo>
                <a:lnTo>
                  <a:pt x="2643" y="463"/>
                </a:lnTo>
                <a:lnTo>
                  <a:pt x="2646" y="463"/>
                </a:lnTo>
                <a:lnTo>
                  <a:pt x="2646" y="463"/>
                </a:lnTo>
                <a:lnTo>
                  <a:pt x="2646" y="463"/>
                </a:lnTo>
                <a:lnTo>
                  <a:pt x="2646" y="465"/>
                </a:lnTo>
                <a:lnTo>
                  <a:pt x="2651" y="465"/>
                </a:lnTo>
                <a:lnTo>
                  <a:pt x="2651" y="465"/>
                </a:lnTo>
                <a:lnTo>
                  <a:pt x="2655" y="465"/>
                </a:lnTo>
                <a:lnTo>
                  <a:pt x="2655" y="463"/>
                </a:lnTo>
                <a:lnTo>
                  <a:pt x="2665" y="463"/>
                </a:lnTo>
                <a:lnTo>
                  <a:pt x="2665" y="460"/>
                </a:lnTo>
                <a:lnTo>
                  <a:pt x="2667" y="460"/>
                </a:lnTo>
                <a:lnTo>
                  <a:pt x="2667" y="463"/>
                </a:lnTo>
                <a:lnTo>
                  <a:pt x="2667" y="463"/>
                </a:lnTo>
                <a:lnTo>
                  <a:pt x="2667" y="463"/>
                </a:lnTo>
                <a:lnTo>
                  <a:pt x="2669" y="463"/>
                </a:lnTo>
                <a:lnTo>
                  <a:pt x="2669" y="465"/>
                </a:lnTo>
                <a:lnTo>
                  <a:pt x="2669" y="465"/>
                </a:lnTo>
                <a:lnTo>
                  <a:pt x="2669" y="465"/>
                </a:lnTo>
                <a:lnTo>
                  <a:pt x="2672" y="465"/>
                </a:lnTo>
                <a:lnTo>
                  <a:pt x="2672" y="465"/>
                </a:lnTo>
                <a:lnTo>
                  <a:pt x="2672" y="465"/>
                </a:lnTo>
                <a:lnTo>
                  <a:pt x="2672" y="467"/>
                </a:lnTo>
                <a:lnTo>
                  <a:pt x="2677" y="467"/>
                </a:lnTo>
                <a:lnTo>
                  <a:pt x="2677" y="470"/>
                </a:lnTo>
                <a:lnTo>
                  <a:pt x="2684" y="470"/>
                </a:lnTo>
                <a:lnTo>
                  <a:pt x="2684" y="470"/>
                </a:lnTo>
                <a:lnTo>
                  <a:pt x="2681" y="470"/>
                </a:lnTo>
                <a:lnTo>
                  <a:pt x="2681" y="472"/>
                </a:lnTo>
                <a:lnTo>
                  <a:pt x="2665" y="472"/>
                </a:lnTo>
                <a:lnTo>
                  <a:pt x="2665" y="472"/>
                </a:lnTo>
                <a:lnTo>
                  <a:pt x="2658" y="472"/>
                </a:lnTo>
                <a:lnTo>
                  <a:pt x="2658" y="474"/>
                </a:lnTo>
                <a:lnTo>
                  <a:pt x="2660" y="474"/>
                </a:lnTo>
                <a:lnTo>
                  <a:pt x="2660" y="474"/>
                </a:lnTo>
                <a:lnTo>
                  <a:pt x="2662" y="474"/>
                </a:lnTo>
                <a:lnTo>
                  <a:pt x="2662" y="477"/>
                </a:lnTo>
                <a:lnTo>
                  <a:pt x="2662" y="477"/>
                </a:lnTo>
                <a:lnTo>
                  <a:pt x="2662" y="479"/>
                </a:lnTo>
                <a:lnTo>
                  <a:pt x="2665" y="479"/>
                </a:lnTo>
                <a:lnTo>
                  <a:pt x="2665" y="482"/>
                </a:lnTo>
                <a:lnTo>
                  <a:pt x="2665" y="482"/>
                </a:lnTo>
                <a:lnTo>
                  <a:pt x="2665" y="479"/>
                </a:lnTo>
                <a:lnTo>
                  <a:pt x="2677" y="479"/>
                </a:lnTo>
                <a:lnTo>
                  <a:pt x="2677" y="479"/>
                </a:lnTo>
                <a:lnTo>
                  <a:pt x="2681" y="479"/>
                </a:lnTo>
                <a:lnTo>
                  <a:pt x="2681" y="477"/>
                </a:lnTo>
                <a:lnTo>
                  <a:pt x="2684" y="477"/>
                </a:lnTo>
                <a:lnTo>
                  <a:pt x="2684" y="474"/>
                </a:lnTo>
                <a:lnTo>
                  <a:pt x="2688" y="474"/>
                </a:lnTo>
                <a:lnTo>
                  <a:pt x="2688" y="477"/>
                </a:lnTo>
                <a:lnTo>
                  <a:pt x="2691" y="477"/>
                </a:lnTo>
                <a:lnTo>
                  <a:pt x="2691" y="477"/>
                </a:lnTo>
                <a:lnTo>
                  <a:pt x="2693" y="477"/>
                </a:lnTo>
                <a:lnTo>
                  <a:pt x="2693" y="479"/>
                </a:lnTo>
                <a:lnTo>
                  <a:pt x="2696" y="479"/>
                </a:lnTo>
                <a:lnTo>
                  <a:pt x="2696" y="477"/>
                </a:lnTo>
                <a:lnTo>
                  <a:pt x="2698" y="477"/>
                </a:lnTo>
                <a:lnTo>
                  <a:pt x="2698" y="479"/>
                </a:lnTo>
                <a:lnTo>
                  <a:pt x="2698" y="479"/>
                </a:lnTo>
                <a:lnTo>
                  <a:pt x="2698" y="474"/>
                </a:lnTo>
                <a:lnTo>
                  <a:pt x="2700" y="474"/>
                </a:lnTo>
                <a:lnTo>
                  <a:pt x="2700" y="474"/>
                </a:lnTo>
                <a:lnTo>
                  <a:pt x="2705" y="474"/>
                </a:lnTo>
                <a:lnTo>
                  <a:pt x="2705" y="474"/>
                </a:lnTo>
                <a:lnTo>
                  <a:pt x="2705" y="474"/>
                </a:lnTo>
                <a:lnTo>
                  <a:pt x="2705" y="474"/>
                </a:lnTo>
                <a:lnTo>
                  <a:pt x="2707" y="474"/>
                </a:lnTo>
                <a:lnTo>
                  <a:pt x="2707" y="474"/>
                </a:lnTo>
                <a:lnTo>
                  <a:pt x="2707" y="474"/>
                </a:lnTo>
                <a:lnTo>
                  <a:pt x="2707" y="470"/>
                </a:lnTo>
                <a:lnTo>
                  <a:pt x="2712" y="470"/>
                </a:lnTo>
                <a:lnTo>
                  <a:pt x="2712" y="472"/>
                </a:lnTo>
                <a:lnTo>
                  <a:pt x="2717" y="472"/>
                </a:lnTo>
                <a:lnTo>
                  <a:pt x="2717" y="472"/>
                </a:lnTo>
                <a:lnTo>
                  <a:pt x="2719" y="472"/>
                </a:lnTo>
                <a:lnTo>
                  <a:pt x="2719" y="474"/>
                </a:lnTo>
                <a:lnTo>
                  <a:pt x="2724" y="474"/>
                </a:lnTo>
                <a:lnTo>
                  <a:pt x="2724" y="474"/>
                </a:lnTo>
                <a:lnTo>
                  <a:pt x="2729" y="474"/>
                </a:lnTo>
                <a:lnTo>
                  <a:pt x="2729" y="472"/>
                </a:lnTo>
                <a:lnTo>
                  <a:pt x="2731" y="472"/>
                </a:lnTo>
                <a:lnTo>
                  <a:pt x="2731" y="470"/>
                </a:lnTo>
                <a:lnTo>
                  <a:pt x="2733" y="470"/>
                </a:lnTo>
                <a:lnTo>
                  <a:pt x="2733" y="472"/>
                </a:lnTo>
                <a:lnTo>
                  <a:pt x="2733" y="472"/>
                </a:lnTo>
                <a:lnTo>
                  <a:pt x="2733" y="472"/>
                </a:lnTo>
                <a:lnTo>
                  <a:pt x="2740" y="472"/>
                </a:lnTo>
                <a:lnTo>
                  <a:pt x="2740" y="472"/>
                </a:lnTo>
                <a:lnTo>
                  <a:pt x="2748" y="472"/>
                </a:lnTo>
                <a:lnTo>
                  <a:pt x="2748" y="467"/>
                </a:lnTo>
                <a:lnTo>
                  <a:pt x="2748" y="467"/>
                </a:lnTo>
                <a:lnTo>
                  <a:pt x="2748" y="465"/>
                </a:lnTo>
                <a:lnTo>
                  <a:pt x="2748" y="465"/>
                </a:lnTo>
                <a:lnTo>
                  <a:pt x="2748" y="465"/>
                </a:lnTo>
                <a:lnTo>
                  <a:pt x="2745" y="465"/>
                </a:lnTo>
                <a:lnTo>
                  <a:pt x="2745" y="465"/>
                </a:lnTo>
                <a:lnTo>
                  <a:pt x="2743" y="465"/>
                </a:lnTo>
                <a:lnTo>
                  <a:pt x="2743" y="463"/>
                </a:lnTo>
                <a:lnTo>
                  <a:pt x="2738" y="463"/>
                </a:lnTo>
                <a:lnTo>
                  <a:pt x="2738" y="463"/>
                </a:lnTo>
                <a:lnTo>
                  <a:pt x="2736" y="463"/>
                </a:lnTo>
                <a:lnTo>
                  <a:pt x="2736" y="460"/>
                </a:lnTo>
                <a:lnTo>
                  <a:pt x="2736" y="460"/>
                </a:lnTo>
                <a:lnTo>
                  <a:pt x="2736" y="463"/>
                </a:lnTo>
                <a:lnTo>
                  <a:pt x="2731" y="463"/>
                </a:lnTo>
                <a:lnTo>
                  <a:pt x="2731" y="460"/>
                </a:lnTo>
                <a:lnTo>
                  <a:pt x="2729" y="460"/>
                </a:lnTo>
                <a:lnTo>
                  <a:pt x="2729" y="460"/>
                </a:lnTo>
                <a:lnTo>
                  <a:pt x="2729" y="460"/>
                </a:lnTo>
                <a:lnTo>
                  <a:pt x="2729" y="458"/>
                </a:lnTo>
                <a:lnTo>
                  <a:pt x="2729" y="458"/>
                </a:lnTo>
                <a:lnTo>
                  <a:pt x="2729" y="455"/>
                </a:lnTo>
                <a:lnTo>
                  <a:pt x="2726" y="455"/>
                </a:lnTo>
                <a:lnTo>
                  <a:pt x="2726" y="453"/>
                </a:lnTo>
                <a:lnTo>
                  <a:pt x="2729" y="453"/>
                </a:lnTo>
                <a:lnTo>
                  <a:pt x="2729" y="455"/>
                </a:lnTo>
                <a:lnTo>
                  <a:pt x="2731" y="455"/>
                </a:lnTo>
                <a:lnTo>
                  <a:pt x="2731" y="451"/>
                </a:lnTo>
                <a:lnTo>
                  <a:pt x="2733" y="451"/>
                </a:lnTo>
                <a:lnTo>
                  <a:pt x="2733" y="448"/>
                </a:lnTo>
                <a:lnTo>
                  <a:pt x="2733" y="448"/>
                </a:lnTo>
                <a:lnTo>
                  <a:pt x="2733" y="448"/>
                </a:lnTo>
                <a:lnTo>
                  <a:pt x="2736" y="448"/>
                </a:lnTo>
                <a:lnTo>
                  <a:pt x="2736" y="446"/>
                </a:lnTo>
                <a:lnTo>
                  <a:pt x="2736" y="446"/>
                </a:lnTo>
                <a:lnTo>
                  <a:pt x="2736" y="446"/>
                </a:lnTo>
                <a:lnTo>
                  <a:pt x="2738" y="446"/>
                </a:lnTo>
                <a:lnTo>
                  <a:pt x="2738" y="446"/>
                </a:lnTo>
                <a:lnTo>
                  <a:pt x="2738" y="446"/>
                </a:lnTo>
                <a:lnTo>
                  <a:pt x="2738" y="444"/>
                </a:lnTo>
                <a:lnTo>
                  <a:pt x="2740" y="444"/>
                </a:lnTo>
                <a:lnTo>
                  <a:pt x="2740" y="444"/>
                </a:lnTo>
                <a:lnTo>
                  <a:pt x="2740" y="444"/>
                </a:lnTo>
                <a:lnTo>
                  <a:pt x="2740" y="441"/>
                </a:lnTo>
                <a:lnTo>
                  <a:pt x="2743" y="441"/>
                </a:lnTo>
                <a:lnTo>
                  <a:pt x="2743" y="441"/>
                </a:lnTo>
                <a:lnTo>
                  <a:pt x="2748" y="441"/>
                </a:lnTo>
                <a:lnTo>
                  <a:pt x="2748" y="439"/>
                </a:lnTo>
                <a:lnTo>
                  <a:pt x="2748" y="439"/>
                </a:lnTo>
                <a:lnTo>
                  <a:pt x="2748" y="439"/>
                </a:lnTo>
                <a:lnTo>
                  <a:pt x="2750" y="439"/>
                </a:lnTo>
                <a:lnTo>
                  <a:pt x="2750" y="436"/>
                </a:lnTo>
                <a:lnTo>
                  <a:pt x="2755" y="436"/>
                </a:lnTo>
                <a:lnTo>
                  <a:pt x="2755" y="436"/>
                </a:lnTo>
                <a:lnTo>
                  <a:pt x="2755" y="436"/>
                </a:lnTo>
                <a:lnTo>
                  <a:pt x="2755" y="436"/>
                </a:lnTo>
                <a:lnTo>
                  <a:pt x="2757" y="436"/>
                </a:lnTo>
                <a:lnTo>
                  <a:pt x="2757" y="434"/>
                </a:lnTo>
                <a:lnTo>
                  <a:pt x="2759" y="434"/>
                </a:lnTo>
                <a:lnTo>
                  <a:pt x="2759" y="434"/>
                </a:lnTo>
                <a:lnTo>
                  <a:pt x="2762" y="434"/>
                </a:lnTo>
                <a:lnTo>
                  <a:pt x="2762" y="432"/>
                </a:lnTo>
                <a:lnTo>
                  <a:pt x="2762" y="432"/>
                </a:lnTo>
                <a:lnTo>
                  <a:pt x="2762" y="434"/>
                </a:lnTo>
                <a:lnTo>
                  <a:pt x="2762" y="434"/>
                </a:lnTo>
                <a:lnTo>
                  <a:pt x="2762" y="432"/>
                </a:lnTo>
                <a:lnTo>
                  <a:pt x="2764" y="432"/>
                </a:lnTo>
                <a:lnTo>
                  <a:pt x="2764" y="427"/>
                </a:lnTo>
                <a:lnTo>
                  <a:pt x="2764" y="427"/>
                </a:lnTo>
                <a:lnTo>
                  <a:pt x="2764" y="427"/>
                </a:lnTo>
                <a:lnTo>
                  <a:pt x="2767" y="427"/>
                </a:lnTo>
                <a:lnTo>
                  <a:pt x="2767" y="427"/>
                </a:lnTo>
                <a:lnTo>
                  <a:pt x="2767" y="427"/>
                </a:lnTo>
                <a:lnTo>
                  <a:pt x="2767" y="425"/>
                </a:lnTo>
                <a:lnTo>
                  <a:pt x="2769" y="425"/>
                </a:lnTo>
                <a:lnTo>
                  <a:pt x="2769" y="425"/>
                </a:lnTo>
                <a:lnTo>
                  <a:pt x="2771" y="425"/>
                </a:lnTo>
                <a:lnTo>
                  <a:pt x="2771" y="422"/>
                </a:lnTo>
                <a:lnTo>
                  <a:pt x="2774" y="422"/>
                </a:lnTo>
                <a:lnTo>
                  <a:pt x="2774" y="422"/>
                </a:lnTo>
                <a:lnTo>
                  <a:pt x="2774" y="422"/>
                </a:lnTo>
                <a:lnTo>
                  <a:pt x="2774" y="420"/>
                </a:lnTo>
                <a:lnTo>
                  <a:pt x="2781" y="420"/>
                </a:lnTo>
                <a:lnTo>
                  <a:pt x="2781" y="418"/>
                </a:lnTo>
                <a:lnTo>
                  <a:pt x="2778" y="418"/>
                </a:lnTo>
                <a:lnTo>
                  <a:pt x="2778" y="415"/>
                </a:lnTo>
                <a:lnTo>
                  <a:pt x="2781" y="415"/>
                </a:lnTo>
                <a:lnTo>
                  <a:pt x="2781" y="413"/>
                </a:lnTo>
                <a:lnTo>
                  <a:pt x="2785" y="413"/>
                </a:lnTo>
                <a:lnTo>
                  <a:pt x="2785" y="410"/>
                </a:lnTo>
                <a:lnTo>
                  <a:pt x="2785" y="410"/>
                </a:lnTo>
                <a:lnTo>
                  <a:pt x="2785" y="410"/>
                </a:lnTo>
                <a:lnTo>
                  <a:pt x="2788" y="410"/>
                </a:lnTo>
                <a:lnTo>
                  <a:pt x="2788" y="408"/>
                </a:lnTo>
                <a:lnTo>
                  <a:pt x="2790" y="408"/>
                </a:lnTo>
                <a:lnTo>
                  <a:pt x="2790" y="408"/>
                </a:lnTo>
                <a:lnTo>
                  <a:pt x="2795" y="408"/>
                </a:lnTo>
                <a:lnTo>
                  <a:pt x="2795" y="406"/>
                </a:lnTo>
                <a:lnTo>
                  <a:pt x="2795" y="406"/>
                </a:lnTo>
                <a:lnTo>
                  <a:pt x="2795" y="406"/>
                </a:lnTo>
                <a:lnTo>
                  <a:pt x="2804" y="406"/>
                </a:lnTo>
                <a:lnTo>
                  <a:pt x="2804" y="406"/>
                </a:lnTo>
                <a:lnTo>
                  <a:pt x="2809" y="406"/>
                </a:lnTo>
                <a:lnTo>
                  <a:pt x="2809" y="406"/>
                </a:lnTo>
                <a:lnTo>
                  <a:pt x="2814" y="406"/>
                </a:lnTo>
                <a:lnTo>
                  <a:pt x="2814" y="406"/>
                </a:lnTo>
                <a:lnTo>
                  <a:pt x="2816" y="406"/>
                </a:lnTo>
                <a:lnTo>
                  <a:pt x="2816" y="406"/>
                </a:lnTo>
                <a:lnTo>
                  <a:pt x="2819" y="406"/>
                </a:lnTo>
                <a:lnTo>
                  <a:pt x="2819" y="406"/>
                </a:lnTo>
                <a:lnTo>
                  <a:pt x="2826" y="406"/>
                </a:lnTo>
                <a:lnTo>
                  <a:pt x="2826" y="403"/>
                </a:lnTo>
                <a:lnTo>
                  <a:pt x="2828" y="403"/>
                </a:lnTo>
                <a:lnTo>
                  <a:pt x="2828" y="403"/>
                </a:lnTo>
                <a:lnTo>
                  <a:pt x="2838" y="403"/>
                </a:lnTo>
                <a:lnTo>
                  <a:pt x="2838" y="403"/>
                </a:lnTo>
                <a:lnTo>
                  <a:pt x="2835" y="403"/>
                </a:lnTo>
                <a:lnTo>
                  <a:pt x="2835" y="406"/>
                </a:lnTo>
                <a:lnTo>
                  <a:pt x="2838" y="406"/>
                </a:lnTo>
                <a:lnTo>
                  <a:pt x="2838" y="406"/>
                </a:lnTo>
                <a:lnTo>
                  <a:pt x="2840" y="406"/>
                </a:lnTo>
                <a:lnTo>
                  <a:pt x="2840" y="408"/>
                </a:lnTo>
                <a:lnTo>
                  <a:pt x="2842" y="408"/>
                </a:lnTo>
                <a:lnTo>
                  <a:pt x="2842" y="408"/>
                </a:lnTo>
                <a:lnTo>
                  <a:pt x="2849" y="408"/>
                </a:lnTo>
                <a:lnTo>
                  <a:pt x="2849" y="406"/>
                </a:lnTo>
                <a:lnTo>
                  <a:pt x="2849" y="406"/>
                </a:lnTo>
                <a:lnTo>
                  <a:pt x="2849" y="406"/>
                </a:lnTo>
                <a:lnTo>
                  <a:pt x="2852" y="406"/>
                </a:lnTo>
                <a:lnTo>
                  <a:pt x="2852" y="406"/>
                </a:lnTo>
                <a:lnTo>
                  <a:pt x="2852" y="406"/>
                </a:lnTo>
                <a:lnTo>
                  <a:pt x="2852" y="403"/>
                </a:lnTo>
                <a:lnTo>
                  <a:pt x="2854" y="403"/>
                </a:lnTo>
                <a:lnTo>
                  <a:pt x="2854" y="403"/>
                </a:lnTo>
                <a:lnTo>
                  <a:pt x="2856" y="403"/>
                </a:lnTo>
                <a:lnTo>
                  <a:pt x="2856" y="401"/>
                </a:lnTo>
                <a:lnTo>
                  <a:pt x="2856" y="401"/>
                </a:lnTo>
                <a:lnTo>
                  <a:pt x="2856" y="403"/>
                </a:lnTo>
                <a:lnTo>
                  <a:pt x="2859" y="403"/>
                </a:lnTo>
                <a:lnTo>
                  <a:pt x="2859" y="403"/>
                </a:lnTo>
                <a:lnTo>
                  <a:pt x="2856" y="403"/>
                </a:lnTo>
                <a:lnTo>
                  <a:pt x="2856" y="406"/>
                </a:lnTo>
                <a:lnTo>
                  <a:pt x="2859" y="406"/>
                </a:lnTo>
                <a:lnTo>
                  <a:pt x="2859" y="406"/>
                </a:lnTo>
                <a:lnTo>
                  <a:pt x="2856" y="406"/>
                </a:lnTo>
                <a:lnTo>
                  <a:pt x="2856" y="406"/>
                </a:lnTo>
                <a:lnTo>
                  <a:pt x="2856" y="406"/>
                </a:lnTo>
                <a:lnTo>
                  <a:pt x="2856" y="408"/>
                </a:lnTo>
                <a:lnTo>
                  <a:pt x="2856" y="408"/>
                </a:lnTo>
                <a:lnTo>
                  <a:pt x="2856" y="408"/>
                </a:lnTo>
                <a:lnTo>
                  <a:pt x="2856" y="408"/>
                </a:lnTo>
                <a:lnTo>
                  <a:pt x="2856" y="410"/>
                </a:lnTo>
                <a:lnTo>
                  <a:pt x="2854" y="410"/>
                </a:lnTo>
                <a:lnTo>
                  <a:pt x="2854" y="413"/>
                </a:lnTo>
                <a:lnTo>
                  <a:pt x="2852" y="413"/>
                </a:lnTo>
                <a:lnTo>
                  <a:pt x="2852" y="415"/>
                </a:lnTo>
                <a:lnTo>
                  <a:pt x="2849" y="415"/>
                </a:lnTo>
                <a:lnTo>
                  <a:pt x="2849" y="415"/>
                </a:lnTo>
                <a:lnTo>
                  <a:pt x="2847" y="415"/>
                </a:lnTo>
                <a:lnTo>
                  <a:pt x="2847" y="418"/>
                </a:lnTo>
                <a:lnTo>
                  <a:pt x="2847" y="418"/>
                </a:lnTo>
                <a:lnTo>
                  <a:pt x="2847" y="418"/>
                </a:lnTo>
                <a:lnTo>
                  <a:pt x="2845" y="418"/>
                </a:lnTo>
                <a:lnTo>
                  <a:pt x="2845" y="420"/>
                </a:lnTo>
                <a:lnTo>
                  <a:pt x="2847" y="420"/>
                </a:lnTo>
                <a:lnTo>
                  <a:pt x="2847" y="418"/>
                </a:lnTo>
                <a:lnTo>
                  <a:pt x="2849" y="418"/>
                </a:lnTo>
                <a:lnTo>
                  <a:pt x="2849" y="420"/>
                </a:lnTo>
                <a:lnTo>
                  <a:pt x="2849" y="420"/>
                </a:lnTo>
                <a:lnTo>
                  <a:pt x="2849" y="422"/>
                </a:lnTo>
                <a:lnTo>
                  <a:pt x="2849" y="422"/>
                </a:lnTo>
                <a:lnTo>
                  <a:pt x="2849" y="425"/>
                </a:lnTo>
                <a:lnTo>
                  <a:pt x="2847" y="425"/>
                </a:lnTo>
                <a:lnTo>
                  <a:pt x="2847" y="425"/>
                </a:lnTo>
                <a:lnTo>
                  <a:pt x="2847" y="425"/>
                </a:lnTo>
                <a:lnTo>
                  <a:pt x="2847" y="427"/>
                </a:lnTo>
                <a:lnTo>
                  <a:pt x="2847" y="427"/>
                </a:lnTo>
                <a:lnTo>
                  <a:pt x="2847" y="427"/>
                </a:lnTo>
                <a:lnTo>
                  <a:pt x="2847" y="427"/>
                </a:lnTo>
                <a:lnTo>
                  <a:pt x="2847" y="427"/>
                </a:lnTo>
                <a:lnTo>
                  <a:pt x="2849" y="427"/>
                </a:lnTo>
                <a:lnTo>
                  <a:pt x="2849" y="427"/>
                </a:lnTo>
                <a:lnTo>
                  <a:pt x="2849" y="427"/>
                </a:lnTo>
                <a:lnTo>
                  <a:pt x="2849" y="427"/>
                </a:lnTo>
                <a:lnTo>
                  <a:pt x="2852" y="427"/>
                </a:lnTo>
                <a:lnTo>
                  <a:pt x="2852" y="425"/>
                </a:lnTo>
                <a:lnTo>
                  <a:pt x="2859" y="425"/>
                </a:lnTo>
                <a:lnTo>
                  <a:pt x="2859" y="427"/>
                </a:lnTo>
                <a:lnTo>
                  <a:pt x="2856" y="427"/>
                </a:lnTo>
                <a:lnTo>
                  <a:pt x="2856" y="427"/>
                </a:lnTo>
                <a:lnTo>
                  <a:pt x="2856" y="427"/>
                </a:lnTo>
                <a:lnTo>
                  <a:pt x="2856" y="427"/>
                </a:lnTo>
                <a:lnTo>
                  <a:pt x="2854" y="427"/>
                </a:lnTo>
                <a:lnTo>
                  <a:pt x="2854" y="429"/>
                </a:lnTo>
                <a:lnTo>
                  <a:pt x="2854" y="429"/>
                </a:lnTo>
                <a:lnTo>
                  <a:pt x="2854" y="429"/>
                </a:lnTo>
                <a:lnTo>
                  <a:pt x="2854" y="429"/>
                </a:lnTo>
                <a:lnTo>
                  <a:pt x="2854" y="432"/>
                </a:lnTo>
                <a:lnTo>
                  <a:pt x="2854" y="432"/>
                </a:lnTo>
                <a:lnTo>
                  <a:pt x="2854" y="434"/>
                </a:lnTo>
                <a:lnTo>
                  <a:pt x="2854" y="434"/>
                </a:lnTo>
                <a:lnTo>
                  <a:pt x="2854" y="436"/>
                </a:lnTo>
                <a:lnTo>
                  <a:pt x="2856" y="436"/>
                </a:lnTo>
                <a:lnTo>
                  <a:pt x="2856" y="436"/>
                </a:lnTo>
                <a:lnTo>
                  <a:pt x="2856" y="436"/>
                </a:lnTo>
                <a:lnTo>
                  <a:pt x="2856" y="434"/>
                </a:lnTo>
                <a:lnTo>
                  <a:pt x="2859" y="434"/>
                </a:lnTo>
                <a:lnTo>
                  <a:pt x="2859" y="434"/>
                </a:lnTo>
                <a:lnTo>
                  <a:pt x="2861" y="434"/>
                </a:lnTo>
                <a:lnTo>
                  <a:pt x="2861" y="432"/>
                </a:lnTo>
                <a:lnTo>
                  <a:pt x="2868" y="432"/>
                </a:lnTo>
                <a:lnTo>
                  <a:pt x="2868" y="432"/>
                </a:lnTo>
                <a:lnTo>
                  <a:pt x="2868" y="432"/>
                </a:lnTo>
                <a:lnTo>
                  <a:pt x="2868" y="429"/>
                </a:lnTo>
                <a:lnTo>
                  <a:pt x="2871" y="429"/>
                </a:lnTo>
                <a:lnTo>
                  <a:pt x="2871" y="429"/>
                </a:lnTo>
                <a:lnTo>
                  <a:pt x="2871" y="429"/>
                </a:lnTo>
                <a:lnTo>
                  <a:pt x="2871" y="427"/>
                </a:lnTo>
                <a:lnTo>
                  <a:pt x="2873" y="427"/>
                </a:lnTo>
                <a:lnTo>
                  <a:pt x="2873" y="427"/>
                </a:lnTo>
                <a:lnTo>
                  <a:pt x="2875" y="427"/>
                </a:lnTo>
                <a:lnTo>
                  <a:pt x="2875" y="427"/>
                </a:lnTo>
                <a:lnTo>
                  <a:pt x="2875" y="427"/>
                </a:lnTo>
                <a:lnTo>
                  <a:pt x="2875" y="425"/>
                </a:lnTo>
                <a:lnTo>
                  <a:pt x="2878" y="425"/>
                </a:lnTo>
                <a:lnTo>
                  <a:pt x="2878" y="425"/>
                </a:lnTo>
                <a:lnTo>
                  <a:pt x="2880" y="425"/>
                </a:lnTo>
                <a:lnTo>
                  <a:pt x="2880" y="422"/>
                </a:lnTo>
                <a:lnTo>
                  <a:pt x="2883" y="422"/>
                </a:lnTo>
                <a:lnTo>
                  <a:pt x="2883" y="420"/>
                </a:lnTo>
                <a:lnTo>
                  <a:pt x="2885" y="420"/>
                </a:lnTo>
                <a:lnTo>
                  <a:pt x="2885" y="418"/>
                </a:lnTo>
                <a:lnTo>
                  <a:pt x="2887" y="418"/>
                </a:lnTo>
                <a:lnTo>
                  <a:pt x="2887" y="418"/>
                </a:lnTo>
                <a:lnTo>
                  <a:pt x="2890" y="418"/>
                </a:lnTo>
                <a:lnTo>
                  <a:pt x="2890" y="415"/>
                </a:lnTo>
                <a:lnTo>
                  <a:pt x="2894" y="415"/>
                </a:lnTo>
                <a:lnTo>
                  <a:pt x="2894" y="415"/>
                </a:lnTo>
                <a:lnTo>
                  <a:pt x="2894" y="415"/>
                </a:lnTo>
                <a:lnTo>
                  <a:pt x="2894" y="415"/>
                </a:lnTo>
                <a:lnTo>
                  <a:pt x="2897" y="415"/>
                </a:lnTo>
                <a:lnTo>
                  <a:pt x="2897" y="413"/>
                </a:lnTo>
                <a:lnTo>
                  <a:pt x="2897" y="413"/>
                </a:lnTo>
                <a:lnTo>
                  <a:pt x="2897" y="413"/>
                </a:lnTo>
                <a:lnTo>
                  <a:pt x="2899" y="413"/>
                </a:lnTo>
                <a:lnTo>
                  <a:pt x="2899" y="410"/>
                </a:lnTo>
                <a:lnTo>
                  <a:pt x="2901" y="410"/>
                </a:lnTo>
                <a:lnTo>
                  <a:pt x="2901" y="410"/>
                </a:lnTo>
                <a:lnTo>
                  <a:pt x="2901" y="410"/>
                </a:lnTo>
                <a:lnTo>
                  <a:pt x="2901" y="408"/>
                </a:lnTo>
                <a:lnTo>
                  <a:pt x="2904" y="408"/>
                </a:lnTo>
                <a:lnTo>
                  <a:pt x="2904" y="410"/>
                </a:lnTo>
                <a:lnTo>
                  <a:pt x="2904" y="410"/>
                </a:lnTo>
                <a:lnTo>
                  <a:pt x="2904" y="410"/>
                </a:lnTo>
                <a:lnTo>
                  <a:pt x="2909" y="410"/>
                </a:lnTo>
                <a:lnTo>
                  <a:pt x="2909" y="410"/>
                </a:lnTo>
                <a:lnTo>
                  <a:pt x="2911" y="410"/>
                </a:lnTo>
                <a:lnTo>
                  <a:pt x="2911" y="408"/>
                </a:lnTo>
                <a:lnTo>
                  <a:pt x="2909" y="408"/>
                </a:lnTo>
                <a:lnTo>
                  <a:pt x="2909" y="408"/>
                </a:lnTo>
                <a:lnTo>
                  <a:pt x="2911" y="408"/>
                </a:lnTo>
                <a:lnTo>
                  <a:pt x="2911" y="408"/>
                </a:lnTo>
                <a:lnTo>
                  <a:pt x="2911" y="408"/>
                </a:lnTo>
                <a:lnTo>
                  <a:pt x="2911" y="410"/>
                </a:lnTo>
                <a:lnTo>
                  <a:pt x="2911" y="410"/>
                </a:lnTo>
                <a:lnTo>
                  <a:pt x="2911" y="410"/>
                </a:lnTo>
                <a:lnTo>
                  <a:pt x="2913" y="410"/>
                </a:lnTo>
                <a:lnTo>
                  <a:pt x="2913" y="413"/>
                </a:lnTo>
                <a:lnTo>
                  <a:pt x="2916" y="413"/>
                </a:lnTo>
                <a:lnTo>
                  <a:pt x="2916" y="415"/>
                </a:lnTo>
                <a:lnTo>
                  <a:pt x="2916" y="415"/>
                </a:lnTo>
                <a:lnTo>
                  <a:pt x="2916" y="413"/>
                </a:lnTo>
                <a:lnTo>
                  <a:pt x="2918" y="413"/>
                </a:lnTo>
                <a:lnTo>
                  <a:pt x="2918" y="410"/>
                </a:lnTo>
                <a:lnTo>
                  <a:pt x="2920" y="410"/>
                </a:lnTo>
                <a:lnTo>
                  <a:pt x="2920" y="408"/>
                </a:lnTo>
                <a:lnTo>
                  <a:pt x="2923" y="408"/>
                </a:lnTo>
                <a:lnTo>
                  <a:pt x="2923" y="406"/>
                </a:lnTo>
                <a:lnTo>
                  <a:pt x="2923" y="406"/>
                </a:lnTo>
                <a:lnTo>
                  <a:pt x="2923" y="406"/>
                </a:lnTo>
                <a:lnTo>
                  <a:pt x="2918" y="406"/>
                </a:lnTo>
                <a:lnTo>
                  <a:pt x="2918" y="406"/>
                </a:lnTo>
                <a:lnTo>
                  <a:pt x="2916" y="406"/>
                </a:lnTo>
                <a:lnTo>
                  <a:pt x="2916" y="403"/>
                </a:lnTo>
                <a:lnTo>
                  <a:pt x="2916" y="403"/>
                </a:lnTo>
                <a:lnTo>
                  <a:pt x="2916" y="401"/>
                </a:lnTo>
                <a:lnTo>
                  <a:pt x="2918" y="401"/>
                </a:lnTo>
                <a:lnTo>
                  <a:pt x="2918" y="401"/>
                </a:lnTo>
                <a:lnTo>
                  <a:pt x="2918" y="401"/>
                </a:lnTo>
                <a:lnTo>
                  <a:pt x="2918" y="399"/>
                </a:lnTo>
                <a:lnTo>
                  <a:pt x="2920" y="399"/>
                </a:lnTo>
                <a:lnTo>
                  <a:pt x="2920" y="396"/>
                </a:lnTo>
                <a:lnTo>
                  <a:pt x="2918" y="396"/>
                </a:lnTo>
                <a:lnTo>
                  <a:pt x="2918" y="396"/>
                </a:lnTo>
                <a:lnTo>
                  <a:pt x="2918" y="396"/>
                </a:lnTo>
                <a:lnTo>
                  <a:pt x="2918" y="394"/>
                </a:lnTo>
                <a:lnTo>
                  <a:pt x="2918" y="394"/>
                </a:lnTo>
                <a:lnTo>
                  <a:pt x="2918" y="394"/>
                </a:lnTo>
                <a:lnTo>
                  <a:pt x="2920" y="394"/>
                </a:lnTo>
                <a:lnTo>
                  <a:pt x="2920" y="391"/>
                </a:lnTo>
                <a:lnTo>
                  <a:pt x="2923" y="391"/>
                </a:lnTo>
                <a:lnTo>
                  <a:pt x="2923" y="389"/>
                </a:lnTo>
                <a:lnTo>
                  <a:pt x="2920" y="389"/>
                </a:lnTo>
                <a:lnTo>
                  <a:pt x="2920" y="387"/>
                </a:lnTo>
                <a:lnTo>
                  <a:pt x="2923" y="387"/>
                </a:lnTo>
                <a:lnTo>
                  <a:pt x="2923" y="387"/>
                </a:lnTo>
                <a:lnTo>
                  <a:pt x="2925" y="387"/>
                </a:lnTo>
                <a:lnTo>
                  <a:pt x="2925" y="387"/>
                </a:lnTo>
                <a:lnTo>
                  <a:pt x="2925" y="387"/>
                </a:lnTo>
                <a:lnTo>
                  <a:pt x="2925" y="387"/>
                </a:lnTo>
                <a:lnTo>
                  <a:pt x="2930" y="387"/>
                </a:lnTo>
                <a:lnTo>
                  <a:pt x="2930" y="384"/>
                </a:lnTo>
                <a:lnTo>
                  <a:pt x="2935" y="384"/>
                </a:lnTo>
                <a:lnTo>
                  <a:pt x="2935" y="387"/>
                </a:lnTo>
                <a:lnTo>
                  <a:pt x="2935" y="387"/>
                </a:lnTo>
                <a:lnTo>
                  <a:pt x="2935" y="384"/>
                </a:lnTo>
                <a:lnTo>
                  <a:pt x="2937" y="384"/>
                </a:lnTo>
                <a:lnTo>
                  <a:pt x="2937" y="384"/>
                </a:lnTo>
                <a:lnTo>
                  <a:pt x="2944" y="384"/>
                </a:lnTo>
                <a:lnTo>
                  <a:pt x="2944" y="382"/>
                </a:lnTo>
                <a:lnTo>
                  <a:pt x="2949" y="382"/>
                </a:lnTo>
                <a:lnTo>
                  <a:pt x="2949" y="384"/>
                </a:lnTo>
                <a:lnTo>
                  <a:pt x="2951" y="384"/>
                </a:lnTo>
                <a:lnTo>
                  <a:pt x="2951" y="384"/>
                </a:lnTo>
                <a:lnTo>
                  <a:pt x="2951" y="384"/>
                </a:lnTo>
                <a:lnTo>
                  <a:pt x="2951" y="387"/>
                </a:lnTo>
                <a:lnTo>
                  <a:pt x="2956" y="387"/>
                </a:lnTo>
                <a:lnTo>
                  <a:pt x="2956" y="387"/>
                </a:lnTo>
                <a:lnTo>
                  <a:pt x="2958" y="387"/>
                </a:lnTo>
                <a:lnTo>
                  <a:pt x="2958" y="387"/>
                </a:lnTo>
                <a:lnTo>
                  <a:pt x="2961" y="387"/>
                </a:lnTo>
                <a:lnTo>
                  <a:pt x="2961" y="389"/>
                </a:lnTo>
                <a:lnTo>
                  <a:pt x="2956" y="389"/>
                </a:lnTo>
                <a:lnTo>
                  <a:pt x="2956" y="387"/>
                </a:lnTo>
                <a:lnTo>
                  <a:pt x="2946" y="387"/>
                </a:lnTo>
                <a:lnTo>
                  <a:pt x="2946" y="389"/>
                </a:lnTo>
                <a:lnTo>
                  <a:pt x="2944" y="389"/>
                </a:lnTo>
                <a:lnTo>
                  <a:pt x="2944" y="389"/>
                </a:lnTo>
                <a:lnTo>
                  <a:pt x="2944" y="389"/>
                </a:lnTo>
                <a:lnTo>
                  <a:pt x="2944" y="391"/>
                </a:lnTo>
                <a:lnTo>
                  <a:pt x="2942" y="391"/>
                </a:lnTo>
                <a:lnTo>
                  <a:pt x="2942" y="391"/>
                </a:lnTo>
                <a:lnTo>
                  <a:pt x="2939" y="391"/>
                </a:lnTo>
                <a:lnTo>
                  <a:pt x="2939" y="396"/>
                </a:lnTo>
                <a:lnTo>
                  <a:pt x="2937" y="396"/>
                </a:lnTo>
                <a:lnTo>
                  <a:pt x="2937" y="399"/>
                </a:lnTo>
                <a:lnTo>
                  <a:pt x="2937" y="399"/>
                </a:lnTo>
                <a:lnTo>
                  <a:pt x="2937" y="401"/>
                </a:lnTo>
                <a:lnTo>
                  <a:pt x="2937" y="401"/>
                </a:lnTo>
                <a:lnTo>
                  <a:pt x="2937" y="403"/>
                </a:lnTo>
                <a:lnTo>
                  <a:pt x="2937" y="403"/>
                </a:lnTo>
                <a:lnTo>
                  <a:pt x="2937" y="406"/>
                </a:lnTo>
                <a:lnTo>
                  <a:pt x="2937" y="406"/>
                </a:lnTo>
                <a:lnTo>
                  <a:pt x="2937" y="408"/>
                </a:lnTo>
                <a:lnTo>
                  <a:pt x="2932" y="408"/>
                </a:lnTo>
                <a:lnTo>
                  <a:pt x="2932" y="410"/>
                </a:lnTo>
                <a:lnTo>
                  <a:pt x="2932" y="410"/>
                </a:lnTo>
                <a:lnTo>
                  <a:pt x="2932" y="413"/>
                </a:lnTo>
                <a:lnTo>
                  <a:pt x="2930" y="413"/>
                </a:lnTo>
                <a:lnTo>
                  <a:pt x="2930" y="415"/>
                </a:lnTo>
                <a:lnTo>
                  <a:pt x="2932" y="415"/>
                </a:lnTo>
                <a:lnTo>
                  <a:pt x="2932" y="415"/>
                </a:lnTo>
                <a:lnTo>
                  <a:pt x="2935" y="415"/>
                </a:lnTo>
                <a:lnTo>
                  <a:pt x="2935" y="415"/>
                </a:lnTo>
                <a:lnTo>
                  <a:pt x="2937" y="415"/>
                </a:lnTo>
                <a:lnTo>
                  <a:pt x="2937" y="415"/>
                </a:lnTo>
                <a:lnTo>
                  <a:pt x="2935" y="415"/>
                </a:lnTo>
                <a:lnTo>
                  <a:pt x="2935" y="418"/>
                </a:lnTo>
                <a:lnTo>
                  <a:pt x="2935" y="418"/>
                </a:lnTo>
                <a:lnTo>
                  <a:pt x="2935" y="420"/>
                </a:lnTo>
                <a:lnTo>
                  <a:pt x="2930" y="420"/>
                </a:lnTo>
                <a:lnTo>
                  <a:pt x="2930" y="420"/>
                </a:lnTo>
                <a:lnTo>
                  <a:pt x="2930" y="420"/>
                </a:lnTo>
                <a:lnTo>
                  <a:pt x="2930" y="422"/>
                </a:lnTo>
                <a:lnTo>
                  <a:pt x="2927" y="422"/>
                </a:lnTo>
                <a:lnTo>
                  <a:pt x="2927" y="422"/>
                </a:lnTo>
                <a:lnTo>
                  <a:pt x="2927" y="422"/>
                </a:lnTo>
                <a:lnTo>
                  <a:pt x="2927" y="425"/>
                </a:lnTo>
                <a:lnTo>
                  <a:pt x="2925" y="425"/>
                </a:lnTo>
                <a:lnTo>
                  <a:pt x="2925" y="427"/>
                </a:lnTo>
                <a:lnTo>
                  <a:pt x="2927" y="427"/>
                </a:lnTo>
                <a:lnTo>
                  <a:pt x="2927" y="427"/>
                </a:lnTo>
                <a:lnTo>
                  <a:pt x="2930" y="427"/>
                </a:lnTo>
                <a:lnTo>
                  <a:pt x="2930" y="427"/>
                </a:lnTo>
                <a:lnTo>
                  <a:pt x="2925" y="427"/>
                </a:lnTo>
                <a:lnTo>
                  <a:pt x="2925" y="429"/>
                </a:lnTo>
                <a:lnTo>
                  <a:pt x="2923" y="429"/>
                </a:lnTo>
                <a:lnTo>
                  <a:pt x="2923" y="427"/>
                </a:lnTo>
                <a:lnTo>
                  <a:pt x="2920" y="427"/>
                </a:lnTo>
                <a:lnTo>
                  <a:pt x="2920" y="429"/>
                </a:lnTo>
                <a:lnTo>
                  <a:pt x="2918" y="429"/>
                </a:lnTo>
                <a:lnTo>
                  <a:pt x="2918" y="429"/>
                </a:lnTo>
                <a:lnTo>
                  <a:pt x="2918" y="429"/>
                </a:lnTo>
                <a:lnTo>
                  <a:pt x="2918" y="432"/>
                </a:lnTo>
                <a:lnTo>
                  <a:pt x="2916" y="432"/>
                </a:lnTo>
                <a:lnTo>
                  <a:pt x="2916" y="429"/>
                </a:lnTo>
                <a:lnTo>
                  <a:pt x="2911" y="429"/>
                </a:lnTo>
                <a:lnTo>
                  <a:pt x="2911" y="432"/>
                </a:lnTo>
                <a:lnTo>
                  <a:pt x="2911" y="432"/>
                </a:lnTo>
                <a:lnTo>
                  <a:pt x="2911" y="434"/>
                </a:lnTo>
                <a:lnTo>
                  <a:pt x="2909" y="434"/>
                </a:lnTo>
                <a:lnTo>
                  <a:pt x="2909" y="434"/>
                </a:lnTo>
                <a:lnTo>
                  <a:pt x="2904" y="434"/>
                </a:lnTo>
                <a:lnTo>
                  <a:pt x="2904" y="436"/>
                </a:lnTo>
                <a:lnTo>
                  <a:pt x="2901" y="436"/>
                </a:lnTo>
                <a:lnTo>
                  <a:pt x="2901" y="436"/>
                </a:lnTo>
                <a:lnTo>
                  <a:pt x="2897" y="436"/>
                </a:lnTo>
                <a:lnTo>
                  <a:pt x="2897" y="436"/>
                </a:lnTo>
                <a:lnTo>
                  <a:pt x="2897" y="436"/>
                </a:lnTo>
                <a:lnTo>
                  <a:pt x="2897" y="436"/>
                </a:lnTo>
                <a:lnTo>
                  <a:pt x="2894" y="436"/>
                </a:lnTo>
                <a:lnTo>
                  <a:pt x="2894" y="439"/>
                </a:lnTo>
                <a:lnTo>
                  <a:pt x="2892" y="439"/>
                </a:lnTo>
                <a:lnTo>
                  <a:pt x="2892" y="441"/>
                </a:lnTo>
                <a:lnTo>
                  <a:pt x="2890" y="441"/>
                </a:lnTo>
                <a:lnTo>
                  <a:pt x="2890" y="444"/>
                </a:lnTo>
                <a:lnTo>
                  <a:pt x="2892" y="444"/>
                </a:lnTo>
                <a:lnTo>
                  <a:pt x="2892" y="446"/>
                </a:lnTo>
                <a:lnTo>
                  <a:pt x="2890" y="446"/>
                </a:lnTo>
                <a:lnTo>
                  <a:pt x="2890" y="446"/>
                </a:lnTo>
                <a:lnTo>
                  <a:pt x="2887" y="446"/>
                </a:lnTo>
                <a:lnTo>
                  <a:pt x="2887" y="446"/>
                </a:lnTo>
                <a:lnTo>
                  <a:pt x="2887" y="446"/>
                </a:lnTo>
                <a:lnTo>
                  <a:pt x="2887" y="448"/>
                </a:lnTo>
                <a:lnTo>
                  <a:pt x="2883" y="448"/>
                </a:lnTo>
                <a:lnTo>
                  <a:pt x="2883" y="448"/>
                </a:lnTo>
                <a:lnTo>
                  <a:pt x="2883" y="448"/>
                </a:lnTo>
                <a:lnTo>
                  <a:pt x="2883" y="451"/>
                </a:lnTo>
                <a:lnTo>
                  <a:pt x="2880" y="451"/>
                </a:lnTo>
                <a:lnTo>
                  <a:pt x="2880" y="451"/>
                </a:lnTo>
                <a:lnTo>
                  <a:pt x="2880" y="451"/>
                </a:lnTo>
                <a:lnTo>
                  <a:pt x="2880" y="453"/>
                </a:lnTo>
                <a:lnTo>
                  <a:pt x="2878" y="453"/>
                </a:lnTo>
                <a:lnTo>
                  <a:pt x="2878" y="453"/>
                </a:lnTo>
                <a:lnTo>
                  <a:pt x="2875" y="453"/>
                </a:lnTo>
                <a:lnTo>
                  <a:pt x="2875" y="455"/>
                </a:lnTo>
                <a:lnTo>
                  <a:pt x="2875" y="455"/>
                </a:lnTo>
                <a:lnTo>
                  <a:pt x="2875" y="455"/>
                </a:lnTo>
                <a:lnTo>
                  <a:pt x="2873" y="455"/>
                </a:lnTo>
                <a:lnTo>
                  <a:pt x="2873" y="455"/>
                </a:lnTo>
                <a:lnTo>
                  <a:pt x="2871" y="455"/>
                </a:lnTo>
                <a:lnTo>
                  <a:pt x="2871" y="458"/>
                </a:lnTo>
                <a:lnTo>
                  <a:pt x="2871" y="458"/>
                </a:lnTo>
                <a:lnTo>
                  <a:pt x="2871" y="458"/>
                </a:lnTo>
                <a:lnTo>
                  <a:pt x="2868" y="458"/>
                </a:lnTo>
                <a:lnTo>
                  <a:pt x="2868" y="460"/>
                </a:lnTo>
                <a:lnTo>
                  <a:pt x="2864" y="460"/>
                </a:lnTo>
                <a:lnTo>
                  <a:pt x="2864" y="460"/>
                </a:lnTo>
                <a:lnTo>
                  <a:pt x="2861" y="460"/>
                </a:lnTo>
                <a:lnTo>
                  <a:pt x="2861" y="463"/>
                </a:lnTo>
                <a:lnTo>
                  <a:pt x="2859" y="463"/>
                </a:lnTo>
                <a:lnTo>
                  <a:pt x="2859" y="465"/>
                </a:lnTo>
                <a:lnTo>
                  <a:pt x="2856" y="465"/>
                </a:lnTo>
                <a:lnTo>
                  <a:pt x="2856" y="465"/>
                </a:lnTo>
                <a:lnTo>
                  <a:pt x="2854" y="465"/>
                </a:lnTo>
                <a:lnTo>
                  <a:pt x="2854" y="467"/>
                </a:lnTo>
                <a:lnTo>
                  <a:pt x="2854" y="467"/>
                </a:lnTo>
                <a:lnTo>
                  <a:pt x="2854" y="467"/>
                </a:lnTo>
                <a:lnTo>
                  <a:pt x="2852" y="467"/>
                </a:lnTo>
                <a:lnTo>
                  <a:pt x="2852" y="470"/>
                </a:lnTo>
                <a:lnTo>
                  <a:pt x="2849" y="470"/>
                </a:lnTo>
                <a:lnTo>
                  <a:pt x="2849" y="470"/>
                </a:lnTo>
                <a:lnTo>
                  <a:pt x="2849" y="470"/>
                </a:lnTo>
                <a:lnTo>
                  <a:pt x="2849" y="472"/>
                </a:lnTo>
                <a:lnTo>
                  <a:pt x="2847" y="472"/>
                </a:lnTo>
                <a:lnTo>
                  <a:pt x="2847" y="474"/>
                </a:lnTo>
                <a:lnTo>
                  <a:pt x="2845" y="474"/>
                </a:lnTo>
                <a:lnTo>
                  <a:pt x="2845" y="474"/>
                </a:lnTo>
                <a:lnTo>
                  <a:pt x="2845" y="474"/>
                </a:lnTo>
                <a:lnTo>
                  <a:pt x="2845" y="477"/>
                </a:lnTo>
                <a:lnTo>
                  <a:pt x="2845" y="477"/>
                </a:lnTo>
                <a:lnTo>
                  <a:pt x="2845" y="477"/>
                </a:lnTo>
                <a:lnTo>
                  <a:pt x="2845" y="477"/>
                </a:lnTo>
                <a:lnTo>
                  <a:pt x="2845" y="479"/>
                </a:lnTo>
                <a:lnTo>
                  <a:pt x="2842" y="479"/>
                </a:lnTo>
                <a:lnTo>
                  <a:pt x="2842" y="479"/>
                </a:lnTo>
                <a:lnTo>
                  <a:pt x="2842" y="479"/>
                </a:lnTo>
                <a:lnTo>
                  <a:pt x="2842" y="482"/>
                </a:lnTo>
                <a:lnTo>
                  <a:pt x="2840" y="482"/>
                </a:lnTo>
                <a:lnTo>
                  <a:pt x="2840" y="482"/>
                </a:lnTo>
                <a:lnTo>
                  <a:pt x="2838" y="482"/>
                </a:lnTo>
                <a:lnTo>
                  <a:pt x="2838" y="484"/>
                </a:lnTo>
                <a:lnTo>
                  <a:pt x="2838" y="484"/>
                </a:lnTo>
                <a:lnTo>
                  <a:pt x="2838" y="484"/>
                </a:lnTo>
                <a:lnTo>
                  <a:pt x="2835" y="484"/>
                </a:lnTo>
                <a:lnTo>
                  <a:pt x="2835" y="486"/>
                </a:lnTo>
                <a:lnTo>
                  <a:pt x="2835" y="486"/>
                </a:lnTo>
                <a:lnTo>
                  <a:pt x="2835" y="486"/>
                </a:lnTo>
                <a:lnTo>
                  <a:pt x="2833" y="486"/>
                </a:lnTo>
                <a:lnTo>
                  <a:pt x="2833" y="486"/>
                </a:lnTo>
                <a:lnTo>
                  <a:pt x="2830" y="486"/>
                </a:lnTo>
                <a:lnTo>
                  <a:pt x="2830" y="489"/>
                </a:lnTo>
                <a:lnTo>
                  <a:pt x="2830" y="489"/>
                </a:lnTo>
                <a:lnTo>
                  <a:pt x="2830" y="489"/>
                </a:lnTo>
                <a:lnTo>
                  <a:pt x="2830" y="489"/>
                </a:lnTo>
                <a:lnTo>
                  <a:pt x="2830" y="491"/>
                </a:lnTo>
                <a:lnTo>
                  <a:pt x="2828" y="491"/>
                </a:lnTo>
                <a:lnTo>
                  <a:pt x="2828" y="491"/>
                </a:lnTo>
                <a:lnTo>
                  <a:pt x="2826" y="491"/>
                </a:lnTo>
                <a:lnTo>
                  <a:pt x="2826" y="493"/>
                </a:lnTo>
                <a:lnTo>
                  <a:pt x="2823" y="493"/>
                </a:lnTo>
                <a:lnTo>
                  <a:pt x="2823" y="493"/>
                </a:lnTo>
                <a:lnTo>
                  <a:pt x="2821" y="493"/>
                </a:lnTo>
                <a:lnTo>
                  <a:pt x="2821" y="496"/>
                </a:lnTo>
                <a:lnTo>
                  <a:pt x="2819" y="496"/>
                </a:lnTo>
                <a:lnTo>
                  <a:pt x="2819" y="496"/>
                </a:lnTo>
                <a:lnTo>
                  <a:pt x="2816" y="496"/>
                </a:lnTo>
                <a:lnTo>
                  <a:pt x="2816" y="496"/>
                </a:lnTo>
                <a:lnTo>
                  <a:pt x="2816" y="496"/>
                </a:lnTo>
                <a:lnTo>
                  <a:pt x="2816" y="498"/>
                </a:lnTo>
                <a:lnTo>
                  <a:pt x="2814" y="498"/>
                </a:lnTo>
                <a:lnTo>
                  <a:pt x="2814" y="498"/>
                </a:lnTo>
                <a:lnTo>
                  <a:pt x="2812" y="498"/>
                </a:lnTo>
                <a:lnTo>
                  <a:pt x="2812" y="500"/>
                </a:lnTo>
                <a:lnTo>
                  <a:pt x="2809" y="500"/>
                </a:lnTo>
                <a:lnTo>
                  <a:pt x="2809" y="500"/>
                </a:lnTo>
                <a:lnTo>
                  <a:pt x="2802" y="500"/>
                </a:lnTo>
                <a:lnTo>
                  <a:pt x="2802" y="500"/>
                </a:lnTo>
                <a:lnTo>
                  <a:pt x="2800" y="500"/>
                </a:lnTo>
                <a:lnTo>
                  <a:pt x="2800" y="503"/>
                </a:lnTo>
                <a:lnTo>
                  <a:pt x="2797" y="503"/>
                </a:lnTo>
                <a:lnTo>
                  <a:pt x="2797" y="505"/>
                </a:lnTo>
                <a:lnTo>
                  <a:pt x="2795" y="505"/>
                </a:lnTo>
                <a:lnTo>
                  <a:pt x="2795" y="505"/>
                </a:lnTo>
                <a:lnTo>
                  <a:pt x="2788" y="505"/>
                </a:lnTo>
                <a:lnTo>
                  <a:pt x="2788" y="505"/>
                </a:lnTo>
                <a:lnTo>
                  <a:pt x="2788" y="505"/>
                </a:lnTo>
                <a:lnTo>
                  <a:pt x="2788" y="505"/>
                </a:lnTo>
                <a:lnTo>
                  <a:pt x="2783" y="505"/>
                </a:lnTo>
                <a:lnTo>
                  <a:pt x="2783" y="505"/>
                </a:lnTo>
                <a:lnTo>
                  <a:pt x="2783" y="505"/>
                </a:lnTo>
                <a:lnTo>
                  <a:pt x="2783" y="505"/>
                </a:lnTo>
                <a:lnTo>
                  <a:pt x="2781" y="505"/>
                </a:lnTo>
                <a:lnTo>
                  <a:pt x="2781" y="508"/>
                </a:lnTo>
                <a:lnTo>
                  <a:pt x="2781" y="508"/>
                </a:lnTo>
                <a:lnTo>
                  <a:pt x="2781" y="508"/>
                </a:lnTo>
                <a:lnTo>
                  <a:pt x="2783" y="508"/>
                </a:lnTo>
                <a:lnTo>
                  <a:pt x="2783" y="510"/>
                </a:lnTo>
                <a:lnTo>
                  <a:pt x="2783" y="510"/>
                </a:lnTo>
                <a:lnTo>
                  <a:pt x="2783" y="510"/>
                </a:lnTo>
                <a:lnTo>
                  <a:pt x="2783" y="510"/>
                </a:lnTo>
                <a:lnTo>
                  <a:pt x="2783" y="512"/>
                </a:lnTo>
                <a:lnTo>
                  <a:pt x="2785" y="512"/>
                </a:lnTo>
                <a:lnTo>
                  <a:pt x="2785" y="515"/>
                </a:lnTo>
                <a:lnTo>
                  <a:pt x="2785" y="515"/>
                </a:lnTo>
                <a:lnTo>
                  <a:pt x="2785" y="515"/>
                </a:lnTo>
                <a:lnTo>
                  <a:pt x="2785" y="515"/>
                </a:lnTo>
                <a:lnTo>
                  <a:pt x="2785" y="517"/>
                </a:lnTo>
                <a:lnTo>
                  <a:pt x="2783" y="517"/>
                </a:lnTo>
                <a:lnTo>
                  <a:pt x="2783" y="517"/>
                </a:lnTo>
                <a:lnTo>
                  <a:pt x="2783" y="517"/>
                </a:lnTo>
                <a:lnTo>
                  <a:pt x="2783" y="519"/>
                </a:lnTo>
                <a:lnTo>
                  <a:pt x="2783" y="519"/>
                </a:lnTo>
                <a:lnTo>
                  <a:pt x="2783" y="519"/>
                </a:lnTo>
                <a:lnTo>
                  <a:pt x="2781" y="519"/>
                </a:lnTo>
                <a:lnTo>
                  <a:pt x="2781" y="522"/>
                </a:lnTo>
                <a:lnTo>
                  <a:pt x="2781" y="522"/>
                </a:lnTo>
                <a:lnTo>
                  <a:pt x="2781" y="522"/>
                </a:lnTo>
                <a:lnTo>
                  <a:pt x="2781" y="522"/>
                </a:lnTo>
                <a:lnTo>
                  <a:pt x="2781" y="524"/>
                </a:lnTo>
                <a:lnTo>
                  <a:pt x="2776" y="524"/>
                </a:lnTo>
                <a:lnTo>
                  <a:pt x="2776" y="522"/>
                </a:lnTo>
                <a:lnTo>
                  <a:pt x="2776" y="522"/>
                </a:lnTo>
                <a:lnTo>
                  <a:pt x="2776" y="527"/>
                </a:lnTo>
                <a:lnTo>
                  <a:pt x="2774" y="527"/>
                </a:lnTo>
                <a:lnTo>
                  <a:pt x="2774" y="527"/>
                </a:lnTo>
                <a:lnTo>
                  <a:pt x="2774" y="527"/>
                </a:lnTo>
                <a:lnTo>
                  <a:pt x="2774" y="529"/>
                </a:lnTo>
                <a:lnTo>
                  <a:pt x="2769" y="529"/>
                </a:lnTo>
                <a:lnTo>
                  <a:pt x="2769" y="529"/>
                </a:lnTo>
                <a:lnTo>
                  <a:pt x="2767" y="529"/>
                </a:lnTo>
                <a:lnTo>
                  <a:pt x="2767" y="531"/>
                </a:lnTo>
                <a:lnTo>
                  <a:pt x="2767" y="531"/>
                </a:lnTo>
                <a:lnTo>
                  <a:pt x="2767" y="531"/>
                </a:lnTo>
                <a:lnTo>
                  <a:pt x="2764" y="531"/>
                </a:lnTo>
                <a:lnTo>
                  <a:pt x="2764" y="534"/>
                </a:lnTo>
                <a:lnTo>
                  <a:pt x="2764" y="534"/>
                </a:lnTo>
                <a:lnTo>
                  <a:pt x="2764" y="534"/>
                </a:lnTo>
                <a:lnTo>
                  <a:pt x="2764" y="534"/>
                </a:lnTo>
                <a:lnTo>
                  <a:pt x="2764" y="534"/>
                </a:lnTo>
                <a:lnTo>
                  <a:pt x="2762" y="534"/>
                </a:lnTo>
                <a:lnTo>
                  <a:pt x="2762" y="538"/>
                </a:lnTo>
                <a:lnTo>
                  <a:pt x="2762" y="538"/>
                </a:lnTo>
                <a:lnTo>
                  <a:pt x="2762" y="541"/>
                </a:lnTo>
                <a:lnTo>
                  <a:pt x="2762" y="541"/>
                </a:lnTo>
                <a:lnTo>
                  <a:pt x="2762" y="543"/>
                </a:lnTo>
                <a:lnTo>
                  <a:pt x="2759" y="543"/>
                </a:lnTo>
                <a:lnTo>
                  <a:pt x="2759" y="546"/>
                </a:lnTo>
                <a:lnTo>
                  <a:pt x="2759" y="546"/>
                </a:lnTo>
                <a:lnTo>
                  <a:pt x="2759" y="548"/>
                </a:lnTo>
                <a:lnTo>
                  <a:pt x="2757" y="548"/>
                </a:lnTo>
                <a:lnTo>
                  <a:pt x="2757" y="550"/>
                </a:lnTo>
                <a:lnTo>
                  <a:pt x="2757" y="550"/>
                </a:lnTo>
                <a:lnTo>
                  <a:pt x="2757" y="550"/>
                </a:lnTo>
                <a:lnTo>
                  <a:pt x="2757" y="550"/>
                </a:lnTo>
                <a:lnTo>
                  <a:pt x="2757" y="560"/>
                </a:lnTo>
                <a:lnTo>
                  <a:pt x="2755" y="560"/>
                </a:lnTo>
                <a:lnTo>
                  <a:pt x="2755" y="564"/>
                </a:lnTo>
                <a:lnTo>
                  <a:pt x="2755" y="564"/>
                </a:lnTo>
                <a:lnTo>
                  <a:pt x="2755" y="576"/>
                </a:lnTo>
                <a:lnTo>
                  <a:pt x="2755" y="576"/>
                </a:lnTo>
                <a:lnTo>
                  <a:pt x="2755" y="583"/>
                </a:lnTo>
                <a:lnTo>
                  <a:pt x="2757" y="583"/>
                </a:lnTo>
                <a:lnTo>
                  <a:pt x="2757" y="586"/>
                </a:lnTo>
                <a:lnTo>
                  <a:pt x="2757" y="586"/>
                </a:lnTo>
                <a:lnTo>
                  <a:pt x="2757" y="591"/>
                </a:lnTo>
                <a:lnTo>
                  <a:pt x="2757" y="591"/>
                </a:lnTo>
                <a:lnTo>
                  <a:pt x="2757" y="593"/>
                </a:lnTo>
                <a:lnTo>
                  <a:pt x="2759" y="593"/>
                </a:lnTo>
                <a:lnTo>
                  <a:pt x="2759" y="598"/>
                </a:lnTo>
                <a:lnTo>
                  <a:pt x="2759" y="598"/>
                </a:lnTo>
                <a:lnTo>
                  <a:pt x="2759" y="600"/>
                </a:lnTo>
                <a:lnTo>
                  <a:pt x="2762" y="600"/>
                </a:lnTo>
                <a:lnTo>
                  <a:pt x="2762" y="602"/>
                </a:lnTo>
                <a:lnTo>
                  <a:pt x="2762" y="602"/>
                </a:lnTo>
                <a:lnTo>
                  <a:pt x="2762" y="605"/>
                </a:lnTo>
                <a:lnTo>
                  <a:pt x="2762" y="605"/>
                </a:lnTo>
                <a:lnTo>
                  <a:pt x="2762" y="609"/>
                </a:lnTo>
                <a:lnTo>
                  <a:pt x="2764" y="609"/>
                </a:lnTo>
                <a:lnTo>
                  <a:pt x="2764" y="614"/>
                </a:lnTo>
                <a:lnTo>
                  <a:pt x="2764" y="614"/>
                </a:lnTo>
                <a:lnTo>
                  <a:pt x="2764" y="619"/>
                </a:lnTo>
                <a:lnTo>
                  <a:pt x="2764" y="619"/>
                </a:lnTo>
                <a:lnTo>
                  <a:pt x="2764" y="624"/>
                </a:lnTo>
                <a:lnTo>
                  <a:pt x="2767" y="624"/>
                </a:lnTo>
                <a:lnTo>
                  <a:pt x="2767" y="631"/>
                </a:lnTo>
                <a:lnTo>
                  <a:pt x="2767" y="631"/>
                </a:lnTo>
                <a:lnTo>
                  <a:pt x="2767" y="633"/>
                </a:lnTo>
                <a:lnTo>
                  <a:pt x="2769" y="633"/>
                </a:lnTo>
                <a:lnTo>
                  <a:pt x="2769" y="636"/>
                </a:lnTo>
                <a:lnTo>
                  <a:pt x="2769" y="636"/>
                </a:lnTo>
                <a:lnTo>
                  <a:pt x="2769" y="638"/>
                </a:lnTo>
                <a:lnTo>
                  <a:pt x="2769" y="638"/>
                </a:lnTo>
                <a:lnTo>
                  <a:pt x="2769" y="640"/>
                </a:lnTo>
                <a:lnTo>
                  <a:pt x="2771" y="640"/>
                </a:lnTo>
                <a:lnTo>
                  <a:pt x="2771" y="643"/>
                </a:lnTo>
                <a:lnTo>
                  <a:pt x="2771" y="643"/>
                </a:lnTo>
                <a:lnTo>
                  <a:pt x="2771" y="643"/>
                </a:lnTo>
                <a:lnTo>
                  <a:pt x="2774" y="643"/>
                </a:lnTo>
                <a:lnTo>
                  <a:pt x="2774" y="647"/>
                </a:lnTo>
                <a:lnTo>
                  <a:pt x="2774" y="647"/>
                </a:lnTo>
                <a:lnTo>
                  <a:pt x="2774" y="650"/>
                </a:lnTo>
                <a:lnTo>
                  <a:pt x="2774" y="650"/>
                </a:lnTo>
                <a:lnTo>
                  <a:pt x="2774" y="669"/>
                </a:lnTo>
                <a:lnTo>
                  <a:pt x="2776" y="669"/>
                </a:lnTo>
                <a:lnTo>
                  <a:pt x="2776" y="673"/>
                </a:lnTo>
                <a:lnTo>
                  <a:pt x="2778" y="673"/>
                </a:lnTo>
                <a:lnTo>
                  <a:pt x="2778" y="673"/>
                </a:lnTo>
                <a:lnTo>
                  <a:pt x="2778" y="673"/>
                </a:lnTo>
                <a:lnTo>
                  <a:pt x="2778" y="676"/>
                </a:lnTo>
                <a:lnTo>
                  <a:pt x="2781" y="676"/>
                </a:lnTo>
                <a:lnTo>
                  <a:pt x="2781" y="678"/>
                </a:lnTo>
                <a:lnTo>
                  <a:pt x="2781" y="678"/>
                </a:lnTo>
                <a:lnTo>
                  <a:pt x="2781" y="681"/>
                </a:lnTo>
                <a:lnTo>
                  <a:pt x="2778" y="681"/>
                </a:lnTo>
                <a:lnTo>
                  <a:pt x="2778" y="681"/>
                </a:lnTo>
                <a:lnTo>
                  <a:pt x="2778" y="681"/>
                </a:lnTo>
                <a:lnTo>
                  <a:pt x="2778" y="683"/>
                </a:lnTo>
                <a:lnTo>
                  <a:pt x="2781" y="683"/>
                </a:lnTo>
                <a:lnTo>
                  <a:pt x="2781" y="683"/>
                </a:lnTo>
                <a:lnTo>
                  <a:pt x="2781" y="683"/>
                </a:lnTo>
                <a:lnTo>
                  <a:pt x="2781" y="681"/>
                </a:lnTo>
                <a:lnTo>
                  <a:pt x="2783" y="681"/>
                </a:lnTo>
                <a:lnTo>
                  <a:pt x="2783" y="681"/>
                </a:lnTo>
                <a:lnTo>
                  <a:pt x="2783" y="681"/>
                </a:lnTo>
                <a:lnTo>
                  <a:pt x="2783" y="678"/>
                </a:lnTo>
                <a:lnTo>
                  <a:pt x="2785" y="678"/>
                </a:lnTo>
                <a:lnTo>
                  <a:pt x="2785" y="678"/>
                </a:lnTo>
                <a:lnTo>
                  <a:pt x="2785" y="678"/>
                </a:lnTo>
                <a:lnTo>
                  <a:pt x="2785" y="676"/>
                </a:lnTo>
                <a:lnTo>
                  <a:pt x="2788" y="676"/>
                </a:lnTo>
                <a:lnTo>
                  <a:pt x="2788" y="676"/>
                </a:lnTo>
                <a:lnTo>
                  <a:pt x="2790" y="676"/>
                </a:lnTo>
                <a:lnTo>
                  <a:pt x="2790" y="673"/>
                </a:lnTo>
                <a:lnTo>
                  <a:pt x="2790" y="673"/>
                </a:lnTo>
                <a:lnTo>
                  <a:pt x="2790" y="673"/>
                </a:lnTo>
                <a:lnTo>
                  <a:pt x="2793" y="673"/>
                </a:lnTo>
                <a:lnTo>
                  <a:pt x="2793" y="671"/>
                </a:lnTo>
                <a:lnTo>
                  <a:pt x="2795" y="671"/>
                </a:lnTo>
                <a:lnTo>
                  <a:pt x="2795" y="671"/>
                </a:lnTo>
                <a:lnTo>
                  <a:pt x="2797" y="671"/>
                </a:lnTo>
                <a:lnTo>
                  <a:pt x="2797" y="669"/>
                </a:lnTo>
                <a:lnTo>
                  <a:pt x="2797" y="669"/>
                </a:lnTo>
                <a:lnTo>
                  <a:pt x="2797" y="666"/>
                </a:lnTo>
                <a:lnTo>
                  <a:pt x="2797" y="666"/>
                </a:lnTo>
                <a:lnTo>
                  <a:pt x="2797" y="666"/>
                </a:lnTo>
                <a:lnTo>
                  <a:pt x="2802" y="666"/>
                </a:lnTo>
                <a:lnTo>
                  <a:pt x="2802" y="664"/>
                </a:lnTo>
                <a:lnTo>
                  <a:pt x="2804" y="664"/>
                </a:lnTo>
                <a:lnTo>
                  <a:pt x="2804" y="664"/>
                </a:lnTo>
                <a:lnTo>
                  <a:pt x="2804" y="664"/>
                </a:lnTo>
                <a:lnTo>
                  <a:pt x="2804" y="664"/>
                </a:lnTo>
                <a:lnTo>
                  <a:pt x="2807" y="664"/>
                </a:lnTo>
                <a:lnTo>
                  <a:pt x="2807" y="662"/>
                </a:lnTo>
                <a:lnTo>
                  <a:pt x="2807" y="662"/>
                </a:lnTo>
                <a:lnTo>
                  <a:pt x="2807" y="662"/>
                </a:lnTo>
                <a:lnTo>
                  <a:pt x="2809" y="662"/>
                </a:lnTo>
                <a:lnTo>
                  <a:pt x="2809" y="659"/>
                </a:lnTo>
                <a:lnTo>
                  <a:pt x="2809" y="659"/>
                </a:lnTo>
                <a:lnTo>
                  <a:pt x="2809" y="659"/>
                </a:lnTo>
                <a:lnTo>
                  <a:pt x="2809" y="659"/>
                </a:lnTo>
                <a:lnTo>
                  <a:pt x="2809" y="657"/>
                </a:lnTo>
                <a:lnTo>
                  <a:pt x="2812" y="657"/>
                </a:lnTo>
                <a:lnTo>
                  <a:pt x="2812" y="657"/>
                </a:lnTo>
                <a:lnTo>
                  <a:pt x="2814" y="657"/>
                </a:lnTo>
                <a:lnTo>
                  <a:pt x="2814" y="655"/>
                </a:lnTo>
                <a:lnTo>
                  <a:pt x="2814" y="655"/>
                </a:lnTo>
                <a:lnTo>
                  <a:pt x="2814" y="652"/>
                </a:lnTo>
                <a:lnTo>
                  <a:pt x="2814" y="652"/>
                </a:lnTo>
                <a:lnTo>
                  <a:pt x="2814" y="652"/>
                </a:lnTo>
                <a:lnTo>
                  <a:pt x="2816" y="652"/>
                </a:lnTo>
                <a:lnTo>
                  <a:pt x="2816" y="647"/>
                </a:lnTo>
                <a:lnTo>
                  <a:pt x="2816" y="647"/>
                </a:lnTo>
                <a:lnTo>
                  <a:pt x="2816" y="647"/>
                </a:lnTo>
                <a:lnTo>
                  <a:pt x="2821" y="647"/>
                </a:lnTo>
                <a:lnTo>
                  <a:pt x="2821" y="643"/>
                </a:lnTo>
                <a:lnTo>
                  <a:pt x="2819" y="643"/>
                </a:lnTo>
                <a:lnTo>
                  <a:pt x="2819" y="638"/>
                </a:lnTo>
                <a:lnTo>
                  <a:pt x="2821" y="638"/>
                </a:lnTo>
                <a:lnTo>
                  <a:pt x="2821" y="638"/>
                </a:lnTo>
                <a:lnTo>
                  <a:pt x="2821" y="638"/>
                </a:lnTo>
                <a:lnTo>
                  <a:pt x="2821" y="636"/>
                </a:lnTo>
                <a:lnTo>
                  <a:pt x="2821" y="636"/>
                </a:lnTo>
                <a:lnTo>
                  <a:pt x="2821" y="633"/>
                </a:lnTo>
                <a:lnTo>
                  <a:pt x="2821" y="633"/>
                </a:lnTo>
                <a:lnTo>
                  <a:pt x="2821" y="631"/>
                </a:lnTo>
                <a:lnTo>
                  <a:pt x="2823" y="631"/>
                </a:lnTo>
                <a:lnTo>
                  <a:pt x="2823" y="631"/>
                </a:lnTo>
                <a:lnTo>
                  <a:pt x="2826" y="631"/>
                </a:lnTo>
                <a:lnTo>
                  <a:pt x="2826" y="628"/>
                </a:lnTo>
                <a:lnTo>
                  <a:pt x="2828" y="628"/>
                </a:lnTo>
                <a:lnTo>
                  <a:pt x="2828" y="628"/>
                </a:lnTo>
                <a:lnTo>
                  <a:pt x="2828" y="628"/>
                </a:lnTo>
                <a:lnTo>
                  <a:pt x="2828" y="626"/>
                </a:lnTo>
                <a:lnTo>
                  <a:pt x="2830" y="626"/>
                </a:lnTo>
                <a:lnTo>
                  <a:pt x="2830" y="626"/>
                </a:lnTo>
                <a:lnTo>
                  <a:pt x="2833" y="626"/>
                </a:lnTo>
                <a:lnTo>
                  <a:pt x="2833" y="624"/>
                </a:lnTo>
                <a:lnTo>
                  <a:pt x="2838" y="624"/>
                </a:lnTo>
                <a:lnTo>
                  <a:pt x="2838" y="624"/>
                </a:lnTo>
                <a:lnTo>
                  <a:pt x="2842" y="624"/>
                </a:lnTo>
                <a:lnTo>
                  <a:pt x="2842" y="624"/>
                </a:lnTo>
                <a:lnTo>
                  <a:pt x="2845" y="624"/>
                </a:lnTo>
                <a:lnTo>
                  <a:pt x="2845" y="624"/>
                </a:lnTo>
                <a:lnTo>
                  <a:pt x="2847" y="624"/>
                </a:lnTo>
                <a:lnTo>
                  <a:pt x="2847" y="624"/>
                </a:lnTo>
                <a:lnTo>
                  <a:pt x="2849" y="624"/>
                </a:lnTo>
                <a:lnTo>
                  <a:pt x="2849" y="626"/>
                </a:lnTo>
                <a:lnTo>
                  <a:pt x="2852" y="626"/>
                </a:lnTo>
                <a:lnTo>
                  <a:pt x="2852" y="624"/>
                </a:lnTo>
                <a:lnTo>
                  <a:pt x="2852" y="624"/>
                </a:lnTo>
                <a:lnTo>
                  <a:pt x="2852" y="621"/>
                </a:lnTo>
                <a:lnTo>
                  <a:pt x="2849" y="621"/>
                </a:lnTo>
                <a:lnTo>
                  <a:pt x="2849" y="619"/>
                </a:lnTo>
                <a:lnTo>
                  <a:pt x="2849" y="619"/>
                </a:lnTo>
                <a:lnTo>
                  <a:pt x="2849" y="617"/>
                </a:lnTo>
                <a:lnTo>
                  <a:pt x="2847" y="617"/>
                </a:lnTo>
                <a:lnTo>
                  <a:pt x="2847" y="617"/>
                </a:lnTo>
                <a:lnTo>
                  <a:pt x="2849" y="617"/>
                </a:lnTo>
                <a:lnTo>
                  <a:pt x="2849" y="614"/>
                </a:lnTo>
                <a:lnTo>
                  <a:pt x="2849" y="614"/>
                </a:lnTo>
                <a:lnTo>
                  <a:pt x="2849" y="612"/>
                </a:lnTo>
                <a:lnTo>
                  <a:pt x="2849" y="612"/>
                </a:lnTo>
                <a:lnTo>
                  <a:pt x="2849" y="612"/>
                </a:lnTo>
                <a:lnTo>
                  <a:pt x="2849" y="612"/>
                </a:lnTo>
                <a:lnTo>
                  <a:pt x="2849" y="609"/>
                </a:lnTo>
                <a:lnTo>
                  <a:pt x="2847" y="609"/>
                </a:lnTo>
                <a:lnTo>
                  <a:pt x="2847" y="605"/>
                </a:lnTo>
                <a:lnTo>
                  <a:pt x="2849" y="605"/>
                </a:lnTo>
                <a:lnTo>
                  <a:pt x="2849" y="605"/>
                </a:lnTo>
                <a:lnTo>
                  <a:pt x="2849" y="605"/>
                </a:lnTo>
                <a:lnTo>
                  <a:pt x="2849" y="602"/>
                </a:lnTo>
                <a:lnTo>
                  <a:pt x="2849" y="602"/>
                </a:lnTo>
                <a:lnTo>
                  <a:pt x="2849" y="600"/>
                </a:lnTo>
                <a:lnTo>
                  <a:pt x="2852" y="600"/>
                </a:lnTo>
                <a:lnTo>
                  <a:pt x="2852" y="600"/>
                </a:lnTo>
                <a:lnTo>
                  <a:pt x="2852" y="600"/>
                </a:lnTo>
                <a:lnTo>
                  <a:pt x="2852" y="598"/>
                </a:lnTo>
                <a:lnTo>
                  <a:pt x="2854" y="598"/>
                </a:lnTo>
                <a:lnTo>
                  <a:pt x="2854" y="598"/>
                </a:lnTo>
                <a:lnTo>
                  <a:pt x="2854" y="598"/>
                </a:lnTo>
                <a:lnTo>
                  <a:pt x="2854" y="595"/>
                </a:lnTo>
                <a:lnTo>
                  <a:pt x="2856" y="595"/>
                </a:lnTo>
                <a:lnTo>
                  <a:pt x="2856" y="595"/>
                </a:lnTo>
                <a:lnTo>
                  <a:pt x="2859" y="595"/>
                </a:lnTo>
                <a:lnTo>
                  <a:pt x="2859" y="593"/>
                </a:lnTo>
                <a:lnTo>
                  <a:pt x="2859" y="593"/>
                </a:lnTo>
                <a:lnTo>
                  <a:pt x="2859" y="593"/>
                </a:lnTo>
                <a:lnTo>
                  <a:pt x="2861" y="593"/>
                </a:lnTo>
                <a:lnTo>
                  <a:pt x="2861" y="593"/>
                </a:lnTo>
                <a:lnTo>
                  <a:pt x="2864" y="593"/>
                </a:lnTo>
                <a:lnTo>
                  <a:pt x="2864" y="591"/>
                </a:lnTo>
                <a:lnTo>
                  <a:pt x="2864" y="591"/>
                </a:lnTo>
                <a:lnTo>
                  <a:pt x="2864" y="591"/>
                </a:lnTo>
                <a:lnTo>
                  <a:pt x="2868" y="591"/>
                </a:lnTo>
                <a:lnTo>
                  <a:pt x="2868" y="588"/>
                </a:lnTo>
                <a:lnTo>
                  <a:pt x="2871" y="588"/>
                </a:lnTo>
                <a:lnTo>
                  <a:pt x="2871" y="588"/>
                </a:lnTo>
                <a:lnTo>
                  <a:pt x="2875" y="588"/>
                </a:lnTo>
                <a:lnTo>
                  <a:pt x="2875" y="591"/>
                </a:lnTo>
                <a:lnTo>
                  <a:pt x="2875" y="591"/>
                </a:lnTo>
                <a:lnTo>
                  <a:pt x="2875" y="591"/>
                </a:lnTo>
                <a:lnTo>
                  <a:pt x="2880" y="591"/>
                </a:lnTo>
                <a:lnTo>
                  <a:pt x="2880" y="591"/>
                </a:lnTo>
                <a:lnTo>
                  <a:pt x="2890" y="591"/>
                </a:lnTo>
                <a:lnTo>
                  <a:pt x="2890" y="588"/>
                </a:lnTo>
                <a:lnTo>
                  <a:pt x="2890" y="588"/>
                </a:lnTo>
                <a:lnTo>
                  <a:pt x="2890" y="588"/>
                </a:lnTo>
                <a:lnTo>
                  <a:pt x="2892" y="588"/>
                </a:lnTo>
                <a:lnTo>
                  <a:pt x="2892" y="586"/>
                </a:lnTo>
                <a:lnTo>
                  <a:pt x="2894" y="586"/>
                </a:lnTo>
                <a:lnTo>
                  <a:pt x="2894" y="586"/>
                </a:lnTo>
                <a:lnTo>
                  <a:pt x="2894" y="586"/>
                </a:lnTo>
                <a:lnTo>
                  <a:pt x="2894" y="583"/>
                </a:lnTo>
                <a:lnTo>
                  <a:pt x="2897" y="583"/>
                </a:lnTo>
                <a:lnTo>
                  <a:pt x="2897" y="583"/>
                </a:lnTo>
                <a:lnTo>
                  <a:pt x="2897" y="583"/>
                </a:lnTo>
                <a:lnTo>
                  <a:pt x="2897" y="583"/>
                </a:lnTo>
                <a:lnTo>
                  <a:pt x="2897" y="583"/>
                </a:lnTo>
                <a:lnTo>
                  <a:pt x="2897" y="581"/>
                </a:lnTo>
                <a:lnTo>
                  <a:pt x="2897" y="581"/>
                </a:lnTo>
                <a:lnTo>
                  <a:pt x="2897" y="581"/>
                </a:lnTo>
                <a:lnTo>
                  <a:pt x="2897" y="581"/>
                </a:lnTo>
                <a:lnTo>
                  <a:pt x="2897" y="579"/>
                </a:lnTo>
                <a:lnTo>
                  <a:pt x="2894" y="579"/>
                </a:lnTo>
                <a:lnTo>
                  <a:pt x="2894" y="579"/>
                </a:lnTo>
                <a:lnTo>
                  <a:pt x="2894" y="579"/>
                </a:lnTo>
                <a:lnTo>
                  <a:pt x="2894" y="576"/>
                </a:lnTo>
                <a:lnTo>
                  <a:pt x="2894" y="576"/>
                </a:lnTo>
                <a:lnTo>
                  <a:pt x="2894" y="576"/>
                </a:lnTo>
                <a:lnTo>
                  <a:pt x="2892" y="576"/>
                </a:lnTo>
                <a:lnTo>
                  <a:pt x="2892" y="574"/>
                </a:lnTo>
                <a:lnTo>
                  <a:pt x="2890" y="574"/>
                </a:lnTo>
                <a:lnTo>
                  <a:pt x="2890" y="574"/>
                </a:lnTo>
                <a:lnTo>
                  <a:pt x="2890" y="574"/>
                </a:lnTo>
                <a:lnTo>
                  <a:pt x="2890" y="572"/>
                </a:lnTo>
                <a:lnTo>
                  <a:pt x="2890" y="572"/>
                </a:lnTo>
                <a:lnTo>
                  <a:pt x="2890" y="569"/>
                </a:lnTo>
                <a:lnTo>
                  <a:pt x="2887" y="569"/>
                </a:lnTo>
                <a:lnTo>
                  <a:pt x="2887" y="564"/>
                </a:lnTo>
                <a:lnTo>
                  <a:pt x="2890" y="564"/>
                </a:lnTo>
                <a:lnTo>
                  <a:pt x="2890" y="562"/>
                </a:lnTo>
                <a:lnTo>
                  <a:pt x="2890" y="562"/>
                </a:lnTo>
                <a:lnTo>
                  <a:pt x="2890" y="560"/>
                </a:lnTo>
                <a:lnTo>
                  <a:pt x="2890" y="560"/>
                </a:lnTo>
                <a:lnTo>
                  <a:pt x="2890" y="560"/>
                </a:lnTo>
                <a:lnTo>
                  <a:pt x="2892" y="560"/>
                </a:lnTo>
                <a:lnTo>
                  <a:pt x="2892" y="557"/>
                </a:lnTo>
                <a:lnTo>
                  <a:pt x="2892" y="557"/>
                </a:lnTo>
                <a:lnTo>
                  <a:pt x="2892" y="555"/>
                </a:lnTo>
                <a:lnTo>
                  <a:pt x="2894" y="555"/>
                </a:lnTo>
                <a:lnTo>
                  <a:pt x="2894" y="555"/>
                </a:lnTo>
                <a:lnTo>
                  <a:pt x="2894" y="555"/>
                </a:lnTo>
                <a:lnTo>
                  <a:pt x="2894" y="553"/>
                </a:lnTo>
                <a:lnTo>
                  <a:pt x="2894" y="553"/>
                </a:lnTo>
                <a:lnTo>
                  <a:pt x="2894" y="553"/>
                </a:lnTo>
                <a:lnTo>
                  <a:pt x="2897" y="553"/>
                </a:lnTo>
                <a:lnTo>
                  <a:pt x="2897" y="550"/>
                </a:lnTo>
                <a:lnTo>
                  <a:pt x="2897" y="550"/>
                </a:lnTo>
                <a:lnTo>
                  <a:pt x="2897" y="548"/>
                </a:lnTo>
                <a:lnTo>
                  <a:pt x="2901" y="548"/>
                </a:lnTo>
                <a:lnTo>
                  <a:pt x="2901" y="548"/>
                </a:lnTo>
                <a:lnTo>
                  <a:pt x="2904" y="548"/>
                </a:lnTo>
                <a:lnTo>
                  <a:pt x="2904" y="546"/>
                </a:lnTo>
                <a:lnTo>
                  <a:pt x="2909" y="546"/>
                </a:lnTo>
                <a:lnTo>
                  <a:pt x="2909" y="548"/>
                </a:lnTo>
                <a:lnTo>
                  <a:pt x="2909" y="548"/>
                </a:lnTo>
                <a:lnTo>
                  <a:pt x="2909" y="548"/>
                </a:lnTo>
                <a:lnTo>
                  <a:pt x="2909" y="548"/>
                </a:lnTo>
                <a:lnTo>
                  <a:pt x="2909" y="550"/>
                </a:lnTo>
                <a:lnTo>
                  <a:pt x="2911" y="550"/>
                </a:lnTo>
                <a:lnTo>
                  <a:pt x="2911" y="550"/>
                </a:lnTo>
                <a:lnTo>
                  <a:pt x="2911" y="550"/>
                </a:lnTo>
                <a:lnTo>
                  <a:pt x="2911" y="553"/>
                </a:lnTo>
                <a:lnTo>
                  <a:pt x="2916" y="553"/>
                </a:lnTo>
                <a:lnTo>
                  <a:pt x="2916" y="550"/>
                </a:lnTo>
                <a:lnTo>
                  <a:pt x="2918" y="550"/>
                </a:lnTo>
                <a:lnTo>
                  <a:pt x="2918" y="550"/>
                </a:lnTo>
                <a:lnTo>
                  <a:pt x="2920" y="550"/>
                </a:lnTo>
                <a:lnTo>
                  <a:pt x="2920" y="548"/>
                </a:lnTo>
                <a:lnTo>
                  <a:pt x="2923" y="548"/>
                </a:lnTo>
                <a:lnTo>
                  <a:pt x="2923" y="548"/>
                </a:lnTo>
                <a:lnTo>
                  <a:pt x="2923" y="548"/>
                </a:lnTo>
                <a:lnTo>
                  <a:pt x="2923" y="543"/>
                </a:lnTo>
                <a:lnTo>
                  <a:pt x="2923" y="543"/>
                </a:lnTo>
                <a:lnTo>
                  <a:pt x="2923" y="541"/>
                </a:lnTo>
                <a:lnTo>
                  <a:pt x="2920" y="541"/>
                </a:lnTo>
                <a:lnTo>
                  <a:pt x="2920" y="534"/>
                </a:lnTo>
                <a:lnTo>
                  <a:pt x="2920" y="534"/>
                </a:lnTo>
                <a:lnTo>
                  <a:pt x="2920" y="531"/>
                </a:lnTo>
                <a:lnTo>
                  <a:pt x="2920" y="531"/>
                </a:lnTo>
                <a:lnTo>
                  <a:pt x="2920" y="534"/>
                </a:lnTo>
                <a:lnTo>
                  <a:pt x="2913" y="534"/>
                </a:lnTo>
                <a:lnTo>
                  <a:pt x="2913" y="534"/>
                </a:lnTo>
                <a:lnTo>
                  <a:pt x="2913" y="534"/>
                </a:lnTo>
                <a:lnTo>
                  <a:pt x="2913" y="534"/>
                </a:lnTo>
                <a:lnTo>
                  <a:pt x="2911" y="534"/>
                </a:lnTo>
                <a:lnTo>
                  <a:pt x="2911" y="527"/>
                </a:lnTo>
                <a:lnTo>
                  <a:pt x="2911" y="527"/>
                </a:lnTo>
                <a:lnTo>
                  <a:pt x="2911" y="524"/>
                </a:lnTo>
                <a:lnTo>
                  <a:pt x="2911" y="524"/>
                </a:lnTo>
                <a:lnTo>
                  <a:pt x="2911" y="522"/>
                </a:lnTo>
                <a:lnTo>
                  <a:pt x="2911" y="522"/>
                </a:lnTo>
                <a:lnTo>
                  <a:pt x="2911" y="517"/>
                </a:lnTo>
                <a:lnTo>
                  <a:pt x="2911" y="517"/>
                </a:lnTo>
                <a:lnTo>
                  <a:pt x="2911" y="517"/>
                </a:lnTo>
                <a:lnTo>
                  <a:pt x="2913" y="517"/>
                </a:lnTo>
                <a:lnTo>
                  <a:pt x="2913" y="515"/>
                </a:lnTo>
                <a:lnTo>
                  <a:pt x="2916" y="515"/>
                </a:lnTo>
                <a:lnTo>
                  <a:pt x="2916" y="515"/>
                </a:lnTo>
                <a:lnTo>
                  <a:pt x="2918" y="515"/>
                </a:lnTo>
                <a:lnTo>
                  <a:pt x="2918" y="515"/>
                </a:lnTo>
                <a:lnTo>
                  <a:pt x="2918" y="515"/>
                </a:lnTo>
                <a:lnTo>
                  <a:pt x="2918" y="512"/>
                </a:lnTo>
                <a:lnTo>
                  <a:pt x="2920" y="512"/>
                </a:lnTo>
                <a:lnTo>
                  <a:pt x="2920" y="510"/>
                </a:lnTo>
                <a:lnTo>
                  <a:pt x="2923" y="510"/>
                </a:lnTo>
                <a:lnTo>
                  <a:pt x="2923" y="508"/>
                </a:lnTo>
                <a:lnTo>
                  <a:pt x="2920" y="508"/>
                </a:lnTo>
                <a:lnTo>
                  <a:pt x="2920" y="505"/>
                </a:lnTo>
                <a:lnTo>
                  <a:pt x="2920" y="505"/>
                </a:lnTo>
                <a:lnTo>
                  <a:pt x="2920" y="505"/>
                </a:lnTo>
                <a:lnTo>
                  <a:pt x="2916" y="505"/>
                </a:lnTo>
                <a:lnTo>
                  <a:pt x="2916" y="505"/>
                </a:lnTo>
                <a:lnTo>
                  <a:pt x="2913" y="505"/>
                </a:lnTo>
                <a:lnTo>
                  <a:pt x="2913" y="503"/>
                </a:lnTo>
                <a:lnTo>
                  <a:pt x="2911" y="503"/>
                </a:lnTo>
                <a:lnTo>
                  <a:pt x="2911" y="503"/>
                </a:lnTo>
                <a:lnTo>
                  <a:pt x="2904" y="503"/>
                </a:lnTo>
                <a:lnTo>
                  <a:pt x="2904" y="503"/>
                </a:lnTo>
                <a:lnTo>
                  <a:pt x="2904" y="503"/>
                </a:lnTo>
                <a:lnTo>
                  <a:pt x="2904" y="505"/>
                </a:lnTo>
                <a:lnTo>
                  <a:pt x="2904" y="505"/>
                </a:lnTo>
                <a:lnTo>
                  <a:pt x="2904" y="505"/>
                </a:lnTo>
                <a:lnTo>
                  <a:pt x="2901" y="505"/>
                </a:lnTo>
                <a:lnTo>
                  <a:pt x="2901" y="505"/>
                </a:lnTo>
                <a:lnTo>
                  <a:pt x="2901" y="505"/>
                </a:lnTo>
                <a:lnTo>
                  <a:pt x="2901" y="505"/>
                </a:lnTo>
                <a:lnTo>
                  <a:pt x="2897" y="505"/>
                </a:lnTo>
                <a:lnTo>
                  <a:pt x="2897" y="505"/>
                </a:lnTo>
                <a:lnTo>
                  <a:pt x="2897" y="505"/>
                </a:lnTo>
                <a:lnTo>
                  <a:pt x="2897" y="503"/>
                </a:lnTo>
                <a:lnTo>
                  <a:pt x="2894" y="503"/>
                </a:lnTo>
                <a:lnTo>
                  <a:pt x="2894" y="503"/>
                </a:lnTo>
                <a:lnTo>
                  <a:pt x="2894" y="503"/>
                </a:lnTo>
                <a:lnTo>
                  <a:pt x="2894" y="496"/>
                </a:lnTo>
                <a:lnTo>
                  <a:pt x="2894" y="496"/>
                </a:lnTo>
                <a:lnTo>
                  <a:pt x="2894" y="496"/>
                </a:lnTo>
                <a:lnTo>
                  <a:pt x="2897" y="496"/>
                </a:lnTo>
                <a:lnTo>
                  <a:pt x="2897" y="493"/>
                </a:lnTo>
                <a:lnTo>
                  <a:pt x="2897" y="493"/>
                </a:lnTo>
                <a:lnTo>
                  <a:pt x="2897" y="491"/>
                </a:lnTo>
                <a:lnTo>
                  <a:pt x="2897" y="491"/>
                </a:lnTo>
                <a:lnTo>
                  <a:pt x="2897" y="491"/>
                </a:lnTo>
                <a:lnTo>
                  <a:pt x="2899" y="491"/>
                </a:lnTo>
                <a:lnTo>
                  <a:pt x="2899" y="489"/>
                </a:lnTo>
                <a:lnTo>
                  <a:pt x="2899" y="489"/>
                </a:lnTo>
                <a:lnTo>
                  <a:pt x="2899" y="489"/>
                </a:lnTo>
                <a:lnTo>
                  <a:pt x="2901" y="489"/>
                </a:lnTo>
                <a:lnTo>
                  <a:pt x="2901" y="486"/>
                </a:lnTo>
                <a:lnTo>
                  <a:pt x="2901" y="486"/>
                </a:lnTo>
                <a:lnTo>
                  <a:pt x="2901" y="486"/>
                </a:lnTo>
                <a:lnTo>
                  <a:pt x="2901" y="486"/>
                </a:lnTo>
                <a:lnTo>
                  <a:pt x="2901" y="486"/>
                </a:lnTo>
                <a:lnTo>
                  <a:pt x="2904" y="486"/>
                </a:lnTo>
                <a:lnTo>
                  <a:pt x="2904" y="484"/>
                </a:lnTo>
                <a:lnTo>
                  <a:pt x="2904" y="484"/>
                </a:lnTo>
                <a:lnTo>
                  <a:pt x="2904" y="484"/>
                </a:lnTo>
                <a:lnTo>
                  <a:pt x="2906" y="484"/>
                </a:lnTo>
                <a:lnTo>
                  <a:pt x="2906" y="482"/>
                </a:lnTo>
                <a:lnTo>
                  <a:pt x="2909" y="482"/>
                </a:lnTo>
                <a:lnTo>
                  <a:pt x="2909" y="482"/>
                </a:lnTo>
                <a:lnTo>
                  <a:pt x="2911" y="482"/>
                </a:lnTo>
                <a:lnTo>
                  <a:pt x="2911" y="479"/>
                </a:lnTo>
                <a:lnTo>
                  <a:pt x="2911" y="479"/>
                </a:lnTo>
                <a:lnTo>
                  <a:pt x="2911" y="479"/>
                </a:lnTo>
                <a:lnTo>
                  <a:pt x="2913" y="479"/>
                </a:lnTo>
                <a:lnTo>
                  <a:pt x="2913" y="477"/>
                </a:lnTo>
                <a:lnTo>
                  <a:pt x="2916" y="477"/>
                </a:lnTo>
                <a:lnTo>
                  <a:pt x="2916" y="477"/>
                </a:lnTo>
                <a:lnTo>
                  <a:pt x="2918" y="477"/>
                </a:lnTo>
                <a:lnTo>
                  <a:pt x="2918" y="474"/>
                </a:lnTo>
                <a:lnTo>
                  <a:pt x="2916" y="474"/>
                </a:lnTo>
                <a:lnTo>
                  <a:pt x="2916" y="474"/>
                </a:lnTo>
                <a:lnTo>
                  <a:pt x="2913" y="474"/>
                </a:lnTo>
                <a:lnTo>
                  <a:pt x="2913" y="472"/>
                </a:lnTo>
                <a:lnTo>
                  <a:pt x="2916" y="472"/>
                </a:lnTo>
                <a:lnTo>
                  <a:pt x="2916" y="474"/>
                </a:lnTo>
                <a:lnTo>
                  <a:pt x="2918" y="474"/>
                </a:lnTo>
                <a:lnTo>
                  <a:pt x="2918" y="474"/>
                </a:lnTo>
                <a:lnTo>
                  <a:pt x="2920" y="474"/>
                </a:lnTo>
                <a:lnTo>
                  <a:pt x="2920" y="474"/>
                </a:lnTo>
                <a:lnTo>
                  <a:pt x="2920" y="474"/>
                </a:lnTo>
                <a:lnTo>
                  <a:pt x="2920" y="472"/>
                </a:lnTo>
                <a:lnTo>
                  <a:pt x="2918" y="472"/>
                </a:lnTo>
                <a:lnTo>
                  <a:pt x="2918" y="470"/>
                </a:lnTo>
                <a:lnTo>
                  <a:pt x="2918" y="470"/>
                </a:lnTo>
                <a:lnTo>
                  <a:pt x="2918" y="470"/>
                </a:lnTo>
                <a:lnTo>
                  <a:pt x="2920" y="470"/>
                </a:lnTo>
                <a:lnTo>
                  <a:pt x="2920" y="470"/>
                </a:lnTo>
                <a:lnTo>
                  <a:pt x="2923" y="470"/>
                </a:lnTo>
                <a:lnTo>
                  <a:pt x="2923" y="470"/>
                </a:lnTo>
                <a:lnTo>
                  <a:pt x="2923" y="470"/>
                </a:lnTo>
                <a:lnTo>
                  <a:pt x="2923" y="465"/>
                </a:lnTo>
                <a:lnTo>
                  <a:pt x="2923" y="465"/>
                </a:lnTo>
                <a:lnTo>
                  <a:pt x="2923" y="465"/>
                </a:lnTo>
                <a:lnTo>
                  <a:pt x="2920" y="465"/>
                </a:lnTo>
                <a:lnTo>
                  <a:pt x="2920" y="463"/>
                </a:lnTo>
                <a:lnTo>
                  <a:pt x="2923" y="463"/>
                </a:lnTo>
                <a:lnTo>
                  <a:pt x="2923" y="460"/>
                </a:lnTo>
                <a:lnTo>
                  <a:pt x="2925" y="460"/>
                </a:lnTo>
                <a:lnTo>
                  <a:pt x="2925" y="458"/>
                </a:lnTo>
                <a:lnTo>
                  <a:pt x="2923" y="458"/>
                </a:lnTo>
                <a:lnTo>
                  <a:pt x="2923" y="455"/>
                </a:lnTo>
                <a:lnTo>
                  <a:pt x="2925" y="455"/>
                </a:lnTo>
                <a:lnTo>
                  <a:pt x="2925" y="455"/>
                </a:lnTo>
                <a:lnTo>
                  <a:pt x="2927" y="455"/>
                </a:lnTo>
                <a:lnTo>
                  <a:pt x="2927" y="453"/>
                </a:lnTo>
                <a:lnTo>
                  <a:pt x="2930" y="453"/>
                </a:lnTo>
                <a:lnTo>
                  <a:pt x="2930" y="455"/>
                </a:lnTo>
                <a:lnTo>
                  <a:pt x="2930" y="455"/>
                </a:lnTo>
                <a:lnTo>
                  <a:pt x="2930" y="453"/>
                </a:lnTo>
                <a:lnTo>
                  <a:pt x="2932" y="453"/>
                </a:lnTo>
                <a:lnTo>
                  <a:pt x="2932" y="451"/>
                </a:lnTo>
                <a:lnTo>
                  <a:pt x="2935" y="451"/>
                </a:lnTo>
                <a:lnTo>
                  <a:pt x="2935" y="451"/>
                </a:lnTo>
                <a:lnTo>
                  <a:pt x="2937" y="451"/>
                </a:lnTo>
                <a:lnTo>
                  <a:pt x="2937" y="451"/>
                </a:lnTo>
                <a:lnTo>
                  <a:pt x="2937" y="451"/>
                </a:lnTo>
                <a:lnTo>
                  <a:pt x="2937" y="453"/>
                </a:lnTo>
                <a:lnTo>
                  <a:pt x="2937" y="453"/>
                </a:lnTo>
                <a:lnTo>
                  <a:pt x="2937" y="455"/>
                </a:lnTo>
                <a:lnTo>
                  <a:pt x="2942" y="455"/>
                </a:lnTo>
                <a:lnTo>
                  <a:pt x="2942" y="453"/>
                </a:lnTo>
                <a:lnTo>
                  <a:pt x="2942" y="453"/>
                </a:lnTo>
                <a:lnTo>
                  <a:pt x="2942" y="451"/>
                </a:lnTo>
                <a:lnTo>
                  <a:pt x="2944" y="451"/>
                </a:lnTo>
                <a:lnTo>
                  <a:pt x="2944" y="448"/>
                </a:lnTo>
                <a:lnTo>
                  <a:pt x="2944" y="448"/>
                </a:lnTo>
                <a:lnTo>
                  <a:pt x="2944" y="448"/>
                </a:lnTo>
                <a:lnTo>
                  <a:pt x="2949" y="448"/>
                </a:lnTo>
                <a:lnTo>
                  <a:pt x="2949" y="448"/>
                </a:lnTo>
                <a:lnTo>
                  <a:pt x="2949" y="448"/>
                </a:lnTo>
                <a:lnTo>
                  <a:pt x="2949" y="451"/>
                </a:lnTo>
                <a:lnTo>
                  <a:pt x="2951" y="451"/>
                </a:lnTo>
                <a:lnTo>
                  <a:pt x="2951" y="453"/>
                </a:lnTo>
                <a:lnTo>
                  <a:pt x="2954" y="453"/>
                </a:lnTo>
                <a:lnTo>
                  <a:pt x="2954" y="455"/>
                </a:lnTo>
                <a:lnTo>
                  <a:pt x="2954" y="455"/>
                </a:lnTo>
                <a:lnTo>
                  <a:pt x="2954" y="455"/>
                </a:lnTo>
                <a:lnTo>
                  <a:pt x="2956" y="455"/>
                </a:lnTo>
                <a:lnTo>
                  <a:pt x="2956" y="455"/>
                </a:lnTo>
                <a:lnTo>
                  <a:pt x="2958" y="455"/>
                </a:lnTo>
                <a:lnTo>
                  <a:pt x="2958" y="455"/>
                </a:lnTo>
                <a:lnTo>
                  <a:pt x="2961" y="455"/>
                </a:lnTo>
                <a:lnTo>
                  <a:pt x="2961" y="453"/>
                </a:lnTo>
                <a:lnTo>
                  <a:pt x="2961" y="453"/>
                </a:lnTo>
                <a:lnTo>
                  <a:pt x="2961" y="453"/>
                </a:lnTo>
                <a:lnTo>
                  <a:pt x="2963" y="453"/>
                </a:lnTo>
                <a:lnTo>
                  <a:pt x="2963" y="451"/>
                </a:lnTo>
                <a:lnTo>
                  <a:pt x="2963" y="451"/>
                </a:lnTo>
                <a:lnTo>
                  <a:pt x="2963" y="448"/>
                </a:lnTo>
                <a:lnTo>
                  <a:pt x="2963" y="448"/>
                </a:lnTo>
                <a:lnTo>
                  <a:pt x="2963" y="448"/>
                </a:lnTo>
                <a:lnTo>
                  <a:pt x="2965" y="448"/>
                </a:lnTo>
                <a:lnTo>
                  <a:pt x="2965" y="446"/>
                </a:lnTo>
                <a:lnTo>
                  <a:pt x="2968" y="446"/>
                </a:lnTo>
                <a:lnTo>
                  <a:pt x="2968" y="446"/>
                </a:lnTo>
                <a:lnTo>
                  <a:pt x="2970" y="446"/>
                </a:lnTo>
                <a:lnTo>
                  <a:pt x="2970" y="446"/>
                </a:lnTo>
                <a:lnTo>
                  <a:pt x="2972" y="446"/>
                </a:lnTo>
                <a:lnTo>
                  <a:pt x="2972" y="444"/>
                </a:lnTo>
                <a:lnTo>
                  <a:pt x="2975" y="444"/>
                </a:lnTo>
                <a:lnTo>
                  <a:pt x="2975" y="444"/>
                </a:lnTo>
                <a:lnTo>
                  <a:pt x="2977" y="444"/>
                </a:lnTo>
                <a:lnTo>
                  <a:pt x="2977" y="441"/>
                </a:lnTo>
                <a:lnTo>
                  <a:pt x="2980" y="441"/>
                </a:lnTo>
                <a:lnTo>
                  <a:pt x="2980" y="441"/>
                </a:lnTo>
                <a:lnTo>
                  <a:pt x="2982" y="441"/>
                </a:lnTo>
                <a:lnTo>
                  <a:pt x="2982" y="439"/>
                </a:lnTo>
                <a:lnTo>
                  <a:pt x="2984" y="439"/>
                </a:lnTo>
                <a:lnTo>
                  <a:pt x="2984" y="441"/>
                </a:lnTo>
                <a:lnTo>
                  <a:pt x="2984" y="441"/>
                </a:lnTo>
                <a:lnTo>
                  <a:pt x="2984" y="441"/>
                </a:lnTo>
                <a:lnTo>
                  <a:pt x="2984" y="441"/>
                </a:lnTo>
                <a:lnTo>
                  <a:pt x="2984" y="446"/>
                </a:lnTo>
                <a:lnTo>
                  <a:pt x="2982" y="446"/>
                </a:lnTo>
                <a:lnTo>
                  <a:pt x="2982" y="448"/>
                </a:lnTo>
                <a:lnTo>
                  <a:pt x="2982" y="448"/>
                </a:lnTo>
                <a:lnTo>
                  <a:pt x="2982" y="451"/>
                </a:lnTo>
                <a:lnTo>
                  <a:pt x="2982" y="451"/>
                </a:lnTo>
                <a:lnTo>
                  <a:pt x="2982" y="455"/>
                </a:lnTo>
                <a:lnTo>
                  <a:pt x="2987" y="455"/>
                </a:lnTo>
                <a:lnTo>
                  <a:pt x="2987" y="455"/>
                </a:lnTo>
                <a:lnTo>
                  <a:pt x="2987" y="455"/>
                </a:lnTo>
                <a:lnTo>
                  <a:pt x="2987" y="453"/>
                </a:lnTo>
                <a:lnTo>
                  <a:pt x="2989" y="453"/>
                </a:lnTo>
                <a:lnTo>
                  <a:pt x="2989" y="453"/>
                </a:lnTo>
                <a:lnTo>
                  <a:pt x="2989" y="453"/>
                </a:lnTo>
                <a:lnTo>
                  <a:pt x="2989" y="451"/>
                </a:lnTo>
                <a:lnTo>
                  <a:pt x="2991" y="451"/>
                </a:lnTo>
                <a:lnTo>
                  <a:pt x="2991" y="451"/>
                </a:lnTo>
                <a:lnTo>
                  <a:pt x="2994" y="451"/>
                </a:lnTo>
                <a:lnTo>
                  <a:pt x="2994" y="448"/>
                </a:lnTo>
                <a:lnTo>
                  <a:pt x="2994" y="448"/>
                </a:lnTo>
                <a:lnTo>
                  <a:pt x="2994" y="448"/>
                </a:lnTo>
                <a:lnTo>
                  <a:pt x="2996" y="448"/>
                </a:lnTo>
                <a:lnTo>
                  <a:pt x="2996" y="446"/>
                </a:lnTo>
                <a:lnTo>
                  <a:pt x="2998" y="446"/>
                </a:lnTo>
                <a:lnTo>
                  <a:pt x="2998" y="446"/>
                </a:lnTo>
                <a:lnTo>
                  <a:pt x="2998" y="446"/>
                </a:lnTo>
                <a:lnTo>
                  <a:pt x="2998" y="444"/>
                </a:lnTo>
                <a:lnTo>
                  <a:pt x="3001" y="444"/>
                </a:lnTo>
                <a:lnTo>
                  <a:pt x="3001" y="444"/>
                </a:lnTo>
                <a:lnTo>
                  <a:pt x="3003" y="444"/>
                </a:lnTo>
                <a:lnTo>
                  <a:pt x="3003" y="441"/>
                </a:lnTo>
                <a:lnTo>
                  <a:pt x="3008" y="441"/>
                </a:lnTo>
                <a:lnTo>
                  <a:pt x="3008" y="441"/>
                </a:lnTo>
                <a:lnTo>
                  <a:pt x="3010" y="441"/>
                </a:lnTo>
                <a:lnTo>
                  <a:pt x="3010" y="439"/>
                </a:lnTo>
                <a:lnTo>
                  <a:pt x="3015" y="439"/>
                </a:lnTo>
                <a:lnTo>
                  <a:pt x="3015" y="439"/>
                </a:lnTo>
                <a:lnTo>
                  <a:pt x="3017" y="439"/>
                </a:lnTo>
                <a:lnTo>
                  <a:pt x="3017" y="436"/>
                </a:lnTo>
                <a:lnTo>
                  <a:pt x="3022" y="436"/>
                </a:lnTo>
                <a:lnTo>
                  <a:pt x="3022" y="436"/>
                </a:lnTo>
                <a:lnTo>
                  <a:pt x="3027" y="436"/>
                </a:lnTo>
                <a:lnTo>
                  <a:pt x="3027" y="436"/>
                </a:lnTo>
                <a:lnTo>
                  <a:pt x="3034" y="436"/>
                </a:lnTo>
                <a:lnTo>
                  <a:pt x="3034" y="436"/>
                </a:lnTo>
                <a:lnTo>
                  <a:pt x="3048" y="436"/>
                </a:lnTo>
                <a:lnTo>
                  <a:pt x="3048" y="436"/>
                </a:lnTo>
                <a:lnTo>
                  <a:pt x="3053" y="436"/>
                </a:lnTo>
                <a:lnTo>
                  <a:pt x="3053" y="439"/>
                </a:lnTo>
                <a:lnTo>
                  <a:pt x="3055" y="439"/>
                </a:lnTo>
                <a:lnTo>
                  <a:pt x="3055" y="439"/>
                </a:lnTo>
                <a:lnTo>
                  <a:pt x="3058" y="439"/>
                </a:lnTo>
                <a:lnTo>
                  <a:pt x="3058" y="441"/>
                </a:lnTo>
                <a:lnTo>
                  <a:pt x="3060" y="441"/>
                </a:lnTo>
                <a:lnTo>
                  <a:pt x="3060" y="444"/>
                </a:lnTo>
                <a:lnTo>
                  <a:pt x="3060" y="444"/>
                </a:lnTo>
                <a:lnTo>
                  <a:pt x="3060" y="444"/>
                </a:lnTo>
                <a:lnTo>
                  <a:pt x="3062" y="444"/>
                </a:lnTo>
                <a:lnTo>
                  <a:pt x="3062" y="446"/>
                </a:lnTo>
                <a:lnTo>
                  <a:pt x="3062" y="446"/>
                </a:lnTo>
                <a:lnTo>
                  <a:pt x="3062" y="446"/>
                </a:lnTo>
                <a:lnTo>
                  <a:pt x="3062" y="446"/>
                </a:lnTo>
                <a:lnTo>
                  <a:pt x="3062" y="448"/>
                </a:lnTo>
                <a:lnTo>
                  <a:pt x="3067" y="448"/>
                </a:lnTo>
                <a:lnTo>
                  <a:pt x="3067" y="451"/>
                </a:lnTo>
                <a:lnTo>
                  <a:pt x="3067" y="451"/>
                </a:lnTo>
                <a:lnTo>
                  <a:pt x="3067" y="451"/>
                </a:lnTo>
                <a:lnTo>
                  <a:pt x="3069" y="451"/>
                </a:lnTo>
                <a:lnTo>
                  <a:pt x="3069" y="453"/>
                </a:lnTo>
                <a:lnTo>
                  <a:pt x="3074" y="453"/>
                </a:lnTo>
                <a:lnTo>
                  <a:pt x="3074" y="448"/>
                </a:lnTo>
                <a:lnTo>
                  <a:pt x="3077" y="448"/>
                </a:lnTo>
                <a:lnTo>
                  <a:pt x="3077" y="446"/>
                </a:lnTo>
                <a:lnTo>
                  <a:pt x="3077" y="446"/>
                </a:lnTo>
                <a:lnTo>
                  <a:pt x="3077" y="444"/>
                </a:lnTo>
                <a:lnTo>
                  <a:pt x="3079" y="444"/>
                </a:lnTo>
                <a:lnTo>
                  <a:pt x="3079" y="444"/>
                </a:lnTo>
                <a:lnTo>
                  <a:pt x="3081" y="444"/>
                </a:lnTo>
                <a:lnTo>
                  <a:pt x="3081" y="441"/>
                </a:lnTo>
                <a:lnTo>
                  <a:pt x="3081" y="441"/>
                </a:lnTo>
                <a:lnTo>
                  <a:pt x="3081" y="439"/>
                </a:lnTo>
                <a:lnTo>
                  <a:pt x="3084" y="439"/>
                </a:lnTo>
                <a:lnTo>
                  <a:pt x="3084" y="439"/>
                </a:lnTo>
                <a:lnTo>
                  <a:pt x="3086" y="439"/>
                </a:lnTo>
                <a:lnTo>
                  <a:pt x="3086" y="436"/>
                </a:lnTo>
                <a:lnTo>
                  <a:pt x="3088" y="436"/>
                </a:lnTo>
                <a:lnTo>
                  <a:pt x="3088" y="436"/>
                </a:lnTo>
                <a:lnTo>
                  <a:pt x="3093" y="436"/>
                </a:lnTo>
                <a:lnTo>
                  <a:pt x="3093" y="436"/>
                </a:lnTo>
                <a:lnTo>
                  <a:pt x="3096" y="436"/>
                </a:lnTo>
                <a:lnTo>
                  <a:pt x="3096" y="434"/>
                </a:lnTo>
                <a:lnTo>
                  <a:pt x="3096" y="434"/>
                </a:lnTo>
                <a:lnTo>
                  <a:pt x="3096" y="434"/>
                </a:lnTo>
                <a:lnTo>
                  <a:pt x="3098" y="434"/>
                </a:lnTo>
                <a:lnTo>
                  <a:pt x="3098" y="432"/>
                </a:lnTo>
                <a:lnTo>
                  <a:pt x="3100" y="432"/>
                </a:lnTo>
                <a:lnTo>
                  <a:pt x="3100" y="429"/>
                </a:lnTo>
                <a:lnTo>
                  <a:pt x="3103" y="429"/>
                </a:lnTo>
                <a:lnTo>
                  <a:pt x="3103" y="429"/>
                </a:lnTo>
                <a:lnTo>
                  <a:pt x="3103" y="429"/>
                </a:lnTo>
                <a:lnTo>
                  <a:pt x="3103" y="429"/>
                </a:lnTo>
                <a:lnTo>
                  <a:pt x="3107" y="429"/>
                </a:lnTo>
                <a:lnTo>
                  <a:pt x="3107" y="429"/>
                </a:lnTo>
                <a:lnTo>
                  <a:pt x="3110" y="429"/>
                </a:lnTo>
                <a:lnTo>
                  <a:pt x="3110" y="427"/>
                </a:lnTo>
                <a:lnTo>
                  <a:pt x="3112" y="427"/>
                </a:lnTo>
                <a:lnTo>
                  <a:pt x="3112" y="427"/>
                </a:lnTo>
                <a:lnTo>
                  <a:pt x="3114" y="427"/>
                </a:lnTo>
                <a:lnTo>
                  <a:pt x="3114" y="425"/>
                </a:lnTo>
                <a:lnTo>
                  <a:pt x="3119" y="425"/>
                </a:lnTo>
                <a:lnTo>
                  <a:pt x="3119" y="422"/>
                </a:lnTo>
                <a:lnTo>
                  <a:pt x="3117" y="422"/>
                </a:lnTo>
                <a:lnTo>
                  <a:pt x="3117" y="420"/>
                </a:lnTo>
                <a:lnTo>
                  <a:pt x="3119" y="420"/>
                </a:lnTo>
                <a:lnTo>
                  <a:pt x="3119" y="422"/>
                </a:lnTo>
                <a:lnTo>
                  <a:pt x="3122" y="422"/>
                </a:lnTo>
                <a:lnTo>
                  <a:pt x="3122" y="420"/>
                </a:lnTo>
                <a:lnTo>
                  <a:pt x="3124" y="420"/>
                </a:lnTo>
                <a:lnTo>
                  <a:pt x="3124" y="420"/>
                </a:lnTo>
                <a:lnTo>
                  <a:pt x="3124" y="420"/>
                </a:lnTo>
                <a:lnTo>
                  <a:pt x="3124" y="418"/>
                </a:lnTo>
                <a:lnTo>
                  <a:pt x="3129" y="418"/>
                </a:lnTo>
                <a:lnTo>
                  <a:pt x="3129" y="415"/>
                </a:lnTo>
                <a:lnTo>
                  <a:pt x="3129" y="415"/>
                </a:lnTo>
                <a:lnTo>
                  <a:pt x="3129" y="415"/>
                </a:lnTo>
                <a:lnTo>
                  <a:pt x="3126" y="415"/>
                </a:lnTo>
                <a:lnTo>
                  <a:pt x="3126" y="415"/>
                </a:lnTo>
                <a:lnTo>
                  <a:pt x="3126" y="415"/>
                </a:lnTo>
                <a:lnTo>
                  <a:pt x="3126" y="413"/>
                </a:lnTo>
                <a:lnTo>
                  <a:pt x="3129" y="413"/>
                </a:lnTo>
                <a:lnTo>
                  <a:pt x="3129" y="415"/>
                </a:lnTo>
                <a:lnTo>
                  <a:pt x="3129" y="415"/>
                </a:lnTo>
                <a:lnTo>
                  <a:pt x="3129" y="415"/>
                </a:lnTo>
                <a:lnTo>
                  <a:pt x="3136" y="415"/>
                </a:lnTo>
                <a:lnTo>
                  <a:pt x="3136" y="415"/>
                </a:lnTo>
                <a:lnTo>
                  <a:pt x="3136" y="415"/>
                </a:lnTo>
                <a:lnTo>
                  <a:pt x="3136" y="413"/>
                </a:lnTo>
                <a:lnTo>
                  <a:pt x="3141" y="413"/>
                </a:lnTo>
                <a:lnTo>
                  <a:pt x="3141" y="410"/>
                </a:lnTo>
                <a:lnTo>
                  <a:pt x="3141" y="410"/>
                </a:lnTo>
                <a:lnTo>
                  <a:pt x="3141" y="406"/>
                </a:lnTo>
                <a:lnTo>
                  <a:pt x="3145" y="406"/>
                </a:lnTo>
                <a:lnTo>
                  <a:pt x="3145" y="408"/>
                </a:lnTo>
                <a:lnTo>
                  <a:pt x="3148" y="408"/>
                </a:lnTo>
                <a:lnTo>
                  <a:pt x="3148" y="408"/>
                </a:lnTo>
                <a:lnTo>
                  <a:pt x="3150" y="408"/>
                </a:lnTo>
                <a:lnTo>
                  <a:pt x="3150" y="408"/>
                </a:lnTo>
                <a:lnTo>
                  <a:pt x="3152" y="408"/>
                </a:lnTo>
                <a:lnTo>
                  <a:pt x="3152" y="406"/>
                </a:lnTo>
                <a:lnTo>
                  <a:pt x="3152" y="406"/>
                </a:lnTo>
                <a:lnTo>
                  <a:pt x="3152" y="406"/>
                </a:lnTo>
                <a:lnTo>
                  <a:pt x="3155" y="406"/>
                </a:lnTo>
                <a:lnTo>
                  <a:pt x="3155" y="406"/>
                </a:lnTo>
                <a:lnTo>
                  <a:pt x="3167" y="406"/>
                </a:lnTo>
                <a:lnTo>
                  <a:pt x="3167" y="403"/>
                </a:lnTo>
                <a:lnTo>
                  <a:pt x="3167" y="403"/>
                </a:lnTo>
                <a:lnTo>
                  <a:pt x="3167" y="403"/>
                </a:lnTo>
                <a:lnTo>
                  <a:pt x="3169" y="403"/>
                </a:lnTo>
                <a:lnTo>
                  <a:pt x="3169" y="401"/>
                </a:lnTo>
                <a:lnTo>
                  <a:pt x="3174" y="401"/>
                </a:lnTo>
                <a:lnTo>
                  <a:pt x="3174" y="401"/>
                </a:lnTo>
                <a:lnTo>
                  <a:pt x="3176" y="401"/>
                </a:lnTo>
                <a:lnTo>
                  <a:pt x="3176" y="399"/>
                </a:lnTo>
                <a:lnTo>
                  <a:pt x="3181" y="399"/>
                </a:lnTo>
                <a:lnTo>
                  <a:pt x="3181" y="399"/>
                </a:lnTo>
                <a:lnTo>
                  <a:pt x="3181" y="399"/>
                </a:lnTo>
                <a:lnTo>
                  <a:pt x="3181" y="396"/>
                </a:lnTo>
                <a:lnTo>
                  <a:pt x="3183" y="396"/>
                </a:lnTo>
                <a:lnTo>
                  <a:pt x="3183" y="396"/>
                </a:lnTo>
                <a:lnTo>
                  <a:pt x="3188" y="396"/>
                </a:lnTo>
                <a:lnTo>
                  <a:pt x="3188" y="396"/>
                </a:lnTo>
                <a:lnTo>
                  <a:pt x="3190" y="396"/>
                </a:lnTo>
                <a:lnTo>
                  <a:pt x="3190" y="394"/>
                </a:lnTo>
                <a:lnTo>
                  <a:pt x="3195" y="394"/>
                </a:lnTo>
                <a:lnTo>
                  <a:pt x="3195" y="394"/>
                </a:lnTo>
                <a:lnTo>
                  <a:pt x="3202" y="394"/>
                </a:lnTo>
                <a:lnTo>
                  <a:pt x="3202" y="391"/>
                </a:lnTo>
                <a:lnTo>
                  <a:pt x="3202" y="391"/>
                </a:lnTo>
                <a:lnTo>
                  <a:pt x="3202" y="391"/>
                </a:lnTo>
                <a:lnTo>
                  <a:pt x="3204" y="391"/>
                </a:lnTo>
                <a:lnTo>
                  <a:pt x="3204" y="389"/>
                </a:lnTo>
                <a:lnTo>
                  <a:pt x="3207" y="389"/>
                </a:lnTo>
                <a:lnTo>
                  <a:pt x="3207" y="389"/>
                </a:lnTo>
                <a:lnTo>
                  <a:pt x="3209" y="389"/>
                </a:lnTo>
                <a:lnTo>
                  <a:pt x="3209" y="387"/>
                </a:lnTo>
                <a:lnTo>
                  <a:pt x="3214" y="387"/>
                </a:lnTo>
                <a:lnTo>
                  <a:pt x="3214" y="387"/>
                </a:lnTo>
                <a:lnTo>
                  <a:pt x="3221" y="387"/>
                </a:lnTo>
                <a:lnTo>
                  <a:pt x="3221" y="387"/>
                </a:lnTo>
                <a:lnTo>
                  <a:pt x="3233" y="387"/>
                </a:lnTo>
                <a:lnTo>
                  <a:pt x="3233" y="387"/>
                </a:lnTo>
                <a:lnTo>
                  <a:pt x="3240" y="387"/>
                </a:lnTo>
                <a:lnTo>
                  <a:pt x="3240" y="387"/>
                </a:lnTo>
                <a:lnTo>
                  <a:pt x="3242" y="387"/>
                </a:lnTo>
                <a:lnTo>
                  <a:pt x="3242" y="389"/>
                </a:lnTo>
                <a:lnTo>
                  <a:pt x="3247" y="389"/>
                </a:lnTo>
                <a:lnTo>
                  <a:pt x="3247" y="389"/>
                </a:lnTo>
                <a:lnTo>
                  <a:pt x="3254" y="389"/>
                </a:lnTo>
                <a:lnTo>
                  <a:pt x="3254" y="391"/>
                </a:lnTo>
                <a:lnTo>
                  <a:pt x="3259" y="391"/>
                </a:lnTo>
                <a:lnTo>
                  <a:pt x="3259" y="391"/>
                </a:lnTo>
                <a:lnTo>
                  <a:pt x="3259" y="391"/>
                </a:lnTo>
                <a:lnTo>
                  <a:pt x="3259" y="394"/>
                </a:lnTo>
                <a:lnTo>
                  <a:pt x="3261" y="394"/>
                </a:lnTo>
                <a:lnTo>
                  <a:pt x="3261" y="391"/>
                </a:lnTo>
                <a:lnTo>
                  <a:pt x="3264" y="391"/>
                </a:lnTo>
                <a:lnTo>
                  <a:pt x="3264" y="389"/>
                </a:lnTo>
                <a:lnTo>
                  <a:pt x="3261" y="389"/>
                </a:lnTo>
                <a:lnTo>
                  <a:pt x="3261" y="387"/>
                </a:lnTo>
                <a:lnTo>
                  <a:pt x="3268" y="387"/>
                </a:lnTo>
                <a:lnTo>
                  <a:pt x="3268" y="387"/>
                </a:lnTo>
                <a:lnTo>
                  <a:pt x="3268" y="387"/>
                </a:lnTo>
                <a:lnTo>
                  <a:pt x="3268" y="384"/>
                </a:lnTo>
                <a:lnTo>
                  <a:pt x="3273" y="384"/>
                </a:lnTo>
                <a:lnTo>
                  <a:pt x="3273" y="382"/>
                </a:lnTo>
                <a:lnTo>
                  <a:pt x="3273" y="382"/>
                </a:lnTo>
                <a:lnTo>
                  <a:pt x="3273" y="382"/>
                </a:lnTo>
                <a:lnTo>
                  <a:pt x="3273" y="382"/>
                </a:lnTo>
                <a:lnTo>
                  <a:pt x="3273" y="377"/>
                </a:lnTo>
                <a:lnTo>
                  <a:pt x="3271" y="377"/>
                </a:lnTo>
                <a:lnTo>
                  <a:pt x="3271" y="377"/>
                </a:lnTo>
                <a:lnTo>
                  <a:pt x="3266" y="377"/>
                </a:lnTo>
                <a:lnTo>
                  <a:pt x="3266" y="377"/>
                </a:lnTo>
                <a:lnTo>
                  <a:pt x="3266" y="377"/>
                </a:lnTo>
                <a:lnTo>
                  <a:pt x="3266" y="375"/>
                </a:lnTo>
                <a:lnTo>
                  <a:pt x="3264" y="375"/>
                </a:lnTo>
                <a:lnTo>
                  <a:pt x="3264" y="375"/>
                </a:lnTo>
                <a:lnTo>
                  <a:pt x="3266" y="375"/>
                </a:lnTo>
                <a:lnTo>
                  <a:pt x="3266" y="373"/>
                </a:lnTo>
                <a:lnTo>
                  <a:pt x="3268" y="373"/>
                </a:lnTo>
                <a:lnTo>
                  <a:pt x="3268" y="373"/>
                </a:lnTo>
                <a:lnTo>
                  <a:pt x="3268" y="373"/>
                </a:lnTo>
                <a:lnTo>
                  <a:pt x="3268" y="370"/>
                </a:lnTo>
                <a:lnTo>
                  <a:pt x="3266" y="370"/>
                </a:lnTo>
                <a:lnTo>
                  <a:pt x="3266" y="368"/>
                </a:lnTo>
                <a:lnTo>
                  <a:pt x="3264" y="368"/>
                </a:lnTo>
                <a:lnTo>
                  <a:pt x="3264" y="368"/>
                </a:lnTo>
                <a:lnTo>
                  <a:pt x="3261" y="368"/>
                </a:lnTo>
                <a:lnTo>
                  <a:pt x="3261" y="368"/>
                </a:lnTo>
                <a:lnTo>
                  <a:pt x="3261" y="368"/>
                </a:lnTo>
                <a:lnTo>
                  <a:pt x="3261" y="365"/>
                </a:lnTo>
                <a:lnTo>
                  <a:pt x="3259" y="365"/>
                </a:lnTo>
                <a:lnTo>
                  <a:pt x="3259" y="365"/>
                </a:lnTo>
                <a:lnTo>
                  <a:pt x="3256" y="365"/>
                </a:lnTo>
                <a:lnTo>
                  <a:pt x="3256" y="363"/>
                </a:lnTo>
                <a:lnTo>
                  <a:pt x="3256" y="363"/>
                </a:lnTo>
                <a:lnTo>
                  <a:pt x="3256" y="363"/>
                </a:lnTo>
                <a:lnTo>
                  <a:pt x="3256" y="363"/>
                </a:lnTo>
                <a:lnTo>
                  <a:pt x="3256" y="361"/>
                </a:lnTo>
                <a:lnTo>
                  <a:pt x="3254" y="361"/>
                </a:lnTo>
                <a:lnTo>
                  <a:pt x="3254" y="356"/>
                </a:lnTo>
                <a:lnTo>
                  <a:pt x="3254" y="356"/>
                </a:lnTo>
                <a:lnTo>
                  <a:pt x="3254" y="354"/>
                </a:lnTo>
                <a:lnTo>
                  <a:pt x="3254" y="354"/>
                </a:lnTo>
                <a:lnTo>
                  <a:pt x="3254" y="351"/>
                </a:lnTo>
                <a:lnTo>
                  <a:pt x="3252" y="351"/>
                </a:lnTo>
                <a:lnTo>
                  <a:pt x="3252" y="346"/>
                </a:lnTo>
                <a:lnTo>
                  <a:pt x="3252" y="346"/>
                </a:lnTo>
                <a:lnTo>
                  <a:pt x="3252" y="346"/>
                </a:lnTo>
                <a:lnTo>
                  <a:pt x="3249" y="346"/>
                </a:lnTo>
                <a:lnTo>
                  <a:pt x="3249" y="346"/>
                </a:lnTo>
                <a:lnTo>
                  <a:pt x="3249" y="346"/>
                </a:lnTo>
                <a:lnTo>
                  <a:pt x="3249" y="344"/>
                </a:lnTo>
                <a:lnTo>
                  <a:pt x="3247" y="344"/>
                </a:lnTo>
                <a:lnTo>
                  <a:pt x="3247" y="342"/>
                </a:lnTo>
                <a:lnTo>
                  <a:pt x="3247" y="342"/>
                </a:lnTo>
                <a:lnTo>
                  <a:pt x="3247" y="339"/>
                </a:lnTo>
                <a:lnTo>
                  <a:pt x="3245" y="339"/>
                </a:lnTo>
                <a:lnTo>
                  <a:pt x="3245" y="339"/>
                </a:lnTo>
                <a:lnTo>
                  <a:pt x="3245" y="339"/>
                </a:lnTo>
                <a:lnTo>
                  <a:pt x="3245" y="337"/>
                </a:lnTo>
                <a:lnTo>
                  <a:pt x="3242" y="337"/>
                </a:lnTo>
                <a:lnTo>
                  <a:pt x="3242" y="337"/>
                </a:lnTo>
                <a:lnTo>
                  <a:pt x="3242" y="337"/>
                </a:lnTo>
                <a:lnTo>
                  <a:pt x="3242" y="339"/>
                </a:lnTo>
                <a:lnTo>
                  <a:pt x="3242" y="339"/>
                </a:lnTo>
                <a:lnTo>
                  <a:pt x="3242" y="339"/>
                </a:lnTo>
                <a:lnTo>
                  <a:pt x="3242" y="339"/>
                </a:lnTo>
                <a:lnTo>
                  <a:pt x="3242" y="342"/>
                </a:lnTo>
                <a:lnTo>
                  <a:pt x="3240" y="342"/>
                </a:lnTo>
                <a:lnTo>
                  <a:pt x="3240" y="342"/>
                </a:lnTo>
                <a:lnTo>
                  <a:pt x="3240" y="342"/>
                </a:lnTo>
                <a:lnTo>
                  <a:pt x="3240" y="344"/>
                </a:lnTo>
                <a:lnTo>
                  <a:pt x="3238" y="344"/>
                </a:lnTo>
                <a:lnTo>
                  <a:pt x="3238" y="342"/>
                </a:lnTo>
                <a:lnTo>
                  <a:pt x="3233" y="342"/>
                </a:lnTo>
                <a:lnTo>
                  <a:pt x="3233" y="342"/>
                </a:lnTo>
                <a:lnTo>
                  <a:pt x="3230" y="342"/>
                </a:lnTo>
                <a:lnTo>
                  <a:pt x="3230" y="339"/>
                </a:lnTo>
                <a:lnTo>
                  <a:pt x="3230" y="339"/>
                </a:lnTo>
                <a:lnTo>
                  <a:pt x="3230" y="339"/>
                </a:lnTo>
                <a:lnTo>
                  <a:pt x="3228" y="339"/>
                </a:lnTo>
                <a:lnTo>
                  <a:pt x="3228" y="337"/>
                </a:lnTo>
                <a:lnTo>
                  <a:pt x="3226" y="337"/>
                </a:lnTo>
                <a:lnTo>
                  <a:pt x="3226" y="337"/>
                </a:lnTo>
                <a:lnTo>
                  <a:pt x="3226" y="337"/>
                </a:lnTo>
                <a:lnTo>
                  <a:pt x="3226" y="335"/>
                </a:lnTo>
                <a:lnTo>
                  <a:pt x="3226" y="335"/>
                </a:lnTo>
                <a:lnTo>
                  <a:pt x="3226" y="332"/>
                </a:lnTo>
                <a:lnTo>
                  <a:pt x="3228" y="332"/>
                </a:lnTo>
                <a:lnTo>
                  <a:pt x="3228" y="330"/>
                </a:lnTo>
                <a:lnTo>
                  <a:pt x="3228" y="330"/>
                </a:lnTo>
                <a:lnTo>
                  <a:pt x="3228" y="332"/>
                </a:lnTo>
                <a:lnTo>
                  <a:pt x="3238" y="332"/>
                </a:lnTo>
                <a:lnTo>
                  <a:pt x="3238" y="332"/>
                </a:lnTo>
                <a:lnTo>
                  <a:pt x="3249" y="332"/>
                </a:lnTo>
                <a:lnTo>
                  <a:pt x="3249" y="335"/>
                </a:lnTo>
                <a:lnTo>
                  <a:pt x="3247" y="335"/>
                </a:lnTo>
                <a:lnTo>
                  <a:pt x="3247" y="335"/>
                </a:lnTo>
                <a:lnTo>
                  <a:pt x="3252" y="335"/>
                </a:lnTo>
                <a:lnTo>
                  <a:pt x="3252" y="335"/>
                </a:lnTo>
                <a:lnTo>
                  <a:pt x="3254" y="335"/>
                </a:lnTo>
                <a:lnTo>
                  <a:pt x="3254" y="332"/>
                </a:lnTo>
                <a:lnTo>
                  <a:pt x="3256" y="332"/>
                </a:lnTo>
                <a:lnTo>
                  <a:pt x="3256" y="332"/>
                </a:lnTo>
                <a:lnTo>
                  <a:pt x="3259" y="332"/>
                </a:lnTo>
                <a:lnTo>
                  <a:pt x="3259" y="330"/>
                </a:lnTo>
                <a:lnTo>
                  <a:pt x="3261" y="330"/>
                </a:lnTo>
                <a:lnTo>
                  <a:pt x="3261" y="330"/>
                </a:lnTo>
                <a:lnTo>
                  <a:pt x="3268" y="330"/>
                </a:lnTo>
                <a:lnTo>
                  <a:pt x="3268" y="327"/>
                </a:lnTo>
                <a:lnTo>
                  <a:pt x="3273" y="327"/>
                </a:lnTo>
                <a:lnTo>
                  <a:pt x="3273" y="327"/>
                </a:lnTo>
                <a:lnTo>
                  <a:pt x="3273" y="327"/>
                </a:lnTo>
                <a:lnTo>
                  <a:pt x="3273" y="327"/>
                </a:lnTo>
                <a:lnTo>
                  <a:pt x="3275" y="327"/>
                </a:lnTo>
                <a:lnTo>
                  <a:pt x="3275" y="325"/>
                </a:lnTo>
                <a:lnTo>
                  <a:pt x="3275" y="325"/>
                </a:lnTo>
                <a:lnTo>
                  <a:pt x="3275" y="325"/>
                </a:lnTo>
                <a:lnTo>
                  <a:pt x="3278" y="325"/>
                </a:lnTo>
                <a:lnTo>
                  <a:pt x="3278" y="323"/>
                </a:lnTo>
                <a:lnTo>
                  <a:pt x="3280" y="323"/>
                </a:lnTo>
                <a:lnTo>
                  <a:pt x="3280" y="323"/>
                </a:lnTo>
                <a:lnTo>
                  <a:pt x="3280" y="323"/>
                </a:lnTo>
                <a:lnTo>
                  <a:pt x="3280" y="320"/>
                </a:lnTo>
                <a:lnTo>
                  <a:pt x="3283" y="320"/>
                </a:lnTo>
                <a:lnTo>
                  <a:pt x="3283" y="320"/>
                </a:lnTo>
                <a:lnTo>
                  <a:pt x="3285" y="320"/>
                </a:lnTo>
                <a:lnTo>
                  <a:pt x="3285" y="318"/>
                </a:lnTo>
                <a:lnTo>
                  <a:pt x="3287" y="318"/>
                </a:lnTo>
                <a:lnTo>
                  <a:pt x="3287" y="318"/>
                </a:lnTo>
                <a:lnTo>
                  <a:pt x="3287" y="318"/>
                </a:lnTo>
                <a:lnTo>
                  <a:pt x="3287" y="316"/>
                </a:lnTo>
                <a:lnTo>
                  <a:pt x="3290" y="316"/>
                </a:lnTo>
                <a:lnTo>
                  <a:pt x="3290" y="313"/>
                </a:lnTo>
                <a:lnTo>
                  <a:pt x="3292" y="313"/>
                </a:lnTo>
                <a:lnTo>
                  <a:pt x="3292" y="311"/>
                </a:lnTo>
                <a:lnTo>
                  <a:pt x="3292" y="311"/>
                </a:lnTo>
                <a:lnTo>
                  <a:pt x="3292" y="311"/>
                </a:lnTo>
                <a:lnTo>
                  <a:pt x="3294" y="311"/>
                </a:lnTo>
                <a:lnTo>
                  <a:pt x="3294" y="306"/>
                </a:lnTo>
                <a:lnTo>
                  <a:pt x="3290" y="306"/>
                </a:lnTo>
                <a:lnTo>
                  <a:pt x="3290" y="306"/>
                </a:lnTo>
                <a:lnTo>
                  <a:pt x="3287" y="306"/>
                </a:lnTo>
                <a:lnTo>
                  <a:pt x="3287" y="304"/>
                </a:lnTo>
                <a:lnTo>
                  <a:pt x="3285" y="304"/>
                </a:lnTo>
                <a:lnTo>
                  <a:pt x="3285" y="304"/>
                </a:lnTo>
                <a:lnTo>
                  <a:pt x="3285" y="304"/>
                </a:lnTo>
                <a:lnTo>
                  <a:pt x="3285" y="301"/>
                </a:lnTo>
                <a:lnTo>
                  <a:pt x="3283" y="301"/>
                </a:lnTo>
                <a:lnTo>
                  <a:pt x="3283" y="301"/>
                </a:lnTo>
                <a:lnTo>
                  <a:pt x="3283" y="301"/>
                </a:lnTo>
                <a:lnTo>
                  <a:pt x="3283" y="297"/>
                </a:lnTo>
                <a:lnTo>
                  <a:pt x="3283" y="297"/>
                </a:lnTo>
                <a:lnTo>
                  <a:pt x="3283" y="297"/>
                </a:lnTo>
                <a:lnTo>
                  <a:pt x="3294" y="297"/>
                </a:lnTo>
                <a:lnTo>
                  <a:pt x="3294" y="294"/>
                </a:lnTo>
                <a:lnTo>
                  <a:pt x="3294" y="294"/>
                </a:lnTo>
                <a:lnTo>
                  <a:pt x="3294" y="292"/>
                </a:lnTo>
                <a:lnTo>
                  <a:pt x="3294" y="292"/>
                </a:lnTo>
                <a:lnTo>
                  <a:pt x="3294" y="292"/>
                </a:lnTo>
                <a:lnTo>
                  <a:pt x="3297" y="292"/>
                </a:lnTo>
                <a:lnTo>
                  <a:pt x="3297" y="292"/>
                </a:lnTo>
                <a:lnTo>
                  <a:pt x="3297" y="292"/>
                </a:lnTo>
                <a:lnTo>
                  <a:pt x="3297" y="294"/>
                </a:lnTo>
                <a:lnTo>
                  <a:pt x="3299" y="294"/>
                </a:lnTo>
                <a:lnTo>
                  <a:pt x="3299" y="294"/>
                </a:lnTo>
                <a:lnTo>
                  <a:pt x="3304" y="294"/>
                </a:lnTo>
                <a:lnTo>
                  <a:pt x="3304" y="294"/>
                </a:lnTo>
                <a:lnTo>
                  <a:pt x="3304" y="294"/>
                </a:lnTo>
                <a:lnTo>
                  <a:pt x="3304" y="292"/>
                </a:lnTo>
                <a:lnTo>
                  <a:pt x="3306" y="292"/>
                </a:lnTo>
                <a:lnTo>
                  <a:pt x="3306" y="292"/>
                </a:lnTo>
                <a:lnTo>
                  <a:pt x="3309" y="292"/>
                </a:lnTo>
                <a:lnTo>
                  <a:pt x="3309" y="290"/>
                </a:lnTo>
                <a:lnTo>
                  <a:pt x="3309" y="290"/>
                </a:lnTo>
                <a:lnTo>
                  <a:pt x="3309" y="287"/>
                </a:lnTo>
                <a:lnTo>
                  <a:pt x="3311" y="287"/>
                </a:lnTo>
                <a:lnTo>
                  <a:pt x="3311" y="290"/>
                </a:lnTo>
                <a:lnTo>
                  <a:pt x="3309" y="290"/>
                </a:lnTo>
                <a:lnTo>
                  <a:pt x="3309" y="292"/>
                </a:lnTo>
                <a:lnTo>
                  <a:pt x="3309" y="292"/>
                </a:lnTo>
                <a:lnTo>
                  <a:pt x="3309" y="294"/>
                </a:lnTo>
                <a:lnTo>
                  <a:pt x="3306" y="294"/>
                </a:lnTo>
                <a:lnTo>
                  <a:pt x="3306" y="297"/>
                </a:lnTo>
                <a:lnTo>
                  <a:pt x="3304" y="297"/>
                </a:lnTo>
                <a:lnTo>
                  <a:pt x="3304" y="297"/>
                </a:lnTo>
                <a:lnTo>
                  <a:pt x="3301" y="297"/>
                </a:lnTo>
                <a:lnTo>
                  <a:pt x="3301" y="297"/>
                </a:lnTo>
                <a:lnTo>
                  <a:pt x="3301" y="297"/>
                </a:lnTo>
                <a:lnTo>
                  <a:pt x="3301" y="297"/>
                </a:lnTo>
                <a:lnTo>
                  <a:pt x="3301" y="297"/>
                </a:lnTo>
                <a:lnTo>
                  <a:pt x="3301" y="299"/>
                </a:lnTo>
                <a:lnTo>
                  <a:pt x="3301" y="299"/>
                </a:lnTo>
                <a:lnTo>
                  <a:pt x="3301" y="299"/>
                </a:lnTo>
                <a:lnTo>
                  <a:pt x="3301" y="299"/>
                </a:lnTo>
                <a:lnTo>
                  <a:pt x="3301" y="301"/>
                </a:lnTo>
                <a:lnTo>
                  <a:pt x="3304" y="301"/>
                </a:lnTo>
                <a:lnTo>
                  <a:pt x="3304" y="301"/>
                </a:lnTo>
                <a:lnTo>
                  <a:pt x="3304" y="301"/>
                </a:lnTo>
                <a:lnTo>
                  <a:pt x="3304" y="304"/>
                </a:lnTo>
                <a:lnTo>
                  <a:pt x="3306" y="304"/>
                </a:lnTo>
                <a:lnTo>
                  <a:pt x="3306" y="306"/>
                </a:lnTo>
                <a:lnTo>
                  <a:pt x="3311" y="306"/>
                </a:lnTo>
                <a:lnTo>
                  <a:pt x="3311" y="309"/>
                </a:lnTo>
                <a:lnTo>
                  <a:pt x="3309" y="309"/>
                </a:lnTo>
                <a:lnTo>
                  <a:pt x="3309" y="309"/>
                </a:lnTo>
                <a:lnTo>
                  <a:pt x="3309" y="309"/>
                </a:lnTo>
                <a:lnTo>
                  <a:pt x="3309" y="311"/>
                </a:lnTo>
                <a:lnTo>
                  <a:pt x="3306" y="311"/>
                </a:lnTo>
                <a:lnTo>
                  <a:pt x="3306" y="311"/>
                </a:lnTo>
                <a:lnTo>
                  <a:pt x="3304" y="311"/>
                </a:lnTo>
                <a:lnTo>
                  <a:pt x="3304" y="311"/>
                </a:lnTo>
                <a:lnTo>
                  <a:pt x="3306" y="311"/>
                </a:lnTo>
                <a:lnTo>
                  <a:pt x="3306" y="313"/>
                </a:lnTo>
                <a:lnTo>
                  <a:pt x="3335" y="313"/>
                </a:lnTo>
                <a:lnTo>
                  <a:pt x="3335" y="311"/>
                </a:lnTo>
                <a:lnTo>
                  <a:pt x="3337" y="311"/>
                </a:lnTo>
                <a:lnTo>
                  <a:pt x="3337" y="311"/>
                </a:lnTo>
                <a:lnTo>
                  <a:pt x="3339" y="311"/>
                </a:lnTo>
                <a:lnTo>
                  <a:pt x="3339" y="309"/>
                </a:lnTo>
                <a:lnTo>
                  <a:pt x="3339" y="309"/>
                </a:lnTo>
                <a:lnTo>
                  <a:pt x="3339" y="309"/>
                </a:lnTo>
                <a:lnTo>
                  <a:pt x="3346" y="309"/>
                </a:lnTo>
                <a:lnTo>
                  <a:pt x="3346" y="309"/>
                </a:lnTo>
                <a:lnTo>
                  <a:pt x="3351" y="309"/>
                </a:lnTo>
                <a:lnTo>
                  <a:pt x="3351" y="311"/>
                </a:lnTo>
                <a:lnTo>
                  <a:pt x="3354" y="311"/>
                </a:lnTo>
                <a:lnTo>
                  <a:pt x="3354" y="311"/>
                </a:lnTo>
                <a:lnTo>
                  <a:pt x="3361" y="311"/>
                </a:lnTo>
                <a:lnTo>
                  <a:pt x="3361" y="313"/>
                </a:lnTo>
                <a:lnTo>
                  <a:pt x="3363" y="313"/>
                </a:lnTo>
                <a:lnTo>
                  <a:pt x="3363" y="313"/>
                </a:lnTo>
                <a:lnTo>
                  <a:pt x="3363" y="313"/>
                </a:lnTo>
                <a:lnTo>
                  <a:pt x="3363" y="316"/>
                </a:lnTo>
                <a:lnTo>
                  <a:pt x="3363" y="316"/>
                </a:lnTo>
                <a:lnTo>
                  <a:pt x="3363" y="316"/>
                </a:lnTo>
                <a:lnTo>
                  <a:pt x="3365" y="316"/>
                </a:lnTo>
                <a:lnTo>
                  <a:pt x="3365" y="318"/>
                </a:lnTo>
                <a:lnTo>
                  <a:pt x="3365" y="318"/>
                </a:lnTo>
                <a:lnTo>
                  <a:pt x="3365" y="318"/>
                </a:lnTo>
                <a:lnTo>
                  <a:pt x="3368" y="318"/>
                </a:lnTo>
                <a:lnTo>
                  <a:pt x="3368" y="318"/>
                </a:lnTo>
                <a:lnTo>
                  <a:pt x="3368" y="318"/>
                </a:lnTo>
                <a:lnTo>
                  <a:pt x="3368" y="323"/>
                </a:lnTo>
                <a:lnTo>
                  <a:pt x="3365" y="323"/>
                </a:lnTo>
                <a:lnTo>
                  <a:pt x="3365" y="325"/>
                </a:lnTo>
                <a:lnTo>
                  <a:pt x="3368" y="325"/>
                </a:lnTo>
                <a:lnTo>
                  <a:pt x="3368" y="325"/>
                </a:lnTo>
                <a:lnTo>
                  <a:pt x="3370" y="325"/>
                </a:lnTo>
                <a:lnTo>
                  <a:pt x="3370" y="327"/>
                </a:lnTo>
                <a:lnTo>
                  <a:pt x="3375" y="327"/>
                </a:lnTo>
                <a:lnTo>
                  <a:pt x="3375" y="327"/>
                </a:lnTo>
                <a:lnTo>
                  <a:pt x="3375" y="327"/>
                </a:lnTo>
                <a:lnTo>
                  <a:pt x="3375" y="330"/>
                </a:lnTo>
                <a:lnTo>
                  <a:pt x="3377" y="330"/>
                </a:lnTo>
                <a:lnTo>
                  <a:pt x="3377" y="327"/>
                </a:lnTo>
                <a:lnTo>
                  <a:pt x="3377" y="327"/>
                </a:lnTo>
                <a:lnTo>
                  <a:pt x="3377" y="330"/>
                </a:lnTo>
                <a:lnTo>
                  <a:pt x="3387" y="330"/>
                </a:lnTo>
                <a:lnTo>
                  <a:pt x="3387" y="327"/>
                </a:lnTo>
                <a:lnTo>
                  <a:pt x="3387" y="327"/>
                </a:lnTo>
                <a:lnTo>
                  <a:pt x="3387" y="330"/>
                </a:lnTo>
                <a:lnTo>
                  <a:pt x="3389" y="330"/>
                </a:lnTo>
                <a:lnTo>
                  <a:pt x="3389" y="330"/>
                </a:lnTo>
                <a:lnTo>
                  <a:pt x="3394" y="330"/>
                </a:lnTo>
                <a:lnTo>
                  <a:pt x="3394" y="332"/>
                </a:lnTo>
                <a:lnTo>
                  <a:pt x="3396" y="332"/>
                </a:lnTo>
                <a:lnTo>
                  <a:pt x="3396" y="332"/>
                </a:lnTo>
                <a:lnTo>
                  <a:pt x="3401" y="332"/>
                </a:lnTo>
                <a:lnTo>
                  <a:pt x="3401" y="335"/>
                </a:lnTo>
                <a:lnTo>
                  <a:pt x="3403" y="335"/>
                </a:lnTo>
                <a:lnTo>
                  <a:pt x="3403" y="335"/>
                </a:lnTo>
                <a:lnTo>
                  <a:pt x="3403" y="335"/>
                </a:lnTo>
                <a:lnTo>
                  <a:pt x="3403" y="337"/>
                </a:lnTo>
                <a:lnTo>
                  <a:pt x="3406" y="337"/>
                </a:lnTo>
                <a:lnTo>
                  <a:pt x="3406" y="337"/>
                </a:lnTo>
                <a:lnTo>
                  <a:pt x="3408" y="337"/>
                </a:lnTo>
                <a:lnTo>
                  <a:pt x="3408" y="339"/>
                </a:lnTo>
                <a:lnTo>
                  <a:pt x="3410" y="339"/>
                </a:lnTo>
                <a:lnTo>
                  <a:pt x="3410" y="339"/>
                </a:lnTo>
                <a:lnTo>
                  <a:pt x="3413" y="339"/>
                </a:lnTo>
                <a:lnTo>
                  <a:pt x="3413" y="342"/>
                </a:lnTo>
                <a:lnTo>
                  <a:pt x="3415" y="342"/>
                </a:lnTo>
                <a:lnTo>
                  <a:pt x="3415" y="339"/>
                </a:lnTo>
                <a:lnTo>
                  <a:pt x="3420" y="339"/>
                </a:lnTo>
                <a:lnTo>
                  <a:pt x="3420" y="339"/>
                </a:lnTo>
                <a:lnTo>
                  <a:pt x="3420" y="339"/>
                </a:lnTo>
                <a:lnTo>
                  <a:pt x="3420" y="342"/>
                </a:lnTo>
                <a:lnTo>
                  <a:pt x="3420" y="342"/>
                </a:lnTo>
                <a:lnTo>
                  <a:pt x="3420" y="342"/>
                </a:lnTo>
                <a:lnTo>
                  <a:pt x="3425" y="342"/>
                </a:lnTo>
                <a:lnTo>
                  <a:pt x="3425" y="344"/>
                </a:lnTo>
                <a:lnTo>
                  <a:pt x="3427" y="344"/>
                </a:lnTo>
                <a:lnTo>
                  <a:pt x="3427" y="342"/>
                </a:lnTo>
                <a:lnTo>
                  <a:pt x="3429" y="342"/>
                </a:lnTo>
                <a:lnTo>
                  <a:pt x="3429" y="342"/>
                </a:lnTo>
                <a:lnTo>
                  <a:pt x="3432" y="342"/>
                </a:lnTo>
                <a:lnTo>
                  <a:pt x="3432" y="337"/>
                </a:lnTo>
                <a:lnTo>
                  <a:pt x="3434" y="337"/>
                </a:lnTo>
                <a:lnTo>
                  <a:pt x="3434" y="339"/>
                </a:lnTo>
                <a:lnTo>
                  <a:pt x="3443" y="339"/>
                </a:lnTo>
                <a:lnTo>
                  <a:pt x="3443" y="337"/>
                </a:lnTo>
                <a:lnTo>
                  <a:pt x="3443" y="337"/>
                </a:lnTo>
                <a:lnTo>
                  <a:pt x="3443" y="337"/>
                </a:lnTo>
                <a:lnTo>
                  <a:pt x="3443" y="337"/>
                </a:lnTo>
                <a:lnTo>
                  <a:pt x="3443" y="337"/>
                </a:lnTo>
                <a:lnTo>
                  <a:pt x="3441" y="337"/>
                </a:lnTo>
                <a:lnTo>
                  <a:pt x="3441" y="335"/>
                </a:lnTo>
                <a:lnTo>
                  <a:pt x="3441" y="335"/>
                </a:lnTo>
                <a:lnTo>
                  <a:pt x="3441" y="332"/>
                </a:lnTo>
                <a:lnTo>
                  <a:pt x="3441" y="332"/>
                </a:lnTo>
                <a:lnTo>
                  <a:pt x="3441" y="330"/>
                </a:lnTo>
                <a:lnTo>
                  <a:pt x="3446" y="330"/>
                </a:lnTo>
                <a:lnTo>
                  <a:pt x="3446" y="330"/>
                </a:lnTo>
                <a:lnTo>
                  <a:pt x="3448" y="330"/>
                </a:lnTo>
                <a:lnTo>
                  <a:pt x="3448" y="327"/>
                </a:lnTo>
                <a:lnTo>
                  <a:pt x="3446" y="327"/>
                </a:lnTo>
                <a:lnTo>
                  <a:pt x="3446" y="327"/>
                </a:lnTo>
                <a:lnTo>
                  <a:pt x="3441" y="327"/>
                </a:lnTo>
                <a:lnTo>
                  <a:pt x="3441" y="327"/>
                </a:lnTo>
                <a:lnTo>
                  <a:pt x="3441" y="327"/>
                </a:lnTo>
                <a:lnTo>
                  <a:pt x="3441" y="325"/>
                </a:lnTo>
                <a:lnTo>
                  <a:pt x="3443" y="325"/>
                </a:lnTo>
                <a:lnTo>
                  <a:pt x="3443" y="325"/>
                </a:lnTo>
                <a:lnTo>
                  <a:pt x="3443" y="325"/>
                </a:lnTo>
                <a:lnTo>
                  <a:pt x="3443" y="323"/>
                </a:lnTo>
                <a:lnTo>
                  <a:pt x="3448" y="323"/>
                </a:lnTo>
                <a:lnTo>
                  <a:pt x="3448" y="323"/>
                </a:lnTo>
                <a:lnTo>
                  <a:pt x="3448" y="323"/>
                </a:lnTo>
                <a:lnTo>
                  <a:pt x="3448" y="320"/>
                </a:lnTo>
                <a:lnTo>
                  <a:pt x="3448" y="320"/>
                </a:lnTo>
                <a:lnTo>
                  <a:pt x="3448" y="318"/>
                </a:lnTo>
                <a:lnTo>
                  <a:pt x="3446" y="318"/>
                </a:lnTo>
                <a:lnTo>
                  <a:pt x="3446" y="313"/>
                </a:lnTo>
                <a:lnTo>
                  <a:pt x="3446" y="313"/>
                </a:lnTo>
                <a:lnTo>
                  <a:pt x="3446" y="313"/>
                </a:lnTo>
                <a:lnTo>
                  <a:pt x="3448" y="313"/>
                </a:lnTo>
                <a:lnTo>
                  <a:pt x="3448" y="311"/>
                </a:lnTo>
                <a:lnTo>
                  <a:pt x="3455" y="311"/>
                </a:lnTo>
                <a:lnTo>
                  <a:pt x="3455" y="311"/>
                </a:lnTo>
                <a:lnTo>
                  <a:pt x="3467" y="311"/>
                </a:lnTo>
                <a:lnTo>
                  <a:pt x="3467" y="311"/>
                </a:lnTo>
                <a:lnTo>
                  <a:pt x="3472" y="311"/>
                </a:lnTo>
                <a:lnTo>
                  <a:pt x="3472" y="309"/>
                </a:lnTo>
                <a:lnTo>
                  <a:pt x="3474" y="309"/>
                </a:lnTo>
                <a:lnTo>
                  <a:pt x="3474" y="309"/>
                </a:lnTo>
                <a:lnTo>
                  <a:pt x="3481" y="309"/>
                </a:lnTo>
                <a:lnTo>
                  <a:pt x="3481" y="309"/>
                </a:lnTo>
                <a:lnTo>
                  <a:pt x="3481" y="309"/>
                </a:lnTo>
                <a:lnTo>
                  <a:pt x="3481" y="306"/>
                </a:lnTo>
                <a:lnTo>
                  <a:pt x="3481" y="306"/>
                </a:lnTo>
                <a:lnTo>
                  <a:pt x="3481" y="304"/>
                </a:lnTo>
                <a:lnTo>
                  <a:pt x="3481" y="304"/>
                </a:lnTo>
                <a:lnTo>
                  <a:pt x="3481" y="304"/>
                </a:lnTo>
                <a:lnTo>
                  <a:pt x="3481" y="304"/>
                </a:lnTo>
                <a:lnTo>
                  <a:pt x="3481" y="301"/>
                </a:lnTo>
                <a:lnTo>
                  <a:pt x="3484" y="301"/>
                </a:lnTo>
                <a:lnTo>
                  <a:pt x="3484" y="299"/>
                </a:lnTo>
                <a:lnTo>
                  <a:pt x="3486" y="299"/>
                </a:lnTo>
                <a:lnTo>
                  <a:pt x="3486" y="299"/>
                </a:lnTo>
                <a:lnTo>
                  <a:pt x="3488" y="299"/>
                </a:lnTo>
                <a:lnTo>
                  <a:pt x="3488" y="297"/>
                </a:lnTo>
                <a:lnTo>
                  <a:pt x="3493" y="297"/>
                </a:lnTo>
                <a:lnTo>
                  <a:pt x="3493" y="297"/>
                </a:lnTo>
                <a:lnTo>
                  <a:pt x="3493" y="297"/>
                </a:lnTo>
                <a:lnTo>
                  <a:pt x="3493" y="297"/>
                </a:lnTo>
                <a:lnTo>
                  <a:pt x="3500" y="297"/>
                </a:lnTo>
                <a:lnTo>
                  <a:pt x="3500" y="297"/>
                </a:lnTo>
                <a:lnTo>
                  <a:pt x="3500" y="297"/>
                </a:lnTo>
                <a:lnTo>
                  <a:pt x="3500" y="294"/>
                </a:lnTo>
                <a:lnTo>
                  <a:pt x="3500" y="294"/>
                </a:lnTo>
                <a:close/>
              </a:path>
            </a:pathLst>
          </a:custGeom>
          <a:solidFill>
            <a:schemeClr val="bg2"/>
          </a:solidFill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" name="Group 71"/>
          <p:cNvGrpSpPr/>
          <p:nvPr/>
        </p:nvGrpSpPr>
        <p:grpSpPr>
          <a:xfrm>
            <a:off x="171656" y="3440784"/>
            <a:ext cx="2991184" cy="1800200"/>
            <a:chOff x="812374" y="1547444"/>
            <a:chExt cx="4367012" cy="2700705"/>
          </a:xfrm>
          <a:solidFill>
            <a:schemeClr val="bg1">
              <a:lumMod val="95000"/>
            </a:schemeClr>
          </a:solidFill>
        </p:grpSpPr>
        <p:grpSp>
          <p:nvGrpSpPr>
            <p:cNvPr id="11" name="Group 126"/>
            <p:cNvGrpSpPr/>
            <p:nvPr/>
          </p:nvGrpSpPr>
          <p:grpSpPr>
            <a:xfrm>
              <a:off x="871406" y="1642700"/>
              <a:ext cx="4192599" cy="2562517"/>
              <a:chOff x="871406" y="1642700"/>
              <a:chExt cx="4192599" cy="2562517"/>
            </a:xfrm>
            <a:grpFill/>
          </p:grpSpPr>
          <p:sp>
            <p:nvSpPr>
              <p:cNvPr id="28" name="Freeform 5"/>
              <p:cNvSpPr>
                <a:spLocks/>
              </p:cNvSpPr>
              <p:nvPr/>
            </p:nvSpPr>
            <p:spPr bwMode="auto">
              <a:xfrm>
                <a:off x="1862871" y="2140445"/>
                <a:ext cx="578244" cy="487013"/>
              </a:xfrm>
              <a:custGeom>
                <a:avLst/>
                <a:gdLst/>
                <a:ahLst/>
                <a:cxnLst>
                  <a:cxn ang="0">
                    <a:pos x="9" y="230"/>
                  </a:cxn>
                  <a:cxn ang="0">
                    <a:pos x="44" y="36"/>
                  </a:cxn>
                  <a:cxn ang="0">
                    <a:pos x="44" y="0"/>
                  </a:cxn>
                  <a:cxn ang="0">
                    <a:pos x="53" y="0"/>
                  </a:cxn>
                  <a:cxn ang="0">
                    <a:pos x="149" y="9"/>
                  </a:cxn>
                  <a:cxn ang="0">
                    <a:pos x="246" y="27"/>
                  </a:cxn>
                  <a:cxn ang="0">
                    <a:pos x="361" y="36"/>
                  </a:cxn>
                  <a:cxn ang="0">
                    <a:pos x="431" y="44"/>
                  </a:cxn>
                  <a:cxn ang="0">
                    <a:pos x="422" y="204"/>
                  </a:cxn>
                  <a:cxn ang="0">
                    <a:pos x="413" y="363"/>
                  </a:cxn>
                  <a:cxn ang="0">
                    <a:pos x="317" y="354"/>
                  </a:cxn>
                  <a:cxn ang="0">
                    <a:pos x="273" y="345"/>
                  </a:cxn>
                  <a:cxn ang="0">
                    <a:pos x="176" y="336"/>
                  </a:cxn>
                  <a:cxn ang="0">
                    <a:pos x="114" y="327"/>
                  </a:cxn>
                  <a:cxn ang="0">
                    <a:pos x="0" y="310"/>
                  </a:cxn>
                  <a:cxn ang="0">
                    <a:pos x="9" y="230"/>
                  </a:cxn>
                </a:cxnLst>
                <a:rect l="0" t="0" r="r" b="b"/>
                <a:pathLst>
                  <a:path w="431" h="363">
                    <a:moveTo>
                      <a:pt x="9" y="230"/>
                    </a:moveTo>
                    <a:lnTo>
                      <a:pt x="44" y="36"/>
                    </a:lnTo>
                    <a:lnTo>
                      <a:pt x="44" y="0"/>
                    </a:lnTo>
                    <a:lnTo>
                      <a:pt x="53" y="0"/>
                    </a:lnTo>
                    <a:lnTo>
                      <a:pt x="149" y="9"/>
                    </a:lnTo>
                    <a:lnTo>
                      <a:pt x="246" y="27"/>
                    </a:lnTo>
                    <a:lnTo>
                      <a:pt x="361" y="36"/>
                    </a:lnTo>
                    <a:lnTo>
                      <a:pt x="431" y="44"/>
                    </a:lnTo>
                    <a:lnTo>
                      <a:pt x="422" y="204"/>
                    </a:lnTo>
                    <a:lnTo>
                      <a:pt x="413" y="363"/>
                    </a:lnTo>
                    <a:lnTo>
                      <a:pt x="317" y="354"/>
                    </a:lnTo>
                    <a:lnTo>
                      <a:pt x="273" y="345"/>
                    </a:lnTo>
                    <a:lnTo>
                      <a:pt x="176" y="336"/>
                    </a:lnTo>
                    <a:lnTo>
                      <a:pt x="114" y="327"/>
                    </a:lnTo>
                    <a:lnTo>
                      <a:pt x="0" y="310"/>
                    </a:lnTo>
                    <a:lnTo>
                      <a:pt x="9" y="230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" name="Freeform 6"/>
              <p:cNvSpPr>
                <a:spLocks/>
              </p:cNvSpPr>
              <p:nvPr/>
            </p:nvSpPr>
            <p:spPr bwMode="auto">
              <a:xfrm>
                <a:off x="1862871" y="2140445"/>
                <a:ext cx="578244" cy="487013"/>
              </a:xfrm>
              <a:custGeom>
                <a:avLst/>
                <a:gdLst/>
                <a:ahLst/>
                <a:cxnLst>
                  <a:cxn ang="0">
                    <a:pos x="9" y="230"/>
                  </a:cxn>
                  <a:cxn ang="0">
                    <a:pos x="44" y="36"/>
                  </a:cxn>
                  <a:cxn ang="0">
                    <a:pos x="44" y="0"/>
                  </a:cxn>
                  <a:cxn ang="0">
                    <a:pos x="53" y="0"/>
                  </a:cxn>
                  <a:cxn ang="0">
                    <a:pos x="149" y="9"/>
                  </a:cxn>
                  <a:cxn ang="0">
                    <a:pos x="246" y="27"/>
                  </a:cxn>
                  <a:cxn ang="0">
                    <a:pos x="361" y="36"/>
                  </a:cxn>
                  <a:cxn ang="0">
                    <a:pos x="431" y="44"/>
                  </a:cxn>
                  <a:cxn ang="0">
                    <a:pos x="422" y="204"/>
                  </a:cxn>
                  <a:cxn ang="0">
                    <a:pos x="413" y="363"/>
                  </a:cxn>
                  <a:cxn ang="0">
                    <a:pos x="317" y="354"/>
                  </a:cxn>
                  <a:cxn ang="0">
                    <a:pos x="273" y="345"/>
                  </a:cxn>
                  <a:cxn ang="0">
                    <a:pos x="176" y="336"/>
                  </a:cxn>
                  <a:cxn ang="0">
                    <a:pos x="114" y="327"/>
                  </a:cxn>
                  <a:cxn ang="0">
                    <a:pos x="0" y="310"/>
                  </a:cxn>
                  <a:cxn ang="0">
                    <a:pos x="9" y="230"/>
                  </a:cxn>
                </a:cxnLst>
                <a:rect l="0" t="0" r="r" b="b"/>
                <a:pathLst>
                  <a:path w="431" h="363">
                    <a:moveTo>
                      <a:pt x="9" y="230"/>
                    </a:moveTo>
                    <a:lnTo>
                      <a:pt x="44" y="36"/>
                    </a:lnTo>
                    <a:lnTo>
                      <a:pt x="44" y="0"/>
                    </a:lnTo>
                    <a:lnTo>
                      <a:pt x="53" y="0"/>
                    </a:lnTo>
                    <a:lnTo>
                      <a:pt x="149" y="9"/>
                    </a:lnTo>
                    <a:lnTo>
                      <a:pt x="246" y="27"/>
                    </a:lnTo>
                    <a:lnTo>
                      <a:pt x="361" y="36"/>
                    </a:lnTo>
                    <a:lnTo>
                      <a:pt x="431" y="44"/>
                    </a:lnTo>
                    <a:lnTo>
                      <a:pt x="422" y="204"/>
                    </a:lnTo>
                    <a:lnTo>
                      <a:pt x="413" y="363"/>
                    </a:lnTo>
                    <a:lnTo>
                      <a:pt x="317" y="354"/>
                    </a:lnTo>
                    <a:lnTo>
                      <a:pt x="273" y="345"/>
                    </a:lnTo>
                    <a:lnTo>
                      <a:pt x="176" y="336"/>
                    </a:lnTo>
                    <a:lnTo>
                      <a:pt x="114" y="327"/>
                    </a:lnTo>
                    <a:lnTo>
                      <a:pt x="0" y="310"/>
                    </a:lnTo>
                    <a:lnTo>
                      <a:pt x="9" y="230"/>
                    </a:lnTo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" name="Freeform 9"/>
              <p:cNvSpPr>
                <a:spLocks/>
              </p:cNvSpPr>
              <p:nvPr/>
            </p:nvSpPr>
            <p:spPr bwMode="auto">
              <a:xfrm>
                <a:off x="4153037" y="2567084"/>
                <a:ext cx="364924" cy="379682"/>
              </a:xfrm>
              <a:custGeom>
                <a:avLst/>
                <a:gdLst/>
                <a:ahLst/>
                <a:cxnLst>
                  <a:cxn ang="0">
                    <a:pos x="0" y="195"/>
                  </a:cxn>
                  <a:cxn ang="0">
                    <a:pos x="9" y="177"/>
                  </a:cxn>
                  <a:cxn ang="0">
                    <a:pos x="17" y="168"/>
                  </a:cxn>
                  <a:cxn ang="0">
                    <a:pos x="17" y="151"/>
                  </a:cxn>
                  <a:cxn ang="0">
                    <a:pos x="26" y="142"/>
                  </a:cxn>
                  <a:cxn ang="0">
                    <a:pos x="35" y="142"/>
                  </a:cxn>
                  <a:cxn ang="0">
                    <a:pos x="35" y="124"/>
                  </a:cxn>
                  <a:cxn ang="0">
                    <a:pos x="44" y="115"/>
                  </a:cxn>
                  <a:cxn ang="0">
                    <a:pos x="70" y="98"/>
                  </a:cxn>
                  <a:cxn ang="0">
                    <a:pos x="88" y="71"/>
                  </a:cxn>
                  <a:cxn ang="0">
                    <a:pos x="88" y="62"/>
                  </a:cxn>
                  <a:cxn ang="0">
                    <a:pos x="88" y="45"/>
                  </a:cxn>
                  <a:cxn ang="0">
                    <a:pos x="88" y="9"/>
                  </a:cxn>
                  <a:cxn ang="0">
                    <a:pos x="88" y="0"/>
                  </a:cxn>
                  <a:cxn ang="0">
                    <a:pos x="167" y="62"/>
                  </a:cxn>
                  <a:cxn ang="0">
                    <a:pos x="185" y="89"/>
                  </a:cxn>
                  <a:cxn ang="0">
                    <a:pos x="193" y="80"/>
                  </a:cxn>
                  <a:cxn ang="0">
                    <a:pos x="211" y="62"/>
                  </a:cxn>
                  <a:cxn ang="0">
                    <a:pos x="211" y="62"/>
                  </a:cxn>
                  <a:cxn ang="0">
                    <a:pos x="228" y="62"/>
                  </a:cxn>
                  <a:cxn ang="0">
                    <a:pos x="237" y="54"/>
                  </a:cxn>
                  <a:cxn ang="0">
                    <a:pos x="255" y="54"/>
                  </a:cxn>
                  <a:cxn ang="0">
                    <a:pos x="264" y="62"/>
                  </a:cxn>
                  <a:cxn ang="0">
                    <a:pos x="272" y="71"/>
                  </a:cxn>
                  <a:cxn ang="0">
                    <a:pos x="272" y="89"/>
                  </a:cxn>
                  <a:cxn ang="0">
                    <a:pos x="237" y="80"/>
                  </a:cxn>
                  <a:cxn ang="0">
                    <a:pos x="228" y="98"/>
                  </a:cxn>
                  <a:cxn ang="0">
                    <a:pos x="220" y="115"/>
                  </a:cxn>
                  <a:cxn ang="0">
                    <a:pos x="202" y="124"/>
                  </a:cxn>
                  <a:cxn ang="0">
                    <a:pos x="202" y="142"/>
                  </a:cxn>
                  <a:cxn ang="0">
                    <a:pos x="193" y="160"/>
                  </a:cxn>
                  <a:cxn ang="0">
                    <a:pos x="176" y="151"/>
                  </a:cxn>
                  <a:cxn ang="0">
                    <a:pos x="167" y="168"/>
                  </a:cxn>
                  <a:cxn ang="0">
                    <a:pos x="158" y="186"/>
                  </a:cxn>
                  <a:cxn ang="0">
                    <a:pos x="149" y="213"/>
                  </a:cxn>
                  <a:cxn ang="0">
                    <a:pos x="149" y="230"/>
                  </a:cxn>
                  <a:cxn ang="0">
                    <a:pos x="149" y="248"/>
                  </a:cxn>
                  <a:cxn ang="0">
                    <a:pos x="123" y="257"/>
                  </a:cxn>
                  <a:cxn ang="0">
                    <a:pos x="114" y="266"/>
                  </a:cxn>
                  <a:cxn ang="0">
                    <a:pos x="88" y="275"/>
                  </a:cxn>
                  <a:cxn ang="0">
                    <a:pos x="70" y="283"/>
                  </a:cxn>
                  <a:cxn ang="0">
                    <a:pos x="53" y="266"/>
                  </a:cxn>
                  <a:cxn ang="0">
                    <a:pos x="35" y="257"/>
                  </a:cxn>
                  <a:cxn ang="0">
                    <a:pos x="9" y="230"/>
                  </a:cxn>
                  <a:cxn ang="0">
                    <a:pos x="0" y="204"/>
                  </a:cxn>
                  <a:cxn ang="0">
                    <a:pos x="0" y="195"/>
                  </a:cxn>
                </a:cxnLst>
                <a:rect l="0" t="0" r="r" b="b"/>
                <a:pathLst>
                  <a:path w="272" h="283">
                    <a:moveTo>
                      <a:pt x="0" y="195"/>
                    </a:moveTo>
                    <a:lnTo>
                      <a:pt x="0" y="195"/>
                    </a:lnTo>
                    <a:lnTo>
                      <a:pt x="0" y="195"/>
                    </a:lnTo>
                    <a:lnTo>
                      <a:pt x="9" y="195"/>
                    </a:lnTo>
                    <a:lnTo>
                      <a:pt x="9" y="186"/>
                    </a:lnTo>
                    <a:lnTo>
                      <a:pt x="9" y="177"/>
                    </a:lnTo>
                    <a:lnTo>
                      <a:pt x="17" y="177"/>
                    </a:lnTo>
                    <a:lnTo>
                      <a:pt x="17" y="168"/>
                    </a:lnTo>
                    <a:lnTo>
                      <a:pt x="17" y="168"/>
                    </a:lnTo>
                    <a:lnTo>
                      <a:pt x="17" y="160"/>
                    </a:lnTo>
                    <a:lnTo>
                      <a:pt x="17" y="160"/>
                    </a:lnTo>
                    <a:lnTo>
                      <a:pt x="17" y="151"/>
                    </a:lnTo>
                    <a:lnTo>
                      <a:pt x="17" y="151"/>
                    </a:lnTo>
                    <a:lnTo>
                      <a:pt x="26" y="142"/>
                    </a:lnTo>
                    <a:lnTo>
                      <a:pt x="26" y="142"/>
                    </a:lnTo>
                    <a:lnTo>
                      <a:pt x="35" y="151"/>
                    </a:lnTo>
                    <a:lnTo>
                      <a:pt x="35" y="151"/>
                    </a:lnTo>
                    <a:lnTo>
                      <a:pt x="35" y="142"/>
                    </a:lnTo>
                    <a:lnTo>
                      <a:pt x="35" y="133"/>
                    </a:lnTo>
                    <a:lnTo>
                      <a:pt x="35" y="133"/>
                    </a:lnTo>
                    <a:lnTo>
                      <a:pt x="35" y="124"/>
                    </a:lnTo>
                    <a:lnTo>
                      <a:pt x="44" y="124"/>
                    </a:lnTo>
                    <a:lnTo>
                      <a:pt x="44" y="115"/>
                    </a:lnTo>
                    <a:lnTo>
                      <a:pt x="44" y="115"/>
                    </a:lnTo>
                    <a:lnTo>
                      <a:pt x="53" y="107"/>
                    </a:lnTo>
                    <a:lnTo>
                      <a:pt x="61" y="107"/>
                    </a:lnTo>
                    <a:lnTo>
                      <a:pt x="70" y="98"/>
                    </a:lnTo>
                    <a:lnTo>
                      <a:pt x="79" y="89"/>
                    </a:lnTo>
                    <a:lnTo>
                      <a:pt x="79" y="89"/>
                    </a:lnTo>
                    <a:lnTo>
                      <a:pt x="88" y="71"/>
                    </a:lnTo>
                    <a:lnTo>
                      <a:pt x="88" y="71"/>
                    </a:lnTo>
                    <a:lnTo>
                      <a:pt x="88" y="62"/>
                    </a:lnTo>
                    <a:lnTo>
                      <a:pt x="88" y="62"/>
                    </a:lnTo>
                    <a:lnTo>
                      <a:pt x="88" y="62"/>
                    </a:lnTo>
                    <a:lnTo>
                      <a:pt x="88" y="54"/>
                    </a:lnTo>
                    <a:lnTo>
                      <a:pt x="88" y="45"/>
                    </a:lnTo>
                    <a:lnTo>
                      <a:pt x="88" y="36"/>
                    </a:lnTo>
                    <a:lnTo>
                      <a:pt x="88" y="27"/>
                    </a:lnTo>
                    <a:lnTo>
                      <a:pt x="88" y="9"/>
                    </a:lnTo>
                    <a:lnTo>
                      <a:pt x="88" y="9"/>
                    </a:lnTo>
                    <a:lnTo>
                      <a:pt x="88" y="0"/>
                    </a:lnTo>
                    <a:lnTo>
                      <a:pt x="88" y="0"/>
                    </a:lnTo>
                    <a:lnTo>
                      <a:pt x="88" y="0"/>
                    </a:lnTo>
                    <a:lnTo>
                      <a:pt x="105" y="71"/>
                    </a:lnTo>
                    <a:lnTo>
                      <a:pt x="167" y="62"/>
                    </a:lnTo>
                    <a:lnTo>
                      <a:pt x="176" y="107"/>
                    </a:lnTo>
                    <a:lnTo>
                      <a:pt x="176" y="98"/>
                    </a:lnTo>
                    <a:lnTo>
                      <a:pt x="185" y="89"/>
                    </a:lnTo>
                    <a:lnTo>
                      <a:pt x="185" y="89"/>
                    </a:lnTo>
                    <a:lnTo>
                      <a:pt x="193" y="80"/>
                    </a:lnTo>
                    <a:lnTo>
                      <a:pt x="193" y="80"/>
                    </a:lnTo>
                    <a:lnTo>
                      <a:pt x="193" y="71"/>
                    </a:lnTo>
                    <a:lnTo>
                      <a:pt x="202" y="80"/>
                    </a:lnTo>
                    <a:lnTo>
                      <a:pt x="211" y="62"/>
                    </a:lnTo>
                    <a:lnTo>
                      <a:pt x="211" y="62"/>
                    </a:lnTo>
                    <a:lnTo>
                      <a:pt x="211" y="62"/>
                    </a:lnTo>
                    <a:lnTo>
                      <a:pt x="211" y="62"/>
                    </a:lnTo>
                    <a:lnTo>
                      <a:pt x="220" y="62"/>
                    </a:lnTo>
                    <a:lnTo>
                      <a:pt x="228" y="62"/>
                    </a:lnTo>
                    <a:lnTo>
                      <a:pt x="228" y="62"/>
                    </a:lnTo>
                    <a:lnTo>
                      <a:pt x="228" y="54"/>
                    </a:lnTo>
                    <a:lnTo>
                      <a:pt x="237" y="54"/>
                    </a:lnTo>
                    <a:lnTo>
                      <a:pt x="237" y="54"/>
                    </a:lnTo>
                    <a:lnTo>
                      <a:pt x="246" y="45"/>
                    </a:lnTo>
                    <a:lnTo>
                      <a:pt x="246" y="54"/>
                    </a:lnTo>
                    <a:lnTo>
                      <a:pt x="255" y="54"/>
                    </a:lnTo>
                    <a:lnTo>
                      <a:pt x="264" y="54"/>
                    </a:lnTo>
                    <a:lnTo>
                      <a:pt x="264" y="54"/>
                    </a:lnTo>
                    <a:lnTo>
                      <a:pt x="264" y="62"/>
                    </a:lnTo>
                    <a:lnTo>
                      <a:pt x="272" y="62"/>
                    </a:lnTo>
                    <a:lnTo>
                      <a:pt x="272" y="62"/>
                    </a:lnTo>
                    <a:lnTo>
                      <a:pt x="272" y="71"/>
                    </a:lnTo>
                    <a:lnTo>
                      <a:pt x="272" y="71"/>
                    </a:lnTo>
                    <a:lnTo>
                      <a:pt x="272" y="80"/>
                    </a:lnTo>
                    <a:lnTo>
                      <a:pt x="272" y="89"/>
                    </a:lnTo>
                    <a:lnTo>
                      <a:pt x="237" y="71"/>
                    </a:lnTo>
                    <a:lnTo>
                      <a:pt x="237" y="71"/>
                    </a:lnTo>
                    <a:lnTo>
                      <a:pt x="237" y="80"/>
                    </a:lnTo>
                    <a:lnTo>
                      <a:pt x="237" y="80"/>
                    </a:lnTo>
                    <a:lnTo>
                      <a:pt x="237" y="98"/>
                    </a:lnTo>
                    <a:lnTo>
                      <a:pt x="228" y="98"/>
                    </a:lnTo>
                    <a:lnTo>
                      <a:pt x="228" y="107"/>
                    </a:lnTo>
                    <a:lnTo>
                      <a:pt x="228" y="115"/>
                    </a:lnTo>
                    <a:lnTo>
                      <a:pt x="220" y="115"/>
                    </a:lnTo>
                    <a:lnTo>
                      <a:pt x="220" y="124"/>
                    </a:lnTo>
                    <a:lnTo>
                      <a:pt x="211" y="124"/>
                    </a:lnTo>
                    <a:lnTo>
                      <a:pt x="202" y="124"/>
                    </a:lnTo>
                    <a:lnTo>
                      <a:pt x="202" y="133"/>
                    </a:lnTo>
                    <a:lnTo>
                      <a:pt x="202" y="142"/>
                    </a:lnTo>
                    <a:lnTo>
                      <a:pt x="202" y="142"/>
                    </a:lnTo>
                    <a:lnTo>
                      <a:pt x="202" y="151"/>
                    </a:lnTo>
                    <a:lnTo>
                      <a:pt x="193" y="160"/>
                    </a:lnTo>
                    <a:lnTo>
                      <a:pt x="193" y="160"/>
                    </a:lnTo>
                    <a:lnTo>
                      <a:pt x="185" y="160"/>
                    </a:lnTo>
                    <a:lnTo>
                      <a:pt x="185" y="160"/>
                    </a:lnTo>
                    <a:lnTo>
                      <a:pt x="176" y="151"/>
                    </a:lnTo>
                    <a:lnTo>
                      <a:pt x="167" y="151"/>
                    </a:lnTo>
                    <a:lnTo>
                      <a:pt x="167" y="168"/>
                    </a:lnTo>
                    <a:lnTo>
                      <a:pt x="167" y="168"/>
                    </a:lnTo>
                    <a:lnTo>
                      <a:pt x="167" y="168"/>
                    </a:lnTo>
                    <a:lnTo>
                      <a:pt x="167" y="186"/>
                    </a:lnTo>
                    <a:lnTo>
                      <a:pt x="158" y="186"/>
                    </a:lnTo>
                    <a:lnTo>
                      <a:pt x="158" y="195"/>
                    </a:lnTo>
                    <a:lnTo>
                      <a:pt x="158" y="204"/>
                    </a:lnTo>
                    <a:lnTo>
                      <a:pt x="149" y="213"/>
                    </a:lnTo>
                    <a:lnTo>
                      <a:pt x="149" y="222"/>
                    </a:lnTo>
                    <a:lnTo>
                      <a:pt x="149" y="230"/>
                    </a:lnTo>
                    <a:lnTo>
                      <a:pt x="149" y="230"/>
                    </a:lnTo>
                    <a:lnTo>
                      <a:pt x="149" y="239"/>
                    </a:lnTo>
                    <a:lnTo>
                      <a:pt x="149" y="248"/>
                    </a:lnTo>
                    <a:lnTo>
                      <a:pt x="149" y="248"/>
                    </a:lnTo>
                    <a:lnTo>
                      <a:pt x="141" y="248"/>
                    </a:lnTo>
                    <a:lnTo>
                      <a:pt x="132" y="248"/>
                    </a:lnTo>
                    <a:lnTo>
                      <a:pt x="123" y="257"/>
                    </a:lnTo>
                    <a:lnTo>
                      <a:pt x="114" y="257"/>
                    </a:lnTo>
                    <a:lnTo>
                      <a:pt x="114" y="266"/>
                    </a:lnTo>
                    <a:lnTo>
                      <a:pt x="114" y="266"/>
                    </a:lnTo>
                    <a:lnTo>
                      <a:pt x="105" y="266"/>
                    </a:lnTo>
                    <a:lnTo>
                      <a:pt x="97" y="275"/>
                    </a:lnTo>
                    <a:lnTo>
                      <a:pt x="88" y="275"/>
                    </a:lnTo>
                    <a:lnTo>
                      <a:pt x="88" y="266"/>
                    </a:lnTo>
                    <a:lnTo>
                      <a:pt x="79" y="275"/>
                    </a:lnTo>
                    <a:lnTo>
                      <a:pt x="70" y="283"/>
                    </a:lnTo>
                    <a:lnTo>
                      <a:pt x="61" y="283"/>
                    </a:lnTo>
                    <a:lnTo>
                      <a:pt x="53" y="275"/>
                    </a:lnTo>
                    <a:lnTo>
                      <a:pt x="53" y="266"/>
                    </a:lnTo>
                    <a:lnTo>
                      <a:pt x="44" y="266"/>
                    </a:lnTo>
                    <a:lnTo>
                      <a:pt x="44" y="257"/>
                    </a:lnTo>
                    <a:lnTo>
                      <a:pt x="35" y="257"/>
                    </a:lnTo>
                    <a:lnTo>
                      <a:pt x="26" y="248"/>
                    </a:lnTo>
                    <a:lnTo>
                      <a:pt x="17" y="239"/>
                    </a:lnTo>
                    <a:lnTo>
                      <a:pt x="9" y="230"/>
                    </a:lnTo>
                    <a:lnTo>
                      <a:pt x="9" y="230"/>
                    </a:lnTo>
                    <a:lnTo>
                      <a:pt x="0" y="213"/>
                    </a:lnTo>
                    <a:lnTo>
                      <a:pt x="0" y="204"/>
                    </a:lnTo>
                    <a:lnTo>
                      <a:pt x="0" y="204"/>
                    </a:lnTo>
                    <a:lnTo>
                      <a:pt x="0" y="195"/>
                    </a:lnTo>
                    <a:lnTo>
                      <a:pt x="0" y="195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" name="Freeform 10"/>
              <p:cNvSpPr>
                <a:spLocks/>
              </p:cNvSpPr>
              <p:nvPr/>
            </p:nvSpPr>
            <p:spPr bwMode="auto">
              <a:xfrm>
                <a:off x="4153037" y="2567084"/>
                <a:ext cx="364924" cy="379682"/>
              </a:xfrm>
              <a:custGeom>
                <a:avLst/>
                <a:gdLst/>
                <a:ahLst/>
                <a:cxnLst>
                  <a:cxn ang="0">
                    <a:pos x="0" y="195"/>
                  </a:cxn>
                  <a:cxn ang="0">
                    <a:pos x="9" y="177"/>
                  </a:cxn>
                  <a:cxn ang="0">
                    <a:pos x="17" y="168"/>
                  </a:cxn>
                  <a:cxn ang="0">
                    <a:pos x="17" y="151"/>
                  </a:cxn>
                  <a:cxn ang="0">
                    <a:pos x="26" y="142"/>
                  </a:cxn>
                  <a:cxn ang="0">
                    <a:pos x="35" y="142"/>
                  </a:cxn>
                  <a:cxn ang="0">
                    <a:pos x="35" y="124"/>
                  </a:cxn>
                  <a:cxn ang="0">
                    <a:pos x="44" y="115"/>
                  </a:cxn>
                  <a:cxn ang="0">
                    <a:pos x="70" y="98"/>
                  </a:cxn>
                  <a:cxn ang="0">
                    <a:pos x="88" y="71"/>
                  </a:cxn>
                  <a:cxn ang="0">
                    <a:pos x="88" y="62"/>
                  </a:cxn>
                  <a:cxn ang="0">
                    <a:pos x="88" y="45"/>
                  </a:cxn>
                  <a:cxn ang="0">
                    <a:pos x="88" y="9"/>
                  </a:cxn>
                  <a:cxn ang="0">
                    <a:pos x="88" y="0"/>
                  </a:cxn>
                  <a:cxn ang="0">
                    <a:pos x="167" y="62"/>
                  </a:cxn>
                  <a:cxn ang="0">
                    <a:pos x="185" y="89"/>
                  </a:cxn>
                  <a:cxn ang="0">
                    <a:pos x="193" y="80"/>
                  </a:cxn>
                  <a:cxn ang="0">
                    <a:pos x="211" y="62"/>
                  </a:cxn>
                  <a:cxn ang="0">
                    <a:pos x="211" y="62"/>
                  </a:cxn>
                  <a:cxn ang="0">
                    <a:pos x="228" y="62"/>
                  </a:cxn>
                  <a:cxn ang="0">
                    <a:pos x="237" y="54"/>
                  </a:cxn>
                  <a:cxn ang="0">
                    <a:pos x="255" y="54"/>
                  </a:cxn>
                  <a:cxn ang="0">
                    <a:pos x="264" y="62"/>
                  </a:cxn>
                  <a:cxn ang="0">
                    <a:pos x="272" y="71"/>
                  </a:cxn>
                  <a:cxn ang="0">
                    <a:pos x="272" y="89"/>
                  </a:cxn>
                  <a:cxn ang="0">
                    <a:pos x="237" y="80"/>
                  </a:cxn>
                  <a:cxn ang="0">
                    <a:pos x="228" y="98"/>
                  </a:cxn>
                  <a:cxn ang="0">
                    <a:pos x="220" y="115"/>
                  </a:cxn>
                  <a:cxn ang="0">
                    <a:pos x="202" y="124"/>
                  </a:cxn>
                  <a:cxn ang="0">
                    <a:pos x="202" y="142"/>
                  </a:cxn>
                  <a:cxn ang="0">
                    <a:pos x="193" y="160"/>
                  </a:cxn>
                  <a:cxn ang="0">
                    <a:pos x="176" y="151"/>
                  </a:cxn>
                  <a:cxn ang="0">
                    <a:pos x="167" y="168"/>
                  </a:cxn>
                  <a:cxn ang="0">
                    <a:pos x="158" y="186"/>
                  </a:cxn>
                  <a:cxn ang="0">
                    <a:pos x="149" y="213"/>
                  </a:cxn>
                  <a:cxn ang="0">
                    <a:pos x="149" y="230"/>
                  </a:cxn>
                  <a:cxn ang="0">
                    <a:pos x="149" y="248"/>
                  </a:cxn>
                  <a:cxn ang="0">
                    <a:pos x="123" y="257"/>
                  </a:cxn>
                  <a:cxn ang="0">
                    <a:pos x="114" y="266"/>
                  </a:cxn>
                  <a:cxn ang="0">
                    <a:pos x="88" y="275"/>
                  </a:cxn>
                  <a:cxn ang="0">
                    <a:pos x="70" y="283"/>
                  </a:cxn>
                  <a:cxn ang="0">
                    <a:pos x="53" y="266"/>
                  </a:cxn>
                  <a:cxn ang="0">
                    <a:pos x="35" y="257"/>
                  </a:cxn>
                  <a:cxn ang="0">
                    <a:pos x="9" y="230"/>
                  </a:cxn>
                  <a:cxn ang="0">
                    <a:pos x="0" y="204"/>
                  </a:cxn>
                  <a:cxn ang="0">
                    <a:pos x="0" y="195"/>
                  </a:cxn>
                </a:cxnLst>
                <a:rect l="0" t="0" r="r" b="b"/>
                <a:pathLst>
                  <a:path w="272" h="283">
                    <a:moveTo>
                      <a:pt x="0" y="195"/>
                    </a:moveTo>
                    <a:lnTo>
                      <a:pt x="0" y="195"/>
                    </a:lnTo>
                    <a:lnTo>
                      <a:pt x="0" y="195"/>
                    </a:lnTo>
                    <a:lnTo>
                      <a:pt x="9" y="195"/>
                    </a:lnTo>
                    <a:lnTo>
                      <a:pt x="9" y="186"/>
                    </a:lnTo>
                    <a:lnTo>
                      <a:pt x="9" y="177"/>
                    </a:lnTo>
                    <a:lnTo>
                      <a:pt x="17" y="177"/>
                    </a:lnTo>
                    <a:lnTo>
                      <a:pt x="17" y="168"/>
                    </a:lnTo>
                    <a:lnTo>
                      <a:pt x="17" y="168"/>
                    </a:lnTo>
                    <a:lnTo>
                      <a:pt x="17" y="160"/>
                    </a:lnTo>
                    <a:lnTo>
                      <a:pt x="17" y="160"/>
                    </a:lnTo>
                    <a:lnTo>
                      <a:pt x="17" y="151"/>
                    </a:lnTo>
                    <a:lnTo>
                      <a:pt x="17" y="151"/>
                    </a:lnTo>
                    <a:lnTo>
                      <a:pt x="26" y="142"/>
                    </a:lnTo>
                    <a:lnTo>
                      <a:pt x="26" y="142"/>
                    </a:lnTo>
                    <a:lnTo>
                      <a:pt x="35" y="151"/>
                    </a:lnTo>
                    <a:lnTo>
                      <a:pt x="35" y="151"/>
                    </a:lnTo>
                    <a:lnTo>
                      <a:pt x="35" y="142"/>
                    </a:lnTo>
                    <a:lnTo>
                      <a:pt x="35" y="133"/>
                    </a:lnTo>
                    <a:lnTo>
                      <a:pt x="35" y="133"/>
                    </a:lnTo>
                    <a:lnTo>
                      <a:pt x="35" y="124"/>
                    </a:lnTo>
                    <a:lnTo>
                      <a:pt x="44" y="124"/>
                    </a:lnTo>
                    <a:lnTo>
                      <a:pt x="44" y="115"/>
                    </a:lnTo>
                    <a:lnTo>
                      <a:pt x="44" y="115"/>
                    </a:lnTo>
                    <a:lnTo>
                      <a:pt x="53" y="107"/>
                    </a:lnTo>
                    <a:lnTo>
                      <a:pt x="61" y="107"/>
                    </a:lnTo>
                    <a:lnTo>
                      <a:pt x="70" y="98"/>
                    </a:lnTo>
                    <a:lnTo>
                      <a:pt x="79" y="89"/>
                    </a:lnTo>
                    <a:lnTo>
                      <a:pt x="79" y="89"/>
                    </a:lnTo>
                    <a:lnTo>
                      <a:pt x="88" y="71"/>
                    </a:lnTo>
                    <a:lnTo>
                      <a:pt x="88" y="71"/>
                    </a:lnTo>
                    <a:lnTo>
                      <a:pt x="88" y="62"/>
                    </a:lnTo>
                    <a:lnTo>
                      <a:pt x="88" y="62"/>
                    </a:lnTo>
                    <a:lnTo>
                      <a:pt x="88" y="62"/>
                    </a:lnTo>
                    <a:lnTo>
                      <a:pt x="88" y="54"/>
                    </a:lnTo>
                    <a:lnTo>
                      <a:pt x="88" y="45"/>
                    </a:lnTo>
                    <a:lnTo>
                      <a:pt x="88" y="36"/>
                    </a:lnTo>
                    <a:lnTo>
                      <a:pt x="88" y="27"/>
                    </a:lnTo>
                    <a:lnTo>
                      <a:pt x="88" y="9"/>
                    </a:lnTo>
                    <a:lnTo>
                      <a:pt x="88" y="9"/>
                    </a:lnTo>
                    <a:lnTo>
                      <a:pt x="88" y="0"/>
                    </a:lnTo>
                    <a:lnTo>
                      <a:pt x="88" y="0"/>
                    </a:lnTo>
                    <a:lnTo>
                      <a:pt x="88" y="0"/>
                    </a:lnTo>
                    <a:lnTo>
                      <a:pt x="105" y="71"/>
                    </a:lnTo>
                    <a:lnTo>
                      <a:pt x="167" y="62"/>
                    </a:lnTo>
                    <a:lnTo>
                      <a:pt x="176" y="107"/>
                    </a:lnTo>
                    <a:lnTo>
                      <a:pt x="176" y="98"/>
                    </a:lnTo>
                    <a:lnTo>
                      <a:pt x="185" y="89"/>
                    </a:lnTo>
                    <a:lnTo>
                      <a:pt x="185" y="89"/>
                    </a:lnTo>
                    <a:lnTo>
                      <a:pt x="193" y="80"/>
                    </a:lnTo>
                    <a:lnTo>
                      <a:pt x="193" y="80"/>
                    </a:lnTo>
                    <a:lnTo>
                      <a:pt x="193" y="71"/>
                    </a:lnTo>
                    <a:lnTo>
                      <a:pt x="202" y="80"/>
                    </a:lnTo>
                    <a:lnTo>
                      <a:pt x="211" y="62"/>
                    </a:lnTo>
                    <a:lnTo>
                      <a:pt x="211" y="62"/>
                    </a:lnTo>
                    <a:lnTo>
                      <a:pt x="211" y="62"/>
                    </a:lnTo>
                    <a:lnTo>
                      <a:pt x="211" y="62"/>
                    </a:lnTo>
                    <a:lnTo>
                      <a:pt x="220" y="62"/>
                    </a:lnTo>
                    <a:lnTo>
                      <a:pt x="228" y="62"/>
                    </a:lnTo>
                    <a:lnTo>
                      <a:pt x="228" y="62"/>
                    </a:lnTo>
                    <a:lnTo>
                      <a:pt x="228" y="54"/>
                    </a:lnTo>
                    <a:lnTo>
                      <a:pt x="237" y="54"/>
                    </a:lnTo>
                    <a:lnTo>
                      <a:pt x="237" y="54"/>
                    </a:lnTo>
                    <a:lnTo>
                      <a:pt x="246" y="45"/>
                    </a:lnTo>
                    <a:lnTo>
                      <a:pt x="246" y="54"/>
                    </a:lnTo>
                    <a:lnTo>
                      <a:pt x="255" y="54"/>
                    </a:lnTo>
                    <a:lnTo>
                      <a:pt x="264" y="54"/>
                    </a:lnTo>
                    <a:lnTo>
                      <a:pt x="264" y="54"/>
                    </a:lnTo>
                    <a:lnTo>
                      <a:pt x="264" y="62"/>
                    </a:lnTo>
                    <a:lnTo>
                      <a:pt x="272" y="62"/>
                    </a:lnTo>
                    <a:lnTo>
                      <a:pt x="272" y="62"/>
                    </a:lnTo>
                    <a:lnTo>
                      <a:pt x="272" y="71"/>
                    </a:lnTo>
                    <a:lnTo>
                      <a:pt x="272" y="71"/>
                    </a:lnTo>
                    <a:lnTo>
                      <a:pt x="272" y="80"/>
                    </a:lnTo>
                    <a:lnTo>
                      <a:pt x="272" y="89"/>
                    </a:lnTo>
                    <a:lnTo>
                      <a:pt x="237" y="71"/>
                    </a:lnTo>
                    <a:lnTo>
                      <a:pt x="237" y="71"/>
                    </a:lnTo>
                    <a:lnTo>
                      <a:pt x="237" y="80"/>
                    </a:lnTo>
                    <a:lnTo>
                      <a:pt x="237" y="80"/>
                    </a:lnTo>
                    <a:lnTo>
                      <a:pt x="237" y="98"/>
                    </a:lnTo>
                    <a:lnTo>
                      <a:pt x="228" y="98"/>
                    </a:lnTo>
                    <a:lnTo>
                      <a:pt x="228" y="107"/>
                    </a:lnTo>
                    <a:lnTo>
                      <a:pt x="228" y="115"/>
                    </a:lnTo>
                    <a:lnTo>
                      <a:pt x="220" y="115"/>
                    </a:lnTo>
                    <a:lnTo>
                      <a:pt x="220" y="124"/>
                    </a:lnTo>
                    <a:lnTo>
                      <a:pt x="211" y="124"/>
                    </a:lnTo>
                    <a:lnTo>
                      <a:pt x="202" y="124"/>
                    </a:lnTo>
                    <a:lnTo>
                      <a:pt x="202" y="133"/>
                    </a:lnTo>
                    <a:lnTo>
                      <a:pt x="202" y="142"/>
                    </a:lnTo>
                    <a:lnTo>
                      <a:pt x="202" y="142"/>
                    </a:lnTo>
                    <a:lnTo>
                      <a:pt x="202" y="151"/>
                    </a:lnTo>
                    <a:lnTo>
                      <a:pt x="193" y="160"/>
                    </a:lnTo>
                    <a:lnTo>
                      <a:pt x="193" y="160"/>
                    </a:lnTo>
                    <a:lnTo>
                      <a:pt x="185" y="160"/>
                    </a:lnTo>
                    <a:lnTo>
                      <a:pt x="185" y="160"/>
                    </a:lnTo>
                    <a:lnTo>
                      <a:pt x="176" y="151"/>
                    </a:lnTo>
                    <a:lnTo>
                      <a:pt x="167" y="151"/>
                    </a:lnTo>
                    <a:lnTo>
                      <a:pt x="167" y="168"/>
                    </a:lnTo>
                    <a:lnTo>
                      <a:pt x="167" y="168"/>
                    </a:lnTo>
                    <a:lnTo>
                      <a:pt x="167" y="168"/>
                    </a:lnTo>
                    <a:lnTo>
                      <a:pt x="167" y="186"/>
                    </a:lnTo>
                    <a:lnTo>
                      <a:pt x="158" y="186"/>
                    </a:lnTo>
                    <a:lnTo>
                      <a:pt x="158" y="195"/>
                    </a:lnTo>
                    <a:lnTo>
                      <a:pt x="158" y="204"/>
                    </a:lnTo>
                    <a:lnTo>
                      <a:pt x="149" y="213"/>
                    </a:lnTo>
                    <a:lnTo>
                      <a:pt x="149" y="222"/>
                    </a:lnTo>
                    <a:lnTo>
                      <a:pt x="149" y="230"/>
                    </a:lnTo>
                    <a:lnTo>
                      <a:pt x="149" y="230"/>
                    </a:lnTo>
                    <a:lnTo>
                      <a:pt x="149" y="239"/>
                    </a:lnTo>
                    <a:lnTo>
                      <a:pt x="149" y="248"/>
                    </a:lnTo>
                    <a:lnTo>
                      <a:pt x="149" y="248"/>
                    </a:lnTo>
                    <a:lnTo>
                      <a:pt x="141" y="248"/>
                    </a:lnTo>
                    <a:lnTo>
                      <a:pt x="132" y="248"/>
                    </a:lnTo>
                    <a:lnTo>
                      <a:pt x="123" y="257"/>
                    </a:lnTo>
                    <a:lnTo>
                      <a:pt x="114" y="257"/>
                    </a:lnTo>
                    <a:lnTo>
                      <a:pt x="114" y="266"/>
                    </a:lnTo>
                    <a:lnTo>
                      <a:pt x="114" y="266"/>
                    </a:lnTo>
                    <a:lnTo>
                      <a:pt x="105" y="266"/>
                    </a:lnTo>
                    <a:lnTo>
                      <a:pt x="97" y="275"/>
                    </a:lnTo>
                    <a:lnTo>
                      <a:pt x="88" y="275"/>
                    </a:lnTo>
                    <a:lnTo>
                      <a:pt x="88" y="266"/>
                    </a:lnTo>
                    <a:lnTo>
                      <a:pt x="79" y="275"/>
                    </a:lnTo>
                    <a:lnTo>
                      <a:pt x="70" y="283"/>
                    </a:lnTo>
                    <a:lnTo>
                      <a:pt x="61" y="283"/>
                    </a:lnTo>
                    <a:lnTo>
                      <a:pt x="53" y="275"/>
                    </a:lnTo>
                    <a:lnTo>
                      <a:pt x="53" y="266"/>
                    </a:lnTo>
                    <a:lnTo>
                      <a:pt x="44" y="266"/>
                    </a:lnTo>
                    <a:lnTo>
                      <a:pt x="44" y="257"/>
                    </a:lnTo>
                    <a:lnTo>
                      <a:pt x="35" y="257"/>
                    </a:lnTo>
                    <a:lnTo>
                      <a:pt x="26" y="248"/>
                    </a:lnTo>
                    <a:lnTo>
                      <a:pt x="17" y="239"/>
                    </a:lnTo>
                    <a:lnTo>
                      <a:pt x="9" y="230"/>
                    </a:lnTo>
                    <a:lnTo>
                      <a:pt x="9" y="230"/>
                    </a:lnTo>
                    <a:lnTo>
                      <a:pt x="0" y="213"/>
                    </a:lnTo>
                    <a:lnTo>
                      <a:pt x="0" y="204"/>
                    </a:lnTo>
                    <a:lnTo>
                      <a:pt x="0" y="204"/>
                    </a:lnTo>
                    <a:lnTo>
                      <a:pt x="0" y="195"/>
                    </a:lnTo>
                    <a:lnTo>
                      <a:pt x="0" y="195"/>
                    </a:lnTo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" name="Freeform 19"/>
              <p:cNvSpPr>
                <a:spLocks/>
              </p:cNvSpPr>
              <p:nvPr/>
            </p:nvSpPr>
            <p:spPr bwMode="auto">
              <a:xfrm>
                <a:off x="4081930" y="2662340"/>
                <a:ext cx="649350" cy="367607"/>
              </a:xfrm>
              <a:custGeom>
                <a:avLst/>
                <a:gdLst/>
                <a:ahLst/>
                <a:cxnLst>
                  <a:cxn ang="0">
                    <a:pos x="26" y="265"/>
                  </a:cxn>
                  <a:cxn ang="0">
                    <a:pos x="44" y="248"/>
                  </a:cxn>
                  <a:cxn ang="0">
                    <a:pos x="62" y="230"/>
                  </a:cxn>
                  <a:cxn ang="0">
                    <a:pos x="97" y="195"/>
                  </a:cxn>
                  <a:cxn ang="0">
                    <a:pos x="123" y="212"/>
                  </a:cxn>
                  <a:cxn ang="0">
                    <a:pos x="150" y="204"/>
                  </a:cxn>
                  <a:cxn ang="0">
                    <a:pos x="167" y="186"/>
                  </a:cxn>
                  <a:cxn ang="0">
                    <a:pos x="202" y="177"/>
                  </a:cxn>
                  <a:cxn ang="0">
                    <a:pos x="202" y="159"/>
                  </a:cxn>
                  <a:cxn ang="0">
                    <a:pos x="211" y="124"/>
                  </a:cxn>
                  <a:cxn ang="0">
                    <a:pos x="220" y="97"/>
                  </a:cxn>
                  <a:cxn ang="0">
                    <a:pos x="238" y="89"/>
                  </a:cxn>
                  <a:cxn ang="0">
                    <a:pos x="255" y="80"/>
                  </a:cxn>
                  <a:cxn ang="0">
                    <a:pos x="255" y="53"/>
                  </a:cxn>
                  <a:cxn ang="0">
                    <a:pos x="281" y="44"/>
                  </a:cxn>
                  <a:cxn ang="0">
                    <a:pos x="290" y="9"/>
                  </a:cxn>
                  <a:cxn ang="0">
                    <a:pos x="325" y="18"/>
                  </a:cxn>
                  <a:cxn ang="0">
                    <a:pos x="343" y="0"/>
                  </a:cxn>
                  <a:cxn ang="0">
                    <a:pos x="352" y="18"/>
                  </a:cxn>
                  <a:cxn ang="0">
                    <a:pos x="378" y="27"/>
                  </a:cxn>
                  <a:cxn ang="0">
                    <a:pos x="369" y="44"/>
                  </a:cxn>
                  <a:cxn ang="0">
                    <a:pos x="369" y="44"/>
                  </a:cxn>
                  <a:cxn ang="0">
                    <a:pos x="369" y="71"/>
                  </a:cxn>
                  <a:cxn ang="0">
                    <a:pos x="387" y="71"/>
                  </a:cxn>
                  <a:cxn ang="0">
                    <a:pos x="405" y="80"/>
                  </a:cxn>
                  <a:cxn ang="0">
                    <a:pos x="422" y="89"/>
                  </a:cxn>
                  <a:cxn ang="0">
                    <a:pos x="431" y="89"/>
                  </a:cxn>
                  <a:cxn ang="0">
                    <a:pos x="440" y="106"/>
                  </a:cxn>
                  <a:cxn ang="0">
                    <a:pos x="431" y="115"/>
                  </a:cxn>
                  <a:cxn ang="0">
                    <a:pos x="405" y="97"/>
                  </a:cxn>
                  <a:cxn ang="0">
                    <a:pos x="387" y="89"/>
                  </a:cxn>
                  <a:cxn ang="0">
                    <a:pos x="396" y="97"/>
                  </a:cxn>
                  <a:cxn ang="0">
                    <a:pos x="422" y="115"/>
                  </a:cxn>
                  <a:cxn ang="0">
                    <a:pos x="440" y="124"/>
                  </a:cxn>
                  <a:cxn ang="0">
                    <a:pos x="449" y="133"/>
                  </a:cxn>
                  <a:cxn ang="0">
                    <a:pos x="440" y="133"/>
                  </a:cxn>
                  <a:cxn ang="0">
                    <a:pos x="422" y="133"/>
                  </a:cxn>
                  <a:cxn ang="0">
                    <a:pos x="440" y="151"/>
                  </a:cxn>
                  <a:cxn ang="0">
                    <a:pos x="449" y="159"/>
                  </a:cxn>
                  <a:cxn ang="0">
                    <a:pos x="440" y="159"/>
                  </a:cxn>
                  <a:cxn ang="0">
                    <a:pos x="422" y="159"/>
                  </a:cxn>
                  <a:cxn ang="0">
                    <a:pos x="405" y="151"/>
                  </a:cxn>
                  <a:cxn ang="0">
                    <a:pos x="387" y="151"/>
                  </a:cxn>
                  <a:cxn ang="0">
                    <a:pos x="422" y="159"/>
                  </a:cxn>
                  <a:cxn ang="0">
                    <a:pos x="431" y="168"/>
                  </a:cxn>
                  <a:cxn ang="0">
                    <a:pos x="449" y="177"/>
                  </a:cxn>
                  <a:cxn ang="0">
                    <a:pos x="457" y="168"/>
                  </a:cxn>
                  <a:cxn ang="0">
                    <a:pos x="484" y="195"/>
                  </a:cxn>
                  <a:cxn ang="0">
                    <a:pos x="475" y="195"/>
                  </a:cxn>
                  <a:cxn ang="0">
                    <a:pos x="475" y="195"/>
                  </a:cxn>
                  <a:cxn ang="0">
                    <a:pos x="158" y="257"/>
                  </a:cxn>
                  <a:cxn ang="0">
                    <a:pos x="106" y="265"/>
                  </a:cxn>
                  <a:cxn ang="0">
                    <a:pos x="0" y="274"/>
                  </a:cxn>
                </a:cxnLst>
                <a:rect l="0" t="0" r="r" b="b"/>
                <a:pathLst>
                  <a:path w="484" h="274">
                    <a:moveTo>
                      <a:pt x="0" y="274"/>
                    </a:moveTo>
                    <a:lnTo>
                      <a:pt x="18" y="274"/>
                    </a:lnTo>
                    <a:lnTo>
                      <a:pt x="18" y="265"/>
                    </a:lnTo>
                    <a:lnTo>
                      <a:pt x="26" y="265"/>
                    </a:lnTo>
                    <a:lnTo>
                      <a:pt x="35" y="257"/>
                    </a:lnTo>
                    <a:lnTo>
                      <a:pt x="35" y="257"/>
                    </a:lnTo>
                    <a:lnTo>
                      <a:pt x="44" y="248"/>
                    </a:lnTo>
                    <a:lnTo>
                      <a:pt x="44" y="248"/>
                    </a:lnTo>
                    <a:lnTo>
                      <a:pt x="53" y="248"/>
                    </a:lnTo>
                    <a:lnTo>
                      <a:pt x="53" y="239"/>
                    </a:lnTo>
                    <a:lnTo>
                      <a:pt x="62" y="239"/>
                    </a:lnTo>
                    <a:lnTo>
                      <a:pt x="62" y="230"/>
                    </a:lnTo>
                    <a:lnTo>
                      <a:pt x="62" y="221"/>
                    </a:lnTo>
                    <a:lnTo>
                      <a:pt x="79" y="212"/>
                    </a:lnTo>
                    <a:lnTo>
                      <a:pt x="97" y="186"/>
                    </a:lnTo>
                    <a:lnTo>
                      <a:pt x="97" y="195"/>
                    </a:lnTo>
                    <a:lnTo>
                      <a:pt x="106" y="195"/>
                    </a:lnTo>
                    <a:lnTo>
                      <a:pt x="106" y="204"/>
                    </a:lnTo>
                    <a:lnTo>
                      <a:pt x="114" y="212"/>
                    </a:lnTo>
                    <a:lnTo>
                      <a:pt x="123" y="212"/>
                    </a:lnTo>
                    <a:lnTo>
                      <a:pt x="132" y="204"/>
                    </a:lnTo>
                    <a:lnTo>
                      <a:pt x="141" y="195"/>
                    </a:lnTo>
                    <a:lnTo>
                      <a:pt x="141" y="204"/>
                    </a:lnTo>
                    <a:lnTo>
                      <a:pt x="150" y="204"/>
                    </a:lnTo>
                    <a:lnTo>
                      <a:pt x="158" y="195"/>
                    </a:lnTo>
                    <a:lnTo>
                      <a:pt x="167" y="195"/>
                    </a:lnTo>
                    <a:lnTo>
                      <a:pt x="167" y="195"/>
                    </a:lnTo>
                    <a:lnTo>
                      <a:pt x="167" y="186"/>
                    </a:lnTo>
                    <a:lnTo>
                      <a:pt x="176" y="186"/>
                    </a:lnTo>
                    <a:lnTo>
                      <a:pt x="185" y="177"/>
                    </a:lnTo>
                    <a:lnTo>
                      <a:pt x="194" y="177"/>
                    </a:lnTo>
                    <a:lnTo>
                      <a:pt x="202" y="177"/>
                    </a:lnTo>
                    <a:lnTo>
                      <a:pt x="202" y="177"/>
                    </a:lnTo>
                    <a:lnTo>
                      <a:pt x="202" y="168"/>
                    </a:lnTo>
                    <a:lnTo>
                      <a:pt x="202" y="159"/>
                    </a:lnTo>
                    <a:lnTo>
                      <a:pt x="202" y="159"/>
                    </a:lnTo>
                    <a:lnTo>
                      <a:pt x="202" y="151"/>
                    </a:lnTo>
                    <a:lnTo>
                      <a:pt x="202" y="142"/>
                    </a:lnTo>
                    <a:lnTo>
                      <a:pt x="211" y="133"/>
                    </a:lnTo>
                    <a:lnTo>
                      <a:pt x="211" y="124"/>
                    </a:lnTo>
                    <a:lnTo>
                      <a:pt x="211" y="115"/>
                    </a:lnTo>
                    <a:lnTo>
                      <a:pt x="220" y="115"/>
                    </a:lnTo>
                    <a:lnTo>
                      <a:pt x="220" y="97"/>
                    </a:lnTo>
                    <a:lnTo>
                      <a:pt x="220" y="97"/>
                    </a:lnTo>
                    <a:lnTo>
                      <a:pt x="220" y="97"/>
                    </a:lnTo>
                    <a:lnTo>
                      <a:pt x="220" y="80"/>
                    </a:lnTo>
                    <a:lnTo>
                      <a:pt x="229" y="80"/>
                    </a:lnTo>
                    <a:lnTo>
                      <a:pt x="238" y="89"/>
                    </a:lnTo>
                    <a:lnTo>
                      <a:pt x="238" y="89"/>
                    </a:lnTo>
                    <a:lnTo>
                      <a:pt x="246" y="89"/>
                    </a:lnTo>
                    <a:lnTo>
                      <a:pt x="246" y="89"/>
                    </a:lnTo>
                    <a:lnTo>
                      <a:pt x="255" y="80"/>
                    </a:lnTo>
                    <a:lnTo>
                      <a:pt x="255" y="71"/>
                    </a:lnTo>
                    <a:lnTo>
                      <a:pt x="255" y="71"/>
                    </a:lnTo>
                    <a:lnTo>
                      <a:pt x="255" y="62"/>
                    </a:lnTo>
                    <a:lnTo>
                      <a:pt x="255" y="53"/>
                    </a:lnTo>
                    <a:lnTo>
                      <a:pt x="264" y="53"/>
                    </a:lnTo>
                    <a:lnTo>
                      <a:pt x="273" y="53"/>
                    </a:lnTo>
                    <a:lnTo>
                      <a:pt x="273" y="44"/>
                    </a:lnTo>
                    <a:lnTo>
                      <a:pt x="281" y="44"/>
                    </a:lnTo>
                    <a:lnTo>
                      <a:pt x="281" y="36"/>
                    </a:lnTo>
                    <a:lnTo>
                      <a:pt x="281" y="27"/>
                    </a:lnTo>
                    <a:lnTo>
                      <a:pt x="290" y="27"/>
                    </a:lnTo>
                    <a:lnTo>
                      <a:pt x="290" y="9"/>
                    </a:lnTo>
                    <a:lnTo>
                      <a:pt x="290" y="9"/>
                    </a:lnTo>
                    <a:lnTo>
                      <a:pt x="290" y="0"/>
                    </a:lnTo>
                    <a:lnTo>
                      <a:pt x="290" y="0"/>
                    </a:lnTo>
                    <a:lnTo>
                      <a:pt x="325" y="18"/>
                    </a:lnTo>
                    <a:lnTo>
                      <a:pt x="325" y="9"/>
                    </a:lnTo>
                    <a:lnTo>
                      <a:pt x="325" y="0"/>
                    </a:lnTo>
                    <a:lnTo>
                      <a:pt x="334" y="0"/>
                    </a:lnTo>
                    <a:lnTo>
                      <a:pt x="343" y="0"/>
                    </a:lnTo>
                    <a:lnTo>
                      <a:pt x="343" y="9"/>
                    </a:lnTo>
                    <a:lnTo>
                      <a:pt x="343" y="18"/>
                    </a:lnTo>
                    <a:lnTo>
                      <a:pt x="352" y="18"/>
                    </a:lnTo>
                    <a:lnTo>
                      <a:pt x="352" y="18"/>
                    </a:lnTo>
                    <a:lnTo>
                      <a:pt x="361" y="18"/>
                    </a:lnTo>
                    <a:lnTo>
                      <a:pt x="369" y="27"/>
                    </a:lnTo>
                    <a:lnTo>
                      <a:pt x="369" y="27"/>
                    </a:lnTo>
                    <a:lnTo>
                      <a:pt x="378" y="27"/>
                    </a:lnTo>
                    <a:lnTo>
                      <a:pt x="378" y="36"/>
                    </a:lnTo>
                    <a:lnTo>
                      <a:pt x="378" y="36"/>
                    </a:lnTo>
                    <a:lnTo>
                      <a:pt x="378" y="36"/>
                    </a:lnTo>
                    <a:lnTo>
                      <a:pt x="369" y="44"/>
                    </a:lnTo>
                    <a:lnTo>
                      <a:pt x="378" y="44"/>
                    </a:lnTo>
                    <a:lnTo>
                      <a:pt x="369" y="53"/>
                    </a:lnTo>
                    <a:lnTo>
                      <a:pt x="369" y="53"/>
                    </a:lnTo>
                    <a:lnTo>
                      <a:pt x="369" y="44"/>
                    </a:lnTo>
                    <a:lnTo>
                      <a:pt x="369" y="62"/>
                    </a:lnTo>
                    <a:lnTo>
                      <a:pt x="369" y="71"/>
                    </a:lnTo>
                    <a:lnTo>
                      <a:pt x="369" y="71"/>
                    </a:lnTo>
                    <a:lnTo>
                      <a:pt x="369" y="71"/>
                    </a:lnTo>
                    <a:lnTo>
                      <a:pt x="369" y="71"/>
                    </a:lnTo>
                    <a:lnTo>
                      <a:pt x="378" y="71"/>
                    </a:lnTo>
                    <a:lnTo>
                      <a:pt x="378" y="71"/>
                    </a:lnTo>
                    <a:lnTo>
                      <a:pt x="387" y="71"/>
                    </a:lnTo>
                    <a:lnTo>
                      <a:pt x="387" y="71"/>
                    </a:lnTo>
                    <a:lnTo>
                      <a:pt x="396" y="80"/>
                    </a:lnTo>
                    <a:lnTo>
                      <a:pt x="396" y="80"/>
                    </a:lnTo>
                    <a:lnTo>
                      <a:pt x="405" y="80"/>
                    </a:lnTo>
                    <a:lnTo>
                      <a:pt x="405" y="80"/>
                    </a:lnTo>
                    <a:lnTo>
                      <a:pt x="413" y="80"/>
                    </a:lnTo>
                    <a:lnTo>
                      <a:pt x="413" y="80"/>
                    </a:lnTo>
                    <a:lnTo>
                      <a:pt x="422" y="89"/>
                    </a:lnTo>
                    <a:lnTo>
                      <a:pt x="422" y="89"/>
                    </a:lnTo>
                    <a:lnTo>
                      <a:pt x="422" y="89"/>
                    </a:lnTo>
                    <a:lnTo>
                      <a:pt x="422" y="89"/>
                    </a:lnTo>
                    <a:lnTo>
                      <a:pt x="431" y="89"/>
                    </a:lnTo>
                    <a:lnTo>
                      <a:pt x="440" y="97"/>
                    </a:lnTo>
                    <a:lnTo>
                      <a:pt x="440" y="97"/>
                    </a:lnTo>
                    <a:lnTo>
                      <a:pt x="440" y="97"/>
                    </a:lnTo>
                    <a:lnTo>
                      <a:pt x="440" y="106"/>
                    </a:lnTo>
                    <a:lnTo>
                      <a:pt x="440" y="106"/>
                    </a:lnTo>
                    <a:lnTo>
                      <a:pt x="440" y="115"/>
                    </a:lnTo>
                    <a:lnTo>
                      <a:pt x="431" y="115"/>
                    </a:lnTo>
                    <a:lnTo>
                      <a:pt x="431" y="115"/>
                    </a:lnTo>
                    <a:lnTo>
                      <a:pt x="422" y="115"/>
                    </a:lnTo>
                    <a:lnTo>
                      <a:pt x="413" y="106"/>
                    </a:lnTo>
                    <a:lnTo>
                      <a:pt x="413" y="106"/>
                    </a:lnTo>
                    <a:lnTo>
                      <a:pt x="405" y="97"/>
                    </a:lnTo>
                    <a:lnTo>
                      <a:pt x="405" y="97"/>
                    </a:lnTo>
                    <a:lnTo>
                      <a:pt x="396" y="89"/>
                    </a:lnTo>
                    <a:lnTo>
                      <a:pt x="396" y="89"/>
                    </a:lnTo>
                    <a:lnTo>
                      <a:pt x="387" y="89"/>
                    </a:lnTo>
                    <a:lnTo>
                      <a:pt x="378" y="89"/>
                    </a:lnTo>
                    <a:lnTo>
                      <a:pt x="387" y="89"/>
                    </a:lnTo>
                    <a:lnTo>
                      <a:pt x="396" y="89"/>
                    </a:lnTo>
                    <a:lnTo>
                      <a:pt x="396" y="97"/>
                    </a:lnTo>
                    <a:lnTo>
                      <a:pt x="405" y="97"/>
                    </a:lnTo>
                    <a:lnTo>
                      <a:pt x="405" y="106"/>
                    </a:lnTo>
                    <a:lnTo>
                      <a:pt x="413" y="106"/>
                    </a:lnTo>
                    <a:lnTo>
                      <a:pt x="422" y="115"/>
                    </a:lnTo>
                    <a:lnTo>
                      <a:pt x="422" y="115"/>
                    </a:lnTo>
                    <a:lnTo>
                      <a:pt x="431" y="115"/>
                    </a:lnTo>
                    <a:lnTo>
                      <a:pt x="431" y="115"/>
                    </a:lnTo>
                    <a:lnTo>
                      <a:pt x="440" y="124"/>
                    </a:lnTo>
                    <a:lnTo>
                      <a:pt x="440" y="124"/>
                    </a:lnTo>
                    <a:lnTo>
                      <a:pt x="440" y="124"/>
                    </a:lnTo>
                    <a:lnTo>
                      <a:pt x="449" y="124"/>
                    </a:lnTo>
                    <a:lnTo>
                      <a:pt x="449" y="133"/>
                    </a:lnTo>
                    <a:lnTo>
                      <a:pt x="449" y="142"/>
                    </a:lnTo>
                    <a:lnTo>
                      <a:pt x="440" y="133"/>
                    </a:lnTo>
                    <a:lnTo>
                      <a:pt x="440" y="133"/>
                    </a:lnTo>
                    <a:lnTo>
                      <a:pt x="440" y="133"/>
                    </a:lnTo>
                    <a:lnTo>
                      <a:pt x="440" y="142"/>
                    </a:lnTo>
                    <a:lnTo>
                      <a:pt x="440" y="151"/>
                    </a:lnTo>
                    <a:lnTo>
                      <a:pt x="431" y="142"/>
                    </a:lnTo>
                    <a:lnTo>
                      <a:pt x="422" y="133"/>
                    </a:lnTo>
                    <a:lnTo>
                      <a:pt x="413" y="133"/>
                    </a:lnTo>
                    <a:lnTo>
                      <a:pt x="422" y="142"/>
                    </a:lnTo>
                    <a:lnTo>
                      <a:pt x="431" y="142"/>
                    </a:lnTo>
                    <a:lnTo>
                      <a:pt x="440" y="151"/>
                    </a:lnTo>
                    <a:lnTo>
                      <a:pt x="440" y="151"/>
                    </a:lnTo>
                    <a:lnTo>
                      <a:pt x="449" y="151"/>
                    </a:lnTo>
                    <a:lnTo>
                      <a:pt x="449" y="151"/>
                    </a:lnTo>
                    <a:lnTo>
                      <a:pt x="449" y="159"/>
                    </a:lnTo>
                    <a:lnTo>
                      <a:pt x="449" y="168"/>
                    </a:lnTo>
                    <a:lnTo>
                      <a:pt x="449" y="168"/>
                    </a:lnTo>
                    <a:lnTo>
                      <a:pt x="449" y="168"/>
                    </a:lnTo>
                    <a:lnTo>
                      <a:pt x="440" y="159"/>
                    </a:lnTo>
                    <a:lnTo>
                      <a:pt x="431" y="159"/>
                    </a:lnTo>
                    <a:lnTo>
                      <a:pt x="431" y="159"/>
                    </a:lnTo>
                    <a:lnTo>
                      <a:pt x="422" y="151"/>
                    </a:lnTo>
                    <a:lnTo>
                      <a:pt x="422" y="159"/>
                    </a:lnTo>
                    <a:lnTo>
                      <a:pt x="413" y="151"/>
                    </a:lnTo>
                    <a:lnTo>
                      <a:pt x="413" y="151"/>
                    </a:lnTo>
                    <a:lnTo>
                      <a:pt x="413" y="151"/>
                    </a:lnTo>
                    <a:lnTo>
                      <a:pt x="405" y="151"/>
                    </a:lnTo>
                    <a:lnTo>
                      <a:pt x="405" y="151"/>
                    </a:lnTo>
                    <a:lnTo>
                      <a:pt x="396" y="151"/>
                    </a:lnTo>
                    <a:lnTo>
                      <a:pt x="387" y="151"/>
                    </a:lnTo>
                    <a:lnTo>
                      <a:pt x="387" y="151"/>
                    </a:lnTo>
                    <a:lnTo>
                      <a:pt x="405" y="151"/>
                    </a:lnTo>
                    <a:lnTo>
                      <a:pt x="413" y="159"/>
                    </a:lnTo>
                    <a:lnTo>
                      <a:pt x="413" y="159"/>
                    </a:lnTo>
                    <a:lnTo>
                      <a:pt x="422" y="159"/>
                    </a:lnTo>
                    <a:lnTo>
                      <a:pt x="422" y="159"/>
                    </a:lnTo>
                    <a:lnTo>
                      <a:pt x="431" y="159"/>
                    </a:lnTo>
                    <a:lnTo>
                      <a:pt x="431" y="168"/>
                    </a:lnTo>
                    <a:lnTo>
                      <a:pt x="431" y="168"/>
                    </a:lnTo>
                    <a:lnTo>
                      <a:pt x="440" y="168"/>
                    </a:lnTo>
                    <a:lnTo>
                      <a:pt x="440" y="177"/>
                    </a:lnTo>
                    <a:lnTo>
                      <a:pt x="440" y="177"/>
                    </a:lnTo>
                    <a:lnTo>
                      <a:pt x="449" y="177"/>
                    </a:lnTo>
                    <a:lnTo>
                      <a:pt x="449" y="177"/>
                    </a:lnTo>
                    <a:lnTo>
                      <a:pt x="457" y="177"/>
                    </a:lnTo>
                    <a:lnTo>
                      <a:pt x="449" y="177"/>
                    </a:lnTo>
                    <a:lnTo>
                      <a:pt x="457" y="168"/>
                    </a:lnTo>
                    <a:lnTo>
                      <a:pt x="457" y="168"/>
                    </a:lnTo>
                    <a:lnTo>
                      <a:pt x="475" y="168"/>
                    </a:lnTo>
                    <a:lnTo>
                      <a:pt x="475" y="177"/>
                    </a:lnTo>
                    <a:lnTo>
                      <a:pt x="484" y="195"/>
                    </a:lnTo>
                    <a:lnTo>
                      <a:pt x="484" y="195"/>
                    </a:lnTo>
                    <a:lnTo>
                      <a:pt x="484" y="186"/>
                    </a:lnTo>
                    <a:lnTo>
                      <a:pt x="475" y="186"/>
                    </a:lnTo>
                    <a:lnTo>
                      <a:pt x="475" y="195"/>
                    </a:lnTo>
                    <a:lnTo>
                      <a:pt x="475" y="195"/>
                    </a:lnTo>
                    <a:lnTo>
                      <a:pt x="475" y="195"/>
                    </a:lnTo>
                    <a:lnTo>
                      <a:pt x="475" y="195"/>
                    </a:lnTo>
                    <a:lnTo>
                      <a:pt x="475" y="195"/>
                    </a:lnTo>
                    <a:lnTo>
                      <a:pt x="413" y="212"/>
                    </a:lnTo>
                    <a:lnTo>
                      <a:pt x="343" y="221"/>
                    </a:lnTo>
                    <a:lnTo>
                      <a:pt x="211" y="248"/>
                    </a:lnTo>
                    <a:lnTo>
                      <a:pt x="158" y="257"/>
                    </a:lnTo>
                    <a:lnTo>
                      <a:pt x="141" y="257"/>
                    </a:lnTo>
                    <a:lnTo>
                      <a:pt x="132" y="257"/>
                    </a:lnTo>
                    <a:lnTo>
                      <a:pt x="123" y="257"/>
                    </a:lnTo>
                    <a:lnTo>
                      <a:pt x="106" y="265"/>
                    </a:lnTo>
                    <a:lnTo>
                      <a:pt x="79" y="265"/>
                    </a:lnTo>
                    <a:lnTo>
                      <a:pt x="35" y="274"/>
                    </a:lnTo>
                    <a:lnTo>
                      <a:pt x="26" y="274"/>
                    </a:lnTo>
                    <a:lnTo>
                      <a:pt x="0" y="274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" name="Freeform 23"/>
              <p:cNvSpPr>
                <a:spLocks/>
              </p:cNvSpPr>
              <p:nvPr/>
            </p:nvSpPr>
            <p:spPr bwMode="auto">
              <a:xfrm>
                <a:off x="4719206" y="1963350"/>
                <a:ext cx="142213" cy="260277"/>
              </a:xfrm>
              <a:custGeom>
                <a:avLst/>
                <a:gdLst/>
                <a:ahLst/>
                <a:cxnLst>
                  <a:cxn ang="0">
                    <a:pos x="0" y="26"/>
                  </a:cxn>
                  <a:cxn ang="0">
                    <a:pos x="18" y="17"/>
                  </a:cxn>
                  <a:cxn ang="0">
                    <a:pos x="97" y="0"/>
                  </a:cxn>
                  <a:cxn ang="0">
                    <a:pos x="97" y="0"/>
                  </a:cxn>
                  <a:cxn ang="0">
                    <a:pos x="106" y="8"/>
                  </a:cxn>
                  <a:cxn ang="0">
                    <a:pos x="97" y="17"/>
                  </a:cxn>
                  <a:cxn ang="0">
                    <a:pos x="97" y="26"/>
                  </a:cxn>
                  <a:cxn ang="0">
                    <a:pos x="106" y="26"/>
                  </a:cxn>
                  <a:cxn ang="0">
                    <a:pos x="106" y="35"/>
                  </a:cxn>
                  <a:cxn ang="0">
                    <a:pos x="106" y="35"/>
                  </a:cxn>
                  <a:cxn ang="0">
                    <a:pos x="106" y="44"/>
                  </a:cxn>
                  <a:cxn ang="0">
                    <a:pos x="97" y="53"/>
                  </a:cxn>
                  <a:cxn ang="0">
                    <a:pos x="88" y="53"/>
                  </a:cxn>
                  <a:cxn ang="0">
                    <a:pos x="88" y="61"/>
                  </a:cxn>
                  <a:cxn ang="0">
                    <a:pos x="88" y="70"/>
                  </a:cxn>
                  <a:cxn ang="0">
                    <a:pos x="88" y="79"/>
                  </a:cxn>
                  <a:cxn ang="0">
                    <a:pos x="88" y="88"/>
                  </a:cxn>
                  <a:cxn ang="0">
                    <a:pos x="88" y="88"/>
                  </a:cxn>
                  <a:cxn ang="0">
                    <a:pos x="88" y="97"/>
                  </a:cxn>
                  <a:cxn ang="0">
                    <a:pos x="88" y="97"/>
                  </a:cxn>
                  <a:cxn ang="0">
                    <a:pos x="88" y="106"/>
                  </a:cxn>
                  <a:cxn ang="0">
                    <a:pos x="79" y="114"/>
                  </a:cxn>
                  <a:cxn ang="0">
                    <a:pos x="88" y="114"/>
                  </a:cxn>
                  <a:cxn ang="0">
                    <a:pos x="79" y="123"/>
                  </a:cxn>
                  <a:cxn ang="0">
                    <a:pos x="88" y="141"/>
                  </a:cxn>
                  <a:cxn ang="0">
                    <a:pos x="88" y="150"/>
                  </a:cxn>
                  <a:cxn ang="0">
                    <a:pos x="88" y="168"/>
                  </a:cxn>
                  <a:cxn ang="0">
                    <a:pos x="88" y="168"/>
                  </a:cxn>
                  <a:cxn ang="0">
                    <a:pos x="88" y="176"/>
                  </a:cxn>
                  <a:cxn ang="0">
                    <a:pos x="88" y="185"/>
                  </a:cxn>
                  <a:cxn ang="0">
                    <a:pos x="97" y="185"/>
                  </a:cxn>
                  <a:cxn ang="0">
                    <a:pos x="53" y="194"/>
                  </a:cxn>
                  <a:cxn ang="0">
                    <a:pos x="44" y="194"/>
                  </a:cxn>
                  <a:cxn ang="0">
                    <a:pos x="44" y="185"/>
                  </a:cxn>
                  <a:cxn ang="0">
                    <a:pos x="35" y="141"/>
                  </a:cxn>
                  <a:cxn ang="0">
                    <a:pos x="26" y="132"/>
                  </a:cxn>
                  <a:cxn ang="0">
                    <a:pos x="26" y="141"/>
                  </a:cxn>
                  <a:cxn ang="0">
                    <a:pos x="26" y="132"/>
                  </a:cxn>
                  <a:cxn ang="0">
                    <a:pos x="26" y="123"/>
                  </a:cxn>
                  <a:cxn ang="0">
                    <a:pos x="18" y="114"/>
                  </a:cxn>
                  <a:cxn ang="0">
                    <a:pos x="18" y="106"/>
                  </a:cxn>
                  <a:cxn ang="0">
                    <a:pos x="18" y="97"/>
                  </a:cxn>
                  <a:cxn ang="0">
                    <a:pos x="18" y="88"/>
                  </a:cxn>
                  <a:cxn ang="0">
                    <a:pos x="18" y="88"/>
                  </a:cxn>
                  <a:cxn ang="0">
                    <a:pos x="18" y="79"/>
                  </a:cxn>
                  <a:cxn ang="0">
                    <a:pos x="18" y="70"/>
                  </a:cxn>
                  <a:cxn ang="0">
                    <a:pos x="18" y="70"/>
                  </a:cxn>
                  <a:cxn ang="0">
                    <a:pos x="18" y="61"/>
                  </a:cxn>
                  <a:cxn ang="0">
                    <a:pos x="9" y="61"/>
                  </a:cxn>
                  <a:cxn ang="0">
                    <a:pos x="9" y="53"/>
                  </a:cxn>
                  <a:cxn ang="0">
                    <a:pos x="9" y="44"/>
                  </a:cxn>
                  <a:cxn ang="0">
                    <a:pos x="0" y="35"/>
                  </a:cxn>
                  <a:cxn ang="0">
                    <a:pos x="0" y="35"/>
                  </a:cxn>
                  <a:cxn ang="0">
                    <a:pos x="0" y="26"/>
                  </a:cxn>
                  <a:cxn ang="0">
                    <a:pos x="0" y="26"/>
                  </a:cxn>
                </a:cxnLst>
                <a:rect l="0" t="0" r="r" b="b"/>
                <a:pathLst>
                  <a:path w="106" h="194">
                    <a:moveTo>
                      <a:pt x="0" y="26"/>
                    </a:moveTo>
                    <a:lnTo>
                      <a:pt x="18" y="17"/>
                    </a:lnTo>
                    <a:lnTo>
                      <a:pt x="97" y="0"/>
                    </a:lnTo>
                    <a:lnTo>
                      <a:pt x="97" y="0"/>
                    </a:lnTo>
                    <a:lnTo>
                      <a:pt x="106" y="8"/>
                    </a:lnTo>
                    <a:lnTo>
                      <a:pt x="97" y="17"/>
                    </a:lnTo>
                    <a:lnTo>
                      <a:pt x="97" y="26"/>
                    </a:lnTo>
                    <a:lnTo>
                      <a:pt x="106" y="26"/>
                    </a:lnTo>
                    <a:lnTo>
                      <a:pt x="106" y="35"/>
                    </a:lnTo>
                    <a:lnTo>
                      <a:pt x="106" y="35"/>
                    </a:lnTo>
                    <a:lnTo>
                      <a:pt x="106" y="44"/>
                    </a:lnTo>
                    <a:lnTo>
                      <a:pt x="97" y="53"/>
                    </a:lnTo>
                    <a:lnTo>
                      <a:pt x="88" y="53"/>
                    </a:lnTo>
                    <a:lnTo>
                      <a:pt x="88" y="61"/>
                    </a:lnTo>
                    <a:lnTo>
                      <a:pt x="88" y="70"/>
                    </a:lnTo>
                    <a:lnTo>
                      <a:pt x="88" y="79"/>
                    </a:lnTo>
                    <a:lnTo>
                      <a:pt x="88" y="88"/>
                    </a:lnTo>
                    <a:lnTo>
                      <a:pt x="88" y="88"/>
                    </a:lnTo>
                    <a:lnTo>
                      <a:pt x="88" y="97"/>
                    </a:lnTo>
                    <a:lnTo>
                      <a:pt x="88" y="97"/>
                    </a:lnTo>
                    <a:lnTo>
                      <a:pt x="88" y="106"/>
                    </a:lnTo>
                    <a:lnTo>
                      <a:pt x="79" y="114"/>
                    </a:lnTo>
                    <a:lnTo>
                      <a:pt x="88" y="114"/>
                    </a:lnTo>
                    <a:lnTo>
                      <a:pt x="79" y="123"/>
                    </a:lnTo>
                    <a:lnTo>
                      <a:pt x="88" y="141"/>
                    </a:lnTo>
                    <a:lnTo>
                      <a:pt x="88" y="150"/>
                    </a:lnTo>
                    <a:lnTo>
                      <a:pt x="88" y="168"/>
                    </a:lnTo>
                    <a:lnTo>
                      <a:pt x="88" y="168"/>
                    </a:lnTo>
                    <a:lnTo>
                      <a:pt x="88" y="176"/>
                    </a:lnTo>
                    <a:lnTo>
                      <a:pt x="88" y="185"/>
                    </a:lnTo>
                    <a:lnTo>
                      <a:pt x="97" y="185"/>
                    </a:lnTo>
                    <a:lnTo>
                      <a:pt x="53" y="194"/>
                    </a:lnTo>
                    <a:lnTo>
                      <a:pt x="44" y="194"/>
                    </a:lnTo>
                    <a:lnTo>
                      <a:pt x="44" y="185"/>
                    </a:lnTo>
                    <a:lnTo>
                      <a:pt x="35" y="141"/>
                    </a:lnTo>
                    <a:lnTo>
                      <a:pt x="26" y="132"/>
                    </a:lnTo>
                    <a:lnTo>
                      <a:pt x="26" y="141"/>
                    </a:lnTo>
                    <a:lnTo>
                      <a:pt x="26" y="132"/>
                    </a:lnTo>
                    <a:lnTo>
                      <a:pt x="26" y="123"/>
                    </a:lnTo>
                    <a:lnTo>
                      <a:pt x="18" y="114"/>
                    </a:lnTo>
                    <a:lnTo>
                      <a:pt x="18" y="106"/>
                    </a:lnTo>
                    <a:lnTo>
                      <a:pt x="18" y="97"/>
                    </a:lnTo>
                    <a:lnTo>
                      <a:pt x="18" y="88"/>
                    </a:lnTo>
                    <a:lnTo>
                      <a:pt x="18" y="88"/>
                    </a:lnTo>
                    <a:lnTo>
                      <a:pt x="18" y="79"/>
                    </a:lnTo>
                    <a:lnTo>
                      <a:pt x="18" y="70"/>
                    </a:lnTo>
                    <a:lnTo>
                      <a:pt x="18" y="70"/>
                    </a:lnTo>
                    <a:lnTo>
                      <a:pt x="18" y="61"/>
                    </a:lnTo>
                    <a:lnTo>
                      <a:pt x="9" y="61"/>
                    </a:lnTo>
                    <a:lnTo>
                      <a:pt x="9" y="53"/>
                    </a:lnTo>
                    <a:lnTo>
                      <a:pt x="9" y="44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0" y="26"/>
                    </a:lnTo>
                    <a:lnTo>
                      <a:pt x="0" y="26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" name="Freeform 25"/>
              <p:cNvSpPr>
                <a:spLocks/>
              </p:cNvSpPr>
              <p:nvPr/>
            </p:nvSpPr>
            <p:spPr bwMode="auto">
              <a:xfrm>
                <a:off x="1555638" y="2414138"/>
                <a:ext cx="460180" cy="593001"/>
              </a:xfrm>
              <a:custGeom>
                <a:avLst/>
                <a:gdLst/>
                <a:ahLst/>
                <a:cxnLst>
                  <a:cxn ang="0">
                    <a:pos x="0" y="397"/>
                  </a:cxn>
                  <a:cxn ang="0">
                    <a:pos x="70" y="0"/>
                  </a:cxn>
                  <a:cxn ang="0">
                    <a:pos x="88" y="8"/>
                  </a:cxn>
                  <a:cxn ang="0">
                    <a:pos x="176" y="17"/>
                  </a:cxn>
                  <a:cxn ang="0">
                    <a:pos x="238" y="26"/>
                  </a:cxn>
                  <a:cxn ang="0">
                    <a:pos x="229" y="106"/>
                  </a:cxn>
                  <a:cxn ang="0">
                    <a:pos x="343" y="123"/>
                  </a:cxn>
                  <a:cxn ang="0">
                    <a:pos x="308" y="442"/>
                  </a:cxn>
                  <a:cxn ang="0">
                    <a:pos x="220" y="433"/>
                  </a:cxn>
                  <a:cxn ang="0">
                    <a:pos x="141" y="415"/>
                  </a:cxn>
                  <a:cxn ang="0">
                    <a:pos x="53" y="406"/>
                  </a:cxn>
                  <a:cxn ang="0">
                    <a:pos x="0" y="397"/>
                  </a:cxn>
                </a:cxnLst>
                <a:rect l="0" t="0" r="r" b="b"/>
                <a:pathLst>
                  <a:path w="343" h="442">
                    <a:moveTo>
                      <a:pt x="0" y="397"/>
                    </a:moveTo>
                    <a:lnTo>
                      <a:pt x="70" y="0"/>
                    </a:lnTo>
                    <a:lnTo>
                      <a:pt x="88" y="8"/>
                    </a:lnTo>
                    <a:lnTo>
                      <a:pt x="176" y="17"/>
                    </a:lnTo>
                    <a:lnTo>
                      <a:pt x="238" y="26"/>
                    </a:lnTo>
                    <a:lnTo>
                      <a:pt x="229" y="106"/>
                    </a:lnTo>
                    <a:lnTo>
                      <a:pt x="343" y="123"/>
                    </a:lnTo>
                    <a:lnTo>
                      <a:pt x="308" y="442"/>
                    </a:lnTo>
                    <a:lnTo>
                      <a:pt x="220" y="433"/>
                    </a:lnTo>
                    <a:lnTo>
                      <a:pt x="141" y="415"/>
                    </a:lnTo>
                    <a:lnTo>
                      <a:pt x="53" y="406"/>
                    </a:lnTo>
                    <a:lnTo>
                      <a:pt x="0" y="397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" name="Freeform 26"/>
              <p:cNvSpPr>
                <a:spLocks/>
              </p:cNvSpPr>
              <p:nvPr/>
            </p:nvSpPr>
            <p:spPr bwMode="auto">
              <a:xfrm>
                <a:off x="1555638" y="2414138"/>
                <a:ext cx="460180" cy="593001"/>
              </a:xfrm>
              <a:custGeom>
                <a:avLst/>
                <a:gdLst/>
                <a:ahLst/>
                <a:cxnLst>
                  <a:cxn ang="0">
                    <a:pos x="0" y="397"/>
                  </a:cxn>
                  <a:cxn ang="0">
                    <a:pos x="70" y="0"/>
                  </a:cxn>
                  <a:cxn ang="0">
                    <a:pos x="88" y="8"/>
                  </a:cxn>
                  <a:cxn ang="0">
                    <a:pos x="176" y="17"/>
                  </a:cxn>
                  <a:cxn ang="0">
                    <a:pos x="238" y="26"/>
                  </a:cxn>
                  <a:cxn ang="0">
                    <a:pos x="229" y="106"/>
                  </a:cxn>
                  <a:cxn ang="0">
                    <a:pos x="343" y="123"/>
                  </a:cxn>
                  <a:cxn ang="0">
                    <a:pos x="308" y="442"/>
                  </a:cxn>
                  <a:cxn ang="0">
                    <a:pos x="220" y="433"/>
                  </a:cxn>
                  <a:cxn ang="0">
                    <a:pos x="141" y="415"/>
                  </a:cxn>
                  <a:cxn ang="0">
                    <a:pos x="53" y="406"/>
                  </a:cxn>
                  <a:cxn ang="0">
                    <a:pos x="0" y="397"/>
                  </a:cxn>
                </a:cxnLst>
                <a:rect l="0" t="0" r="r" b="b"/>
                <a:pathLst>
                  <a:path w="343" h="442">
                    <a:moveTo>
                      <a:pt x="0" y="397"/>
                    </a:moveTo>
                    <a:lnTo>
                      <a:pt x="70" y="0"/>
                    </a:lnTo>
                    <a:lnTo>
                      <a:pt x="88" y="8"/>
                    </a:lnTo>
                    <a:lnTo>
                      <a:pt x="176" y="17"/>
                    </a:lnTo>
                    <a:lnTo>
                      <a:pt x="238" y="26"/>
                    </a:lnTo>
                    <a:lnTo>
                      <a:pt x="229" y="106"/>
                    </a:lnTo>
                    <a:lnTo>
                      <a:pt x="343" y="123"/>
                    </a:lnTo>
                    <a:lnTo>
                      <a:pt x="308" y="442"/>
                    </a:lnTo>
                    <a:lnTo>
                      <a:pt x="220" y="433"/>
                    </a:lnTo>
                    <a:lnTo>
                      <a:pt x="141" y="415"/>
                    </a:lnTo>
                    <a:lnTo>
                      <a:pt x="53" y="406"/>
                    </a:lnTo>
                    <a:lnTo>
                      <a:pt x="0" y="397"/>
                    </a:lnTo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" name="Freeform 39"/>
              <p:cNvSpPr>
                <a:spLocks/>
              </p:cNvSpPr>
              <p:nvPr/>
            </p:nvSpPr>
            <p:spPr bwMode="auto">
              <a:xfrm>
                <a:off x="3538570" y="3007139"/>
                <a:ext cx="720457" cy="260277"/>
              </a:xfrm>
              <a:custGeom>
                <a:avLst/>
                <a:gdLst/>
                <a:ahLst/>
                <a:cxnLst>
                  <a:cxn ang="0">
                    <a:pos x="0" y="194"/>
                  </a:cxn>
                  <a:cxn ang="0">
                    <a:pos x="9" y="185"/>
                  </a:cxn>
                  <a:cxn ang="0">
                    <a:pos x="18" y="176"/>
                  </a:cxn>
                  <a:cxn ang="0">
                    <a:pos x="18" y="159"/>
                  </a:cxn>
                  <a:cxn ang="0">
                    <a:pos x="9" y="159"/>
                  </a:cxn>
                  <a:cxn ang="0">
                    <a:pos x="18" y="159"/>
                  </a:cxn>
                  <a:cxn ang="0">
                    <a:pos x="18" y="150"/>
                  </a:cxn>
                  <a:cxn ang="0">
                    <a:pos x="27" y="141"/>
                  </a:cxn>
                  <a:cxn ang="0">
                    <a:pos x="27" y="132"/>
                  </a:cxn>
                  <a:cxn ang="0">
                    <a:pos x="27" y="132"/>
                  </a:cxn>
                  <a:cxn ang="0">
                    <a:pos x="35" y="123"/>
                  </a:cxn>
                  <a:cxn ang="0">
                    <a:pos x="35" y="115"/>
                  </a:cxn>
                  <a:cxn ang="0">
                    <a:pos x="35" y="106"/>
                  </a:cxn>
                  <a:cxn ang="0">
                    <a:pos x="44" y="97"/>
                  </a:cxn>
                  <a:cxn ang="0">
                    <a:pos x="44" y="88"/>
                  </a:cxn>
                  <a:cxn ang="0">
                    <a:pos x="44" y="79"/>
                  </a:cxn>
                  <a:cxn ang="0">
                    <a:pos x="44" y="70"/>
                  </a:cxn>
                  <a:cxn ang="0">
                    <a:pos x="44" y="70"/>
                  </a:cxn>
                  <a:cxn ang="0">
                    <a:pos x="141" y="62"/>
                  </a:cxn>
                  <a:cxn ang="0">
                    <a:pos x="132" y="44"/>
                  </a:cxn>
                  <a:cxn ang="0">
                    <a:pos x="150" y="44"/>
                  </a:cxn>
                  <a:cxn ang="0">
                    <a:pos x="203" y="44"/>
                  </a:cxn>
                  <a:cxn ang="0">
                    <a:pos x="264" y="35"/>
                  </a:cxn>
                  <a:cxn ang="0">
                    <a:pos x="308" y="26"/>
                  </a:cxn>
                  <a:cxn ang="0">
                    <a:pos x="361" y="26"/>
                  </a:cxn>
                  <a:cxn ang="0">
                    <a:pos x="405" y="26"/>
                  </a:cxn>
                  <a:cxn ang="0">
                    <a:pos x="431" y="17"/>
                  </a:cxn>
                  <a:cxn ang="0">
                    <a:pos x="484" y="8"/>
                  </a:cxn>
                  <a:cxn ang="0">
                    <a:pos x="528" y="0"/>
                  </a:cxn>
                  <a:cxn ang="0">
                    <a:pos x="528" y="8"/>
                  </a:cxn>
                  <a:cxn ang="0">
                    <a:pos x="528" y="26"/>
                  </a:cxn>
                  <a:cxn ang="0">
                    <a:pos x="519" y="26"/>
                  </a:cxn>
                  <a:cxn ang="0">
                    <a:pos x="511" y="44"/>
                  </a:cxn>
                  <a:cxn ang="0">
                    <a:pos x="502" y="44"/>
                  </a:cxn>
                  <a:cxn ang="0">
                    <a:pos x="493" y="53"/>
                  </a:cxn>
                  <a:cxn ang="0">
                    <a:pos x="484" y="62"/>
                  </a:cxn>
                  <a:cxn ang="0">
                    <a:pos x="475" y="62"/>
                  </a:cxn>
                  <a:cxn ang="0">
                    <a:pos x="467" y="62"/>
                  </a:cxn>
                  <a:cxn ang="0">
                    <a:pos x="467" y="70"/>
                  </a:cxn>
                  <a:cxn ang="0">
                    <a:pos x="458" y="79"/>
                  </a:cxn>
                  <a:cxn ang="0">
                    <a:pos x="431" y="97"/>
                  </a:cxn>
                  <a:cxn ang="0">
                    <a:pos x="414" y="106"/>
                  </a:cxn>
                  <a:cxn ang="0">
                    <a:pos x="405" y="115"/>
                  </a:cxn>
                  <a:cxn ang="0">
                    <a:pos x="396" y="123"/>
                  </a:cxn>
                  <a:cxn ang="0">
                    <a:pos x="387" y="132"/>
                  </a:cxn>
                  <a:cxn ang="0">
                    <a:pos x="361" y="159"/>
                  </a:cxn>
                  <a:cxn ang="0">
                    <a:pos x="229" y="168"/>
                  </a:cxn>
                  <a:cxn ang="0">
                    <a:pos x="141" y="176"/>
                  </a:cxn>
                  <a:cxn ang="0">
                    <a:pos x="88" y="185"/>
                  </a:cxn>
                </a:cxnLst>
                <a:rect l="0" t="0" r="r" b="b"/>
                <a:pathLst>
                  <a:path w="537" h="194">
                    <a:moveTo>
                      <a:pt x="0" y="194"/>
                    </a:moveTo>
                    <a:lnTo>
                      <a:pt x="0" y="194"/>
                    </a:lnTo>
                    <a:lnTo>
                      <a:pt x="9" y="185"/>
                    </a:lnTo>
                    <a:lnTo>
                      <a:pt x="9" y="185"/>
                    </a:lnTo>
                    <a:lnTo>
                      <a:pt x="18" y="176"/>
                    </a:lnTo>
                    <a:lnTo>
                      <a:pt x="18" y="176"/>
                    </a:lnTo>
                    <a:lnTo>
                      <a:pt x="18" y="168"/>
                    </a:lnTo>
                    <a:lnTo>
                      <a:pt x="18" y="159"/>
                    </a:lnTo>
                    <a:lnTo>
                      <a:pt x="9" y="159"/>
                    </a:lnTo>
                    <a:lnTo>
                      <a:pt x="9" y="159"/>
                    </a:lnTo>
                    <a:lnTo>
                      <a:pt x="18" y="150"/>
                    </a:lnTo>
                    <a:lnTo>
                      <a:pt x="18" y="159"/>
                    </a:lnTo>
                    <a:lnTo>
                      <a:pt x="18" y="150"/>
                    </a:lnTo>
                    <a:lnTo>
                      <a:pt x="18" y="150"/>
                    </a:lnTo>
                    <a:lnTo>
                      <a:pt x="18" y="150"/>
                    </a:lnTo>
                    <a:lnTo>
                      <a:pt x="27" y="141"/>
                    </a:lnTo>
                    <a:lnTo>
                      <a:pt x="27" y="141"/>
                    </a:lnTo>
                    <a:lnTo>
                      <a:pt x="27" y="132"/>
                    </a:lnTo>
                    <a:lnTo>
                      <a:pt x="27" y="132"/>
                    </a:lnTo>
                    <a:lnTo>
                      <a:pt x="27" y="132"/>
                    </a:lnTo>
                    <a:lnTo>
                      <a:pt x="27" y="132"/>
                    </a:lnTo>
                    <a:lnTo>
                      <a:pt x="35" y="123"/>
                    </a:lnTo>
                    <a:lnTo>
                      <a:pt x="35" y="115"/>
                    </a:lnTo>
                    <a:lnTo>
                      <a:pt x="35" y="115"/>
                    </a:lnTo>
                    <a:lnTo>
                      <a:pt x="35" y="115"/>
                    </a:lnTo>
                    <a:lnTo>
                      <a:pt x="35" y="106"/>
                    </a:lnTo>
                    <a:lnTo>
                      <a:pt x="35" y="97"/>
                    </a:lnTo>
                    <a:lnTo>
                      <a:pt x="44" y="97"/>
                    </a:lnTo>
                    <a:lnTo>
                      <a:pt x="35" y="88"/>
                    </a:lnTo>
                    <a:lnTo>
                      <a:pt x="44" y="88"/>
                    </a:lnTo>
                    <a:lnTo>
                      <a:pt x="44" y="79"/>
                    </a:lnTo>
                    <a:lnTo>
                      <a:pt x="44" y="79"/>
                    </a:lnTo>
                    <a:lnTo>
                      <a:pt x="44" y="70"/>
                    </a:lnTo>
                    <a:lnTo>
                      <a:pt x="44" y="70"/>
                    </a:lnTo>
                    <a:lnTo>
                      <a:pt x="44" y="70"/>
                    </a:lnTo>
                    <a:lnTo>
                      <a:pt x="44" y="70"/>
                    </a:lnTo>
                    <a:lnTo>
                      <a:pt x="53" y="70"/>
                    </a:lnTo>
                    <a:lnTo>
                      <a:pt x="141" y="62"/>
                    </a:lnTo>
                    <a:lnTo>
                      <a:pt x="141" y="53"/>
                    </a:lnTo>
                    <a:lnTo>
                      <a:pt x="132" y="44"/>
                    </a:lnTo>
                    <a:lnTo>
                      <a:pt x="141" y="44"/>
                    </a:lnTo>
                    <a:lnTo>
                      <a:pt x="150" y="44"/>
                    </a:lnTo>
                    <a:lnTo>
                      <a:pt x="176" y="44"/>
                    </a:lnTo>
                    <a:lnTo>
                      <a:pt x="203" y="44"/>
                    </a:lnTo>
                    <a:lnTo>
                      <a:pt x="238" y="35"/>
                    </a:lnTo>
                    <a:lnTo>
                      <a:pt x="264" y="35"/>
                    </a:lnTo>
                    <a:lnTo>
                      <a:pt x="299" y="35"/>
                    </a:lnTo>
                    <a:lnTo>
                      <a:pt x="308" y="26"/>
                    </a:lnTo>
                    <a:lnTo>
                      <a:pt x="343" y="26"/>
                    </a:lnTo>
                    <a:lnTo>
                      <a:pt x="361" y="26"/>
                    </a:lnTo>
                    <a:lnTo>
                      <a:pt x="379" y="26"/>
                    </a:lnTo>
                    <a:lnTo>
                      <a:pt x="405" y="26"/>
                    </a:lnTo>
                    <a:lnTo>
                      <a:pt x="405" y="17"/>
                    </a:lnTo>
                    <a:lnTo>
                      <a:pt x="431" y="17"/>
                    </a:lnTo>
                    <a:lnTo>
                      <a:pt x="440" y="17"/>
                    </a:lnTo>
                    <a:lnTo>
                      <a:pt x="484" y="8"/>
                    </a:lnTo>
                    <a:lnTo>
                      <a:pt x="511" y="8"/>
                    </a:lnTo>
                    <a:lnTo>
                      <a:pt x="528" y="0"/>
                    </a:lnTo>
                    <a:lnTo>
                      <a:pt x="537" y="0"/>
                    </a:lnTo>
                    <a:lnTo>
                      <a:pt x="528" y="8"/>
                    </a:lnTo>
                    <a:lnTo>
                      <a:pt x="528" y="17"/>
                    </a:lnTo>
                    <a:lnTo>
                      <a:pt x="528" y="26"/>
                    </a:lnTo>
                    <a:lnTo>
                      <a:pt x="528" y="26"/>
                    </a:lnTo>
                    <a:lnTo>
                      <a:pt x="519" y="26"/>
                    </a:lnTo>
                    <a:lnTo>
                      <a:pt x="519" y="44"/>
                    </a:lnTo>
                    <a:lnTo>
                      <a:pt x="511" y="44"/>
                    </a:lnTo>
                    <a:lnTo>
                      <a:pt x="511" y="44"/>
                    </a:lnTo>
                    <a:lnTo>
                      <a:pt x="502" y="44"/>
                    </a:lnTo>
                    <a:lnTo>
                      <a:pt x="493" y="53"/>
                    </a:lnTo>
                    <a:lnTo>
                      <a:pt x="493" y="53"/>
                    </a:lnTo>
                    <a:lnTo>
                      <a:pt x="484" y="62"/>
                    </a:lnTo>
                    <a:lnTo>
                      <a:pt x="484" y="62"/>
                    </a:lnTo>
                    <a:lnTo>
                      <a:pt x="475" y="53"/>
                    </a:lnTo>
                    <a:lnTo>
                      <a:pt x="475" y="62"/>
                    </a:lnTo>
                    <a:lnTo>
                      <a:pt x="475" y="62"/>
                    </a:lnTo>
                    <a:lnTo>
                      <a:pt x="467" y="62"/>
                    </a:lnTo>
                    <a:lnTo>
                      <a:pt x="467" y="62"/>
                    </a:lnTo>
                    <a:lnTo>
                      <a:pt x="467" y="70"/>
                    </a:lnTo>
                    <a:lnTo>
                      <a:pt x="458" y="79"/>
                    </a:lnTo>
                    <a:lnTo>
                      <a:pt x="458" y="79"/>
                    </a:lnTo>
                    <a:lnTo>
                      <a:pt x="449" y="88"/>
                    </a:lnTo>
                    <a:lnTo>
                      <a:pt x="431" y="97"/>
                    </a:lnTo>
                    <a:lnTo>
                      <a:pt x="431" y="106"/>
                    </a:lnTo>
                    <a:lnTo>
                      <a:pt x="414" y="106"/>
                    </a:lnTo>
                    <a:lnTo>
                      <a:pt x="405" y="106"/>
                    </a:lnTo>
                    <a:lnTo>
                      <a:pt x="405" y="115"/>
                    </a:lnTo>
                    <a:lnTo>
                      <a:pt x="405" y="115"/>
                    </a:lnTo>
                    <a:lnTo>
                      <a:pt x="396" y="123"/>
                    </a:lnTo>
                    <a:lnTo>
                      <a:pt x="396" y="132"/>
                    </a:lnTo>
                    <a:lnTo>
                      <a:pt x="387" y="132"/>
                    </a:lnTo>
                    <a:lnTo>
                      <a:pt x="387" y="150"/>
                    </a:lnTo>
                    <a:lnTo>
                      <a:pt x="361" y="159"/>
                    </a:lnTo>
                    <a:lnTo>
                      <a:pt x="299" y="159"/>
                    </a:lnTo>
                    <a:lnTo>
                      <a:pt x="229" y="168"/>
                    </a:lnTo>
                    <a:lnTo>
                      <a:pt x="141" y="176"/>
                    </a:lnTo>
                    <a:lnTo>
                      <a:pt x="141" y="176"/>
                    </a:lnTo>
                    <a:lnTo>
                      <a:pt x="141" y="176"/>
                    </a:lnTo>
                    <a:lnTo>
                      <a:pt x="88" y="185"/>
                    </a:lnTo>
                    <a:lnTo>
                      <a:pt x="0" y="194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" name="Freeform 40"/>
              <p:cNvSpPr>
                <a:spLocks/>
              </p:cNvSpPr>
              <p:nvPr/>
            </p:nvSpPr>
            <p:spPr bwMode="auto">
              <a:xfrm>
                <a:off x="3538570" y="3007139"/>
                <a:ext cx="720457" cy="260277"/>
              </a:xfrm>
              <a:custGeom>
                <a:avLst/>
                <a:gdLst/>
                <a:ahLst/>
                <a:cxnLst>
                  <a:cxn ang="0">
                    <a:pos x="0" y="194"/>
                  </a:cxn>
                  <a:cxn ang="0">
                    <a:pos x="9" y="185"/>
                  </a:cxn>
                  <a:cxn ang="0">
                    <a:pos x="18" y="176"/>
                  </a:cxn>
                  <a:cxn ang="0">
                    <a:pos x="18" y="159"/>
                  </a:cxn>
                  <a:cxn ang="0">
                    <a:pos x="9" y="159"/>
                  </a:cxn>
                  <a:cxn ang="0">
                    <a:pos x="18" y="159"/>
                  </a:cxn>
                  <a:cxn ang="0">
                    <a:pos x="18" y="150"/>
                  </a:cxn>
                  <a:cxn ang="0">
                    <a:pos x="27" y="141"/>
                  </a:cxn>
                  <a:cxn ang="0">
                    <a:pos x="27" y="132"/>
                  </a:cxn>
                  <a:cxn ang="0">
                    <a:pos x="27" y="132"/>
                  </a:cxn>
                  <a:cxn ang="0">
                    <a:pos x="35" y="123"/>
                  </a:cxn>
                  <a:cxn ang="0">
                    <a:pos x="35" y="115"/>
                  </a:cxn>
                  <a:cxn ang="0">
                    <a:pos x="35" y="106"/>
                  </a:cxn>
                  <a:cxn ang="0">
                    <a:pos x="44" y="97"/>
                  </a:cxn>
                  <a:cxn ang="0">
                    <a:pos x="44" y="88"/>
                  </a:cxn>
                  <a:cxn ang="0">
                    <a:pos x="44" y="79"/>
                  </a:cxn>
                  <a:cxn ang="0">
                    <a:pos x="44" y="70"/>
                  </a:cxn>
                  <a:cxn ang="0">
                    <a:pos x="44" y="70"/>
                  </a:cxn>
                  <a:cxn ang="0">
                    <a:pos x="141" y="62"/>
                  </a:cxn>
                  <a:cxn ang="0">
                    <a:pos x="132" y="44"/>
                  </a:cxn>
                  <a:cxn ang="0">
                    <a:pos x="150" y="44"/>
                  </a:cxn>
                  <a:cxn ang="0">
                    <a:pos x="203" y="44"/>
                  </a:cxn>
                  <a:cxn ang="0">
                    <a:pos x="264" y="35"/>
                  </a:cxn>
                  <a:cxn ang="0">
                    <a:pos x="308" y="26"/>
                  </a:cxn>
                  <a:cxn ang="0">
                    <a:pos x="361" y="26"/>
                  </a:cxn>
                  <a:cxn ang="0">
                    <a:pos x="405" y="26"/>
                  </a:cxn>
                  <a:cxn ang="0">
                    <a:pos x="431" y="17"/>
                  </a:cxn>
                  <a:cxn ang="0">
                    <a:pos x="484" y="8"/>
                  </a:cxn>
                  <a:cxn ang="0">
                    <a:pos x="528" y="0"/>
                  </a:cxn>
                  <a:cxn ang="0">
                    <a:pos x="528" y="8"/>
                  </a:cxn>
                  <a:cxn ang="0">
                    <a:pos x="528" y="26"/>
                  </a:cxn>
                  <a:cxn ang="0">
                    <a:pos x="519" y="26"/>
                  </a:cxn>
                  <a:cxn ang="0">
                    <a:pos x="511" y="44"/>
                  </a:cxn>
                  <a:cxn ang="0">
                    <a:pos x="502" y="44"/>
                  </a:cxn>
                  <a:cxn ang="0">
                    <a:pos x="493" y="53"/>
                  </a:cxn>
                  <a:cxn ang="0">
                    <a:pos x="484" y="62"/>
                  </a:cxn>
                  <a:cxn ang="0">
                    <a:pos x="475" y="62"/>
                  </a:cxn>
                  <a:cxn ang="0">
                    <a:pos x="467" y="62"/>
                  </a:cxn>
                  <a:cxn ang="0">
                    <a:pos x="467" y="70"/>
                  </a:cxn>
                  <a:cxn ang="0">
                    <a:pos x="458" y="79"/>
                  </a:cxn>
                  <a:cxn ang="0">
                    <a:pos x="431" y="97"/>
                  </a:cxn>
                  <a:cxn ang="0">
                    <a:pos x="414" y="106"/>
                  </a:cxn>
                  <a:cxn ang="0">
                    <a:pos x="405" y="115"/>
                  </a:cxn>
                  <a:cxn ang="0">
                    <a:pos x="396" y="123"/>
                  </a:cxn>
                  <a:cxn ang="0">
                    <a:pos x="387" y="132"/>
                  </a:cxn>
                  <a:cxn ang="0">
                    <a:pos x="361" y="159"/>
                  </a:cxn>
                  <a:cxn ang="0">
                    <a:pos x="229" y="168"/>
                  </a:cxn>
                  <a:cxn ang="0">
                    <a:pos x="141" y="176"/>
                  </a:cxn>
                  <a:cxn ang="0">
                    <a:pos x="88" y="185"/>
                  </a:cxn>
                </a:cxnLst>
                <a:rect l="0" t="0" r="r" b="b"/>
                <a:pathLst>
                  <a:path w="537" h="194">
                    <a:moveTo>
                      <a:pt x="0" y="194"/>
                    </a:moveTo>
                    <a:lnTo>
                      <a:pt x="0" y="194"/>
                    </a:lnTo>
                    <a:lnTo>
                      <a:pt x="9" y="185"/>
                    </a:lnTo>
                    <a:lnTo>
                      <a:pt x="9" y="185"/>
                    </a:lnTo>
                    <a:lnTo>
                      <a:pt x="18" y="176"/>
                    </a:lnTo>
                    <a:lnTo>
                      <a:pt x="18" y="176"/>
                    </a:lnTo>
                    <a:lnTo>
                      <a:pt x="18" y="168"/>
                    </a:lnTo>
                    <a:lnTo>
                      <a:pt x="18" y="159"/>
                    </a:lnTo>
                    <a:lnTo>
                      <a:pt x="9" y="159"/>
                    </a:lnTo>
                    <a:lnTo>
                      <a:pt x="9" y="159"/>
                    </a:lnTo>
                    <a:lnTo>
                      <a:pt x="18" y="150"/>
                    </a:lnTo>
                    <a:lnTo>
                      <a:pt x="18" y="159"/>
                    </a:lnTo>
                    <a:lnTo>
                      <a:pt x="18" y="150"/>
                    </a:lnTo>
                    <a:lnTo>
                      <a:pt x="18" y="150"/>
                    </a:lnTo>
                    <a:lnTo>
                      <a:pt x="18" y="150"/>
                    </a:lnTo>
                    <a:lnTo>
                      <a:pt x="27" y="141"/>
                    </a:lnTo>
                    <a:lnTo>
                      <a:pt x="27" y="141"/>
                    </a:lnTo>
                    <a:lnTo>
                      <a:pt x="27" y="132"/>
                    </a:lnTo>
                    <a:lnTo>
                      <a:pt x="27" y="132"/>
                    </a:lnTo>
                    <a:lnTo>
                      <a:pt x="27" y="132"/>
                    </a:lnTo>
                    <a:lnTo>
                      <a:pt x="27" y="132"/>
                    </a:lnTo>
                    <a:lnTo>
                      <a:pt x="35" y="123"/>
                    </a:lnTo>
                    <a:lnTo>
                      <a:pt x="35" y="115"/>
                    </a:lnTo>
                    <a:lnTo>
                      <a:pt x="35" y="115"/>
                    </a:lnTo>
                    <a:lnTo>
                      <a:pt x="35" y="115"/>
                    </a:lnTo>
                    <a:lnTo>
                      <a:pt x="35" y="106"/>
                    </a:lnTo>
                    <a:lnTo>
                      <a:pt x="35" y="97"/>
                    </a:lnTo>
                    <a:lnTo>
                      <a:pt x="44" y="97"/>
                    </a:lnTo>
                    <a:lnTo>
                      <a:pt x="35" y="88"/>
                    </a:lnTo>
                    <a:lnTo>
                      <a:pt x="44" y="88"/>
                    </a:lnTo>
                    <a:lnTo>
                      <a:pt x="44" y="79"/>
                    </a:lnTo>
                    <a:lnTo>
                      <a:pt x="44" y="79"/>
                    </a:lnTo>
                    <a:lnTo>
                      <a:pt x="44" y="70"/>
                    </a:lnTo>
                    <a:lnTo>
                      <a:pt x="44" y="70"/>
                    </a:lnTo>
                    <a:lnTo>
                      <a:pt x="44" y="70"/>
                    </a:lnTo>
                    <a:lnTo>
                      <a:pt x="44" y="70"/>
                    </a:lnTo>
                    <a:lnTo>
                      <a:pt x="53" y="70"/>
                    </a:lnTo>
                    <a:lnTo>
                      <a:pt x="141" y="62"/>
                    </a:lnTo>
                    <a:lnTo>
                      <a:pt x="141" y="53"/>
                    </a:lnTo>
                    <a:lnTo>
                      <a:pt x="132" y="44"/>
                    </a:lnTo>
                    <a:lnTo>
                      <a:pt x="141" y="44"/>
                    </a:lnTo>
                    <a:lnTo>
                      <a:pt x="150" y="44"/>
                    </a:lnTo>
                    <a:lnTo>
                      <a:pt x="176" y="44"/>
                    </a:lnTo>
                    <a:lnTo>
                      <a:pt x="203" y="44"/>
                    </a:lnTo>
                    <a:lnTo>
                      <a:pt x="238" y="35"/>
                    </a:lnTo>
                    <a:lnTo>
                      <a:pt x="264" y="35"/>
                    </a:lnTo>
                    <a:lnTo>
                      <a:pt x="299" y="35"/>
                    </a:lnTo>
                    <a:lnTo>
                      <a:pt x="308" y="26"/>
                    </a:lnTo>
                    <a:lnTo>
                      <a:pt x="343" y="26"/>
                    </a:lnTo>
                    <a:lnTo>
                      <a:pt x="361" y="26"/>
                    </a:lnTo>
                    <a:lnTo>
                      <a:pt x="379" y="26"/>
                    </a:lnTo>
                    <a:lnTo>
                      <a:pt x="405" y="26"/>
                    </a:lnTo>
                    <a:lnTo>
                      <a:pt x="405" y="17"/>
                    </a:lnTo>
                    <a:lnTo>
                      <a:pt x="431" y="17"/>
                    </a:lnTo>
                    <a:lnTo>
                      <a:pt x="440" y="17"/>
                    </a:lnTo>
                    <a:lnTo>
                      <a:pt x="484" y="8"/>
                    </a:lnTo>
                    <a:lnTo>
                      <a:pt x="511" y="8"/>
                    </a:lnTo>
                    <a:lnTo>
                      <a:pt x="528" y="0"/>
                    </a:lnTo>
                    <a:lnTo>
                      <a:pt x="537" y="0"/>
                    </a:lnTo>
                    <a:lnTo>
                      <a:pt x="528" y="8"/>
                    </a:lnTo>
                    <a:lnTo>
                      <a:pt x="528" y="17"/>
                    </a:lnTo>
                    <a:lnTo>
                      <a:pt x="528" y="26"/>
                    </a:lnTo>
                    <a:lnTo>
                      <a:pt x="528" y="26"/>
                    </a:lnTo>
                    <a:lnTo>
                      <a:pt x="519" y="26"/>
                    </a:lnTo>
                    <a:lnTo>
                      <a:pt x="519" y="44"/>
                    </a:lnTo>
                    <a:lnTo>
                      <a:pt x="511" y="44"/>
                    </a:lnTo>
                    <a:lnTo>
                      <a:pt x="511" y="44"/>
                    </a:lnTo>
                    <a:lnTo>
                      <a:pt x="502" y="44"/>
                    </a:lnTo>
                    <a:lnTo>
                      <a:pt x="493" y="53"/>
                    </a:lnTo>
                    <a:lnTo>
                      <a:pt x="493" y="53"/>
                    </a:lnTo>
                    <a:lnTo>
                      <a:pt x="484" y="62"/>
                    </a:lnTo>
                    <a:lnTo>
                      <a:pt x="484" y="62"/>
                    </a:lnTo>
                    <a:lnTo>
                      <a:pt x="475" y="53"/>
                    </a:lnTo>
                    <a:lnTo>
                      <a:pt x="475" y="62"/>
                    </a:lnTo>
                    <a:lnTo>
                      <a:pt x="475" y="62"/>
                    </a:lnTo>
                    <a:lnTo>
                      <a:pt x="467" y="62"/>
                    </a:lnTo>
                    <a:lnTo>
                      <a:pt x="467" y="62"/>
                    </a:lnTo>
                    <a:lnTo>
                      <a:pt x="467" y="70"/>
                    </a:lnTo>
                    <a:lnTo>
                      <a:pt x="458" y="79"/>
                    </a:lnTo>
                    <a:lnTo>
                      <a:pt x="458" y="79"/>
                    </a:lnTo>
                    <a:lnTo>
                      <a:pt x="449" y="88"/>
                    </a:lnTo>
                    <a:lnTo>
                      <a:pt x="431" y="97"/>
                    </a:lnTo>
                    <a:lnTo>
                      <a:pt x="431" y="106"/>
                    </a:lnTo>
                    <a:lnTo>
                      <a:pt x="414" y="106"/>
                    </a:lnTo>
                    <a:lnTo>
                      <a:pt x="405" y="106"/>
                    </a:lnTo>
                    <a:lnTo>
                      <a:pt x="405" y="115"/>
                    </a:lnTo>
                    <a:lnTo>
                      <a:pt x="405" y="115"/>
                    </a:lnTo>
                    <a:lnTo>
                      <a:pt x="396" y="123"/>
                    </a:lnTo>
                    <a:lnTo>
                      <a:pt x="396" y="132"/>
                    </a:lnTo>
                    <a:lnTo>
                      <a:pt x="387" y="132"/>
                    </a:lnTo>
                    <a:lnTo>
                      <a:pt x="387" y="150"/>
                    </a:lnTo>
                    <a:lnTo>
                      <a:pt x="361" y="159"/>
                    </a:lnTo>
                    <a:lnTo>
                      <a:pt x="299" y="159"/>
                    </a:lnTo>
                    <a:lnTo>
                      <a:pt x="229" y="168"/>
                    </a:lnTo>
                    <a:lnTo>
                      <a:pt x="141" y="176"/>
                    </a:lnTo>
                    <a:lnTo>
                      <a:pt x="141" y="176"/>
                    </a:lnTo>
                    <a:lnTo>
                      <a:pt x="141" y="176"/>
                    </a:lnTo>
                    <a:lnTo>
                      <a:pt x="88" y="185"/>
                    </a:lnTo>
                    <a:lnTo>
                      <a:pt x="0" y="194"/>
                    </a:lnTo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" name="Freeform 41"/>
              <p:cNvSpPr>
                <a:spLocks/>
              </p:cNvSpPr>
              <p:nvPr/>
            </p:nvSpPr>
            <p:spPr bwMode="auto">
              <a:xfrm>
                <a:off x="4140962" y="3149352"/>
                <a:ext cx="425298" cy="331383"/>
              </a:xfrm>
              <a:custGeom>
                <a:avLst/>
                <a:gdLst/>
                <a:ahLst/>
                <a:cxnLst>
                  <a:cxn ang="0">
                    <a:pos x="35" y="26"/>
                  </a:cxn>
                  <a:cxn ang="0">
                    <a:pos x="62" y="17"/>
                  </a:cxn>
                  <a:cxn ang="0">
                    <a:pos x="141" y="0"/>
                  </a:cxn>
                  <a:cxn ang="0">
                    <a:pos x="158" y="17"/>
                  </a:cxn>
                  <a:cxn ang="0">
                    <a:pos x="158" y="26"/>
                  </a:cxn>
                  <a:cxn ang="0">
                    <a:pos x="317" y="70"/>
                  </a:cxn>
                  <a:cxn ang="0">
                    <a:pos x="299" y="88"/>
                  </a:cxn>
                  <a:cxn ang="0">
                    <a:pos x="290" y="132"/>
                  </a:cxn>
                  <a:cxn ang="0">
                    <a:pos x="281" y="115"/>
                  </a:cxn>
                  <a:cxn ang="0">
                    <a:pos x="281" y="132"/>
                  </a:cxn>
                  <a:cxn ang="0">
                    <a:pos x="281" y="141"/>
                  </a:cxn>
                  <a:cxn ang="0">
                    <a:pos x="281" y="150"/>
                  </a:cxn>
                  <a:cxn ang="0">
                    <a:pos x="264" y="150"/>
                  </a:cxn>
                  <a:cxn ang="0">
                    <a:pos x="264" y="168"/>
                  </a:cxn>
                  <a:cxn ang="0">
                    <a:pos x="246" y="177"/>
                  </a:cxn>
                  <a:cxn ang="0">
                    <a:pos x="246" y="177"/>
                  </a:cxn>
                  <a:cxn ang="0">
                    <a:pos x="246" y="185"/>
                  </a:cxn>
                  <a:cxn ang="0">
                    <a:pos x="229" y="194"/>
                  </a:cxn>
                  <a:cxn ang="0">
                    <a:pos x="229" y="203"/>
                  </a:cxn>
                  <a:cxn ang="0">
                    <a:pos x="211" y="203"/>
                  </a:cxn>
                  <a:cxn ang="0">
                    <a:pos x="211" y="212"/>
                  </a:cxn>
                  <a:cxn ang="0">
                    <a:pos x="211" y="221"/>
                  </a:cxn>
                  <a:cxn ang="0">
                    <a:pos x="211" y="221"/>
                  </a:cxn>
                  <a:cxn ang="0">
                    <a:pos x="202" y="221"/>
                  </a:cxn>
                  <a:cxn ang="0">
                    <a:pos x="194" y="212"/>
                  </a:cxn>
                  <a:cxn ang="0">
                    <a:pos x="202" y="230"/>
                  </a:cxn>
                  <a:cxn ang="0">
                    <a:pos x="194" y="238"/>
                  </a:cxn>
                  <a:cxn ang="0">
                    <a:pos x="194" y="247"/>
                  </a:cxn>
                  <a:cxn ang="0">
                    <a:pos x="176" y="247"/>
                  </a:cxn>
                  <a:cxn ang="0">
                    <a:pos x="176" y="230"/>
                  </a:cxn>
                  <a:cxn ang="0">
                    <a:pos x="167" y="212"/>
                  </a:cxn>
                  <a:cxn ang="0">
                    <a:pos x="150" y="203"/>
                  </a:cxn>
                  <a:cxn ang="0">
                    <a:pos x="141" y="185"/>
                  </a:cxn>
                  <a:cxn ang="0">
                    <a:pos x="123" y="168"/>
                  </a:cxn>
                  <a:cxn ang="0">
                    <a:pos x="114" y="159"/>
                  </a:cxn>
                  <a:cxn ang="0">
                    <a:pos x="106" y="150"/>
                  </a:cxn>
                  <a:cxn ang="0">
                    <a:pos x="97" y="141"/>
                  </a:cxn>
                  <a:cxn ang="0">
                    <a:pos x="88" y="124"/>
                  </a:cxn>
                  <a:cxn ang="0">
                    <a:pos x="62" y="115"/>
                  </a:cxn>
                  <a:cxn ang="0">
                    <a:pos x="35" y="88"/>
                  </a:cxn>
                  <a:cxn ang="0">
                    <a:pos x="26" y="79"/>
                  </a:cxn>
                  <a:cxn ang="0">
                    <a:pos x="0" y="62"/>
                  </a:cxn>
                  <a:cxn ang="0">
                    <a:pos x="9" y="44"/>
                  </a:cxn>
                </a:cxnLst>
                <a:rect l="0" t="0" r="r" b="b"/>
                <a:pathLst>
                  <a:path w="317" h="247">
                    <a:moveTo>
                      <a:pt x="18" y="35"/>
                    </a:moveTo>
                    <a:lnTo>
                      <a:pt x="26" y="26"/>
                    </a:lnTo>
                    <a:lnTo>
                      <a:pt x="35" y="26"/>
                    </a:lnTo>
                    <a:lnTo>
                      <a:pt x="44" y="17"/>
                    </a:lnTo>
                    <a:lnTo>
                      <a:pt x="53" y="17"/>
                    </a:lnTo>
                    <a:lnTo>
                      <a:pt x="62" y="17"/>
                    </a:lnTo>
                    <a:lnTo>
                      <a:pt x="62" y="9"/>
                    </a:lnTo>
                    <a:lnTo>
                      <a:pt x="123" y="9"/>
                    </a:lnTo>
                    <a:lnTo>
                      <a:pt x="141" y="0"/>
                    </a:lnTo>
                    <a:lnTo>
                      <a:pt x="150" y="9"/>
                    </a:lnTo>
                    <a:lnTo>
                      <a:pt x="150" y="9"/>
                    </a:lnTo>
                    <a:lnTo>
                      <a:pt x="158" y="17"/>
                    </a:lnTo>
                    <a:lnTo>
                      <a:pt x="158" y="17"/>
                    </a:lnTo>
                    <a:lnTo>
                      <a:pt x="158" y="26"/>
                    </a:lnTo>
                    <a:lnTo>
                      <a:pt x="158" y="26"/>
                    </a:lnTo>
                    <a:lnTo>
                      <a:pt x="229" y="17"/>
                    </a:lnTo>
                    <a:lnTo>
                      <a:pt x="317" y="70"/>
                    </a:lnTo>
                    <a:lnTo>
                      <a:pt x="317" y="70"/>
                    </a:lnTo>
                    <a:lnTo>
                      <a:pt x="317" y="79"/>
                    </a:lnTo>
                    <a:lnTo>
                      <a:pt x="308" y="79"/>
                    </a:lnTo>
                    <a:lnTo>
                      <a:pt x="299" y="88"/>
                    </a:lnTo>
                    <a:lnTo>
                      <a:pt x="290" y="115"/>
                    </a:lnTo>
                    <a:lnTo>
                      <a:pt x="290" y="115"/>
                    </a:lnTo>
                    <a:lnTo>
                      <a:pt x="290" y="132"/>
                    </a:lnTo>
                    <a:lnTo>
                      <a:pt x="281" y="132"/>
                    </a:lnTo>
                    <a:lnTo>
                      <a:pt x="281" y="124"/>
                    </a:lnTo>
                    <a:lnTo>
                      <a:pt x="281" y="115"/>
                    </a:lnTo>
                    <a:lnTo>
                      <a:pt x="281" y="115"/>
                    </a:lnTo>
                    <a:lnTo>
                      <a:pt x="281" y="124"/>
                    </a:lnTo>
                    <a:lnTo>
                      <a:pt x="281" y="132"/>
                    </a:lnTo>
                    <a:lnTo>
                      <a:pt x="281" y="132"/>
                    </a:lnTo>
                    <a:lnTo>
                      <a:pt x="290" y="141"/>
                    </a:lnTo>
                    <a:lnTo>
                      <a:pt x="281" y="141"/>
                    </a:lnTo>
                    <a:lnTo>
                      <a:pt x="281" y="141"/>
                    </a:lnTo>
                    <a:lnTo>
                      <a:pt x="281" y="141"/>
                    </a:lnTo>
                    <a:lnTo>
                      <a:pt x="281" y="150"/>
                    </a:lnTo>
                    <a:lnTo>
                      <a:pt x="273" y="150"/>
                    </a:lnTo>
                    <a:lnTo>
                      <a:pt x="273" y="159"/>
                    </a:lnTo>
                    <a:lnTo>
                      <a:pt x="264" y="150"/>
                    </a:lnTo>
                    <a:lnTo>
                      <a:pt x="264" y="159"/>
                    </a:lnTo>
                    <a:lnTo>
                      <a:pt x="264" y="168"/>
                    </a:lnTo>
                    <a:lnTo>
                      <a:pt x="264" y="168"/>
                    </a:lnTo>
                    <a:lnTo>
                      <a:pt x="255" y="168"/>
                    </a:lnTo>
                    <a:lnTo>
                      <a:pt x="255" y="177"/>
                    </a:lnTo>
                    <a:lnTo>
                      <a:pt x="246" y="177"/>
                    </a:lnTo>
                    <a:lnTo>
                      <a:pt x="246" y="168"/>
                    </a:lnTo>
                    <a:lnTo>
                      <a:pt x="246" y="168"/>
                    </a:lnTo>
                    <a:lnTo>
                      <a:pt x="246" y="177"/>
                    </a:lnTo>
                    <a:lnTo>
                      <a:pt x="246" y="177"/>
                    </a:lnTo>
                    <a:lnTo>
                      <a:pt x="246" y="185"/>
                    </a:lnTo>
                    <a:lnTo>
                      <a:pt x="246" y="185"/>
                    </a:lnTo>
                    <a:lnTo>
                      <a:pt x="246" y="194"/>
                    </a:lnTo>
                    <a:lnTo>
                      <a:pt x="237" y="194"/>
                    </a:lnTo>
                    <a:lnTo>
                      <a:pt x="229" y="194"/>
                    </a:lnTo>
                    <a:lnTo>
                      <a:pt x="229" y="194"/>
                    </a:lnTo>
                    <a:lnTo>
                      <a:pt x="229" y="194"/>
                    </a:lnTo>
                    <a:lnTo>
                      <a:pt x="229" y="203"/>
                    </a:lnTo>
                    <a:lnTo>
                      <a:pt x="220" y="203"/>
                    </a:lnTo>
                    <a:lnTo>
                      <a:pt x="220" y="203"/>
                    </a:lnTo>
                    <a:lnTo>
                      <a:pt x="211" y="203"/>
                    </a:lnTo>
                    <a:lnTo>
                      <a:pt x="202" y="212"/>
                    </a:lnTo>
                    <a:lnTo>
                      <a:pt x="202" y="203"/>
                    </a:lnTo>
                    <a:lnTo>
                      <a:pt x="211" y="212"/>
                    </a:lnTo>
                    <a:lnTo>
                      <a:pt x="211" y="212"/>
                    </a:lnTo>
                    <a:lnTo>
                      <a:pt x="220" y="212"/>
                    </a:lnTo>
                    <a:lnTo>
                      <a:pt x="211" y="221"/>
                    </a:lnTo>
                    <a:lnTo>
                      <a:pt x="220" y="212"/>
                    </a:lnTo>
                    <a:lnTo>
                      <a:pt x="211" y="221"/>
                    </a:lnTo>
                    <a:lnTo>
                      <a:pt x="211" y="221"/>
                    </a:lnTo>
                    <a:lnTo>
                      <a:pt x="202" y="221"/>
                    </a:lnTo>
                    <a:lnTo>
                      <a:pt x="202" y="212"/>
                    </a:lnTo>
                    <a:lnTo>
                      <a:pt x="202" y="221"/>
                    </a:lnTo>
                    <a:lnTo>
                      <a:pt x="194" y="221"/>
                    </a:lnTo>
                    <a:lnTo>
                      <a:pt x="194" y="212"/>
                    </a:lnTo>
                    <a:lnTo>
                      <a:pt x="194" y="212"/>
                    </a:lnTo>
                    <a:lnTo>
                      <a:pt x="194" y="221"/>
                    </a:lnTo>
                    <a:lnTo>
                      <a:pt x="194" y="221"/>
                    </a:lnTo>
                    <a:lnTo>
                      <a:pt x="202" y="230"/>
                    </a:lnTo>
                    <a:lnTo>
                      <a:pt x="202" y="230"/>
                    </a:lnTo>
                    <a:lnTo>
                      <a:pt x="202" y="238"/>
                    </a:lnTo>
                    <a:lnTo>
                      <a:pt x="194" y="238"/>
                    </a:lnTo>
                    <a:lnTo>
                      <a:pt x="194" y="230"/>
                    </a:lnTo>
                    <a:lnTo>
                      <a:pt x="194" y="238"/>
                    </a:lnTo>
                    <a:lnTo>
                      <a:pt x="194" y="247"/>
                    </a:lnTo>
                    <a:lnTo>
                      <a:pt x="194" y="247"/>
                    </a:lnTo>
                    <a:lnTo>
                      <a:pt x="185" y="247"/>
                    </a:lnTo>
                    <a:lnTo>
                      <a:pt x="176" y="247"/>
                    </a:lnTo>
                    <a:lnTo>
                      <a:pt x="176" y="238"/>
                    </a:lnTo>
                    <a:lnTo>
                      <a:pt x="176" y="230"/>
                    </a:lnTo>
                    <a:lnTo>
                      <a:pt x="176" y="230"/>
                    </a:lnTo>
                    <a:lnTo>
                      <a:pt x="167" y="221"/>
                    </a:lnTo>
                    <a:lnTo>
                      <a:pt x="167" y="221"/>
                    </a:lnTo>
                    <a:lnTo>
                      <a:pt x="167" y="212"/>
                    </a:lnTo>
                    <a:lnTo>
                      <a:pt x="158" y="212"/>
                    </a:lnTo>
                    <a:lnTo>
                      <a:pt x="150" y="203"/>
                    </a:lnTo>
                    <a:lnTo>
                      <a:pt x="150" y="203"/>
                    </a:lnTo>
                    <a:lnTo>
                      <a:pt x="150" y="194"/>
                    </a:lnTo>
                    <a:lnTo>
                      <a:pt x="150" y="194"/>
                    </a:lnTo>
                    <a:lnTo>
                      <a:pt x="141" y="185"/>
                    </a:lnTo>
                    <a:lnTo>
                      <a:pt x="141" y="177"/>
                    </a:lnTo>
                    <a:lnTo>
                      <a:pt x="132" y="168"/>
                    </a:lnTo>
                    <a:lnTo>
                      <a:pt x="123" y="168"/>
                    </a:lnTo>
                    <a:lnTo>
                      <a:pt x="123" y="168"/>
                    </a:lnTo>
                    <a:lnTo>
                      <a:pt x="123" y="168"/>
                    </a:lnTo>
                    <a:lnTo>
                      <a:pt x="114" y="159"/>
                    </a:lnTo>
                    <a:lnTo>
                      <a:pt x="114" y="159"/>
                    </a:lnTo>
                    <a:lnTo>
                      <a:pt x="106" y="150"/>
                    </a:lnTo>
                    <a:lnTo>
                      <a:pt x="106" y="150"/>
                    </a:lnTo>
                    <a:lnTo>
                      <a:pt x="106" y="150"/>
                    </a:lnTo>
                    <a:lnTo>
                      <a:pt x="106" y="141"/>
                    </a:lnTo>
                    <a:lnTo>
                      <a:pt x="97" y="141"/>
                    </a:lnTo>
                    <a:lnTo>
                      <a:pt x="88" y="132"/>
                    </a:lnTo>
                    <a:lnTo>
                      <a:pt x="88" y="132"/>
                    </a:lnTo>
                    <a:lnTo>
                      <a:pt x="88" y="124"/>
                    </a:lnTo>
                    <a:lnTo>
                      <a:pt x="79" y="124"/>
                    </a:lnTo>
                    <a:lnTo>
                      <a:pt x="70" y="115"/>
                    </a:lnTo>
                    <a:lnTo>
                      <a:pt x="62" y="115"/>
                    </a:lnTo>
                    <a:lnTo>
                      <a:pt x="44" y="97"/>
                    </a:lnTo>
                    <a:lnTo>
                      <a:pt x="44" y="88"/>
                    </a:lnTo>
                    <a:lnTo>
                      <a:pt x="35" y="88"/>
                    </a:lnTo>
                    <a:lnTo>
                      <a:pt x="35" y="79"/>
                    </a:lnTo>
                    <a:lnTo>
                      <a:pt x="35" y="70"/>
                    </a:lnTo>
                    <a:lnTo>
                      <a:pt x="26" y="79"/>
                    </a:lnTo>
                    <a:lnTo>
                      <a:pt x="18" y="70"/>
                    </a:lnTo>
                    <a:lnTo>
                      <a:pt x="9" y="70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53"/>
                    </a:lnTo>
                    <a:lnTo>
                      <a:pt x="9" y="44"/>
                    </a:lnTo>
                    <a:lnTo>
                      <a:pt x="18" y="35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" name="Freeform 42"/>
              <p:cNvSpPr>
                <a:spLocks/>
              </p:cNvSpPr>
              <p:nvPr/>
            </p:nvSpPr>
            <p:spPr bwMode="auto">
              <a:xfrm>
                <a:off x="4140962" y="3149352"/>
                <a:ext cx="425298" cy="331383"/>
              </a:xfrm>
              <a:custGeom>
                <a:avLst/>
                <a:gdLst/>
                <a:ahLst/>
                <a:cxnLst>
                  <a:cxn ang="0">
                    <a:pos x="35" y="26"/>
                  </a:cxn>
                  <a:cxn ang="0">
                    <a:pos x="62" y="17"/>
                  </a:cxn>
                  <a:cxn ang="0">
                    <a:pos x="141" y="0"/>
                  </a:cxn>
                  <a:cxn ang="0">
                    <a:pos x="158" y="17"/>
                  </a:cxn>
                  <a:cxn ang="0">
                    <a:pos x="158" y="26"/>
                  </a:cxn>
                  <a:cxn ang="0">
                    <a:pos x="317" y="70"/>
                  </a:cxn>
                  <a:cxn ang="0">
                    <a:pos x="299" y="88"/>
                  </a:cxn>
                  <a:cxn ang="0">
                    <a:pos x="290" y="132"/>
                  </a:cxn>
                  <a:cxn ang="0">
                    <a:pos x="281" y="115"/>
                  </a:cxn>
                  <a:cxn ang="0">
                    <a:pos x="281" y="132"/>
                  </a:cxn>
                  <a:cxn ang="0">
                    <a:pos x="281" y="141"/>
                  </a:cxn>
                  <a:cxn ang="0">
                    <a:pos x="281" y="150"/>
                  </a:cxn>
                  <a:cxn ang="0">
                    <a:pos x="264" y="150"/>
                  </a:cxn>
                  <a:cxn ang="0">
                    <a:pos x="264" y="168"/>
                  </a:cxn>
                  <a:cxn ang="0">
                    <a:pos x="246" y="177"/>
                  </a:cxn>
                  <a:cxn ang="0">
                    <a:pos x="246" y="177"/>
                  </a:cxn>
                  <a:cxn ang="0">
                    <a:pos x="246" y="185"/>
                  </a:cxn>
                  <a:cxn ang="0">
                    <a:pos x="229" y="194"/>
                  </a:cxn>
                  <a:cxn ang="0">
                    <a:pos x="229" y="203"/>
                  </a:cxn>
                  <a:cxn ang="0">
                    <a:pos x="211" y="203"/>
                  </a:cxn>
                  <a:cxn ang="0">
                    <a:pos x="211" y="212"/>
                  </a:cxn>
                  <a:cxn ang="0">
                    <a:pos x="211" y="221"/>
                  </a:cxn>
                  <a:cxn ang="0">
                    <a:pos x="211" y="221"/>
                  </a:cxn>
                  <a:cxn ang="0">
                    <a:pos x="202" y="221"/>
                  </a:cxn>
                  <a:cxn ang="0">
                    <a:pos x="194" y="212"/>
                  </a:cxn>
                  <a:cxn ang="0">
                    <a:pos x="202" y="230"/>
                  </a:cxn>
                  <a:cxn ang="0">
                    <a:pos x="194" y="238"/>
                  </a:cxn>
                  <a:cxn ang="0">
                    <a:pos x="194" y="247"/>
                  </a:cxn>
                  <a:cxn ang="0">
                    <a:pos x="176" y="247"/>
                  </a:cxn>
                  <a:cxn ang="0">
                    <a:pos x="176" y="230"/>
                  </a:cxn>
                  <a:cxn ang="0">
                    <a:pos x="167" y="212"/>
                  </a:cxn>
                  <a:cxn ang="0">
                    <a:pos x="150" y="203"/>
                  </a:cxn>
                  <a:cxn ang="0">
                    <a:pos x="141" y="185"/>
                  </a:cxn>
                  <a:cxn ang="0">
                    <a:pos x="123" y="168"/>
                  </a:cxn>
                  <a:cxn ang="0">
                    <a:pos x="114" y="159"/>
                  </a:cxn>
                  <a:cxn ang="0">
                    <a:pos x="106" y="150"/>
                  </a:cxn>
                  <a:cxn ang="0">
                    <a:pos x="97" y="141"/>
                  </a:cxn>
                  <a:cxn ang="0">
                    <a:pos x="88" y="124"/>
                  </a:cxn>
                  <a:cxn ang="0">
                    <a:pos x="62" y="115"/>
                  </a:cxn>
                  <a:cxn ang="0">
                    <a:pos x="35" y="88"/>
                  </a:cxn>
                  <a:cxn ang="0">
                    <a:pos x="26" y="79"/>
                  </a:cxn>
                  <a:cxn ang="0">
                    <a:pos x="0" y="62"/>
                  </a:cxn>
                  <a:cxn ang="0">
                    <a:pos x="9" y="44"/>
                  </a:cxn>
                </a:cxnLst>
                <a:rect l="0" t="0" r="r" b="b"/>
                <a:pathLst>
                  <a:path w="317" h="247">
                    <a:moveTo>
                      <a:pt x="18" y="35"/>
                    </a:moveTo>
                    <a:lnTo>
                      <a:pt x="26" y="26"/>
                    </a:lnTo>
                    <a:lnTo>
                      <a:pt x="35" y="26"/>
                    </a:lnTo>
                    <a:lnTo>
                      <a:pt x="44" y="17"/>
                    </a:lnTo>
                    <a:lnTo>
                      <a:pt x="53" y="17"/>
                    </a:lnTo>
                    <a:lnTo>
                      <a:pt x="62" y="17"/>
                    </a:lnTo>
                    <a:lnTo>
                      <a:pt x="62" y="9"/>
                    </a:lnTo>
                    <a:lnTo>
                      <a:pt x="123" y="9"/>
                    </a:lnTo>
                    <a:lnTo>
                      <a:pt x="141" y="0"/>
                    </a:lnTo>
                    <a:lnTo>
                      <a:pt x="150" y="9"/>
                    </a:lnTo>
                    <a:lnTo>
                      <a:pt x="150" y="9"/>
                    </a:lnTo>
                    <a:lnTo>
                      <a:pt x="158" y="17"/>
                    </a:lnTo>
                    <a:lnTo>
                      <a:pt x="158" y="17"/>
                    </a:lnTo>
                    <a:lnTo>
                      <a:pt x="158" y="26"/>
                    </a:lnTo>
                    <a:lnTo>
                      <a:pt x="158" y="26"/>
                    </a:lnTo>
                    <a:lnTo>
                      <a:pt x="229" y="17"/>
                    </a:lnTo>
                    <a:lnTo>
                      <a:pt x="317" y="70"/>
                    </a:lnTo>
                    <a:lnTo>
                      <a:pt x="317" y="70"/>
                    </a:lnTo>
                    <a:lnTo>
                      <a:pt x="317" y="79"/>
                    </a:lnTo>
                    <a:lnTo>
                      <a:pt x="308" y="79"/>
                    </a:lnTo>
                    <a:lnTo>
                      <a:pt x="299" y="88"/>
                    </a:lnTo>
                    <a:lnTo>
                      <a:pt x="290" y="115"/>
                    </a:lnTo>
                    <a:lnTo>
                      <a:pt x="290" y="115"/>
                    </a:lnTo>
                    <a:lnTo>
                      <a:pt x="290" y="132"/>
                    </a:lnTo>
                    <a:lnTo>
                      <a:pt x="281" y="132"/>
                    </a:lnTo>
                    <a:lnTo>
                      <a:pt x="281" y="124"/>
                    </a:lnTo>
                    <a:lnTo>
                      <a:pt x="281" y="115"/>
                    </a:lnTo>
                    <a:lnTo>
                      <a:pt x="281" y="115"/>
                    </a:lnTo>
                    <a:lnTo>
                      <a:pt x="281" y="124"/>
                    </a:lnTo>
                    <a:lnTo>
                      <a:pt x="281" y="132"/>
                    </a:lnTo>
                    <a:lnTo>
                      <a:pt x="281" y="132"/>
                    </a:lnTo>
                    <a:lnTo>
                      <a:pt x="290" y="141"/>
                    </a:lnTo>
                    <a:lnTo>
                      <a:pt x="281" y="141"/>
                    </a:lnTo>
                    <a:lnTo>
                      <a:pt x="281" y="141"/>
                    </a:lnTo>
                    <a:lnTo>
                      <a:pt x="281" y="141"/>
                    </a:lnTo>
                    <a:lnTo>
                      <a:pt x="281" y="150"/>
                    </a:lnTo>
                    <a:lnTo>
                      <a:pt x="273" y="150"/>
                    </a:lnTo>
                    <a:lnTo>
                      <a:pt x="273" y="159"/>
                    </a:lnTo>
                    <a:lnTo>
                      <a:pt x="264" y="150"/>
                    </a:lnTo>
                    <a:lnTo>
                      <a:pt x="264" y="159"/>
                    </a:lnTo>
                    <a:lnTo>
                      <a:pt x="264" y="168"/>
                    </a:lnTo>
                    <a:lnTo>
                      <a:pt x="264" y="168"/>
                    </a:lnTo>
                    <a:lnTo>
                      <a:pt x="255" y="168"/>
                    </a:lnTo>
                    <a:lnTo>
                      <a:pt x="255" y="177"/>
                    </a:lnTo>
                    <a:lnTo>
                      <a:pt x="246" y="177"/>
                    </a:lnTo>
                    <a:lnTo>
                      <a:pt x="246" y="168"/>
                    </a:lnTo>
                    <a:lnTo>
                      <a:pt x="246" y="168"/>
                    </a:lnTo>
                    <a:lnTo>
                      <a:pt x="246" y="177"/>
                    </a:lnTo>
                    <a:lnTo>
                      <a:pt x="246" y="177"/>
                    </a:lnTo>
                    <a:lnTo>
                      <a:pt x="246" y="185"/>
                    </a:lnTo>
                    <a:lnTo>
                      <a:pt x="246" y="185"/>
                    </a:lnTo>
                    <a:lnTo>
                      <a:pt x="246" y="194"/>
                    </a:lnTo>
                    <a:lnTo>
                      <a:pt x="237" y="194"/>
                    </a:lnTo>
                    <a:lnTo>
                      <a:pt x="229" y="194"/>
                    </a:lnTo>
                    <a:lnTo>
                      <a:pt x="229" y="194"/>
                    </a:lnTo>
                    <a:lnTo>
                      <a:pt x="229" y="194"/>
                    </a:lnTo>
                    <a:lnTo>
                      <a:pt x="229" y="203"/>
                    </a:lnTo>
                    <a:lnTo>
                      <a:pt x="220" y="203"/>
                    </a:lnTo>
                    <a:lnTo>
                      <a:pt x="220" y="203"/>
                    </a:lnTo>
                    <a:lnTo>
                      <a:pt x="211" y="203"/>
                    </a:lnTo>
                    <a:lnTo>
                      <a:pt x="202" y="212"/>
                    </a:lnTo>
                    <a:lnTo>
                      <a:pt x="202" y="203"/>
                    </a:lnTo>
                    <a:lnTo>
                      <a:pt x="211" y="212"/>
                    </a:lnTo>
                    <a:lnTo>
                      <a:pt x="211" y="212"/>
                    </a:lnTo>
                    <a:lnTo>
                      <a:pt x="220" y="212"/>
                    </a:lnTo>
                    <a:lnTo>
                      <a:pt x="211" y="221"/>
                    </a:lnTo>
                    <a:lnTo>
                      <a:pt x="220" y="212"/>
                    </a:lnTo>
                    <a:lnTo>
                      <a:pt x="211" y="221"/>
                    </a:lnTo>
                    <a:lnTo>
                      <a:pt x="211" y="221"/>
                    </a:lnTo>
                    <a:lnTo>
                      <a:pt x="202" y="221"/>
                    </a:lnTo>
                    <a:lnTo>
                      <a:pt x="202" y="212"/>
                    </a:lnTo>
                    <a:lnTo>
                      <a:pt x="202" y="221"/>
                    </a:lnTo>
                    <a:lnTo>
                      <a:pt x="194" y="221"/>
                    </a:lnTo>
                    <a:lnTo>
                      <a:pt x="194" y="212"/>
                    </a:lnTo>
                    <a:lnTo>
                      <a:pt x="194" y="212"/>
                    </a:lnTo>
                    <a:lnTo>
                      <a:pt x="194" y="221"/>
                    </a:lnTo>
                    <a:lnTo>
                      <a:pt x="194" y="221"/>
                    </a:lnTo>
                    <a:lnTo>
                      <a:pt x="202" y="230"/>
                    </a:lnTo>
                    <a:lnTo>
                      <a:pt x="202" y="230"/>
                    </a:lnTo>
                    <a:lnTo>
                      <a:pt x="202" y="238"/>
                    </a:lnTo>
                    <a:lnTo>
                      <a:pt x="194" y="238"/>
                    </a:lnTo>
                    <a:lnTo>
                      <a:pt x="194" y="230"/>
                    </a:lnTo>
                    <a:lnTo>
                      <a:pt x="194" y="238"/>
                    </a:lnTo>
                    <a:lnTo>
                      <a:pt x="194" y="247"/>
                    </a:lnTo>
                    <a:lnTo>
                      <a:pt x="194" y="247"/>
                    </a:lnTo>
                    <a:lnTo>
                      <a:pt x="185" y="247"/>
                    </a:lnTo>
                    <a:lnTo>
                      <a:pt x="176" y="247"/>
                    </a:lnTo>
                    <a:lnTo>
                      <a:pt x="176" y="238"/>
                    </a:lnTo>
                    <a:lnTo>
                      <a:pt x="176" y="230"/>
                    </a:lnTo>
                    <a:lnTo>
                      <a:pt x="176" y="230"/>
                    </a:lnTo>
                    <a:lnTo>
                      <a:pt x="167" y="221"/>
                    </a:lnTo>
                    <a:lnTo>
                      <a:pt x="167" y="221"/>
                    </a:lnTo>
                    <a:lnTo>
                      <a:pt x="167" y="212"/>
                    </a:lnTo>
                    <a:lnTo>
                      <a:pt x="158" y="212"/>
                    </a:lnTo>
                    <a:lnTo>
                      <a:pt x="150" y="203"/>
                    </a:lnTo>
                    <a:lnTo>
                      <a:pt x="150" y="203"/>
                    </a:lnTo>
                    <a:lnTo>
                      <a:pt x="150" y="194"/>
                    </a:lnTo>
                    <a:lnTo>
                      <a:pt x="150" y="194"/>
                    </a:lnTo>
                    <a:lnTo>
                      <a:pt x="141" y="185"/>
                    </a:lnTo>
                    <a:lnTo>
                      <a:pt x="141" y="177"/>
                    </a:lnTo>
                    <a:lnTo>
                      <a:pt x="132" y="168"/>
                    </a:lnTo>
                    <a:lnTo>
                      <a:pt x="123" y="168"/>
                    </a:lnTo>
                    <a:lnTo>
                      <a:pt x="123" y="168"/>
                    </a:lnTo>
                    <a:lnTo>
                      <a:pt x="123" y="168"/>
                    </a:lnTo>
                    <a:lnTo>
                      <a:pt x="114" y="159"/>
                    </a:lnTo>
                    <a:lnTo>
                      <a:pt x="114" y="159"/>
                    </a:lnTo>
                    <a:lnTo>
                      <a:pt x="106" y="150"/>
                    </a:lnTo>
                    <a:lnTo>
                      <a:pt x="106" y="150"/>
                    </a:lnTo>
                    <a:lnTo>
                      <a:pt x="106" y="150"/>
                    </a:lnTo>
                    <a:lnTo>
                      <a:pt x="106" y="141"/>
                    </a:lnTo>
                    <a:lnTo>
                      <a:pt x="97" y="141"/>
                    </a:lnTo>
                    <a:lnTo>
                      <a:pt x="88" y="132"/>
                    </a:lnTo>
                    <a:lnTo>
                      <a:pt x="88" y="132"/>
                    </a:lnTo>
                    <a:lnTo>
                      <a:pt x="88" y="124"/>
                    </a:lnTo>
                    <a:lnTo>
                      <a:pt x="79" y="124"/>
                    </a:lnTo>
                    <a:lnTo>
                      <a:pt x="70" y="115"/>
                    </a:lnTo>
                    <a:lnTo>
                      <a:pt x="62" y="115"/>
                    </a:lnTo>
                    <a:lnTo>
                      <a:pt x="44" y="97"/>
                    </a:lnTo>
                    <a:lnTo>
                      <a:pt x="44" y="88"/>
                    </a:lnTo>
                    <a:lnTo>
                      <a:pt x="35" y="88"/>
                    </a:lnTo>
                    <a:lnTo>
                      <a:pt x="35" y="79"/>
                    </a:lnTo>
                    <a:lnTo>
                      <a:pt x="35" y="70"/>
                    </a:lnTo>
                    <a:lnTo>
                      <a:pt x="26" y="79"/>
                    </a:lnTo>
                    <a:lnTo>
                      <a:pt x="18" y="70"/>
                    </a:lnTo>
                    <a:lnTo>
                      <a:pt x="9" y="70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53"/>
                    </a:lnTo>
                    <a:lnTo>
                      <a:pt x="9" y="44"/>
                    </a:lnTo>
                    <a:lnTo>
                      <a:pt x="18" y="35"/>
                    </a:lnTo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" name="Freeform 43"/>
              <p:cNvSpPr>
                <a:spLocks/>
              </p:cNvSpPr>
              <p:nvPr/>
            </p:nvSpPr>
            <p:spPr bwMode="auto">
              <a:xfrm>
                <a:off x="2429040" y="2093489"/>
                <a:ext cx="578244" cy="391756"/>
              </a:xfrm>
              <a:custGeom>
                <a:avLst/>
                <a:gdLst/>
                <a:ahLst/>
                <a:cxnLst>
                  <a:cxn ang="0">
                    <a:pos x="0" y="239"/>
                  </a:cxn>
                  <a:cxn ang="0">
                    <a:pos x="9" y="79"/>
                  </a:cxn>
                  <a:cxn ang="0">
                    <a:pos x="18" y="71"/>
                  </a:cxn>
                  <a:cxn ang="0">
                    <a:pos x="18" y="0"/>
                  </a:cxn>
                  <a:cxn ang="0">
                    <a:pos x="115" y="9"/>
                  </a:cxn>
                  <a:cxn ang="0">
                    <a:pos x="229" y="17"/>
                  </a:cxn>
                  <a:cxn ang="0">
                    <a:pos x="326" y="17"/>
                  </a:cxn>
                  <a:cxn ang="0">
                    <a:pos x="431" y="17"/>
                  </a:cxn>
                  <a:cxn ang="0">
                    <a:pos x="422" y="26"/>
                  </a:cxn>
                  <a:cxn ang="0">
                    <a:pos x="422" y="35"/>
                  </a:cxn>
                  <a:cxn ang="0">
                    <a:pos x="414" y="35"/>
                  </a:cxn>
                  <a:cxn ang="0">
                    <a:pos x="414" y="44"/>
                  </a:cxn>
                  <a:cxn ang="0">
                    <a:pos x="414" y="44"/>
                  </a:cxn>
                  <a:cxn ang="0">
                    <a:pos x="414" y="44"/>
                  </a:cxn>
                  <a:cxn ang="0">
                    <a:pos x="422" y="62"/>
                  </a:cxn>
                  <a:cxn ang="0">
                    <a:pos x="422" y="62"/>
                  </a:cxn>
                  <a:cxn ang="0">
                    <a:pos x="431" y="62"/>
                  </a:cxn>
                  <a:cxn ang="0">
                    <a:pos x="431" y="71"/>
                  </a:cxn>
                  <a:cxn ang="0">
                    <a:pos x="431" y="212"/>
                  </a:cxn>
                  <a:cxn ang="0">
                    <a:pos x="422" y="212"/>
                  </a:cxn>
                  <a:cxn ang="0">
                    <a:pos x="431" y="212"/>
                  </a:cxn>
                  <a:cxn ang="0">
                    <a:pos x="431" y="221"/>
                  </a:cxn>
                  <a:cxn ang="0">
                    <a:pos x="431" y="230"/>
                  </a:cxn>
                  <a:cxn ang="0">
                    <a:pos x="431" y="230"/>
                  </a:cxn>
                  <a:cxn ang="0">
                    <a:pos x="431" y="230"/>
                  </a:cxn>
                  <a:cxn ang="0">
                    <a:pos x="431" y="239"/>
                  </a:cxn>
                  <a:cxn ang="0">
                    <a:pos x="431" y="239"/>
                  </a:cxn>
                  <a:cxn ang="0">
                    <a:pos x="431" y="247"/>
                  </a:cxn>
                  <a:cxn ang="0">
                    <a:pos x="431" y="256"/>
                  </a:cxn>
                  <a:cxn ang="0">
                    <a:pos x="431" y="265"/>
                  </a:cxn>
                  <a:cxn ang="0">
                    <a:pos x="431" y="265"/>
                  </a:cxn>
                  <a:cxn ang="0">
                    <a:pos x="422" y="265"/>
                  </a:cxn>
                  <a:cxn ang="0">
                    <a:pos x="422" y="274"/>
                  </a:cxn>
                  <a:cxn ang="0">
                    <a:pos x="431" y="274"/>
                  </a:cxn>
                  <a:cxn ang="0">
                    <a:pos x="431" y="292"/>
                  </a:cxn>
                  <a:cxn ang="0">
                    <a:pos x="431" y="283"/>
                  </a:cxn>
                  <a:cxn ang="0">
                    <a:pos x="422" y="283"/>
                  </a:cxn>
                  <a:cxn ang="0">
                    <a:pos x="422" y="274"/>
                  </a:cxn>
                  <a:cxn ang="0">
                    <a:pos x="414" y="274"/>
                  </a:cxn>
                  <a:cxn ang="0">
                    <a:pos x="414" y="274"/>
                  </a:cxn>
                  <a:cxn ang="0">
                    <a:pos x="405" y="274"/>
                  </a:cxn>
                  <a:cxn ang="0">
                    <a:pos x="405" y="265"/>
                  </a:cxn>
                  <a:cxn ang="0">
                    <a:pos x="405" y="265"/>
                  </a:cxn>
                  <a:cxn ang="0">
                    <a:pos x="396" y="265"/>
                  </a:cxn>
                  <a:cxn ang="0">
                    <a:pos x="387" y="256"/>
                  </a:cxn>
                  <a:cxn ang="0">
                    <a:pos x="361" y="265"/>
                  </a:cxn>
                  <a:cxn ang="0">
                    <a:pos x="352" y="256"/>
                  </a:cxn>
                  <a:cxn ang="0">
                    <a:pos x="352" y="265"/>
                  </a:cxn>
                  <a:cxn ang="0">
                    <a:pos x="343" y="265"/>
                  </a:cxn>
                  <a:cxn ang="0">
                    <a:pos x="326" y="256"/>
                  </a:cxn>
                  <a:cxn ang="0">
                    <a:pos x="317" y="247"/>
                  </a:cxn>
                  <a:cxn ang="0">
                    <a:pos x="255" y="247"/>
                  </a:cxn>
                  <a:cxn ang="0">
                    <a:pos x="159" y="247"/>
                  </a:cxn>
                  <a:cxn ang="0">
                    <a:pos x="62" y="239"/>
                  </a:cxn>
                  <a:cxn ang="0">
                    <a:pos x="0" y="239"/>
                  </a:cxn>
                </a:cxnLst>
                <a:rect l="0" t="0" r="r" b="b"/>
                <a:pathLst>
                  <a:path w="431" h="292">
                    <a:moveTo>
                      <a:pt x="0" y="239"/>
                    </a:moveTo>
                    <a:lnTo>
                      <a:pt x="9" y="79"/>
                    </a:lnTo>
                    <a:lnTo>
                      <a:pt x="18" y="71"/>
                    </a:lnTo>
                    <a:lnTo>
                      <a:pt x="18" y="0"/>
                    </a:lnTo>
                    <a:lnTo>
                      <a:pt x="115" y="9"/>
                    </a:lnTo>
                    <a:lnTo>
                      <a:pt x="229" y="17"/>
                    </a:lnTo>
                    <a:lnTo>
                      <a:pt x="326" y="17"/>
                    </a:lnTo>
                    <a:lnTo>
                      <a:pt x="431" y="17"/>
                    </a:lnTo>
                    <a:lnTo>
                      <a:pt x="422" y="26"/>
                    </a:lnTo>
                    <a:lnTo>
                      <a:pt x="422" y="35"/>
                    </a:lnTo>
                    <a:lnTo>
                      <a:pt x="414" y="35"/>
                    </a:lnTo>
                    <a:lnTo>
                      <a:pt x="414" y="44"/>
                    </a:lnTo>
                    <a:lnTo>
                      <a:pt x="414" y="44"/>
                    </a:lnTo>
                    <a:lnTo>
                      <a:pt x="414" y="44"/>
                    </a:lnTo>
                    <a:lnTo>
                      <a:pt x="422" y="62"/>
                    </a:lnTo>
                    <a:lnTo>
                      <a:pt x="422" y="62"/>
                    </a:lnTo>
                    <a:lnTo>
                      <a:pt x="431" y="62"/>
                    </a:lnTo>
                    <a:lnTo>
                      <a:pt x="431" y="71"/>
                    </a:lnTo>
                    <a:lnTo>
                      <a:pt x="431" y="212"/>
                    </a:lnTo>
                    <a:lnTo>
                      <a:pt x="422" y="212"/>
                    </a:lnTo>
                    <a:lnTo>
                      <a:pt x="431" y="212"/>
                    </a:lnTo>
                    <a:lnTo>
                      <a:pt x="431" y="221"/>
                    </a:lnTo>
                    <a:lnTo>
                      <a:pt x="431" y="230"/>
                    </a:lnTo>
                    <a:lnTo>
                      <a:pt x="431" y="230"/>
                    </a:lnTo>
                    <a:lnTo>
                      <a:pt x="431" y="230"/>
                    </a:lnTo>
                    <a:lnTo>
                      <a:pt x="431" y="239"/>
                    </a:lnTo>
                    <a:lnTo>
                      <a:pt x="431" y="239"/>
                    </a:lnTo>
                    <a:lnTo>
                      <a:pt x="431" y="247"/>
                    </a:lnTo>
                    <a:lnTo>
                      <a:pt x="431" y="256"/>
                    </a:lnTo>
                    <a:lnTo>
                      <a:pt x="431" y="265"/>
                    </a:lnTo>
                    <a:lnTo>
                      <a:pt x="431" y="265"/>
                    </a:lnTo>
                    <a:lnTo>
                      <a:pt x="422" y="265"/>
                    </a:lnTo>
                    <a:lnTo>
                      <a:pt x="422" y="274"/>
                    </a:lnTo>
                    <a:lnTo>
                      <a:pt x="431" y="274"/>
                    </a:lnTo>
                    <a:lnTo>
                      <a:pt x="431" y="292"/>
                    </a:lnTo>
                    <a:lnTo>
                      <a:pt x="431" y="283"/>
                    </a:lnTo>
                    <a:lnTo>
                      <a:pt x="422" y="283"/>
                    </a:lnTo>
                    <a:lnTo>
                      <a:pt x="422" y="274"/>
                    </a:lnTo>
                    <a:lnTo>
                      <a:pt x="414" y="274"/>
                    </a:lnTo>
                    <a:lnTo>
                      <a:pt x="414" y="274"/>
                    </a:lnTo>
                    <a:lnTo>
                      <a:pt x="405" y="274"/>
                    </a:lnTo>
                    <a:lnTo>
                      <a:pt x="405" y="265"/>
                    </a:lnTo>
                    <a:lnTo>
                      <a:pt x="405" y="265"/>
                    </a:lnTo>
                    <a:lnTo>
                      <a:pt x="396" y="265"/>
                    </a:lnTo>
                    <a:lnTo>
                      <a:pt x="387" y="256"/>
                    </a:lnTo>
                    <a:lnTo>
                      <a:pt x="361" y="265"/>
                    </a:lnTo>
                    <a:lnTo>
                      <a:pt x="352" y="256"/>
                    </a:lnTo>
                    <a:lnTo>
                      <a:pt x="352" y="265"/>
                    </a:lnTo>
                    <a:lnTo>
                      <a:pt x="343" y="265"/>
                    </a:lnTo>
                    <a:lnTo>
                      <a:pt x="326" y="256"/>
                    </a:lnTo>
                    <a:lnTo>
                      <a:pt x="317" y="247"/>
                    </a:lnTo>
                    <a:lnTo>
                      <a:pt x="255" y="247"/>
                    </a:lnTo>
                    <a:lnTo>
                      <a:pt x="159" y="247"/>
                    </a:lnTo>
                    <a:lnTo>
                      <a:pt x="62" y="239"/>
                    </a:lnTo>
                    <a:lnTo>
                      <a:pt x="0" y="239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" name="Freeform 44"/>
              <p:cNvSpPr>
                <a:spLocks/>
              </p:cNvSpPr>
              <p:nvPr/>
            </p:nvSpPr>
            <p:spPr bwMode="auto">
              <a:xfrm>
                <a:off x="2429040" y="2093489"/>
                <a:ext cx="578244" cy="391756"/>
              </a:xfrm>
              <a:custGeom>
                <a:avLst/>
                <a:gdLst/>
                <a:ahLst/>
                <a:cxnLst>
                  <a:cxn ang="0">
                    <a:pos x="0" y="239"/>
                  </a:cxn>
                  <a:cxn ang="0">
                    <a:pos x="9" y="79"/>
                  </a:cxn>
                  <a:cxn ang="0">
                    <a:pos x="18" y="71"/>
                  </a:cxn>
                  <a:cxn ang="0">
                    <a:pos x="18" y="0"/>
                  </a:cxn>
                  <a:cxn ang="0">
                    <a:pos x="115" y="9"/>
                  </a:cxn>
                  <a:cxn ang="0">
                    <a:pos x="229" y="17"/>
                  </a:cxn>
                  <a:cxn ang="0">
                    <a:pos x="326" y="17"/>
                  </a:cxn>
                  <a:cxn ang="0">
                    <a:pos x="431" y="17"/>
                  </a:cxn>
                  <a:cxn ang="0">
                    <a:pos x="422" y="26"/>
                  </a:cxn>
                  <a:cxn ang="0">
                    <a:pos x="422" y="35"/>
                  </a:cxn>
                  <a:cxn ang="0">
                    <a:pos x="414" y="35"/>
                  </a:cxn>
                  <a:cxn ang="0">
                    <a:pos x="414" y="44"/>
                  </a:cxn>
                  <a:cxn ang="0">
                    <a:pos x="414" y="44"/>
                  </a:cxn>
                  <a:cxn ang="0">
                    <a:pos x="414" y="44"/>
                  </a:cxn>
                  <a:cxn ang="0">
                    <a:pos x="422" y="62"/>
                  </a:cxn>
                  <a:cxn ang="0">
                    <a:pos x="422" y="62"/>
                  </a:cxn>
                  <a:cxn ang="0">
                    <a:pos x="431" y="62"/>
                  </a:cxn>
                  <a:cxn ang="0">
                    <a:pos x="431" y="71"/>
                  </a:cxn>
                  <a:cxn ang="0">
                    <a:pos x="431" y="212"/>
                  </a:cxn>
                  <a:cxn ang="0">
                    <a:pos x="422" y="212"/>
                  </a:cxn>
                  <a:cxn ang="0">
                    <a:pos x="431" y="212"/>
                  </a:cxn>
                  <a:cxn ang="0">
                    <a:pos x="431" y="221"/>
                  </a:cxn>
                  <a:cxn ang="0">
                    <a:pos x="431" y="230"/>
                  </a:cxn>
                  <a:cxn ang="0">
                    <a:pos x="431" y="230"/>
                  </a:cxn>
                  <a:cxn ang="0">
                    <a:pos x="431" y="230"/>
                  </a:cxn>
                  <a:cxn ang="0">
                    <a:pos x="431" y="239"/>
                  </a:cxn>
                  <a:cxn ang="0">
                    <a:pos x="431" y="239"/>
                  </a:cxn>
                  <a:cxn ang="0">
                    <a:pos x="431" y="247"/>
                  </a:cxn>
                  <a:cxn ang="0">
                    <a:pos x="431" y="256"/>
                  </a:cxn>
                  <a:cxn ang="0">
                    <a:pos x="431" y="265"/>
                  </a:cxn>
                  <a:cxn ang="0">
                    <a:pos x="431" y="265"/>
                  </a:cxn>
                  <a:cxn ang="0">
                    <a:pos x="422" y="265"/>
                  </a:cxn>
                  <a:cxn ang="0">
                    <a:pos x="422" y="274"/>
                  </a:cxn>
                  <a:cxn ang="0">
                    <a:pos x="431" y="274"/>
                  </a:cxn>
                  <a:cxn ang="0">
                    <a:pos x="431" y="292"/>
                  </a:cxn>
                  <a:cxn ang="0">
                    <a:pos x="431" y="283"/>
                  </a:cxn>
                  <a:cxn ang="0">
                    <a:pos x="422" y="283"/>
                  </a:cxn>
                  <a:cxn ang="0">
                    <a:pos x="422" y="274"/>
                  </a:cxn>
                  <a:cxn ang="0">
                    <a:pos x="414" y="274"/>
                  </a:cxn>
                  <a:cxn ang="0">
                    <a:pos x="414" y="274"/>
                  </a:cxn>
                  <a:cxn ang="0">
                    <a:pos x="405" y="274"/>
                  </a:cxn>
                  <a:cxn ang="0">
                    <a:pos x="405" y="265"/>
                  </a:cxn>
                  <a:cxn ang="0">
                    <a:pos x="405" y="265"/>
                  </a:cxn>
                  <a:cxn ang="0">
                    <a:pos x="396" y="265"/>
                  </a:cxn>
                  <a:cxn ang="0">
                    <a:pos x="387" y="256"/>
                  </a:cxn>
                  <a:cxn ang="0">
                    <a:pos x="361" y="265"/>
                  </a:cxn>
                  <a:cxn ang="0">
                    <a:pos x="352" y="256"/>
                  </a:cxn>
                  <a:cxn ang="0">
                    <a:pos x="352" y="265"/>
                  </a:cxn>
                  <a:cxn ang="0">
                    <a:pos x="343" y="265"/>
                  </a:cxn>
                  <a:cxn ang="0">
                    <a:pos x="326" y="256"/>
                  </a:cxn>
                  <a:cxn ang="0">
                    <a:pos x="317" y="247"/>
                  </a:cxn>
                  <a:cxn ang="0">
                    <a:pos x="255" y="247"/>
                  </a:cxn>
                  <a:cxn ang="0">
                    <a:pos x="159" y="247"/>
                  </a:cxn>
                  <a:cxn ang="0">
                    <a:pos x="62" y="239"/>
                  </a:cxn>
                  <a:cxn ang="0">
                    <a:pos x="0" y="239"/>
                  </a:cxn>
                </a:cxnLst>
                <a:rect l="0" t="0" r="r" b="b"/>
                <a:pathLst>
                  <a:path w="431" h="292">
                    <a:moveTo>
                      <a:pt x="0" y="239"/>
                    </a:moveTo>
                    <a:lnTo>
                      <a:pt x="9" y="79"/>
                    </a:lnTo>
                    <a:lnTo>
                      <a:pt x="18" y="71"/>
                    </a:lnTo>
                    <a:lnTo>
                      <a:pt x="18" y="0"/>
                    </a:lnTo>
                    <a:lnTo>
                      <a:pt x="115" y="9"/>
                    </a:lnTo>
                    <a:lnTo>
                      <a:pt x="229" y="17"/>
                    </a:lnTo>
                    <a:lnTo>
                      <a:pt x="326" y="17"/>
                    </a:lnTo>
                    <a:lnTo>
                      <a:pt x="431" y="17"/>
                    </a:lnTo>
                    <a:lnTo>
                      <a:pt x="422" y="26"/>
                    </a:lnTo>
                    <a:lnTo>
                      <a:pt x="422" y="35"/>
                    </a:lnTo>
                    <a:lnTo>
                      <a:pt x="414" y="35"/>
                    </a:lnTo>
                    <a:lnTo>
                      <a:pt x="414" y="44"/>
                    </a:lnTo>
                    <a:lnTo>
                      <a:pt x="414" y="44"/>
                    </a:lnTo>
                    <a:lnTo>
                      <a:pt x="414" y="44"/>
                    </a:lnTo>
                    <a:lnTo>
                      <a:pt x="422" y="62"/>
                    </a:lnTo>
                    <a:lnTo>
                      <a:pt x="422" y="62"/>
                    </a:lnTo>
                    <a:lnTo>
                      <a:pt x="431" y="62"/>
                    </a:lnTo>
                    <a:lnTo>
                      <a:pt x="431" y="71"/>
                    </a:lnTo>
                    <a:lnTo>
                      <a:pt x="431" y="212"/>
                    </a:lnTo>
                    <a:lnTo>
                      <a:pt x="422" y="212"/>
                    </a:lnTo>
                    <a:lnTo>
                      <a:pt x="431" y="212"/>
                    </a:lnTo>
                    <a:lnTo>
                      <a:pt x="431" y="221"/>
                    </a:lnTo>
                    <a:lnTo>
                      <a:pt x="431" y="230"/>
                    </a:lnTo>
                    <a:lnTo>
                      <a:pt x="431" y="230"/>
                    </a:lnTo>
                    <a:lnTo>
                      <a:pt x="431" y="230"/>
                    </a:lnTo>
                    <a:lnTo>
                      <a:pt x="431" y="239"/>
                    </a:lnTo>
                    <a:lnTo>
                      <a:pt x="431" y="239"/>
                    </a:lnTo>
                    <a:lnTo>
                      <a:pt x="431" y="247"/>
                    </a:lnTo>
                    <a:lnTo>
                      <a:pt x="431" y="256"/>
                    </a:lnTo>
                    <a:lnTo>
                      <a:pt x="431" y="265"/>
                    </a:lnTo>
                    <a:lnTo>
                      <a:pt x="431" y="265"/>
                    </a:lnTo>
                    <a:lnTo>
                      <a:pt x="422" y="265"/>
                    </a:lnTo>
                    <a:lnTo>
                      <a:pt x="422" y="274"/>
                    </a:lnTo>
                    <a:lnTo>
                      <a:pt x="431" y="274"/>
                    </a:lnTo>
                    <a:lnTo>
                      <a:pt x="431" y="292"/>
                    </a:lnTo>
                    <a:lnTo>
                      <a:pt x="431" y="283"/>
                    </a:lnTo>
                    <a:lnTo>
                      <a:pt x="422" y="283"/>
                    </a:lnTo>
                    <a:lnTo>
                      <a:pt x="422" y="274"/>
                    </a:lnTo>
                    <a:lnTo>
                      <a:pt x="414" y="274"/>
                    </a:lnTo>
                    <a:lnTo>
                      <a:pt x="414" y="274"/>
                    </a:lnTo>
                    <a:lnTo>
                      <a:pt x="405" y="274"/>
                    </a:lnTo>
                    <a:lnTo>
                      <a:pt x="405" y="265"/>
                    </a:lnTo>
                    <a:lnTo>
                      <a:pt x="405" y="265"/>
                    </a:lnTo>
                    <a:lnTo>
                      <a:pt x="396" y="265"/>
                    </a:lnTo>
                    <a:lnTo>
                      <a:pt x="387" y="256"/>
                    </a:lnTo>
                    <a:lnTo>
                      <a:pt x="361" y="265"/>
                    </a:lnTo>
                    <a:lnTo>
                      <a:pt x="352" y="256"/>
                    </a:lnTo>
                    <a:lnTo>
                      <a:pt x="352" y="265"/>
                    </a:lnTo>
                    <a:lnTo>
                      <a:pt x="343" y="265"/>
                    </a:lnTo>
                    <a:lnTo>
                      <a:pt x="326" y="256"/>
                    </a:lnTo>
                    <a:lnTo>
                      <a:pt x="317" y="247"/>
                    </a:lnTo>
                    <a:lnTo>
                      <a:pt x="255" y="247"/>
                    </a:lnTo>
                    <a:lnTo>
                      <a:pt x="159" y="247"/>
                    </a:lnTo>
                    <a:lnTo>
                      <a:pt x="62" y="239"/>
                    </a:lnTo>
                    <a:lnTo>
                      <a:pt x="0" y="239"/>
                    </a:lnTo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" name="Freeform 53"/>
              <p:cNvSpPr>
                <a:spLocks/>
              </p:cNvSpPr>
              <p:nvPr/>
            </p:nvSpPr>
            <p:spPr bwMode="auto">
              <a:xfrm>
                <a:off x="871406" y="1809063"/>
                <a:ext cx="672158" cy="568852"/>
              </a:xfrm>
              <a:custGeom>
                <a:avLst/>
                <a:gdLst/>
                <a:ahLst/>
                <a:cxnLst>
                  <a:cxn ang="0">
                    <a:pos x="0" y="291"/>
                  </a:cxn>
                  <a:cxn ang="0">
                    <a:pos x="9" y="274"/>
                  </a:cxn>
                  <a:cxn ang="0">
                    <a:pos x="9" y="247"/>
                  </a:cxn>
                  <a:cxn ang="0">
                    <a:pos x="26" y="221"/>
                  </a:cxn>
                  <a:cxn ang="0">
                    <a:pos x="35" y="212"/>
                  </a:cxn>
                  <a:cxn ang="0">
                    <a:pos x="35" y="212"/>
                  </a:cxn>
                  <a:cxn ang="0">
                    <a:pos x="35" y="212"/>
                  </a:cxn>
                  <a:cxn ang="0">
                    <a:pos x="44" y="185"/>
                  </a:cxn>
                  <a:cxn ang="0">
                    <a:pos x="44" y="185"/>
                  </a:cxn>
                  <a:cxn ang="0">
                    <a:pos x="61" y="150"/>
                  </a:cxn>
                  <a:cxn ang="0">
                    <a:pos x="70" y="132"/>
                  </a:cxn>
                  <a:cxn ang="0">
                    <a:pos x="70" y="115"/>
                  </a:cxn>
                  <a:cxn ang="0">
                    <a:pos x="79" y="88"/>
                  </a:cxn>
                  <a:cxn ang="0">
                    <a:pos x="88" y="70"/>
                  </a:cxn>
                  <a:cxn ang="0">
                    <a:pos x="97" y="53"/>
                  </a:cxn>
                  <a:cxn ang="0">
                    <a:pos x="97" y="44"/>
                  </a:cxn>
                  <a:cxn ang="0">
                    <a:pos x="97" y="35"/>
                  </a:cxn>
                  <a:cxn ang="0">
                    <a:pos x="105" y="17"/>
                  </a:cxn>
                  <a:cxn ang="0">
                    <a:pos x="114" y="0"/>
                  </a:cxn>
                  <a:cxn ang="0">
                    <a:pos x="114" y="8"/>
                  </a:cxn>
                  <a:cxn ang="0">
                    <a:pos x="123" y="0"/>
                  </a:cxn>
                  <a:cxn ang="0">
                    <a:pos x="132" y="8"/>
                  </a:cxn>
                  <a:cxn ang="0">
                    <a:pos x="141" y="17"/>
                  </a:cxn>
                  <a:cxn ang="0">
                    <a:pos x="149" y="17"/>
                  </a:cxn>
                  <a:cxn ang="0">
                    <a:pos x="167" y="35"/>
                  </a:cxn>
                  <a:cxn ang="0">
                    <a:pos x="167" y="70"/>
                  </a:cxn>
                  <a:cxn ang="0">
                    <a:pos x="185" y="79"/>
                  </a:cxn>
                  <a:cxn ang="0">
                    <a:pos x="202" y="70"/>
                  </a:cxn>
                  <a:cxn ang="0">
                    <a:pos x="220" y="70"/>
                  </a:cxn>
                  <a:cxn ang="0">
                    <a:pos x="237" y="79"/>
                  </a:cxn>
                  <a:cxn ang="0">
                    <a:pos x="255" y="88"/>
                  </a:cxn>
                  <a:cxn ang="0">
                    <a:pos x="281" y="88"/>
                  </a:cxn>
                  <a:cxn ang="0">
                    <a:pos x="299" y="88"/>
                  </a:cxn>
                  <a:cxn ang="0">
                    <a:pos x="334" y="88"/>
                  </a:cxn>
                  <a:cxn ang="0">
                    <a:pos x="352" y="88"/>
                  </a:cxn>
                  <a:cxn ang="0">
                    <a:pos x="369" y="88"/>
                  </a:cxn>
                  <a:cxn ang="0">
                    <a:pos x="484" y="115"/>
                  </a:cxn>
                  <a:cxn ang="0">
                    <a:pos x="492" y="132"/>
                  </a:cxn>
                  <a:cxn ang="0">
                    <a:pos x="484" y="159"/>
                  </a:cxn>
                  <a:cxn ang="0">
                    <a:pos x="466" y="194"/>
                  </a:cxn>
                  <a:cxn ang="0">
                    <a:pos x="449" y="212"/>
                  </a:cxn>
                  <a:cxn ang="0">
                    <a:pos x="440" y="238"/>
                  </a:cxn>
                  <a:cxn ang="0">
                    <a:pos x="449" y="247"/>
                  </a:cxn>
                  <a:cxn ang="0">
                    <a:pos x="449" y="265"/>
                  </a:cxn>
                  <a:cxn ang="0">
                    <a:pos x="440" y="283"/>
                  </a:cxn>
                  <a:cxn ang="0">
                    <a:pos x="237" y="380"/>
                  </a:cxn>
                  <a:cxn ang="0">
                    <a:pos x="0" y="318"/>
                  </a:cxn>
                </a:cxnLst>
                <a:rect l="0" t="0" r="r" b="b"/>
                <a:pathLst>
                  <a:path w="501" h="424">
                    <a:moveTo>
                      <a:pt x="0" y="318"/>
                    </a:moveTo>
                    <a:lnTo>
                      <a:pt x="0" y="309"/>
                    </a:lnTo>
                    <a:lnTo>
                      <a:pt x="0" y="291"/>
                    </a:lnTo>
                    <a:lnTo>
                      <a:pt x="0" y="283"/>
                    </a:lnTo>
                    <a:lnTo>
                      <a:pt x="0" y="274"/>
                    </a:lnTo>
                    <a:lnTo>
                      <a:pt x="9" y="274"/>
                    </a:lnTo>
                    <a:lnTo>
                      <a:pt x="9" y="265"/>
                    </a:lnTo>
                    <a:lnTo>
                      <a:pt x="9" y="256"/>
                    </a:lnTo>
                    <a:lnTo>
                      <a:pt x="9" y="247"/>
                    </a:lnTo>
                    <a:lnTo>
                      <a:pt x="17" y="229"/>
                    </a:lnTo>
                    <a:lnTo>
                      <a:pt x="26" y="212"/>
                    </a:lnTo>
                    <a:lnTo>
                      <a:pt x="26" y="221"/>
                    </a:lnTo>
                    <a:lnTo>
                      <a:pt x="26" y="212"/>
                    </a:lnTo>
                    <a:lnTo>
                      <a:pt x="35" y="212"/>
                    </a:lnTo>
                    <a:lnTo>
                      <a:pt x="35" y="212"/>
                    </a:lnTo>
                    <a:lnTo>
                      <a:pt x="35" y="212"/>
                    </a:lnTo>
                    <a:lnTo>
                      <a:pt x="35" y="212"/>
                    </a:lnTo>
                    <a:lnTo>
                      <a:pt x="35" y="212"/>
                    </a:lnTo>
                    <a:lnTo>
                      <a:pt x="35" y="212"/>
                    </a:lnTo>
                    <a:lnTo>
                      <a:pt x="35" y="212"/>
                    </a:lnTo>
                    <a:lnTo>
                      <a:pt x="35" y="212"/>
                    </a:lnTo>
                    <a:lnTo>
                      <a:pt x="35" y="203"/>
                    </a:lnTo>
                    <a:lnTo>
                      <a:pt x="35" y="194"/>
                    </a:lnTo>
                    <a:lnTo>
                      <a:pt x="44" y="185"/>
                    </a:lnTo>
                    <a:lnTo>
                      <a:pt x="53" y="185"/>
                    </a:lnTo>
                    <a:lnTo>
                      <a:pt x="44" y="185"/>
                    </a:lnTo>
                    <a:lnTo>
                      <a:pt x="44" y="185"/>
                    </a:lnTo>
                    <a:lnTo>
                      <a:pt x="44" y="185"/>
                    </a:lnTo>
                    <a:lnTo>
                      <a:pt x="44" y="176"/>
                    </a:lnTo>
                    <a:lnTo>
                      <a:pt x="61" y="150"/>
                    </a:lnTo>
                    <a:lnTo>
                      <a:pt x="61" y="141"/>
                    </a:lnTo>
                    <a:lnTo>
                      <a:pt x="61" y="141"/>
                    </a:lnTo>
                    <a:lnTo>
                      <a:pt x="70" y="132"/>
                    </a:lnTo>
                    <a:lnTo>
                      <a:pt x="70" y="132"/>
                    </a:lnTo>
                    <a:lnTo>
                      <a:pt x="70" y="123"/>
                    </a:lnTo>
                    <a:lnTo>
                      <a:pt x="70" y="115"/>
                    </a:lnTo>
                    <a:lnTo>
                      <a:pt x="70" y="106"/>
                    </a:lnTo>
                    <a:lnTo>
                      <a:pt x="79" y="97"/>
                    </a:lnTo>
                    <a:lnTo>
                      <a:pt x="79" y="88"/>
                    </a:lnTo>
                    <a:lnTo>
                      <a:pt x="88" y="79"/>
                    </a:lnTo>
                    <a:lnTo>
                      <a:pt x="88" y="70"/>
                    </a:lnTo>
                    <a:lnTo>
                      <a:pt x="88" y="70"/>
                    </a:lnTo>
                    <a:lnTo>
                      <a:pt x="88" y="61"/>
                    </a:lnTo>
                    <a:lnTo>
                      <a:pt x="97" y="61"/>
                    </a:lnTo>
                    <a:lnTo>
                      <a:pt x="97" y="53"/>
                    </a:lnTo>
                    <a:lnTo>
                      <a:pt x="97" y="53"/>
                    </a:lnTo>
                    <a:lnTo>
                      <a:pt x="97" y="53"/>
                    </a:lnTo>
                    <a:lnTo>
                      <a:pt x="97" y="44"/>
                    </a:lnTo>
                    <a:lnTo>
                      <a:pt x="105" y="44"/>
                    </a:lnTo>
                    <a:lnTo>
                      <a:pt x="97" y="35"/>
                    </a:lnTo>
                    <a:lnTo>
                      <a:pt x="97" y="35"/>
                    </a:lnTo>
                    <a:lnTo>
                      <a:pt x="105" y="26"/>
                    </a:lnTo>
                    <a:lnTo>
                      <a:pt x="105" y="26"/>
                    </a:lnTo>
                    <a:lnTo>
                      <a:pt x="105" y="17"/>
                    </a:lnTo>
                    <a:lnTo>
                      <a:pt x="105" y="17"/>
                    </a:lnTo>
                    <a:lnTo>
                      <a:pt x="105" y="8"/>
                    </a:lnTo>
                    <a:lnTo>
                      <a:pt x="114" y="0"/>
                    </a:lnTo>
                    <a:lnTo>
                      <a:pt x="114" y="8"/>
                    </a:lnTo>
                    <a:lnTo>
                      <a:pt x="114" y="8"/>
                    </a:lnTo>
                    <a:lnTo>
                      <a:pt x="114" y="8"/>
                    </a:lnTo>
                    <a:lnTo>
                      <a:pt x="114" y="8"/>
                    </a:lnTo>
                    <a:lnTo>
                      <a:pt x="114" y="0"/>
                    </a:lnTo>
                    <a:lnTo>
                      <a:pt x="123" y="0"/>
                    </a:lnTo>
                    <a:lnTo>
                      <a:pt x="123" y="8"/>
                    </a:lnTo>
                    <a:lnTo>
                      <a:pt x="123" y="8"/>
                    </a:lnTo>
                    <a:lnTo>
                      <a:pt x="132" y="8"/>
                    </a:lnTo>
                    <a:lnTo>
                      <a:pt x="132" y="8"/>
                    </a:lnTo>
                    <a:lnTo>
                      <a:pt x="141" y="17"/>
                    </a:lnTo>
                    <a:lnTo>
                      <a:pt x="141" y="17"/>
                    </a:lnTo>
                    <a:lnTo>
                      <a:pt x="141" y="17"/>
                    </a:lnTo>
                    <a:lnTo>
                      <a:pt x="149" y="17"/>
                    </a:lnTo>
                    <a:lnTo>
                      <a:pt x="149" y="17"/>
                    </a:lnTo>
                    <a:lnTo>
                      <a:pt x="158" y="17"/>
                    </a:lnTo>
                    <a:lnTo>
                      <a:pt x="158" y="26"/>
                    </a:lnTo>
                    <a:lnTo>
                      <a:pt x="167" y="35"/>
                    </a:lnTo>
                    <a:lnTo>
                      <a:pt x="158" y="61"/>
                    </a:lnTo>
                    <a:lnTo>
                      <a:pt x="167" y="61"/>
                    </a:lnTo>
                    <a:lnTo>
                      <a:pt x="167" y="70"/>
                    </a:lnTo>
                    <a:lnTo>
                      <a:pt x="176" y="70"/>
                    </a:lnTo>
                    <a:lnTo>
                      <a:pt x="176" y="70"/>
                    </a:lnTo>
                    <a:lnTo>
                      <a:pt x="185" y="79"/>
                    </a:lnTo>
                    <a:lnTo>
                      <a:pt x="193" y="79"/>
                    </a:lnTo>
                    <a:lnTo>
                      <a:pt x="202" y="70"/>
                    </a:lnTo>
                    <a:lnTo>
                      <a:pt x="202" y="70"/>
                    </a:lnTo>
                    <a:lnTo>
                      <a:pt x="211" y="70"/>
                    </a:lnTo>
                    <a:lnTo>
                      <a:pt x="211" y="70"/>
                    </a:lnTo>
                    <a:lnTo>
                      <a:pt x="220" y="70"/>
                    </a:lnTo>
                    <a:lnTo>
                      <a:pt x="229" y="70"/>
                    </a:lnTo>
                    <a:lnTo>
                      <a:pt x="237" y="79"/>
                    </a:lnTo>
                    <a:lnTo>
                      <a:pt x="237" y="79"/>
                    </a:lnTo>
                    <a:lnTo>
                      <a:pt x="246" y="79"/>
                    </a:lnTo>
                    <a:lnTo>
                      <a:pt x="246" y="88"/>
                    </a:lnTo>
                    <a:lnTo>
                      <a:pt x="255" y="88"/>
                    </a:lnTo>
                    <a:lnTo>
                      <a:pt x="264" y="88"/>
                    </a:lnTo>
                    <a:lnTo>
                      <a:pt x="273" y="79"/>
                    </a:lnTo>
                    <a:lnTo>
                      <a:pt x="281" y="88"/>
                    </a:lnTo>
                    <a:lnTo>
                      <a:pt x="281" y="88"/>
                    </a:lnTo>
                    <a:lnTo>
                      <a:pt x="290" y="88"/>
                    </a:lnTo>
                    <a:lnTo>
                      <a:pt x="299" y="88"/>
                    </a:lnTo>
                    <a:lnTo>
                      <a:pt x="308" y="88"/>
                    </a:lnTo>
                    <a:lnTo>
                      <a:pt x="317" y="88"/>
                    </a:lnTo>
                    <a:lnTo>
                      <a:pt x="334" y="88"/>
                    </a:lnTo>
                    <a:lnTo>
                      <a:pt x="334" y="88"/>
                    </a:lnTo>
                    <a:lnTo>
                      <a:pt x="343" y="88"/>
                    </a:lnTo>
                    <a:lnTo>
                      <a:pt x="352" y="88"/>
                    </a:lnTo>
                    <a:lnTo>
                      <a:pt x="361" y="88"/>
                    </a:lnTo>
                    <a:lnTo>
                      <a:pt x="361" y="88"/>
                    </a:lnTo>
                    <a:lnTo>
                      <a:pt x="369" y="88"/>
                    </a:lnTo>
                    <a:lnTo>
                      <a:pt x="413" y="97"/>
                    </a:lnTo>
                    <a:lnTo>
                      <a:pt x="484" y="115"/>
                    </a:lnTo>
                    <a:lnTo>
                      <a:pt x="484" y="115"/>
                    </a:lnTo>
                    <a:lnTo>
                      <a:pt x="484" y="123"/>
                    </a:lnTo>
                    <a:lnTo>
                      <a:pt x="484" y="123"/>
                    </a:lnTo>
                    <a:lnTo>
                      <a:pt x="492" y="132"/>
                    </a:lnTo>
                    <a:lnTo>
                      <a:pt x="501" y="141"/>
                    </a:lnTo>
                    <a:lnTo>
                      <a:pt x="492" y="150"/>
                    </a:lnTo>
                    <a:lnTo>
                      <a:pt x="484" y="159"/>
                    </a:lnTo>
                    <a:lnTo>
                      <a:pt x="475" y="176"/>
                    </a:lnTo>
                    <a:lnTo>
                      <a:pt x="466" y="185"/>
                    </a:lnTo>
                    <a:lnTo>
                      <a:pt x="466" y="194"/>
                    </a:lnTo>
                    <a:lnTo>
                      <a:pt x="466" y="194"/>
                    </a:lnTo>
                    <a:lnTo>
                      <a:pt x="457" y="203"/>
                    </a:lnTo>
                    <a:lnTo>
                      <a:pt x="449" y="212"/>
                    </a:lnTo>
                    <a:lnTo>
                      <a:pt x="449" y="221"/>
                    </a:lnTo>
                    <a:lnTo>
                      <a:pt x="440" y="221"/>
                    </a:lnTo>
                    <a:lnTo>
                      <a:pt x="440" y="238"/>
                    </a:lnTo>
                    <a:lnTo>
                      <a:pt x="440" y="238"/>
                    </a:lnTo>
                    <a:lnTo>
                      <a:pt x="440" y="247"/>
                    </a:lnTo>
                    <a:lnTo>
                      <a:pt x="449" y="247"/>
                    </a:lnTo>
                    <a:lnTo>
                      <a:pt x="449" y="247"/>
                    </a:lnTo>
                    <a:lnTo>
                      <a:pt x="449" y="256"/>
                    </a:lnTo>
                    <a:lnTo>
                      <a:pt x="449" y="265"/>
                    </a:lnTo>
                    <a:lnTo>
                      <a:pt x="440" y="274"/>
                    </a:lnTo>
                    <a:lnTo>
                      <a:pt x="440" y="274"/>
                    </a:lnTo>
                    <a:lnTo>
                      <a:pt x="440" y="283"/>
                    </a:lnTo>
                    <a:lnTo>
                      <a:pt x="405" y="424"/>
                    </a:lnTo>
                    <a:lnTo>
                      <a:pt x="334" y="406"/>
                    </a:lnTo>
                    <a:lnTo>
                      <a:pt x="237" y="380"/>
                    </a:lnTo>
                    <a:lnTo>
                      <a:pt x="132" y="353"/>
                    </a:lnTo>
                    <a:lnTo>
                      <a:pt x="9" y="318"/>
                    </a:lnTo>
                    <a:lnTo>
                      <a:pt x="0" y="318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" name="Freeform 54"/>
              <p:cNvSpPr>
                <a:spLocks/>
              </p:cNvSpPr>
              <p:nvPr/>
            </p:nvSpPr>
            <p:spPr bwMode="auto">
              <a:xfrm>
                <a:off x="871406" y="1809063"/>
                <a:ext cx="672158" cy="568852"/>
              </a:xfrm>
              <a:custGeom>
                <a:avLst/>
                <a:gdLst/>
                <a:ahLst/>
                <a:cxnLst>
                  <a:cxn ang="0">
                    <a:pos x="0" y="291"/>
                  </a:cxn>
                  <a:cxn ang="0">
                    <a:pos x="9" y="274"/>
                  </a:cxn>
                  <a:cxn ang="0">
                    <a:pos x="9" y="247"/>
                  </a:cxn>
                  <a:cxn ang="0">
                    <a:pos x="26" y="221"/>
                  </a:cxn>
                  <a:cxn ang="0">
                    <a:pos x="35" y="212"/>
                  </a:cxn>
                  <a:cxn ang="0">
                    <a:pos x="35" y="212"/>
                  </a:cxn>
                  <a:cxn ang="0">
                    <a:pos x="35" y="212"/>
                  </a:cxn>
                  <a:cxn ang="0">
                    <a:pos x="44" y="185"/>
                  </a:cxn>
                  <a:cxn ang="0">
                    <a:pos x="44" y="185"/>
                  </a:cxn>
                  <a:cxn ang="0">
                    <a:pos x="61" y="150"/>
                  </a:cxn>
                  <a:cxn ang="0">
                    <a:pos x="70" y="132"/>
                  </a:cxn>
                  <a:cxn ang="0">
                    <a:pos x="70" y="115"/>
                  </a:cxn>
                  <a:cxn ang="0">
                    <a:pos x="79" y="88"/>
                  </a:cxn>
                  <a:cxn ang="0">
                    <a:pos x="88" y="70"/>
                  </a:cxn>
                  <a:cxn ang="0">
                    <a:pos x="97" y="53"/>
                  </a:cxn>
                  <a:cxn ang="0">
                    <a:pos x="97" y="44"/>
                  </a:cxn>
                  <a:cxn ang="0">
                    <a:pos x="97" y="35"/>
                  </a:cxn>
                  <a:cxn ang="0">
                    <a:pos x="105" y="17"/>
                  </a:cxn>
                  <a:cxn ang="0">
                    <a:pos x="114" y="0"/>
                  </a:cxn>
                  <a:cxn ang="0">
                    <a:pos x="114" y="8"/>
                  </a:cxn>
                  <a:cxn ang="0">
                    <a:pos x="123" y="0"/>
                  </a:cxn>
                  <a:cxn ang="0">
                    <a:pos x="132" y="8"/>
                  </a:cxn>
                  <a:cxn ang="0">
                    <a:pos x="141" y="17"/>
                  </a:cxn>
                  <a:cxn ang="0">
                    <a:pos x="149" y="17"/>
                  </a:cxn>
                  <a:cxn ang="0">
                    <a:pos x="167" y="35"/>
                  </a:cxn>
                  <a:cxn ang="0">
                    <a:pos x="167" y="70"/>
                  </a:cxn>
                  <a:cxn ang="0">
                    <a:pos x="185" y="79"/>
                  </a:cxn>
                  <a:cxn ang="0">
                    <a:pos x="202" y="70"/>
                  </a:cxn>
                  <a:cxn ang="0">
                    <a:pos x="220" y="70"/>
                  </a:cxn>
                  <a:cxn ang="0">
                    <a:pos x="237" y="79"/>
                  </a:cxn>
                  <a:cxn ang="0">
                    <a:pos x="255" y="88"/>
                  </a:cxn>
                  <a:cxn ang="0">
                    <a:pos x="281" y="88"/>
                  </a:cxn>
                  <a:cxn ang="0">
                    <a:pos x="299" y="88"/>
                  </a:cxn>
                  <a:cxn ang="0">
                    <a:pos x="334" y="88"/>
                  </a:cxn>
                  <a:cxn ang="0">
                    <a:pos x="352" y="88"/>
                  </a:cxn>
                  <a:cxn ang="0">
                    <a:pos x="369" y="88"/>
                  </a:cxn>
                  <a:cxn ang="0">
                    <a:pos x="484" y="115"/>
                  </a:cxn>
                  <a:cxn ang="0">
                    <a:pos x="492" y="132"/>
                  </a:cxn>
                  <a:cxn ang="0">
                    <a:pos x="484" y="159"/>
                  </a:cxn>
                  <a:cxn ang="0">
                    <a:pos x="466" y="194"/>
                  </a:cxn>
                  <a:cxn ang="0">
                    <a:pos x="449" y="212"/>
                  </a:cxn>
                  <a:cxn ang="0">
                    <a:pos x="440" y="238"/>
                  </a:cxn>
                  <a:cxn ang="0">
                    <a:pos x="449" y="247"/>
                  </a:cxn>
                  <a:cxn ang="0">
                    <a:pos x="449" y="265"/>
                  </a:cxn>
                  <a:cxn ang="0">
                    <a:pos x="440" y="283"/>
                  </a:cxn>
                  <a:cxn ang="0">
                    <a:pos x="237" y="380"/>
                  </a:cxn>
                  <a:cxn ang="0">
                    <a:pos x="0" y="318"/>
                  </a:cxn>
                </a:cxnLst>
                <a:rect l="0" t="0" r="r" b="b"/>
                <a:pathLst>
                  <a:path w="501" h="424">
                    <a:moveTo>
                      <a:pt x="0" y="318"/>
                    </a:moveTo>
                    <a:lnTo>
                      <a:pt x="0" y="309"/>
                    </a:lnTo>
                    <a:lnTo>
                      <a:pt x="0" y="291"/>
                    </a:lnTo>
                    <a:lnTo>
                      <a:pt x="0" y="283"/>
                    </a:lnTo>
                    <a:lnTo>
                      <a:pt x="0" y="274"/>
                    </a:lnTo>
                    <a:lnTo>
                      <a:pt x="9" y="274"/>
                    </a:lnTo>
                    <a:lnTo>
                      <a:pt x="9" y="265"/>
                    </a:lnTo>
                    <a:lnTo>
                      <a:pt x="9" y="256"/>
                    </a:lnTo>
                    <a:lnTo>
                      <a:pt x="9" y="247"/>
                    </a:lnTo>
                    <a:lnTo>
                      <a:pt x="17" y="229"/>
                    </a:lnTo>
                    <a:lnTo>
                      <a:pt x="26" y="212"/>
                    </a:lnTo>
                    <a:lnTo>
                      <a:pt x="26" y="221"/>
                    </a:lnTo>
                    <a:lnTo>
                      <a:pt x="26" y="212"/>
                    </a:lnTo>
                    <a:lnTo>
                      <a:pt x="35" y="212"/>
                    </a:lnTo>
                    <a:lnTo>
                      <a:pt x="35" y="212"/>
                    </a:lnTo>
                    <a:lnTo>
                      <a:pt x="35" y="212"/>
                    </a:lnTo>
                    <a:lnTo>
                      <a:pt x="35" y="212"/>
                    </a:lnTo>
                    <a:lnTo>
                      <a:pt x="35" y="212"/>
                    </a:lnTo>
                    <a:lnTo>
                      <a:pt x="35" y="212"/>
                    </a:lnTo>
                    <a:lnTo>
                      <a:pt x="35" y="212"/>
                    </a:lnTo>
                    <a:lnTo>
                      <a:pt x="35" y="212"/>
                    </a:lnTo>
                    <a:lnTo>
                      <a:pt x="35" y="203"/>
                    </a:lnTo>
                    <a:lnTo>
                      <a:pt x="35" y="194"/>
                    </a:lnTo>
                    <a:lnTo>
                      <a:pt x="44" y="185"/>
                    </a:lnTo>
                    <a:lnTo>
                      <a:pt x="53" y="185"/>
                    </a:lnTo>
                    <a:lnTo>
                      <a:pt x="44" y="185"/>
                    </a:lnTo>
                    <a:lnTo>
                      <a:pt x="44" y="185"/>
                    </a:lnTo>
                    <a:lnTo>
                      <a:pt x="44" y="185"/>
                    </a:lnTo>
                    <a:lnTo>
                      <a:pt x="44" y="176"/>
                    </a:lnTo>
                    <a:lnTo>
                      <a:pt x="61" y="150"/>
                    </a:lnTo>
                    <a:lnTo>
                      <a:pt x="61" y="141"/>
                    </a:lnTo>
                    <a:lnTo>
                      <a:pt x="61" y="141"/>
                    </a:lnTo>
                    <a:lnTo>
                      <a:pt x="70" y="132"/>
                    </a:lnTo>
                    <a:lnTo>
                      <a:pt x="70" y="132"/>
                    </a:lnTo>
                    <a:lnTo>
                      <a:pt x="70" y="123"/>
                    </a:lnTo>
                    <a:lnTo>
                      <a:pt x="70" y="115"/>
                    </a:lnTo>
                    <a:lnTo>
                      <a:pt x="70" y="106"/>
                    </a:lnTo>
                    <a:lnTo>
                      <a:pt x="79" y="97"/>
                    </a:lnTo>
                    <a:lnTo>
                      <a:pt x="79" y="88"/>
                    </a:lnTo>
                    <a:lnTo>
                      <a:pt x="88" y="79"/>
                    </a:lnTo>
                    <a:lnTo>
                      <a:pt x="88" y="70"/>
                    </a:lnTo>
                    <a:lnTo>
                      <a:pt x="88" y="70"/>
                    </a:lnTo>
                    <a:lnTo>
                      <a:pt x="88" y="61"/>
                    </a:lnTo>
                    <a:lnTo>
                      <a:pt x="97" y="61"/>
                    </a:lnTo>
                    <a:lnTo>
                      <a:pt x="97" y="53"/>
                    </a:lnTo>
                    <a:lnTo>
                      <a:pt x="97" y="53"/>
                    </a:lnTo>
                    <a:lnTo>
                      <a:pt x="97" y="53"/>
                    </a:lnTo>
                    <a:lnTo>
                      <a:pt x="97" y="44"/>
                    </a:lnTo>
                    <a:lnTo>
                      <a:pt x="105" y="44"/>
                    </a:lnTo>
                    <a:lnTo>
                      <a:pt x="97" y="35"/>
                    </a:lnTo>
                    <a:lnTo>
                      <a:pt x="97" y="35"/>
                    </a:lnTo>
                    <a:lnTo>
                      <a:pt x="105" y="26"/>
                    </a:lnTo>
                    <a:lnTo>
                      <a:pt x="105" y="26"/>
                    </a:lnTo>
                    <a:lnTo>
                      <a:pt x="105" y="17"/>
                    </a:lnTo>
                    <a:lnTo>
                      <a:pt x="105" y="17"/>
                    </a:lnTo>
                    <a:lnTo>
                      <a:pt x="105" y="8"/>
                    </a:lnTo>
                    <a:lnTo>
                      <a:pt x="114" y="0"/>
                    </a:lnTo>
                    <a:lnTo>
                      <a:pt x="114" y="8"/>
                    </a:lnTo>
                    <a:lnTo>
                      <a:pt x="114" y="8"/>
                    </a:lnTo>
                    <a:lnTo>
                      <a:pt x="114" y="8"/>
                    </a:lnTo>
                    <a:lnTo>
                      <a:pt x="114" y="8"/>
                    </a:lnTo>
                    <a:lnTo>
                      <a:pt x="114" y="0"/>
                    </a:lnTo>
                    <a:lnTo>
                      <a:pt x="123" y="0"/>
                    </a:lnTo>
                    <a:lnTo>
                      <a:pt x="123" y="8"/>
                    </a:lnTo>
                    <a:lnTo>
                      <a:pt x="123" y="8"/>
                    </a:lnTo>
                    <a:lnTo>
                      <a:pt x="132" y="8"/>
                    </a:lnTo>
                    <a:lnTo>
                      <a:pt x="132" y="8"/>
                    </a:lnTo>
                    <a:lnTo>
                      <a:pt x="141" y="17"/>
                    </a:lnTo>
                    <a:lnTo>
                      <a:pt x="141" y="17"/>
                    </a:lnTo>
                    <a:lnTo>
                      <a:pt x="141" y="17"/>
                    </a:lnTo>
                    <a:lnTo>
                      <a:pt x="149" y="17"/>
                    </a:lnTo>
                    <a:lnTo>
                      <a:pt x="149" y="17"/>
                    </a:lnTo>
                    <a:lnTo>
                      <a:pt x="158" y="17"/>
                    </a:lnTo>
                    <a:lnTo>
                      <a:pt x="158" y="26"/>
                    </a:lnTo>
                    <a:lnTo>
                      <a:pt x="167" y="35"/>
                    </a:lnTo>
                    <a:lnTo>
                      <a:pt x="158" y="61"/>
                    </a:lnTo>
                    <a:lnTo>
                      <a:pt x="167" y="61"/>
                    </a:lnTo>
                    <a:lnTo>
                      <a:pt x="167" y="70"/>
                    </a:lnTo>
                    <a:lnTo>
                      <a:pt x="176" y="70"/>
                    </a:lnTo>
                    <a:lnTo>
                      <a:pt x="176" y="70"/>
                    </a:lnTo>
                    <a:lnTo>
                      <a:pt x="185" y="79"/>
                    </a:lnTo>
                    <a:lnTo>
                      <a:pt x="193" y="79"/>
                    </a:lnTo>
                    <a:lnTo>
                      <a:pt x="202" y="70"/>
                    </a:lnTo>
                    <a:lnTo>
                      <a:pt x="202" y="70"/>
                    </a:lnTo>
                    <a:lnTo>
                      <a:pt x="211" y="70"/>
                    </a:lnTo>
                    <a:lnTo>
                      <a:pt x="211" y="70"/>
                    </a:lnTo>
                    <a:lnTo>
                      <a:pt x="220" y="70"/>
                    </a:lnTo>
                    <a:lnTo>
                      <a:pt x="229" y="70"/>
                    </a:lnTo>
                    <a:lnTo>
                      <a:pt x="237" y="79"/>
                    </a:lnTo>
                    <a:lnTo>
                      <a:pt x="237" y="79"/>
                    </a:lnTo>
                    <a:lnTo>
                      <a:pt x="246" y="79"/>
                    </a:lnTo>
                    <a:lnTo>
                      <a:pt x="246" y="88"/>
                    </a:lnTo>
                    <a:lnTo>
                      <a:pt x="255" y="88"/>
                    </a:lnTo>
                    <a:lnTo>
                      <a:pt x="264" y="88"/>
                    </a:lnTo>
                    <a:lnTo>
                      <a:pt x="273" y="79"/>
                    </a:lnTo>
                    <a:lnTo>
                      <a:pt x="281" y="88"/>
                    </a:lnTo>
                    <a:lnTo>
                      <a:pt x="281" y="88"/>
                    </a:lnTo>
                    <a:lnTo>
                      <a:pt x="290" y="88"/>
                    </a:lnTo>
                    <a:lnTo>
                      <a:pt x="299" y="88"/>
                    </a:lnTo>
                    <a:lnTo>
                      <a:pt x="308" y="88"/>
                    </a:lnTo>
                    <a:lnTo>
                      <a:pt x="317" y="88"/>
                    </a:lnTo>
                    <a:lnTo>
                      <a:pt x="334" y="88"/>
                    </a:lnTo>
                    <a:lnTo>
                      <a:pt x="334" y="88"/>
                    </a:lnTo>
                    <a:lnTo>
                      <a:pt x="343" y="88"/>
                    </a:lnTo>
                    <a:lnTo>
                      <a:pt x="352" y="88"/>
                    </a:lnTo>
                    <a:lnTo>
                      <a:pt x="361" y="88"/>
                    </a:lnTo>
                    <a:lnTo>
                      <a:pt x="361" y="88"/>
                    </a:lnTo>
                    <a:lnTo>
                      <a:pt x="369" y="88"/>
                    </a:lnTo>
                    <a:lnTo>
                      <a:pt x="413" y="97"/>
                    </a:lnTo>
                    <a:lnTo>
                      <a:pt x="484" y="115"/>
                    </a:lnTo>
                    <a:lnTo>
                      <a:pt x="484" y="115"/>
                    </a:lnTo>
                    <a:lnTo>
                      <a:pt x="484" y="123"/>
                    </a:lnTo>
                    <a:lnTo>
                      <a:pt x="484" y="123"/>
                    </a:lnTo>
                    <a:lnTo>
                      <a:pt x="492" y="132"/>
                    </a:lnTo>
                    <a:lnTo>
                      <a:pt x="501" y="141"/>
                    </a:lnTo>
                    <a:lnTo>
                      <a:pt x="492" y="150"/>
                    </a:lnTo>
                    <a:lnTo>
                      <a:pt x="484" y="159"/>
                    </a:lnTo>
                    <a:lnTo>
                      <a:pt x="475" y="176"/>
                    </a:lnTo>
                    <a:lnTo>
                      <a:pt x="466" y="185"/>
                    </a:lnTo>
                    <a:lnTo>
                      <a:pt x="466" y="194"/>
                    </a:lnTo>
                    <a:lnTo>
                      <a:pt x="466" y="194"/>
                    </a:lnTo>
                    <a:lnTo>
                      <a:pt x="457" y="203"/>
                    </a:lnTo>
                    <a:lnTo>
                      <a:pt x="449" y="212"/>
                    </a:lnTo>
                    <a:lnTo>
                      <a:pt x="449" y="221"/>
                    </a:lnTo>
                    <a:lnTo>
                      <a:pt x="440" y="221"/>
                    </a:lnTo>
                    <a:lnTo>
                      <a:pt x="440" y="238"/>
                    </a:lnTo>
                    <a:lnTo>
                      <a:pt x="440" y="238"/>
                    </a:lnTo>
                    <a:lnTo>
                      <a:pt x="440" y="247"/>
                    </a:lnTo>
                    <a:lnTo>
                      <a:pt x="449" y="247"/>
                    </a:lnTo>
                    <a:lnTo>
                      <a:pt x="449" y="247"/>
                    </a:lnTo>
                    <a:lnTo>
                      <a:pt x="449" y="256"/>
                    </a:lnTo>
                    <a:lnTo>
                      <a:pt x="449" y="265"/>
                    </a:lnTo>
                    <a:lnTo>
                      <a:pt x="440" y="274"/>
                    </a:lnTo>
                    <a:lnTo>
                      <a:pt x="440" y="274"/>
                    </a:lnTo>
                    <a:lnTo>
                      <a:pt x="440" y="283"/>
                    </a:lnTo>
                    <a:lnTo>
                      <a:pt x="405" y="424"/>
                    </a:lnTo>
                    <a:lnTo>
                      <a:pt x="334" y="406"/>
                    </a:lnTo>
                    <a:lnTo>
                      <a:pt x="237" y="380"/>
                    </a:lnTo>
                    <a:lnTo>
                      <a:pt x="132" y="353"/>
                    </a:lnTo>
                    <a:lnTo>
                      <a:pt x="9" y="318"/>
                    </a:lnTo>
                    <a:lnTo>
                      <a:pt x="0" y="318"/>
                    </a:lnTo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" name="Freeform 55"/>
              <p:cNvSpPr>
                <a:spLocks/>
              </p:cNvSpPr>
              <p:nvPr/>
            </p:nvSpPr>
            <p:spPr bwMode="auto">
              <a:xfrm>
                <a:off x="2465264" y="3054097"/>
                <a:ext cx="719115" cy="36760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7" y="9"/>
                  </a:cxn>
                  <a:cxn ang="0">
                    <a:pos x="448" y="9"/>
                  </a:cxn>
                  <a:cxn ang="0">
                    <a:pos x="527" y="53"/>
                  </a:cxn>
                  <a:cxn ang="0">
                    <a:pos x="536" y="141"/>
                  </a:cxn>
                  <a:cxn ang="0">
                    <a:pos x="527" y="274"/>
                  </a:cxn>
                  <a:cxn ang="0">
                    <a:pos x="519" y="265"/>
                  </a:cxn>
                  <a:cxn ang="0">
                    <a:pos x="492" y="256"/>
                  </a:cxn>
                  <a:cxn ang="0">
                    <a:pos x="483" y="256"/>
                  </a:cxn>
                  <a:cxn ang="0">
                    <a:pos x="475" y="256"/>
                  </a:cxn>
                  <a:cxn ang="0">
                    <a:pos x="466" y="256"/>
                  </a:cxn>
                  <a:cxn ang="0">
                    <a:pos x="457" y="265"/>
                  </a:cxn>
                  <a:cxn ang="0">
                    <a:pos x="448" y="256"/>
                  </a:cxn>
                  <a:cxn ang="0">
                    <a:pos x="439" y="265"/>
                  </a:cxn>
                  <a:cxn ang="0">
                    <a:pos x="422" y="265"/>
                  </a:cxn>
                  <a:cxn ang="0">
                    <a:pos x="413" y="274"/>
                  </a:cxn>
                  <a:cxn ang="0">
                    <a:pos x="404" y="265"/>
                  </a:cxn>
                  <a:cxn ang="0">
                    <a:pos x="395" y="256"/>
                  </a:cxn>
                  <a:cxn ang="0">
                    <a:pos x="387" y="265"/>
                  </a:cxn>
                  <a:cxn ang="0">
                    <a:pos x="378" y="256"/>
                  </a:cxn>
                  <a:cxn ang="0">
                    <a:pos x="378" y="256"/>
                  </a:cxn>
                  <a:cxn ang="0">
                    <a:pos x="369" y="274"/>
                  </a:cxn>
                  <a:cxn ang="0">
                    <a:pos x="369" y="274"/>
                  </a:cxn>
                  <a:cxn ang="0">
                    <a:pos x="369" y="265"/>
                  </a:cxn>
                  <a:cxn ang="0">
                    <a:pos x="352" y="265"/>
                  </a:cxn>
                  <a:cxn ang="0">
                    <a:pos x="343" y="256"/>
                  </a:cxn>
                  <a:cxn ang="0">
                    <a:pos x="343" y="256"/>
                  </a:cxn>
                  <a:cxn ang="0">
                    <a:pos x="325" y="256"/>
                  </a:cxn>
                  <a:cxn ang="0">
                    <a:pos x="316" y="256"/>
                  </a:cxn>
                  <a:cxn ang="0">
                    <a:pos x="316" y="248"/>
                  </a:cxn>
                  <a:cxn ang="0">
                    <a:pos x="308" y="248"/>
                  </a:cxn>
                  <a:cxn ang="0">
                    <a:pos x="299" y="239"/>
                  </a:cxn>
                  <a:cxn ang="0">
                    <a:pos x="290" y="248"/>
                  </a:cxn>
                  <a:cxn ang="0">
                    <a:pos x="281" y="239"/>
                  </a:cxn>
                  <a:cxn ang="0">
                    <a:pos x="272" y="239"/>
                  </a:cxn>
                  <a:cxn ang="0">
                    <a:pos x="255" y="239"/>
                  </a:cxn>
                  <a:cxn ang="0">
                    <a:pos x="246" y="230"/>
                  </a:cxn>
                  <a:cxn ang="0">
                    <a:pos x="237" y="230"/>
                  </a:cxn>
                  <a:cxn ang="0">
                    <a:pos x="237" y="221"/>
                  </a:cxn>
                  <a:cxn ang="0">
                    <a:pos x="228" y="212"/>
                  </a:cxn>
                  <a:cxn ang="0">
                    <a:pos x="220" y="221"/>
                  </a:cxn>
                  <a:cxn ang="0">
                    <a:pos x="211" y="212"/>
                  </a:cxn>
                  <a:cxn ang="0">
                    <a:pos x="202" y="212"/>
                  </a:cxn>
                  <a:cxn ang="0">
                    <a:pos x="184" y="203"/>
                  </a:cxn>
                  <a:cxn ang="0">
                    <a:pos x="184" y="195"/>
                  </a:cxn>
                  <a:cxn ang="0">
                    <a:pos x="184" y="44"/>
                  </a:cxn>
                  <a:cxn ang="0">
                    <a:pos x="149" y="44"/>
                  </a:cxn>
                  <a:cxn ang="0">
                    <a:pos x="0" y="44"/>
                  </a:cxn>
                </a:cxnLst>
                <a:rect l="0" t="0" r="r" b="b"/>
                <a:pathLst>
                  <a:path w="536" h="274">
                    <a:moveTo>
                      <a:pt x="0" y="44"/>
                    </a:moveTo>
                    <a:lnTo>
                      <a:pt x="0" y="0"/>
                    </a:lnTo>
                    <a:lnTo>
                      <a:pt x="61" y="0"/>
                    </a:lnTo>
                    <a:lnTo>
                      <a:pt x="167" y="9"/>
                    </a:lnTo>
                    <a:lnTo>
                      <a:pt x="308" y="9"/>
                    </a:lnTo>
                    <a:lnTo>
                      <a:pt x="448" y="9"/>
                    </a:lnTo>
                    <a:lnTo>
                      <a:pt x="527" y="9"/>
                    </a:lnTo>
                    <a:lnTo>
                      <a:pt x="527" y="53"/>
                    </a:lnTo>
                    <a:lnTo>
                      <a:pt x="536" y="115"/>
                    </a:lnTo>
                    <a:lnTo>
                      <a:pt x="536" y="141"/>
                    </a:lnTo>
                    <a:lnTo>
                      <a:pt x="536" y="274"/>
                    </a:lnTo>
                    <a:lnTo>
                      <a:pt x="527" y="274"/>
                    </a:lnTo>
                    <a:lnTo>
                      <a:pt x="519" y="274"/>
                    </a:lnTo>
                    <a:lnTo>
                      <a:pt x="519" y="265"/>
                    </a:lnTo>
                    <a:lnTo>
                      <a:pt x="510" y="265"/>
                    </a:lnTo>
                    <a:lnTo>
                      <a:pt x="492" y="256"/>
                    </a:lnTo>
                    <a:lnTo>
                      <a:pt x="492" y="256"/>
                    </a:lnTo>
                    <a:lnTo>
                      <a:pt x="483" y="256"/>
                    </a:lnTo>
                    <a:lnTo>
                      <a:pt x="483" y="256"/>
                    </a:lnTo>
                    <a:lnTo>
                      <a:pt x="475" y="256"/>
                    </a:lnTo>
                    <a:lnTo>
                      <a:pt x="475" y="256"/>
                    </a:lnTo>
                    <a:lnTo>
                      <a:pt x="466" y="256"/>
                    </a:lnTo>
                    <a:lnTo>
                      <a:pt x="457" y="256"/>
                    </a:lnTo>
                    <a:lnTo>
                      <a:pt x="457" y="265"/>
                    </a:lnTo>
                    <a:lnTo>
                      <a:pt x="448" y="265"/>
                    </a:lnTo>
                    <a:lnTo>
                      <a:pt x="448" y="256"/>
                    </a:lnTo>
                    <a:lnTo>
                      <a:pt x="439" y="265"/>
                    </a:lnTo>
                    <a:lnTo>
                      <a:pt x="439" y="265"/>
                    </a:lnTo>
                    <a:lnTo>
                      <a:pt x="431" y="265"/>
                    </a:lnTo>
                    <a:lnTo>
                      <a:pt x="422" y="265"/>
                    </a:lnTo>
                    <a:lnTo>
                      <a:pt x="422" y="274"/>
                    </a:lnTo>
                    <a:lnTo>
                      <a:pt x="413" y="274"/>
                    </a:lnTo>
                    <a:lnTo>
                      <a:pt x="413" y="265"/>
                    </a:lnTo>
                    <a:lnTo>
                      <a:pt x="404" y="265"/>
                    </a:lnTo>
                    <a:lnTo>
                      <a:pt x="404" y="256"/>
                    </a:lnTo>
                    <a:lnTo>
                      <a:pt x="395" y="256"/>
                    </a:lnTo>
                    <a:lnTo>
                      <a:pt x="395" y="265"/>
                    </a:lnTo>
                    <a:lnTo>
                      <a:pt x="387" y="265"/>
                    </a:lnTo>
                    <a:lnTo>
                      <a:pt x="387" y="256"/>
                    </a:lnTo>
                    <a:lnTo>
                      <a:pt x="378" y="256"/>
                    </a:lnTo>
                    <a:lnTo>
                      <a:pt x="378" y="256"/>
                    </a:lnTo>
                    <a:lnTo>
                      <a:pt x="378" y="256"/>
                    </a:lnTo>
                    <a:lnTo>
                      <a:pt x="369" y="265"/>
                    </a:lnTo>
                    <a:lnTo>
                      <a:pt x="369" y="274"/>
                    </a:lnTo>
                    <a:lnTo>
                      <a:pt x="369" y="274"/>
                    </a:lnTo>
                    <a:lnTo>
                      <a:pt x="369" y="274"/>
                    </a:lnTo>
                    <a:lnTo>
                      <a:pt x="360" y="265"/>
                    </a:lnTo>
                    <a:lnTo>
                      <a:pt x="369" y="265"/>
                    </a:lnTo>
                    <a:lnTo>
                      <a:pt x="360" y="256"/>
                    </a:lnTo>
                    <a:lnTo>
                      <a:pt x="352" y="265"/>
                    </a:lnTo>
                    <a:lnTo>
                      <a:pt x="352" y="265"/>
                    </a:lnTo>
                    <a:lnTo>
                      <a:pt x="343" y="256"/>
                    </a:lnTo>
                    <a:lnTo>
                      <a:pt x="343" y="256"/>
                    </a:lnTo>
                    <a:lnTo>
                      <a:pt x="343" y="256"/>
                    </a:lnTo>
                    <a:lnTo>
                      <a:pt x="334" y="248"/>
                    </a:lnTo>
                    <a:lnTo>
                      <a:pt x="325" y="256"/>
                    </a:lnTo>
                    <a:lnTo>
                      <a:pt x="316" y="265"/>
                    </a:lnTo>
                    <a:lnTo>
                      <a:pt x="316" y="256"/>
                    </a:lnTo>
                    <a:lnTo>
                      <a:pt x="316" y="256"/>
                    </a:lnTo>
                    <a:lnTo>
                      <a:pt x="316" y="248"/>
                    </a:lnTo>
                    <a:lnTo>
                      <a:pt x="308" y="248"/>
                    </a:lnTo>
                    <a:lnTo>
                      <a:pt x="308" y="248"/>
                    </a:lnTo>
                    <a:lnTo>
                      <a:pt x="308" y="239"/>
                    </a:lnTo>
                    <a:lnTo>
                      <a:pt x="299" y="239"/>
                    </a:lnTo>
                    <a:lnTo>
                      <a:pt x="290" y="239"/>
                    </a:lnTo>
                    <a:lnTo>
                      <a:pt x="290" y="248"/>
                    </a:lnTo>
                    <a:lnTo>
                      <a:pt x="281" y="248"/>
                    </a:lnTo>
                    <a:lnTo>
                      <a:pt x="281" y="239"/>
                    </a:lnTo>
                    <a:lnTo>
                      <a:pt x="272" y="239"/>
                    </a:lnTo>
                    <a:lnTo>
                      <a:pt x="272" y="239"/>
                    </a:lnTo>
                    <a:lnTo>
                      <a:pt x="264" y="239"/>
                    </a:lnTo>
                    <a:lnTo>
                      <a:pt x="255" y="239"/>
                    </a:lnTo>
                    <a:lnTo>
                      <a:pt x="246" y="230"/>
                    </a:lnTo>
                    <a:lnTo>
                      <a:pt x="246" y="230"/>
                    </a:lnTo>
                    <a:lnTo>
                      <a:pt x="246" y="230"/>
                    </a:lnTo>
                    <a:lnTo>
                      <a:pt x="237" y="230"/>
                    </a:lnTo>
                    <a:lnTo>
                      <a:pt x="237" y="230"/>
                    </a:lnTo>
                    <a:lnTo>
                      <a:pt x="237" y="221"/>
                    </a:lnTo>
                    <a:lnTo>
                      <a:pt x="228" y="221"/>
                    </a:lnTo>
                    <a:lnTo>
                      <a:pt x="228" y="212"/>
                    </a:lnTo>
                    <a:lnTo>
                      <a:pt x="228" y="212"/>
                    </a:lnTo>
                    <a:lnTo>
                      <a:pt x="220" y="221"/>
                    </a:lnTo>
                    <a:lnTo>
                      <a:pt x="220" y="221"/>
                    </a:lnTo>
                    <a:lnTo>
                      <a:pt x="211" y="212"/>
                    </a:lnTo>
                    <a:lnTo>
                      <a:pt x="211" y="221"/>
                    </a:lnTo>
                    <a:lnTo>
                      <a:pt x="202" y="212"/>
                    </a:lnTo>
                    <a:lnTo>
                      <a:pt x="193" y="203"/>
                    </a:lnTo>
                    <a:lnTo>
                      <a:pt x="184" y="203"/>
                    </a:lnTo>
                    <a:lnTo>
                      <a:pt x="184" y="203"/>
                    </a:lnTo>
                    <a:lnTo>
                      <a:pt x="184" y="195"/>
                    </a:lnTo>
                    <a:lnTo>
                      <a:pt x="184" y="53"/>
                    </a:lnTo>
                    <a:lnTo>
                      <a:pt x="184" y="44"/>
                    </a:lnTo>
                    <a:lnTo>
                      <a:pt x="176" y="44"/>
                    </a:lnTo>
                    <a:lnTo>
                      <a:pt x="149" y="44"/>
                    </a:lnTo>
                    <a:lnTo>
                      <a:pt x="88" y="44"/>
                    </a:lnTo>
                    <a:lnTo>
                      <a:pt x="0" y="44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" name="Freeform 56"/>
              <p:cNvSpPr>
                <a:spLocks/>
              </p:cNvSpPr>
              <p:nvPr/>
            </p:nvSpPr>
            <p:spPr bwMode="auto">
              <a:xfrm>
                <a:off x="2465264" y="3054097"/>
                <a:ext cx="719115" cy="36760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7" y="9"/>
                  </a:cxn>
                  <a:cxn ang="0">
                    <a:pos x="448" y="9"/>
                  </a:cxn>
                  <a:cxn ang="0">
                    <a:pos x="527" y="53"/>
                  </a:cxn>
                  <a:cxn ang="0">
                    <a:pos x="536" y="141"/>
                  </a:cxn>
                  <a:cxn ang="0">
                    <a:pos x="527" y="274"/>
                  </a:cxn>
                  <a:cxn ang="0">
                    <a:pos x="519" y="265"/>
                  </a:cxn>
                  <a:cxn ang="0">
                    <a:pos x="492" y="256"/>
                  </a:cxn>
                  <a:cxn ang="0">
                    <a:pos x="483" y="256"/>
                  </a:cxn>
                  <a:cxn ang="0">
                    <a:pos x="475" y="256"/>
                  </a:cxn>
                  <a:cxn ang="0">
                    <a:pos x="466" y="256"/>
                  </a:cxn>
                  <a:cxn ang="0">
                    <a:pos x="457" y="265"/>
                  </a:cxn>
                  <a:cxn ang="0">
                    <a:pos x="448" y="256"/>
                  </a:cxn>
                  <a:cxn ang="0">
                    <a:pos x="439" y="265"/>
                  </a:cxn>
                  <a:cxn ang="0">
                    <a:pos x="422" y="265"/>
                  </a:cxn>
                  <a:cxn ang="0">
                    <a:pos x="413" y="274"/>
                  </a:cxn>
                  <a:cxn ang="0">
                    <a:pos x="404" y="265"/>
                  </a:cxn>
                  <a:cxn ang="0">
                    <a:pos x="395" y="256"/>
                  </a:cxn>
                  <a:cxn ang="0">
                    <a:pos x="387" y="265"/>
                  </a:cxn>
                  <a:cxn ang="0">
                    <a:pos x="378" y="256"/>
                  </a:cxn>
                  <a:cxn ang="0">
                    <a:pos x="378" y="256"/>
                  </a:cxn>
                  <a:cxn ang="0">
                    <a:pos x="369" y="274"/>
                  </a:cxn>
                  <a:cxn ang="0">
                    <a:pos x="369" y="274"/>
                  </a:cxn>
                  <a:cxn ang="0">
                    <a:pos x="369" y="265"/>
                  </a:cxn>
                  <a:cxn ang="0">
                    <a:pos x="352" y="265"/>
                  </a:cxn>
                  <a:cxn ang="0">
                    <a:pos x="343" y="256"/>
                  </a:cxn>
                  <a:cxn ang="0">
                    <a:pos x="343" y="256"/>
                  </a:cxn>
                  <a:cxn ang="0">
                    <a:pos x="325" y="256"/>
                  </a:cxn>
                  <a:cxn ang="0">
                    <a:pos x="316" y="256"/>
                  </a:cxn>
                  <a:cxn ang="0">
                    <a:pos x="316" y="248"/>
                  </a:cxn>
                  <a:cxn ang="0">
                    <a:pos x="308" y="248"/>
                  </a:cxn>
                  <a:cxn ang="0">
                    <a:pos x="299" y="239"/>
                  </a:cxn>
                  <a:cxn ang="0">
                    <a:pos x="290" y="248"/>
                  </a:cxn>
                  <a:cxn ang="0">
                    <a:pos x="281" y="239"/>
                  </a:cxn>
                  <a:cxn ang="0">
                    <a:pos x="272" y="239"/>
                  </a:cxn>
                  <a:cxn ang="0">
                    <a:pos x="255" y="239"/>
                  </a:cxn>
                  <a:cxn ang="0">
                    <a:pos x="246" y="230"/>
                  </a:cxn>
                  <a:cxn ang="0">
                    <a:pos x="237" y="230"/>
                  </a:cxn>
                  <a:cxn ang="0">
                    <a:pos x="237" y="221"/>
                  </a:cxn>
                  <a:cxn ang="0">
                    <a:pos x="228" y="212"/>
                  </a:cxn>
                  <a:cxn ang="0">
                    <a:pos x="220" y="221"/>
                  </a:cxn>
                  <a:cxn ang="0">
                    <a:pos x="211" y="212"/>
                  </a:cxn>
                  <a:cxn ang="0">
                    <a:pos x="202" y="212"/>
                  </a:cxn>
                  <a:cxn ang="0">
                    <a:pos x="184" y="203"/>
                  </a:cxn>
                  <a:cxn ang="0">
                    <a:pos x="184" y="195"/>
                  </a:cxn>
                  <a:cxn ang="0">
                    <a:pos x="184" y="44"/>
                  </a:cxn>
                  <a:cxn ang="0">
                    <a:pos x="149" y="44"/>
                  </a:cxn>
                  <a:cxn ang="0">
                    <a:pos x="0" y="44"/>
                  </a:cxn>
                </a:cxnLst>
                <a:rect l="0" t="0" r="r" b="b"/>
                <a:pathLst>
                  <a:path w="536" h="274">
                    <a:moveTo>
                      <a:pt x="0" y="44"/>
                    </a:moveTo>
                    <a:lnTo>
                      <a:pt x="0" y="0"/>
                    </a:lnTo>
                    <a:lnTo>
                      <a:pt x="61" y="0"/>
                    </a:lnTo>
                    <a:lnTo>
                      <a:pt x="167" y="9"/>
                    </a:lnTo>
                    <a:lnTo>
                      <a:pt x="308" y="9"/>
                    </a:lnTo>
                    <a:lnTo>
                      <a:pt x="448" y="9"/>
                    </a:lnTo>
                    <a:lnTo>
                      <a:pt x="527" y="9"/>
                    </a:lnTo>
                    <a:lnTo>
                      <a:pt x="527" y="53"/>
                    </a:lnTo>
                    <a:lnTo>
                      <a:pt x="536" y="115"/>
                    </a:lnTo>
                    <a:lnTo>
                      <a:pt x="536" y="141"/>
                    </a:lnTo>
                    <a:lnTo>
                      <a:pt x="536" y="274"/>
                    </a:lnTo>
                    <a:lnTo>
                      <a:pt x="527" y="274"/>
                    </a:lnTo>
                    <a:lnTo>
                      <a:pt x="519" y="274"/>
                    </a:lnTo>
                    <a:lnTo>
                      <a:pt x="519" y="265"/>
                    </a:lnTo>
                    <a:lnTo>
                      <a:pt x="510" y="265"/>
                    </a:lnTo>
                    <a:lnTo>
                      <a:pt x="492" y="256"/>
                    </a:lnTo>
                    <a:lnTo>
                      <a:pt x="492" y="256"/>
                    </a:lnTo>
                    <a:lnTo>
                      <a:pt x="483" y="256"/>
                    </a:lnTo>
                    <a:lnTo>
                      <a:pt x="483" y="256"/>
                    </a:lnTo>
                    <a:lnTo>
                      <a:pt x="475" y="256"/>
                    </a:lnTo>
                    <a:lnTo>
                      <a:pt x="475" y="256"/>
                    </a:lnTo>
                    <a:lnTo>
                      <a:pt x="466" y="256"/>
                    </a:lnTo>
                    <a:lnTo>
                      <a:pt x="457" y="256"/>
                    </a:lnTo>
                    <a:lnTo>
                      <a:pt x="457" y="265"/>
                    </a:lnTo>
                    <a:lnTo>
                      <a:pt x="448" y="265"/>
                    </a:lnTo>
                    <a:lnTo>
                      <a:pt x="448" y="256"/>
                    </a:lnTo>
                    <a:lnTo>
                      <a:pt x="439" y="265"/>
                    </a:lnTo>
                    <a:lnTo>
                      <a:pt x="439" y="265"/>
                    </a:lnTo>
                    <a:lnTo>
                      <a:pt x="431" y="265"/>
                    </a:lnTo>
                    <a:lnTo>
                      <a:pt x="422" y="265"/>
                    </a:lnTo>
                    <a:lnTo>
                      <a:pt x="422" y="274"/>
                    </a:lnTo>
                    <a:lnTo>
                      <a:pt x="413" y="274"/>
                    </a:lnTo>
                    <a:lnTo>
                      <a:pt x="413" y="265"/>
                    </a:lnTo>
                    <a:lnTo>
                      <a:pt x="404" y="265"/>
                    </a:lnTo>
                    <a:lnTo>
                      <a:pt x="404" y="256"/>
                    </a:lnTo>
                    <a:lnTo>
                      <a:pt x="395" y="256"/>
                    </a:lnTo>
                    <a:lnTo>
                      <a:pt x="395" y="265"/>
                    </a:lnTo>
                    <a:lnTo>
                      <a:pt x="387" y="265"/>
                    </a:lnTo>
                    <a:lnTo>
                      <a:pt x="387" y="256"/>
                    </a:lnTo>
                    <a:lnTo>
                      <a:pt x="378" y="256"/>
                    </a:lnTo>
                    <a:lnTo>
                      <a:pt x="378" y="256"/>
                    </a:lnTo>
                    <a:lnTo>
                      <a:pt x="378" y="256"/>
                    </a:lnTo>
                    <a:lnTo>
                      <a:pt x="369" y="265"/>
                    </a:lnTo>
                    <a:lnTo>
                      <a:pt x="369" y="274"/>
                    </a:lnTo>
                    <a:lnTo>
                      <a:pt x="369" y="274"/>
                    </a:lnTo>
                    <a:lnTo>
                      <a:pt x="369" y="274"/>
                    </a:lnTo>
                    <a:lnTo>
                      <a:pt x="360" y="265"/>
                    </a:lnTo>
                    <a:lnTo>
                      <a:pt x="369" y="265"/>
                    </a:lnTo>
                    <a:lnTo>
                      <a:pt x="360" y="256"/>
                    </a:lnTo>
                    <a:lnTo>
                      <a:pt x="352" y="265"/>
                    </a:lnTo>
                    <a:lnTo>
                      <a:pt x="352" y="265"/>
                    </a:lnTo>
                    <a:lnTo>
                      <a:pt x="343" y="256"/>
                    </a:lnTo>
                    <a:lnTo>
                      <a:pt x="343" y="256"/>
                    </a:lnTo>
                    <a:lnTo>
                      <a:pt x="343" y="256"/>
                    </a:lnTo>
                    <a:lnTo>
                      <a:pt x="334" y="248"/>
                    </a:lnTo>
                    <a:lnTo>
                      <a:pt x="325" y="256"/>
                    </a:lnTo>
                    <a:lnTo>
                      <a:pt x="316" y="265"/>
                    </a:lnTo>
                    <a:lnTo>
                      <a:pt x="316" y="256"/>
                    </a:lnTo>
                    <a:lnTo>
                      <a:pt x="316" y="256"/>
                    </a:lnTo>
                    <a:lnTo>
                      <a:pt x="316" y="248"/>
                    </a:lnTo>
                    <a:lnTo>
                      <a:pt x="308" y="248"/>
                    </a:lnTo>
                    <a:lnTo>
                      <a:pt x="308" y="248"/>
                    </a:lnTo>
                    <a:lnTo>
                      <a:pt x="308" y="239"/>
                    </a:lnTo>
                    <a:lnTo>
                      <a:pt x="299" y="239"/>
                    </a:lnTo>
                    <a:lnTo>
                      <a:pt x="290" y="239"/>
                    </a:lnTo>
                    <a:lnTo>
                      <a:pt x="290" y="248"/>
                    </a:lnTo>
                    <a:lnTo>
                      <a:pt x="281" y="248"/>
                    </a:lnTo>
                    <a:lnTo>
                      <a:pt x="281" y="239"/>
                    </a:lnTo>
                    <a:lnTo>
                      <a:pt x="272" y="239"/>
                    </a:lnTo>
                    <a:lnTo>
                      <a:pt x="272" y="239"/>
                    </a:lnTo>
                    <a:lnTo>
                      <a:pt x="264" y="239"/>
                    </a:lnTo>
                    <a:lnTo>
                      <a:pt x="255" y="239"/>
                    </a:lnTo>
                    <a:lnTo>
                      <a:pt x="246" y="230"/>
                    </a:lnTo>
                    <a:lnTo>
                      <a:pt x="246" y="230"/>
                    </a:lnTo>
                    <a:lnTo>
                      <a:pt x="246" y="230"/>
                    </a:lnTo>
                    <a:lnTo>
                      <a:pt x="237" y="230"/>
                    </a:lnTo>
                    <a:lnTo>
                      <a:pt x="237" y="230"/>
                    </a:lnTo>
                    <a:lnTo>
                      <a:pt x="237" y="221"/>
                    </a:lnTo>
                    <a:lnTo>
                      <a:pt x="228" y="221"/>
                    </a:lnTo>
                    <a:lnTo>
                      <a:pt x="228" y="212"/>
                    </a:lnTo>
                    <a:lnTo>
                      <a:pt x="228" y="212"/>
                    </a:lnTo>
                    <a:lnTo>
                      <a:pt x="220" y="221"/>
                    </a:lnTo>
                    <a:lnTo>
                      <a:pt x="220" y="221"/>
                    </a:lnTo>
                    <a:lnTo>
                      <a:pt x="211" y="212"/>
                    </a:lnTo>
                    <a:lnTo>
                      <a:pt x="211" y="221"/>
                    </a:lnTo>
                    <a:lnTo>
                      <a:pt x="202" y="212"/>
                    </a:lnTo>
                    <a:lnTo>
                      <a:pt x="193" y="203"/>
                    </a:lnTo>
                    <a:lnTo>
                      <a:pt x="184" y="203"/>
                    </a:lnTo>
                    <a:lnTo>
                      <a:pt x="184" y="203"/>
                    </a:lnTo>
                    <a:lnTo>
                      <a:pt x="184" y="195"/>
                    </a:lnTo>
                    <a:lnTo>
                      <a:pt x="184" y="53"/>
                    </a:lnTo>
                    <a:lnTo>
                      <a:pt x="184" y="44"/>
                    </a:lnTo>
                    <a:lnTo>
                      <a:pt x="176" y="44"/>
                    </a:lnTo>
                    <a:lnTo>
                      <a:pt x="149" y="44"/>
                    </a:lnTo>
                    <a:lnTo>
                      <a:pt x="88" y="44"/>
                    </a:lnTo>
                    <a:lnTo>
                      <a:pt x="0" y="44"/>
                    </a:lnTo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" name="Freeform 61"/>
              <p:cNvSpPr>
                <a:spLocks/>
              </p:cNvSpPr>
              <p:nvPr/>
            </p:nvSpPr>
            <p:spPr bwMode="auto">
              <a:xfrm>
                <a:off x="4719206" y="2923958"/>
                <a:ext cx="12075" cy="1207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9" y="0"/>
                  </a:cxn>
                  <a:cxn ang="0">
                    <a:pos x="9" y="9"/>
                  </a:cxn>
                  <a:cxn ang="0">
                    <a:pos x="0" y="0"/>
                  </a:cxn>
                </a:cxnLst>
                <a:rect l="0" t="0" r="r" b="b"/>
                <a:pathLst>
                  <a:path w="9" h="9">
                    <a:moveTo>
                      <a:pt x="0" y="0"/>
                    </a:moveTo>
                    <a:lnTo>
                      <a:pt x="0" y="0"/>
                    </a:lnTo>
                    <a:lnTo>
                      <a:pt x="9" y="0"/>
                    </a:lnTo>
                    <a:lnTo>
                      <a:pt x="9" y="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" name="Freeform 62"/>
              <p:cNvSpPr>
                <a:spLocks/>
              </p:cNvSpPr>
              <p:nvPr/>
            </p:nvSpPr>
            <p:spPr bwMode="auto">
              <a:xfrm>
                <a:off x="4719206" y="2923958"/>
                <a:ext cx="12075" cy="1207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9" y="0"/>
                  </a:cxn>
                  <a:cxn ang="0">
                    <a:pos x="9" y="9"/>
                  </a:cxn>
                  <a:cxn ang="0">
                    <a:pos x="0" y="0"/>
                  </a:cxn>
                </a:cxnLst>
                <a:rect l="0" t="0" r="r" b="b"/>
                <a:pathLst>
                  <a:path w="9" h="9">
                    <a:moveTo>
                      <a:pt x="0" y="0"/>
                    </a:moveTo>
                    <a:lnTo>
                      <a:pt x="0" y="0"/>
                    </a:lnTo>
                    <a:lnTo>
                      <a:pt x="9" y="0"/>
                    </a:lnTo>
                    <a:lnTo>
                      <a:pt x="9" y="9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" name="Freeform 63"/>
              <p:cNvSpPr>
                <a:spLocks/>
              </p:cNvSpPr>
              <p:nvPr/>
            </p:nvSpPr>
            <p:spPr bwMode="auto">
              <a:xfrm>
                <a:off x="4743355" y="3078246"/>
                <a:ext cx="10733" cy="12075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8" y="0"/>
                  </a:cxn>
                  <a:cxn ang="0">
                    <a:pos x="8" y="0"/>
                  </a:cxn>
                  <a:cxn ang="0">
                    <a:pos x="0" y="9"/>
                  </a:cxn>
                </a:cxnLst>
                <a:rect l="0" t="0" r="r" b="b"/>
                <a:pathLst>
                  <a:path w="8" h="9">
                    <a:moveTo>
                      <a:pt x="0" y="9"/>
                    </a:moveTo>
                    <a:lnTo>
                      <a:pt x="8" y="0"/>
                    </a:lnTo>
                    <a:lnTo>
                      <a:pt x="8" y="0"/>
                    </a:lnTo>
                    <a:lnTo>
                      <a:pt x="0" y="9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" name="Freeform 64"/>
              <p:cNvSpPr>
                <a:spLocks/>
              </p:cNvSpPr>
              <p:nvPr/>
            </p:nvSpPr>
            <p:spPr bwMode="auto">
              <a:xfrm>
                <a:off x="4743355" y="3078246"/>
                <a:ext cx="10733" cy="12075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8" y="0"/>
                  </a:cxn>
                  <a:cxn ang="0">
                    <a:pos x="8" y="0"/>
                  </a:cxn>
                  <a:cxn ang="0">
                    <a:pos x="0" y="9"/>
                  </a:cxn>
                </a:cxnLst>
                <a:rect l="0" t="0" r="r" b="b"/>
                <a:pathLst>
                  <a:path w="8" h="9">
                    <a:moveTo>
                      <a:pt x="0" y="9"/>
                    </a:moveTo>
                    <a:lnTo>
                      <a:pt x="8" y="0"/>
                    </a:lnTo>
                    <a:lnTo>
                      <a:pt x="8" y="0"/>
                    </a:lnTo>
                    <a:lnTo>
                      <a:pt x="0" y="9"/>
                    </a:lnTo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" name="Freeform 65"/>
              <p:cNvSpPr>
                <a:spLocks/>
              </p:cNvSpPr>
              <p:nvPr/>
            </p:nvSpPr>
            <p:spPr bwMode="auto">
              <a:xfrm>
                <a:off x="4057781" y="2923958"/>
                <a:ext cx="708382" cy="319308"/>
              </a:xfrm>
              <a:custGeom>
                <a:avLst/>
                <a:gdLst/>
                <a:ahLst/>
                <a:cxnLst>
                  <a:cxn ang="0">
                    <a:pos x="9" y="185"/>
                  </a:cxn>
                  <a:cxn ang="0">
                    <a:pos x="27" y="168"/>
                  </a:cxn>
                  <a:cxn ang="0">
                    <a:pos x="71" y="141"/>
                  </a:cxn>
                  <a:cxn ang="0">
                    <a:pos x="80" y="124"/>
                  </a:cxn>
                  <a:cxn ang="0">
                    <a:pos x="97" y="124"/>
                  </a:cxn>
                  <a:cxn ang="0">
                    <a:pos x="115" y="106"/>
                  </a:cxn>
                  <a:cxn ang="0">
                    <a:pos x="132" y="88"/>
                  </a:cxn>
                  <a:cxn ang="0">
                    <a:pos x="141" y="70"/>
                  </a:cxn>
                  <a:cxn ang="0">
                    <a:pos x="229" y="53"/>
                  </a:cxn>
                  <a:cxn ang="0">
                    <a:pos x="493" y="9"/>
                  </a:cxn>
                  <a:cxn ang="0">
                    <a:pos x="511" y="26"/>
                  </a:cxn>
                  <a:cxn ang="0">
                    <a:pos x="502" y="26"/>
                  </a:cxn>
                  <a:cxn ang="0">
                    <a:pos x="484" y="26"/>
                  </a:cxn>
                  <a:cxn ang="0">
                    <a:pos x="493" y="35"/>
                  </a:cxn>
                  <a:cxn ang="0">
                    <a:pos x="475" y="35"/>
                  </a:cxn>
                  <a:cxn ang="0">
                    <a:pos x="458" y="53"/>
                  </a:cxn>
                  <a:cxn ang="0">
                    <a:pos x="458" y="35"/>
                  </a:cxn>
                  <a:cxn ang="0">
                    <a:pos x="458" y="44"/>
                  </a:cxn>
                  <a:cxn ang="0">
                    <a:pos x="467" y="53"/>
                  </a:cxn>
                  <a:cxn ang="0">
                    <a:pos x="493" y="53"/>
                  </a:cxn>
                  <a:cxn ang="0">
                    <a:pos x="502" y="62"/>
                  </a:cxn>
                  <a:cxn ang="0">
                    <a:pos x="502" y="70"/>
                  </a:cxn>
                  <a:cxn ang="0">
                    <a:pos x="519" y="53"/>
                  </a:cxn>
                  <a:cxn ang="0">
                    <a:pos x="528" y="53"/>
                  </a:cxn>
                  <a:cxn ang="0">
                    <a:pos x="519" y="70"/>
                  </a:cxn>
                  <a:cxn ang="0">
                    <a:pos x="493" y="97"/>
                  </a:cxn>
                  <a:cxn ang="0">
                    <a:pos x="484" y="97"/>
                  </a:cxn>
                  <a:cxn ang="0">
                    <a:pos x="475" y="88"/>
                  </a:cxn>
                  <a:cxn ang="0">
                    <a:pos x="458" y="97"/>
                  </a:cxn>
                  <a:cxn ang="0">
                    <a:pos x="475" y="106"/>
                  </a:cxn>
                  <a:cxn ang="0">
                    <a:pos x="484" y="115"/>
                  </a:cxn>
                  <a:cxn ang="0">
                    <a:pos x="475" y="132"/>
                  </a:cxn>
                  <a:cxn ang="0">
                    <a:pos x="458" y="124"/>
                  </a:cxn>
                  <a:cxn ang="0">
                    <a:pos x="475" y="141"/>
                  </a:cxn>
                  <a:cxn ang="0">
                    <a:pos x="493" y="132"/>
                  </a:cxn>
                  <a:cxn ang="0">
                    <a:pos x="493" y="132"/>
                  </a:cxn>
                  <a:cxn ang="0">
                    <a:pos x="502" y="132"/>
                  </a:cxn>
                  <a:cxn ang="0">
                    <a:pos x="493" y="150"/>
                  </a:cxn>
                  <a:cxn ang="0">
                    <a:pos x="475" y="150"/>
                  </a:cxn>
                  <a:cxn ang="0">
                    <a:pos x="458" y="159"/>
                  </a:cxn>
                  <a:cxn ang="0">
                    <a:pos x="440" y="168"/>
                  </a:cxn>
                  <a:cxn ang="0">
                    <a:pos x="440" y="177"/>
                  </a:cxn>
                  <a:cxn ang="0">
                    <a:pos x="423" y="212"/>
                  </a:cxn>
                  <a:cxn ang="0">
                    <a:pos x="414" y="212"/>
                  </a:cxn>
                  <a:cxn ang="0">
                    <a:pos x="414" y="238"/>
                  </a:cxn>
                  <a:cxn ang="0">
                    <a:pos x="379" y="238"/>
                  </a:cxn>
                  <a:cxn ang="0">
                    <a:pos x="220" y="194"/>
                  </a:cxn>
                  <a:cxn ang="0">
                    <a:pos x="212" y="177"/>
                  </a:cxn>
                  <a:cxn ang="0">
                    <a:pos x="124" y="185"/>
                  </a:cxn>
                  <a:cxn ang="0">
                    <a:pos x="88" y="194"/>
                  </a:cxn>
                </a:cxnLst>
                <a:rect l="0" t="0" r="r" b="b"/>
                <a:pathLst>
                  <a:path w="528" h="238">
                    <a:moveTo>
                      <a:pt x="0" y="212"/>
                    </a:moveTo>
                    <a:lnTo>
                      <a:pt x="0" y="194"/>
                    </a:lnTo>
                    <a:lnTo>
                      <a:pt x="9" y="194"/>
                    </a:lnTo>
                    <a:lnTo>
                      <a:pt x="9" y="185"/>
                    </a:lnTo>
                    <a:lnTo>
                      <a:pt x="18" y="177"/>
                    </a:lnTo>
                    <a:lnTo>
                      <a:pt x="18" y="177"/>
                    </a:lnTo>
                    <a:lnTo>
                      <a:pt x="18" y="168"/>
                    </a:lnTo>
                    <a:lnTo>
                      <a:pt x="27" y="168"/>
                    </a:lnTo>
                    <a:lnTo>
                      <a:pt x="44" y="168"/>
                    </a:lnTo>
                    <a:lnTo>
                      <a:pt x="44" y="159"/>
                    </a:lnTo>
                    <a:lnTo>
                      <a:pt x="62" y="150"/>
                    </a:lnTo>
                    <a:lnTo>
                      <a:pt x="71" y="141"/>
                    </a:lnTo>
                    <a:lnTo>
                      <a:pt x="71" y="141"/>
                    </a:lnTo>
                    <a:lnTo>
                      <a:pt x="80" y="132"/>
                    </a:lnTo>
                    <a:lnTo>
                      <a:pt x="80" y="124"/>
                    </a:lnTo>
                    <a:lnTo>
                      <a:pt x="80" y="124"/>
                    </a:lnTo>
                    <a:lnTo>
                      <a:pt x="88" y="124"/>
                    </a:lnTo>
                    <a:lnTo>
                      <a:pt x="88" y="124"/>
                    </a:lnTo>
                    <a:lnTo>
                      <a:pt x="88" y="115"/>
                    </a:lnTo>
                    <a:lnTo>
                      <a:pt x="97" y="124"/>
                    </a:lnTo>
                    <a:lnTo>
                      <a:pt x="97" y="124"/>
                    </a:lnTo>
                    <a:lnTo>
                      <a:pt x="106" y="115"/>
                    </a:lnTo>
                    <a:lnTo>
                      <a:pt x="106" y="115"/>
                    </a:lnTo>
                    <a:lnTo>
                      <a:pt x="115" y="106"/>
                    </a:lnTo>
                    <a:lnTo>
                      <a:pt x="124" y="106"/>
                    </a:lnTo>
                    <a:lnTo>
                      <a:pt x="124" y="106"/>
                    </a:lnTo>
                    <a:lnTo>
                      <a:pt x="132" y="106"/>
                    </a:lnTo>
                    <a:lnTo>
                      <a:pt x="132" y="88"/>
                    </a:lnTo>
                    <a:lnTo>
                      <a:pt x="141" y="88"/>
                    </a:lnTo>
                    <a:lnTo>
                      <a:pt x="141" y="88"/>
                    </a:lnTo>
                    <a:lnTo>
                      <a:pt x="141" y="79"/>
                    </a:lnTo>
                    <a:lnTo>
                      <a:pt x="141" y="70"/>
                    </a:lnTo>
                    <a:lnTo>
                      <a:pt x="150" y="62"/>
                    </a:lnTo>
                    <a:lnTo>
                      <a:pt x="159" y="62"/>
                    </a:lnTo>
                    <a:lnTo>
                      <a:pt x="176" y="62"/>
                    </a:lnTo>
                    <a:lnTo>
                      <a:pt x="229" y="53"/>
                    </a:lnTo>
                    <a:lnTo>
                      <a:pt x="361" y="26"/>
                    </a:lnTo>
                    <a:lnTo>
                      <a:pt x="431" y="17"/>
                    </a:lnTo>
                    <a:lnTo>
                      <a:pt x="493" y="0"/>
                    </a:lnTo>
                    <a:lnTo>
                      <a:pt x="493" y="9"/>
                    </a:lnTo>
                    <a:lnTo>
                      <a:pt x="502" y="9"/>
                    </a:lnTo>
                    <a:lnTo>
                      <a:pt x="502" y="9"/>
                    </a:lnTo>
                    <a:lnTo>
                      <a:pt x="502" y="17"/>
                    </a:lnTo>
                    <a:lnTo>
                      <a:pt x="511" y="26"/>
                    </a:lnTo>
                    <a:lnTo>
                      <a:pt x="511" y="35"/>
                    </a:lnTo>
                    <a:lnTo>
                      <a:pt x="511" y="26"/>
                    </a:lnTo>
                    <a:lnTo>
                      <a:pt x="502" y="17"/>
                    </a:lnTo>
                    <a:lnTo>
                      <a:pt x="502" y="26"/>
                    </a:lnTo>
                    <a:lnTo>
                      <a:pt x="511" y="26"/>
                    </a:lnTo>
                    <a:lnTo>
                      <a:pt x="502" y="26"/>
                    </a:lnTo>
                    <a:lnTo>
                      <a:pt x="493" y="26"/>
                    </a:lnTo>
                    <a:lnTo>
                      <a:pt x="484" y="26"/>
                    </a:lnTo>
                    <a:lnTo>
                      <a:pt x="493" y="26"/>
                    </a:lnTo>
                    <a:lnTo>
                      <a:pt x="493" y="26"/>
                    </a:lnTo>
                    <a:lnTo>
                      <a:pt x="493" y="35"/>
                    </a:lnTo>
                    <a:lnTo>
                      <a:pt x="493" y="35"/>
                    </a:lnTo>
                    <a:lnTo>
                      <a:pt x="484" y="35"/>
                    </a:lnTo>
                    <a:lnTo>
                      <a:pt x="493" y="35"/>
                    </a:lnTo>
                    <a:lnTo>
                      <a:pt x="484" y="35"/>
                    </a:lnTo>
                    <a:lnTo>
                      <a:pt x="475" y="35"/>
                    </a:lnTo>
                    <a:lnTo>
                      <a:pt x="484" y="44"/>
                    </a:lnTo>
                    <a:lnTo>
                      <a:pt x="475" y="53"/>
                    </a:lnTo>
                    <a:lnTo>
                      <a:pt x="467" y="53"/>
                    </a:lnTo>
                    <a:lnTo>
                      <a:pt x="458" y="53"/>
                    </a:lnTo>
                    <a:lnTo>
                      <a:pt x="458" y="35"/>
                    </a:lnTo>
                    <a:lnTo>
                      <a:pt x="458" y="35"/>
                    </a:lnTo>
                    <a:lnTo>
                      <a:pt x="458" y="35"/>
                    </a:lnTo>
                    <a:lnTo>
                      <a:pt x="458" y="35"/>
                    </a:lnTo>
                    <a:lnTo>
                      <a:pt x="458" y="26"/>
                    </a:lnTo>
                    <a:lnTo>
                      <a:pt x="458" y="35"/>
                    </a:lnTo>
                    <a:lnTo>
                      <a:pt x="458" y="35"/>
                    </a:lnTo>
                    <a:lnTo>
                      <a:pt x="458" y="44"/>
                    </a:lnTo>
                    <a:lnTo>
                      <a:pt x="458" y="44"/>
                    </a:lnTo>
                    <a:lnTo>
                      <a:pt x="467" y="53"/>
                    </a:lnTo>
                    <a:lnTo>
                      <a:pt x="467" y="62"/>
                    </a:lnTo>
                    <a:lnTo>
                      <a:pt x="467" y="53"/>
                    </a:lnTo>
                    <a:lnTo>
                      <a:pt x="475" y="53"/>
                    </a:lnTo>
                    <a:lnTo>
                      <a:pt x="475" y="53"/>
                    </a:lnTo>
                    <a:lnTo>
                      <a:pt x="493" y="53"/>
                    </a:lnTo>
                    <a:lnTo>
                      <a:pt x="493" y="53"/>
                    </a:lnTo>
                    <a:lnTo>
                      <a:pt x="502" y="44"/>
                    </a:lnTo>
                    <a:lnTo>
                      <a:pt x="502" y="44"/>
                    </a:lnTo>
                    <a:lnTo>
                      <a:pt x="502" y="53"/>
                    </a:lnTo>
                    <a:lnTo>
                      <a:pt x="502" y="62"/>
                    </a:lnTo>
                    <a:lnTo>
                      <a:pt x="502" y="62"/>
                    </a:lnTo>
                    <a:lnTo>
                      <a:pt x="511" y="62"/>
                    </a:lnTo>
                    <a:lnTo>
                      <a:pt x="502" y="70"/>
                    </a:lnTo>
                    <a:lnTo>
                      <a:pt x="502" y="70"/>
                    </a:lnTo>
                    <a:lnTo>
                      <a:pt x="511" y="70"/>
                    </a:lnTo>
                    <a:lnTo>
                      <a:pt x="511" y="53"/>
                    </a:lnTo>
                    <a:lnTo>
                      <a:pt x="511" y="53"/>
                    </a:lnTo>
                    <a:lnTo>
                      <a:pt x="519" y="53"/>
                    </a:lnTo>
                    <a:lnTo>
                      <a:pt x="519" y="44"/>
                    </a:lnTo>
                    <a:lnTo>
                      <a:pt x="519" y="44"/>
                    </a:lnTo>
                    <a:lnTo>
                      <a:pt x="519" y="53"/>
                    </a:lnTo>
                    <a:lnTo>
                      <a:pt x="528" y="53"/>
                    </a:lnTo>
                    <a:lnTo>
                      <a:pt x="528" y="62"/>
                    </a:lnTo>
                    <a:lnTo>
                      <a:pt x="528" y="70"/>
                    </a:lnTo>
                    <a:lnTo>
                      <a:pt x="519" y="70"/>
                    </a:lnTo>
                    <a:lnTo>
                      <a:pt x="519" y="70"/>
                    </a:lnTo>
                    <a:lnTo>
                      <a:pt x="519" y="79"/>
                    </a:lnTo>
                    <a:lnTo>
                      <a:pt x="511" y="88"/>
                    </a:lnTo>
                    <a:lnTo>
                      <a:pt x="511" y="97"/>
                    </a:lnTo>
                    <a:lnTo>
                      <a:pt x="493" y="97"/>
                    </a:lnTo>
                    <a:lnTo>
                      <a:pt x="493" y="97"/>
                    </a:lnTo>
                    <a:lnTo>
                      <a:pt x="484" y="88"/>
                    </a:lnTo>
                    <a:lnTo>
                      <a:pt x="484" y="97"/>
                    </a:lnTo>
                    <a:lnTo>
                      <a:pt x="484" y="97"/>
                    </a:lnTo>
                    <a:lnTo>
                      <a:pt x="475" y="88"/>
                    </a:lnTo>
                    <a:lnTo>
                      <a:pt x="484" y="88"/>
                    </a:lnTo>
                    <a:lnTo>
                      <a:pt x="475" y="88"/>
                    </a:lnTo>
                    <a:lnTo>
                      <a:pt x="475" y="88"/>
                    </a:lnTo>
                    <a:lnTo>
                      <a:pt x="475" y="97"/>
                    </a:lnTo>
                    <a:lnTo>
                      <a:pt x="475" y="97"/>
                    </a:lnTo>
                    <a:lnTo>
                      <a:pt x="467" y="97"/>
                    </a:lnTo>
                    <a:lnTo>
                      <a:pt x="458" y="97"/>
                    </a:lnTo>
                    <a:lnTo>
                      <a:pt x="449" y="97"/>
                    </a:lnTo>
                    <a:lnTo>
                      <a:pt x="449" y="97"/>
                    </a:lnTo>
                    <a:lnTo>
                      <a:pt x="449" y="97"/>
                    </a:lnTo>
                    <a:lnTo>
                      <a:pt x="475" y="106"/>
                    </a:lnTo>
                    <a:lnTo>
                      <a:pt x="475" y="106"/>
                    </a:lnTo>
                    <a:lnTo>
                      <a:pt x="484" y="106"/>
                    </a:lnTo>
                    <a:lnTo>
                      <a:pt x="484" y="115"/>
                    </a:lnTo>
                    <a:lnTo>
                      <a:pt x="484" y="115"/>
                    </a:lnTo>
                    <a:lnTo>
                      <a:pt x="475" y="115"/>
                    </a:lnTo>
                    <a:lnTo>
                      <a:pt x="484" y="115"/>
                    </a:lnTo>
                    <a:lnTo>
                      <a:pt x="484" y="124"/>
                    </a:lnTo>
                    <a:lnTo>
                      <a:pt x="475" y="132"/>
                    </a:lnTo>
                    <a:lnTo>
                      <a:pt x="475" y="132"/>
                    </a:lnTo>
                    <a:lnTo>
                      <a:pt x="467" y="132"/>
                    </a:lnTo>
                    <a:lnTo>
                      <a:pt x="458" y="132"/>
                    </a:lnTo>
                    <a:lnTo>
                      <a:pt x="458" y="124"/>
                    </a:lnTo>
                    <a:lnTo>
                      <a:pt x="449" y="124"/>
                    </a:lnTo>
                    <a:lnTo>
                      <a:pt x="458" y="132"/>
                    </a:lnTo>
                    <a:lnTo>
                      <a:pt x="467" y="141"/>
                    </a:lnTo>
                    <a:lnTo>
                      <a:pt x="475" y="141"/>
                    </a:lnTo>
                    <a:lnTo>
                      <a:pt x="484" y="132"/>
                    </a:lnTo>
                    <a:lnTo>
                      <a:pt x="493" y="132"/>
                    </a:lnTo>
                    <a:lnTo>
                      <a:pt x="484" y="132"/>
                    </a:lnTo>
                    <a:lnTo>
                      <a:pt x="493" y="132"/>
                    </a:lnTo>
                    <a:lnTo>
                      <a:pt x="493" y="124"/>
                    </a:lnTo>
                    <a:lnTo>
                      <a:pt x="493" y="124"/>
                    </a:lnTo>
                    <a:lnTo>
                      <a:pt x="493" y="124"/>
                    </a:lnTo>
                    <a:lnTo>
                      <a:pt x="493" y="132"/>
                    </a:lnTo>
                    <a:lnTo>
                      <a:pt x="502" y="132"/>
                    </a:lnTo>
                    <a:lnTo>
                      <a:pt x="502" y="124"/>
                    </a:lnTo>
                    <a:lnTo>
                      <a:pt x="502" y="124"/>
                    </a:lnTo>
                    <a:lnTo>
                      <a:pt x="502" y="132"/>
                    </a:lnTo>
                    <a:lnTo>
                      <a:pt x="502" y="132"/>
                    </a:lnTo>
                    <a:lnTo>
                      <a:pt x="502" y="141"/>
                    </a:lnTo>
                    <a:lnTo>
                      <a:pt x="493" y="150"/>
                    </a:lnTo>
                    <a:lnTo>
                      <a:pt x="493" y="150"/>
                    </a:lnTo>
                    <a:lnTo>
                      <a:pt x="484" y="150"/>
                    </a:lnTo>
                    <a:lnTo>
                      <a:pt x="484" y="150"/>
                    </a:lnTo>
                    <a:lnTo>
                      <a:pt x="484" y="150"/>
                    </a:lnTo>
                    <a:lnTo>
                      <a:pt x="475" y="150"/>
                    </a:lnTo>
                    <a:lnTo>
                      <a:pt x="475" y="150"/>
                    </a:lnTo>
                    <a:lnTo>
                      <a:pt x="475" y="150"/>
                    </a:lnTo>
                    <a:lnTo>
                      <a:pt x="458" y="159"/>
                    </a:lnTo>
                    <a:lnTo>
                      <a:pt x="458" y="159"/>
                    </a:lnTo>
                    <a:lnTo>
                      <a:pt x="449" y="168"/>
                    </a:lnTo>
                    <a:lnTo>
                      <a:pt x="449" y="177"/>
                    </a:lnTo>
                    <a:lnTo>
                      <a:pt x="449" y="177"/>
                    </a:lnTo>
                    <a:lnTo>
                      <a:pt x="440" y="168"/>
                    </a:lnTo>
                    <a:lnTo>
                      <a:pt x="440" y="168"/>
                    </a:lnTo>
                    <a:lnTo>
                      <a:pt x="440" y="168"/>
                    </a:lnTo>
                    <a:lnTo>
                      <a:pt x="440" y="168"/>
                    </a:lnTo>
                    <a:lnTo>
                      <a:pt x="440" y="177"/>
                    </a:lnTo>
                    <a:lnTo>
                      <a:pt x="440" y="177"/>
                    </a:lnTo>
                    <a:lnTo>
                      <a:pt x="431" y="185"/>
                    </a:lnTo>
                    <a:lnTo>
                      <a:pt x="423" y="194"/>
                    </a:lnTo>
                    <a:lnTo>
                      <a:pt x="423" y="212"/>
                    </a:lnTo>
                    <a:lnTo>
                      <a:pt x="423" y="212"/>
                    </a:lnTo>
                    <a:lnTo>
                      <a:pt x="423" y="230"/>
                    </a:lnTo>
                    <a:lnTo>
                      <a:pt x="414" y="212"/>
                    </a:lnTo>
                    <a:lnTo>
                      <a:pt x="414" y="212"/>
                    </a:lnTo>
                    <a:lnTo>
                      <a:pt x="414" y="212"/>
                    </a:lnTo>
                    <a:lnTo>
                      <a:pt x="414" y="221"/>
                    </a:lnTo>
                    <a:lnTo>
                      <a:pt x="414" y="230"/>
                    </a:lnTo>
                    <a:lnTo>
                      <a:pt x="414" y="238"/>
                    </a:lnTo>
                    <a:lnTo>
                      <a:pt x="405" y="238"/>
                    </a:lnTo>
                    <a:lnTo>
                      <a:pt x="387" y="238"/>
                    </a:lnTo>
                    <a:lnTo>
                      <a:pt x="379" y="238"/>
                    </a:lnTo>
                    <a:lnTo>
                      <a:pt x="379" y="238"/>
                    </a:lnTo>
                    <a:lnTo>
                      <a:pt x="379" y="238"/>
                    </a:lnTo>
                    <a:lnTo>
                      <a:pt x="291" y="185"/>
                    </a:lnTo>
                    <a:lnTo>
                      <a:pt x="220" y="194"/>
                    </a:lnTo>
                    <a:lnTo>
                      <a:pt x="220" y="194"/>
                    </a:lnTo>
                    <a:lnTo>
                      <a:pt x="220" y="185"/>
                    </a:lnTo>
                    <a:lnTo>
                      <a:pt x="220" y="185"/>
                    </a:lnTo>
                    <a:lnTo>
                      <a:pt x="212" y="177"/>
                    </a:lnTo>
                    <a:lnTo>
                      <a:pt x="212" y="177"/>
                    </a:lnTo>
                    <a:lnTo>
                      <a:pt x="203" y="168"/>
                    </a:lnTo>
                    <a:lnTo>
                      <a:pt x="185" y="177"/>
                    </a:lnTo>
                    <a:lnTo>
                      <a:pt x="124" y="177"/>
                    </a:lnTo>
                    <a:lnTo>
                      <a:pt x="124" y="185"/>
                    </a:lnTo>
                    <a:lnTo>
                      <a:pt x="115" y="185"/>
                    </a:lnTo>
                    <a:lnTo>
                      <a:pt x="106" y="185"/>
                    </a:lnTo>
                    <a:lnTo>
                      <a:pt x="97" y="194"/>
                    </a:lnTo>
                    <a:lnTo>
                      <a:pt x="88" y="194"/>
                    </a:lnTo>
                    <a:lnTo>
                      <a:pt x="80" y="203"/>
                    </a:lnTo>
                    <a:lnTo>
                      <a:pt x="0" y="212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" name="Freeform 66"/>
              <p:cNvSpPr>
                <a:spLocks/>
              </p:cNvSpPr>
              <p:nvPr/>
            </p:nvSpPr>
            <p:spPr bwMode="auto">
              <a:xfrm>
                <a:off x="4057781" y="2923958"/>
                <a:ext cx="708382" cy="319308"/>
              </a:xfrm>
              <a:custGeom>
                <a:avLst/>
                <a:gdLst/>
                <a:ahLst/>
                <a:cxnLst>
                  <a:cxn ang="0">
                    <a:pos x="9" y="185"/>
                  </a:cxn>
                  <a:cxn ang="0">
                    <a:pos x="27" y="168"/>
                  </a:cxn>
                  <a:cxn ang="0">
                    <a:pos x="71" y="141"/>
                  </a:cxn>
                  <a:cxn ang="0">
                    <a:pos x="80" y="124"/>
                  </a:cxn>
                  <a:cxn ang="0">
                    <a:pos x="97" y="124"/>
                  </a:cxn>
                  <a:cxn ang="0">
                    <a:pos x="115" y="106"/>
                  </a:cxn>
                  <a:cxn ang="0">
                    <a:pos x="132" y="88"/>
                  </a:cxn>
                  <a:cxn ang="0">
                    <a:pos x="141" y="70"/>
                  </a:cxn>
                  <a:cxn ang="0">
                    <a:pos x="229" y="53"/>
                  </a:cxn>
                  <a:cxn ang="0">
                    <a:pos x="493" y="9"/>
                  </a:cxn>
                  <a:cxn ang="0">
                    <a:pos x="511" y="26"/>
                  </a:cxn>
                  <a:cxn ang="0">
                    <a:pos x="502" y="26"/>
                  </a:cxn>
                  <a:cxn ang="0">
                    <a:pos x="484" y="26"/>
                  </a:cxn>
                  <a:cxn ang="0">
                    <a:pos x="493" y="35"/>
                  </a:cxn>
                  <a:cxn ang="0">
                    <a:pos x="475" y="35"/>
                  </a:cxn>
                  <a:cxn ang="0">
                    <a:pos x="458" y="53"/>
                  </a:cxn>
                  <a:cxn ang="0">
                    <a:pos x="458" y="35"/>
                  </a:cxn>
                  <a:cxn ang="0">
                    <a:pos x="458" y="44"/>
                  </a:cxn>
                  <a:cxn ang="0">
                    <a:pos x="467" y="53"/>
                  </a:cxn>
                  <a:cxn ang="0">
                    <a:pos x="493" y="53"/>
                  </a:cxn>
                  <a:cxn ang="0">
                    <a:pos x="502" y="62"/>
                  </a:cxn>
                  <a:cxn ang="0">
                    <a:pos x="502" y="70"/>
                  </a:cxn>
                  <a:cxn ang="0">
                    <a:pos x="519" y="53"/>
                  </a:cxn>
                  <a:cxn ang="0">
                    <a:pos x="528" y="53"/>
                  </a:cxn>
                  <a:cxn ang="0">
                    <a:pos x="519" y="70"/>
                  </a:cxn>
                  <a:cxn ang="0">
                    <a:pos x="493" y="97"/>
                  </a:cxn>
                  <a:cxn ang="0">
                    <a:pos x="484" y="97"/>
                  </a:cxn>
                  <a:cxn ang="0">
                    <a:pos x="475" y="88"/>
                  </a:cxn>
                  <a:cxn ang="0">
                    <a:pos x="458" y="97"/>
                  </a:cxn>
                  <a:cxn ang="0">
                    <a:pos x="475" y="106"/>
                  </a:cxn>
                  <a:cxn ang="0">
                    <a:pos x="484" y="115"/>
                  </a:cxn>
                  <a:cxn ang="0">
                    <a:pos x="475" y="132"/>
                  </a:cxn>
                  <a:cxn ang="0">
                    <a:pos x="458" y="124"/>
                  </a:cxn>
                  <a:cxn ang="0">
                    <a:pos x="475" y="141"/>
                  </a:cxn>
                  <a:cxn ang="0">
                    <a:pos x="493" y="132"/>
                  </a:cxn>
                  <a:cxn ang="0">
                    <a:pos x="493" y="132"/>
                  </a:cxn>
                  <a:cxn ang="0">
                    <a:pos x="502" y="132"/>
                  </a:cxn>
                  <a:cxn ang="0">
                    <a:pos x="493" y="150"/>
                  </a:cxn>
                  <a:cxn ang="0">
                    <a:pos x="475" y="150"/>
                  </a:cxn>
                  <a:cxn ang="0">
                    <a:pos x="458" y="159"/>
                  </a:cxn>
                  <a:cxn ang="0">
                    <a:pos x="440" y="168"/>
                  </a:cxn>
                  <a:cxn ang="0">
                    <a:pos x="440" y="177"/>
                  </a:cxn>
                  <a:cxn ang="0">
                    <a:pos x="423" y="212"/>
                  </a:cxn>
                  <a:cxn ang="0">
                    <a:pos x="414" y="212"/>
                  </a:cxn>
                  <a:cxn ang="0">
                    <a:pos x="414" y="238"/>
                  </a:cxn>
                  <a:cxn ang="0">
                    <a:pos x="379" y="238"/>
                  </a:cxn>
                  <a:cxn ang="0">
                    <a:pos x="220" y="194"/>
                  </a:cxn>
                  <a:cxn ang="0">
                    <a:pos x="212" y="177"/>
                  </a:cxn>
                  <a:cxn ang="0">
                    <a:pos x="124" y="185"/>
                  </a:cxn>
                  <a:cxn ang="0">
                    <a:pos x="88" y="194"/>
                  </a:cxn>
                </a:cxnLst>
                <a:rect l="0" t="0" r="r" b="b"/>
                <a:pathLst>
                  <a:path w="528" h="238">
                    <a:moveTo>
                      <a:pt x="0" y="212"/>
                    </a:moveTo>
                    <a:lnTo>
                      <a:pt x="0" y="194"/>
                    </a:lnTo>
                    <a:lnTo>
                      <a:pt x="9" y="194"/>
                    </a:lnTo>
                    <a:lnTo>
                      <a:pt x="9" y="185"/>
                    </a:lnTo>
                    <a:lnTo>
                      <a:pt x="18" y="177"/>
                    </a:lnTo>
                    <a:lnTo>
                      <a:pt x="18" y="177"/>
                    </a:lnTo>
                    <a:lnTo>
                      <a:pt x="18" y="168"/>
                    </a:lnTo>
                    <a:lnTo>
                      <a:pt x="27" y="168"/>
                    </a:lnTo>
                    <a:lnTo>
                      <a:pt x="44" y="168"/>
                    </a:lnTo>
                    <a:lnTo>
                      <a:pt x="44" y="159"/>
                    </a:lnTo>
                    <a:lnTo>
                      <a:pt x="62" y="150"/>
                    </a:lnTo>
                    <a:lnTo>
                      <a:pt x="71" y="141"/>
                    </a:lnTo>
                    <a:lnTo>
                      <a:pt x="71" y="141"/>
                    </a:lnTo>
                    <a:lnTo>
                      <a:pt x="80" y="132"/>
                    </a:lnTo>
                    <a:lnTo>
                      <a:pt x="80" y="124"/>
                    </a:lnTo>
                    <a:lnTo>
                      <a:pt x="80" y="124"/>
                    </a:lnTo>
                    <a:lnTo>
                      <a:pt x="88" y="124"/>
                    </a:lnTo>
                    <a:lnTo>
                      <a:pt x="88" y="124"/>
                    </a:lnTo>
                    <a:lnTo>
                      <a:pt x="88" y="115"/>
                    </a:lnTo>
                    <a:lnTo>
                      <a:pt x="97" y="124"/>
                    </a:lnTo>
                    <a:lnTo>
                      <a:pt x="97" y="124"/>
                    </a:lnTo>
                    <a:lnTo>
                      <a:pt x="106" y="115"/>
                    </a:lnTo>
                    <a:lnTo>
                      <a:pt x="106" y="115"/>
                    </a:lnTo>
                    <a:lnTo>
                      <a:pt x="115" y="106"/>
                    </a:lnTo>
                    <a:lnTo>
                      <a:pt x="124" y="106"/>
                    </a:lnTo>
                    <a:lnTo>
                      <a:pt x="124" y="106"/>
                    </a:lnTo>
                    <a:lnTo>
                      <a:pt x="132" y="106"/>
                    </a:lnTo>
                    <a:lnTo>
                      <a:pt x="132" y="88"/>
                    </a:lnTo>
                    <a:lnTo>
                      <a:pt x="141" y="88"/>
                    </a:lnTo>
                    <a:lnTo>
                      <a:pt x="141" y="88"/>
                    </a:lnTo>
                    <a:lnTo>
                      <a:pt x="141" y="79"/>
                    </a:lnTo>
                    <a:lnTo>
                      <a:pt x="141" y="70"/>
                    </a:lnTo>
                    <a:lnTo>
                      <a:pt x="150" y="62"/>
                    </a:lnTo>
                    <a:lnTo>
                      <a:pt x="159" y="62"/>
                    </a:lnTo>
                    <a:lnTo>
                      <a:pt x="176" y="62"/>
                    </a:lnTo>
                    <a:lnTo>
                      <a:pt x="229" y="53"/>
                    </a:lnTo>
                    <a:lnTo>
                      <a:pt x="361" y="26"/>
                    </a:lnTo>
                    <a:lnTo>
                      <a:pt x="431" y="17"/>
                    </a:lnTo>
                    <a:lnTo>
                      <a:pt x="493" y="0"/>
                    </a:lnTo>
                    <a:lnTo>
                      <a:pt x="493" y="9"/>
                    </a:lnTo>
                    <a:lnTo>
                      <a:pt x="502" y="9"/>
                    </a:lnTo>
                    <a:lnTo>
                      <a:pt x="502" y="9"/>
                    </a:lnTo>
                    <a:lnTo>
                      <a:pt x="502" y="17"/>
                    </a:lnTo>
                    <a:lnTo>
                      <a:pt x="511" y="26"/>
                    </a:lnTo>
                    <a:lnTo>
                      <a:pt x="511" y="35"/>
                    </a:lnTo>
                    <a:lnTo>
                      <a:pt x="511" y="26"/>
                    </a:lnTo>
                    <a:lnTo>
                      <a:pt x="502" y="17"/>
                    </a:lnTo>
                    <a:lnTo>
                      <a:pt x="502" y="26"/>
                    </a:lnTo>
                    <a:lnTo>
                      <a:pt x="511" y="26"/>
                    </a:lnTo>
                    <a:lnTo>
                      <a:pt x="502" y="26"/>
                    </a:lnTo>
                    <a:lnTo>
                      <a:pt x="493" y="26"/>
                    </a:lnTo>
                    <a:lnTo>
                      <a:pt x="484" y="26"/>
                    </a:lnTo>
                    <a:lnTo>
                      <a:pt x="493" y="26"/>
                    </a:lnTo>
                    <a:lnTo>
                      <a:pt x="493" y="26"/>
                    </a:lnTo>
                    <a:lnTo>
                      <a:pt x="493" y="35"/>
                    </a:lnTo>
                    <a:lnTo>
                      <a:pt x="493" y="35"/>
                    </a:lnTo>
                    <a:lnTo>
                      <a:pt x="484" y="35"/>
                    </a:lnTo>
                    <a:lnTo>
                      <a:pt x="493" y="35"/>
                    </a:lnTo>
                    <a:lnTo>
                      <a:pt x="484" y="35"/>
                    </a:lnTo>
                    <a:lnTo>
                      <a:pt x="475" y="35"/>
                    </a:lnTo>
                    <a:lnTo>
                      <a:pt x="484" y="44"/>
                    </a:lnTo>
                    <a:lnTo>
                      <a:pt x="475" y="53"/>
                    </a:lnTo>
                    <a:lnTo>
                      <a:pt x="467" y="53"/>
                    </a:lnTo>
                    <a:lnTo>
                      <a:pt x="458" y="53"/>
                    </a:lnTo>
                    <a:lnTo>
                      <a:pt x="458" y="35"/>
                    </a:lnTo>
                    <a:lnTo>
                      <a:pt x="458" y="35"/>
                    </a:lnTo>
                    <a:lnTo>
                      <a:pt x="458" y="35"/>
                    </a:lnTo>
                    <a:lnTo>
                      <a:pt x="458" y="35"/>
                    </a:lnTo>
                    <a:lnTo>
                      <a:pt x="458" y="26"/>
                    </a:lnTo>
                    <a:lnTo>
                      <a:pt x="458" y="35"/>
                    </a:lnTo>
                    <a:lnTo>
                      <a:pt x="458" y="35"/>
                    </a:lnTo>
                    <a:lnTo>
                      <a:pt x="458" y="44"/>
                    </a:lnTo>
                    <a:lnTo>
                      <a:pt x="458" y="44"/>
                    </a:lnTo>
                    <a:lnTo>
                      <a:pt x="467" y="53"/>
                    </a:lnTo>
                    <a:lnTo>
                      <a:pt x="467" y="62"/>
                    </a:lnTo>
                    <a:lnTo>
                      <a:pt x="467" y="53"/>
                    </a:lnTo>
                    <a:lnTo>
                      <a:pt x="475" y="53"/>
                    </a:lnTo>
                    <a:lnTo>
                      <a:pt x="475" y="53"/>
                    </a:lnTo>
                    <a:lnTo>
                      <a:pt x="493" y="53"/>
                    </a:lnTo>
                    <a:lnTo>
                      <a:pt x="493" y="53"/>
                    </a:lnTo>
                    <a:lnTo>
                      <a:pt x="502" y="44"/>
                    </a:lnTo>
                    <a:lnTo>
                      <a:pt x="502" y="44"/>
                    </a:lnTo>
                    <a:lnTo>
                      <a:pt x="502" y="53"/>
                    </a:lnTo>
                    <a:lnTo>
                      <a:pt x="502" y="62"/>
                    </a:lnTo>
                    <a:lnTo>
                      <a:pt x="502" y="62"/>
                    </a:lnTo>
                    <a:lnTo>
                      <a:pt x="511" y="62"/>
                    </a:lnTo>
                    <a:lnTo>
                      <a:pt x="502" y="70"/>
                    </a:lnTo>
                    <a:lnTo>
                      <a:pt x="502" y="70"/>
                    </a:lnTo>
                    <a:lnTo>
                      <a:pt x="511" y="70"/>
                    </a:lnTo>
                    <a:lnTo>
                      <a:pt x="511" y="53"/>
                    </a:lnTo>
                    <a:lnTo>
                      <a:pt x="511" y="53"/>
                    </a:lnTo>
                    <a:lnTo>
                      <a:pt x="519" y="53"/>
                    </a:lnTo>
                    <a:lnTo>
                      <a:pt x="519" y="44"/>
                    </a:lnTo>
                    <a:lnTo>
                      <a:pt x="519" y="44"/>
                    </a:lnTo>
                    <a:lnTo>
                      <a:pt x="519" y="53"/>
                    </a:lnTo>
                    <a:lnTo>
                      <a:pt x="528" y="53"/>
                    </a:lnTo>
                    <a:lnTo>
                      <a:pt x="528" y="62"/>
                    </a:lnTo>
                    <a:lnTo>
                      <a:pt x="528" y="70"/>
                    </a:lnTo>
                    <a:lnTo>
                      <a:pt x="519" y="70"/>
                    </a:lnTo>
                    <a:lnTo>
                      <a:pt x="519" y="70"/>
                    </a:lnTo>
                    <a:lnTo>
                      <a:pt x="519" y="79"/>
                    </a:lnTo>
                    <a:lnTo>
                      <a:pt x="511" y="88"/>
                    </a:lnTo>
                    <a:lnTo>
                      <a:pt x="511" y="97"/>
                    </a:lnTo>
                    <a:lnTo>
                      <a:pt x="493" y="97"/>
                    </a:lnTo>
                    <a:lnTo>
                      <a:pt x="493" y="97"/>
                    </a:lnTo>
                    <a:lnTo>
                      <a:pt x="484" y="88"/>
                    </a:lnTo>
                    <a:lnTo>
                      <a:pt x="484" y="97"/>
                    </a:lnTo>
                    <a:lnTo>
                      <a:pt x="484" y="97"/>
                    </a:lnTo>
                    <a:lnTo>
                      <a:pt x="475" y="88"/>
                    </a:lnTo>
                    <a:lnTo>
                      <a:pt x="484" y="88"/>
                    </a:lnTo>
                    <a:lnTo>
                      <a:pt x="475" y="88"/>
                    </a:lnTo>
                    <a:lnTo>
                      <a:pt x="475" y="88"/>
                    </a:lnTo>
                    <a:lnTo>
                      <a:pt x="475" y="97"/>
                    </a:lnTo>
                    <a:lnTo>
                      <a:pt x="475" y="97"/>
                    </a:lnTo>
                    <a:lnTo>
                      <a:pt x="467" y="97"/>
                    </a:lnTo>
                    <a:lnTo>
                      <a:pt x="458" y="97"/>
                    </a:lnTo>
                    <a:lnTo>
                      <a:pt x="449" y="97"/>
                    </a:lnTo>
                    <a:lnTo>
                      <a:pt x="449" y="97"/>
                    </a:lnTo>
                    <a:lnTo>
                      <a:pt x="449" y="97"/>
                    </a:lnTo>
                    <a:lnTo>
                      <a:pt x="475" y="106"/>
                    </a:lnTo>
                    <a:lnTo>
                      <a:pt x="475" y="106"/>
                    </a:lnTo>
                    <a:lnTo>
                      <a:pt x="484" y="106"/>
                    </a:lnTo>
                    <a:lnTo>
                      <a:pt x="484" y="115"/>
                    </a:lnTo>
                    <a:lnTo>
                      <a:pt x="484" y="115"/>
                    </a:lnTo>
                    <a:lnTo>
                      <a:pt x="475" y="115"/>
                    </a:lnTo>
                    <a:lnTo>
                      <a:pt x="484" y="115"/>
                    </a:lnTo>
                    <a:lnTo>
                      <a:pt x="484" y="124"/>
                    </a:lnTo>
                    <a:lnTo>
                      <a:pt x="475" y="132"/>
                    </a:lnTo>
                    <a:lnTo>
                      <a:pt x="475" y="132"/>
                    </a:lnTo>
                    <a:lnTo>
                      <a:pt x="467" y="132"/>
                    </a:lnTo>
                    <a:lnTo>
                      <a:pt x="458" y="132"/>
                    </a:lnTo>
                    <a:lnTo>
                      <a:pt x="458" y="124"/>
                    </a:lnTo>
                    <a:lnTo>
                      <a:pt x="449" y="124"/>
                    </a:lnTo>
                    <a:lnTo>
                      <a:pt x="458" y="132"/>
                    </a:lnTo>
                    <a:lnTo>
                      <a:pt x="467" y="141"/>
                    </a:lnTo>
                    <a:lnTo>
                      <a:pt x="475" y="141"/>
                    </a:lnTo>
                    <a:lnTo>
                      <a:pt x="484" y="132"/>
                    </a:lnTo>
                    <a:lnTo>
                      <a:pt x="493" y="132"/>
                    </a:lnTo>
                    <a:lnTo>
                      <a:pt x="484" y="132"/>
                    </a:lnTo>
                    <a:lnTo>
                      <a:pt x="493" y="132"/>
                    </a:lnTo>
                    <a:lnTo>
                      <a:pt x="493" y="124"/>
                    </a:lnTo>
                    <a:lnTo>
                      <a:pt x="493" y="124"/>
                    </a:lnTo>
                    <a:lnTo>
                      <a:pt x="493" y="124"/>
                    </a:lnTo>
                    <a:lnTo>
                      <a:pt x="493" y="132"/>
                    </a:lnTo>
                    <a:lnTo>
                      <a:pt x="502" y="132"/>
                    </a:lnTo>
                    <a:lnTo>
                      <a:pt x="502" y="124"/>
                    </a:lnTo>
                    <a:lnTo>
                      <a:pt x="502" y="124"/>
                    </a:lnTo>
                    <a:lnTo>
                      <a:pt x="502" y="132"/>
                    </a:lnTo>
                    <a:lnTo>
                      <a:pt x="502" y="132"/>
                    </a:lnTo>
                    <a:lnTo>
                      <a:pt x="502" y="141"/>
                    </a:lnTo>
                    <a:lnTo>
                      <a:pt x="493" y="150"/>
                    </a:lnTo>
                    <a:lnTo>
                      <a:pt x="493" y="150"/>
                    </a:lnTo>
                    <a:lnTo>
                      <a:pt x="484" y="150"/>
                    </a:lnTo>
                    <a:lnTo>
                      <a:pt x="484" y="150"/>
                    </a:lnTo>
                    <a:lnTo>
                      <a:pt x="484" y="150"/>
                    </a:lnTo>
                    <a:lnTo>
                      <a:pt x="475" y="150"/>
                    </a:lnTo>
                    <a:lnTo>
                      <a:pt x="475" y="150"/>
                    </a:lnTo>
                    <a:lnTo>
                      <a:pt x="475" y="150"/>
                    </a:lnTo>
                    <a:lnTo>
                      <a:pt x="458" y="159"/>
                    </a:lnTo>
                    <a:lnTo>
                      <a:pt x="458" y="159"/>
                    </a:lnTo>
                    <a:lnTo>
                      <a:pt x="449" y="168"/>
                    </a:lnTo>
                    <a:lnTo>
                      <a:pt x="449" y="177"/>
                    </a:lnTo>
                    <a:lnTo>
                      <a:pt x="449" y="177"/>
                    </a:lnTo>
                    <a:lnTo>
                      <a:pt x="440" y="168"/>
                    </a:lnTo>
                    <a:lnTo>
                      <a:pt x="440" y="168"/>
                    </a:lnTo>
                    <a:lnTo>
                      <a:pt x="440" y="168"/>
                    </a:lnTo>
                    <a:lnTo>
                      <a:pt x="440" y="168"/>
                    </a:lnTo>
                    <a:lnTo>
                      <a:pt x="440" y="177"/>
                    </a:lnTo>
                    <a:lnTo>
                      <a:pt x="440" y="177"/>
                    </a:lnTo>
                    <a:lnTo>
                      <a:pt x="431" y="185"/>
                    </a:lnTo>
                    <a:lnTo>
                      <a:pt x="423" y="194"/>
                    </a:lnTo>
                    <a:lnTo>
                      <a:pt x="423" y="212"/>
                    </a:lnTo>
                    <a:lnTo>
                      <a:pt x="423" y="212"/>
                    </a:lnTo>
                    <a:lnTo>
                      <a:pt x="423" y="230"/>
                    </a:lnTo>
                    <a:lnTo>
                      <a:pt x="414" y="212"/>
                    </a:lnTo>
                    <a:lnTo>
                      <a:pt x="414" y="212"/>
                    </a:lnTo>
                    <a:lnTo>
                      <a:pt x="414" y="212"/>
                    </a:lnTo>
                    <a:lnTo>
                      <a:pt x="414" y="221"/>
                    </a:lnTo>
                    <a:lnTo>
                      <a:pt x="414" y="230"/>
                    </a:lnTo>
                    <a:lnTo>
                      <a:pt x="414" y="238"/>
                    </a:lnTo>
                    <a:lnTo>
                      <a:pt x="405" y="238"/>
                    </a:lnTo>
                    <a:lnTo>
                      <a:pt x="387" y="238"/>
                    </a:lnTo>
                    <a:lnTo>
                      <a:pt x="379" y="238"/>
                    </a:lnTo>
                    <a:lnTo>
                      <a:pt x="379" y="238"/>
                    </a:lnTo>
                    <a:lnTo>
                      <a:pt x="379" y="238"/>
                    </a:lnTo>
                    <a:lnTo>
                      <a:pt x="291" y="185"/>
                    </a:lnTo>
                    <a:lnTo>
                      <a:pt x="220" y="194"/>
                    </a:lnTo>
                    <a:lnTo>
                      <a:pt x="220" y="194"/>
                    </a:lnTo>
                    <a:lnTo>
                      <a:pt x="220" y="185"/>
                    </a:lnTo>
                    <a:lnTo>
                      <a:pt x="220" y="185"/>
                    </a:lnTo>
                    <a:lnTo>
                      <a:pt x="212" y="177"/>
                    </a:lnTo>
                    <a:lnTo>
                      <a:pt x="212" y="177"/>
                    </a:lnTo>
                    <a:lnTo>
                      <a:pt x="203" y="168"/>
                    </a:lnTo>
                    <a:lnTo>
                      <a:pt x="185" y="177"/>
                    </a:lnTo>
                    <a:lnTo>
                      <a:pt x="124" y="177"/>
                    </a:lnTo>
                    <a:lnTo>
                      <a:pt x="124" y="185"/>
                    </a:lnTo>
                    <a:lnTo>
                      <a:pt x="115" y="185"/>
                    </a:lnTo>
                    <a:lnTo>
                      <a:pt x="106" y="185"/>
                    </a:lnTo>
                    <a:lnTo>
                      <a:pt x="97" y="194"/>
                    </a:lnTo>
                    <a:lnTo>
                      <a:pt x="88" y="194"/>
                    </a:lnTo>
                    <a:lnTo>
                      <a:pt x="80" y="203"/>
                    </a:lnTo>
                    <a:lnTo>
                      <a:pt x="0" y="212"/>
                    </a:lnTo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" name="Freeform 67"/>
              <p:cNvSpPr>
                <a:spLocks/>
              </p:cNvSpPr>
              <p:nvPr/>
            </p:nvSpPr>
            <p:spPr bwMode="auto">
              <a:xfrm>
                <a:off x="4731280" y="2923958"/>
                <a:ext cx="46958" cy="7110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9" y="17"/>
                  </a:cxn>
                  <a:cxn ang="0">
                    <a:pos x="17" y="26"/>
                  </a:cxn>
                  <a:cxn ang="0">
                    <a:pos x="35" y="44"/>
                  </a:cxn>
                  <a:cxn ang="0">
                    <a:pos x="35" y="53"/>
                  </a:cxn>
                  <a:cxn ang="0">
                    <a:pos x="35" y="53"/>
                  </a:cxn>
                  <a:cxn ang="0">
                    <a:pos x="26" y="44"/>
                  </a:cxn>
                  <a:cxn ang="0">
                    <a:pos x="26" y="44"/>
                  </a:cxn>
                  <a:cxn ang="0">
                    <a:pos x="17" y="44"/>
                  </a:cxn>
                  <a:cxn ang="0">
                    <a:pos x="26" y="35"/>
                  </a:cxn>
                  <a:cxn ang="0">
                    <a:pos x="17" y="35"/>
                  </a:cxn>
                  <a:cxn ang="0">
                    <a:pos x="17" y="26"/>
                  </a:cxn>
                  <a:cxn ang="0">
                    <a:pos x="9" y="17"/>
                  </a:cxn>
                  <a:cxn ang="0">
                    <a:pos x="0" y="0"/>
                  </a:cxn>
                </a:cxnLst>
                <a:rect l="0" t="0" r="r" b="b"/>
                <a:pathLst>
                  <a:path w="35" h="53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9" y="17"/>
                    </a:lnTo>
                    <a:lnTo>
                      <a:pt x="17" y="26"/>
                    </a:lnTo>
                    <a:lnTo>
                      <a:pt x="35" y="44"/>
                    </a:lnTo>
                    <a:lnTo>
                      <a:pt x="35" y="53"/>
                    </a:lnTo>
                    <a:lnTo>
                      <a:pt x="35" y="53"/>
                    </a:lnTo>
                    <a:lnTo>
                      <a:pt x="26" y="44"/>
                    </a:lnTo>
                    <a:lnTo>
                      <a:pt x="26" y="44"/>
                    </a:lnTo>
                    <a:lnTo>
                      <a:pt x="17" y="44"/>
                    </a:lnTo>
                    <a:lnTo>
                      <a:pt x="26" y="35"/>
                    </a:lnTo>
                    <a:lnTo>
                      <a:pt x="17" y="35"/>
                    </a:lnTo>
                    <a:lnTo>
                      <a:pt x="17" y="26"/>
                    </a:lnTo>
                    <a:lnTo>
                      <a:pt x="9" y="1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" name="Freeform 68"/>
              <p:cNvSpPr>
                <a:spLocks/>
              </p:cNvSpPr>
              <p:nvPr/>
            </p:nvSpPr>
            <p:spPr bwMode="auto">
              <a:xfrm>
                <a:off x="4731280" y="2923958"/>
                <a:ext cx="46958" cy="7110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9" y="17"/>
                  </a:cxn>
                  <a:cxn ang="0">
                    <a:pos x="17" y="26"/>
                  </a:cxn>
                  <a:cxn ang="0">
                    <a:pos x="35" y="44"/>
                  </a:cxn>
                  <a:cxn ang="0">
                    <a:pos x="35" y="53"/>
                  </a:cxn>
                  <a:cxn ang="0">
                    <a:pos x="35" y="53"/>
                  </a:cxn>
                  <a:cxn ang="0">
                    <a:pos x="26" y="44"/>
                  </a:cxn>
                  <a:cxn ang="0">
                    <a:pos x="26" y="44"/>
                  </a:cxn>
                  <a:cxn ang="0">
                    <a:pos x="17" y="44"/>
                  </a:cxn>
                  <a:cxn ang="0">
                    <a:pos x="26" y="35"/>
                  </a:cxn>
                  <a:cxn ang="0">
                    <a:pos x="17" y="35"/>
                  </a:cxn>
                  <a:cxn ang="0">
                    <a:pos x="17" y="26"/>
                  </a:cxn>
                  <a:cxn ang="0">
                    <a:pos x="9" y="17"/>
                  </a:cxn>
                  <a:cxn ang="0">
                    <a:pos x="0" y="0"/>
                  </a:cxn>
                </a:cxnLst>
                <a:rect l="0" t="0" r="r" b="b"/>
                <a:pathLst>
                  <a:path w="35" h="53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9" y="17"/>
                    </a:lnTo>
                    <a:lnTo>
                      <a:pt x="17" y="26"/>
                    </a:lnTo>
                    <a:lnTo>
                      <a:pt x="35" y="44"/>
                    </a:lnTo>
                    <a:lnTo>
                      <a:pt x="35" y="53"/>
                    </a:lnTo>
                    <a:lnTo>
                      <a:pt x="35" y="53"/>
                    </a:lnTo>
                    <a:lnTo>
                      <a:pt x="26" y="44"/>
                    </a:lnTo>
                    <a:lnTo>
                      <a:pt x="26" y="44"/>
                    </a:lnTo>
                    <a:lnTo>
                      <a:pt x="17" y="44"/>
                    </a:lnTo>
                    <a:lnTo>
                      <a:pt x="26" y="35"/>
                    </a:lnTo>
                    <a:lnTo>
                      <a:pt x="17" y="35"/>
                    </a:lnTo>
                    <a:lnTo>
                      <a:pt x="17" y="26"/>
                    </a:lnTo>
                    <a:lnTo>
                      <a:pt x="9" y="17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" name="Freeform 69"/>
              <p:cNvSpPr>
                <a:spLocks/>
              </p:cNvSpPr>
              <p:nvPr/>
            </p:nvSpPr>
            <p:spPr bwMode="auto">
              <a:xfrm>
                <a:off x="4636025" y="3161427"/>
                <a:ext cx="24149" cy="22808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0" y="8"/>
                  </a:cxn>
                  <a:cxn ang="0">
                    <a:pos x="0" y="17"/>
                  </a:cxn>
                  <a:cxn ang="0">
                    <a:pos x="0" y="8"/>
                  </a:cxn>
                  <a:cxn ang="0">
                    <a:pos x="9" y="8"/>
                  </a:cxn>
                  <a:cxn ang="0">
                    <a:pos x="9" y="0"/>
                  </a:cxn>
                  <a:cxn ang="0">
                    <a:pos x="18" y="0"/>
                  </a:cxn>
                </a:cxnLst>
                <a:rect l="0" t="0" r="r" b="b"/>
                <a:pathLst>
                  <a:path w="18" h="17">
                    <a:moveTo>
                      <a:pt x="18" y="0"/>
                    </a:moveTo>
                    <a:lnTo>
                      <a:pt x="0" y="8"/>
                    </a:lnTo>
                    <a:lnTo>
                      <a:pt x="0" y="17"/>
                    </a:lnTo>
                    <a:lnTo>
                      <a:pt x="0" y="8"/>
                    </a:lnTo>
                    <a:lnTo>
                      <a:pt x="9" y="8"/>
                    </a:lnTo>
                    <a:lnTo>
                      <a:pt x="9" y="0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" name="Freeform 70"/>
              <p:cNvSpPr>
                <a:spLocks/>
              </p:cNvSpPr>
              <p:nvPr/>
            </p:nvSpPr>
            <p:spPr bwMode="auto">
              <a:xfrm>
                <a:off x="4636025" y="3161427"/>
                <a:ext cx="24149" cy="22808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0" y="8"/>
                  </a:cxn>
                  <a:cxn ang="0">
                    <a:pos x="0" y="17"/>
                  </a:cxn>
                  <a:cxn ang="0">
                    <a:pos x="0" y="8"/>
                  </a:cxn>
                  <a:cxn ang="0">
                    <a:pos x="9" y="8"/>
                  </a:cxn>
                  <a:cxn ang="0">
                    <a:pos x="9" y="0"/>
                  </a:cxn>
                  <a:cxn ang="0">
                    <a:pos x="18" y="0"/>
                  </a:cxn>
                </a:cxnLst>
                <a:rect l="0" t="0" r="r" b="b"/>
                <a:pathLst>
                  <a:path w="18" h="17">
                    <a:moveTo>
                      <a:pt x="18" y="0"/>
                    </a:moveTo>
                    <a:lnTo>
                      <a:pt x="0" y="8"/>
                    </a:lnTo>
                    <a:lnTo>
                      <a:pt x="0" y="17"/>
                    </a:lnTo>
                    <a:lnTo>
                      <a:pt x="0" y="8"/>
                    </a:lnTo>
                    <a:lnTo>
                      <a:pt x="9" y="8"/>
                    </a:lnTo>
                    <a:lnTo>
                      <a:pt x="9" y="0"/>
                    </a:lnTo>
                    <a:lnTo>
                      <a:pt x="18" y="0"/>
                    </a:lnTo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" name="Freeform 71"/>
              <p:cNvSpPr>
                <a:spLocks/>
              </p:cNvSpPr>
              <p:nvPr/>
            </p:nvSpPr>
            <p:spPr bwMode="auto">
              <a:xfrm>
                <a:off x="4684323" y="3125203"/>
                <a:ext cx="22808" cy="12075"/>
              </a:xfrm>
              <a:custGeom>
                <a:avLst/>
                <a:gdLst/>
                <a:ahLst/>
                <a:cxnLst>
                  <a:cxn ang="0">
                    <a:pos x="17" y="9"/>
                  </a:cxn>
                  <a:cxn ang="0">
                    <a:pos x="8" y="9"/>
                  </a:cxn>
                  <a:cxn ang="0">
                    <a:pos x="0" y="9"/>
                  </a:cxn>
                  <a:cxn ang="0">
                    <a:pos x="0" y="9"/>
                  </a:cxn>
                  <a:cxn ang="0">
                    <a:pos x="8" y="9"/>
                  </a:cxn>
                  <a:cxn ang="0">
                    <a:pos x="17" y="0"/>
                  </a:cxn>
                  <a:cxn ang="0">
                    <a:pos x="17" y="9"/>
                  </a:cxn>
                </a:cxnLst>
                <a:rect l="0" t="0" r="r" b="b"/>
                <a:pathLst>
                  <a:path w="17" h="9">
                    <a:moveTo>
                      <a:pt x="17" y="9"/>
                    </a:moveTo>
                    <a:lnTo>
                      <a:pt x="8" y="9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8" y="9"/>
                    </a:lnTo>
                    <a:lnTo>
                      <a:pt x="17" y="0"/>
                    </a:lnTo>
                    <a:lnTo>
                      <a:pt x="17" y="9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" name="Freeform 72"/>
              <p:cNvSpPr>
                <a:spLocks/>
              </p:cNvSpPr>
              <p:nvPr/>
            </p:nvSpPr>
            <p:spPr bwMode="auto">
              <a:xfrm>
                <a:off x="4684323" y="3125203"/>
                <a:ext cx="22808" cy="12075"/>
              </a:xfrm>
              <a:custGeom>
                <a:avLst/>
                <a:gdLst/>
                <a:ahLst/>
                <a:cxnLst>
                  <a:cxn ang="0">
                    <a:pos x="17" y="9"/>
                  </a:cxn>
                  <a:cxn ang="0">
                    <a:pos x="8" y="9"/>
                  </a:cxn>
                  <a:cxn ang="0">
                    <a:pos x="0" y="9"/>
                  </a:cxn>
                  <a:cxn ang="0">
                    <a:pos x="0" y="9"/>
                  </a:cxn>
                  <a:cxn ang="0">
                    <a:pos x="8" y="9"/>
                  </a:cxn>
                  <a:cxn ang="0">
                    <a:pos x="17" y="0"/>
                  </a:cxn>
                  <a:cxn ang="0">
                    <a:pos x="17" y="9"/>
                  </a:cxn>
                </a:cxnLst>
                <a:rect l="0" t="0" r="r" b="b"/>
                <a:pathLst>
                  <a:path w="17" h="9">
                    <a:moveTo>
                      <a:pt x="17" y="9"/>
                    </a:moveTo>
                    <a:lnTo>
                      <a:pt x="8" y="9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8" y="9"/>
                    </a:lnTo>
                    <a:lnTo>
                      <a:pt x="17" y="0"/>
                    </a:lnTo>
                    <a:lnTo>
                      <a:pt x="17" y="9"/>
                    </a:lnTo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" name="Freeform 73"/>
              <p:cNvSpPr>
                <a:spLocks/>
              </p:cNvSpPr>
              <p:nvPr/>
            </p:nvSpPr>
            <p:spPr bwMode="auto">
              <a:xfrm>
                <a:off x="4719206" y="3101053"/>
                <a:ext cx="24149" cy="36224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9" y="9"/>
                  </a:cxn>
                  <a:cxn ang="0">
                    <a:pos x="0" y="27"/>
                  </a:cxn>
                  <a:cxn ang="0">
                    <a:pos x="9" y="18"/>
                  </a:cxn>
                  <a:cxn ang="0">
                    <a:pos x="9" y="9"/>
                  </a:cxn>
                  <a:cxn ang="0">
                    <a:pos x="9" y="0"/>
                  </a:cxn>
                  <a:cxn ang="0">
                    <a:pos x="18" y="0"/>
                  </a:cxn>
                </a:cxnLst>
                <a:rect l="0" t="0" r="r" b="b"/>
                <a:pathLst>
                  <a:path w="18" h="27">
                    <a:moveTo>
                      <a:pt x="18" y="0"/>
                    </a:moveTo>
                    <a:lnTo>
                      <a:pt x="9" y="9"/>
                    </a:lnTo>
                    <a:lnTo>
                      <a:pt x="0" y="27"/>
                    </a:lnTo>
                    <a:lnTo>
                      <a:pt x="9" y="18"/>
                    </a:lnTo>
                    <a:lnTo>
                      <a:pt x="9" y="9"/>
                    </a:lnTo>
                    <a:lnTo>
                      <a:pt x="9" y="0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" name="Freeform 74"/>
              <p:cNvSpPr>
                <a:spLocks/>
              </p:cNvSpPr>
              <p:nvPr/>
            </p:nvSpPr>
            <p:spPr bwMode="auto">
              <a:xfrm>
                <a:off x="4719206" y="3101053"/>
                <a:ext cx="24149" cy="36224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9" y="9"/>
                  </a:cxn>
                  <a:cxn ang="0">
                    <a:pos x="0" y="27"/>
                  </a:cxn>
                  <a:cxn ang="0">
                    <a:pos x="9" y="18"/>
                  </a:cxn>
                  <a:cxn ang="0">
                    <a:pos x="9" y="9"/>
                  </a:cxn>
                  <a:cxn ang="0">
                    <a:pos x="9" y="0"/>
                  </a:cxn>
                  <a:cxn ang="0">
                    <a:pos x="18" y="0"/>
                  </a:cxn>
                </a:cxnLst>
                <a:rect l="0" t="0" r="r" b="b"/>
                <a:pathLst>
                  <a:path w="18" h="27">
                    <a:moveTo>
                      <a:pt x="18" y="0"/>
                    </a:moveTo>
                    <a:lnTo>
                      <a:pt x="9" y="9"/>
                    </a:lnTo>
                    <a:lnTo>
                      <a:pt x="0" y="27"/>
                    </a:lnTo>
                    <a:lnTo>
                      <a:pt x="9" y="18"/>
                    </a:lnTo>
                    <a:lnTo>
                      <a:pt x="9" y="9"/>
                    </a:lnTo>
                    <a:lnTo>
                      <a:pt x="9" y="0"/>
                    </a:lnTo>
                    <a:lnTo>
                      <a:pt x="18" y="0"/>
                    </a:lnTo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" name="Freeform 79"/>
              <p:cNvSpPr>
                <a:spLocks/>
              </p:cNvSpPr>
              <p:nvPr/>
            </p:nvSpPr>
            <p:spPr bwMode="auto">
              <a:xfrm>
                <a:off x="1885679" y="3007139"/>
                <a:ext cx="579585" cy="605076"/>
              </a:xfrm>
              <a:custGeom>
                <a:avLst/>
                <a:gdLst/>
                <a:ahLst/>
                <a:cxnLst>
                  <a:cxn ang="0">
                    <a:pos x="0" y="451"/>
                  </a:cxn>
                  <a:cxn ang="0">
                    <a:pos x="0" y="442"/>
                  </a:cxn>
                  <a:cxn ang="0">
                    <a:pos x="62" y="0"/>
                  </a:cxn>
                  <a:cxn ang="0">
                    <a:pos x="159" y="8"/>
                  </a:cxn>
                  <a:cxn ang="0">
                    <a:pos x="256" y="17"/>
                  </a:cxn>
                  <a:cxn ang="0">
                    <a:pos x="361" y="26"/>
                  </a:cxn>
                  <a:cxn ang="0">
                    <a:pos x="432" y="35"/>
                  </a:cxn>
                  <a:cxn ang="0">
                    <a:pos x="432" y="79"/>
                  </a:cxn>
                  <a:cxn ang="0">
                    <a:pos x="432" y="79"/>
                  </a:cxn>
                  <a:cxn ang="0">
                    <a:pos x="432" y="79"/>
                  </a:cxn>
                  <a:cxn ang="0">
                    <a:pos x="414" y="274"/>
                  </a:cxn>
                  <a:cxn ang="0">
                    <a:pos x="414" y="344"/>
                  </a:cxn>
                  <a:cxn ang="0">
                    <a:pos x="405" y="424"/>
                  </a:cxn>
                  <a:cxn ang="0">
                    <a:pos x="405" y="433"/>
                  </a:cxn>
                  <a:cxn ang="0">
                    <a:pos x="396" y="433"/>
                  </a:cxn>
                  <a:cxn ang="0">
                    <a:pos x="344" y="424"/>
                  </a:cxn>
                  <a:cxn ang="0">
                    <a:pos x="282" y="424"/>
                  </a:cxn>
                  <a:cxn ang="0">
                    <a:pos x="220" y="415"/>
                  </a:cxn>
                  <a:cxn ang="0">
                    <a:pos x="168" y="415"/>
                  </a:cxn>
                  <a:cxn ang="0">
                    <a:pos x="168" y="415"/>
                  </a:cxn>
                  <a:cxn ang="0">
                    <a:pos x="168" y="424"/>
                  </a:cxn>
                  <a:cxn ang="0">
                    <a:pos x="176" y="424"/>
                  </a:cxn>
                  <a:cxn ang="0">
                    <a:pos x="176" y="433"/>
                  </a:cxn>
                  <a:cxn ang="0">
                    <a:pos x="176" y="433"/>
                  </a:cxn>
                  <a:cxn ang="0">
                    <a:pos x="62" y="415"/>
                  </a:cxn>
                  <a:cxn ang="0">
                    <a:pos x="62" y="424"/>
                  </a:cxn>
                  <a:cxn ang="0">
                    <a:pos x="62" y="451"/>
                  </a:cxn>
                  <a:cxn ang="0">
                    <a:pos x="53" y="451"/>
                  </a:cxn>
                  <a:cxn ang="0">
                    <a:pos x="0" y="451"/>
                  </a:cxn>
                </a:cxnLst>
                <a:rect l="0" t="0" r="r" b="b"/>
                <a:pathLst>
                  <a:path w="432" h="451">
                    <a:moveTo>
                      <a:pt x="0" y="451"/>
                    </a:moveTo>
                    <a:lnTo>
                      <a:pt x="0" y="442"/>
                    </a:lnTo>
                    <a:lnTo>
                      <a:pt x="62" y="0"/>
                    </a:lnTo>
                    <a:lnTo>
                      <a:pt x="159" y="8"/>
                    </a:lnTo>
                    <a:lnTo>
                      <a:pt x="256" y="17"/>
                    </a:lnTo>
                    <a:lnTo>
                      <a:pt x="361" y="26"/>
                    </a:lnTo>
                    <a:lnTo>
                      <a:pt x="432" y="35"/>
                    </a:lnTo>
                    <a:lnTo>
                      <a:pt x="432" y="79"/>
                    </a:lnTo>
                    <a:lnTo>
                      <a:pt x="432" y="79"/>
                    </a:lnTo>
                    <a:lnTo>
                      <a:pt x="432" y="79"/>
                    </a:lnTo>
                    <a:lnTo>
                      <a:pt x="414" y="274"/>
                    </a:lnTo>
                    <a:lnTo>
                      <a:pt x="414" y="344"/>
                    </a:lnTo>
                    <a:lnTo>
                      <a:pt x="405" y="424"/>
                    </a:lnTo>
                    <a:lnTo>
                      <a:pt x="405" y="433"/>
                    </a:lnTo>
                    <a:lnTo>
                      <a:pt x="396" y="433"/>
                    </a:lnTo>
                    <a:lnTo>
                      <a:pt x="344" y="424"/>
                    </a:lnTo>
                    <a:lnTo>
                      <a:pt x="282" y="424"/>
                    </a:lnTo>
                    <a:lnTo>
                      <a:pt x="220" y="415"/>
                    </a:lnTo>
                    <a:lnTo>
                      <a:pt x="168" y="415"/>
                    </a:lnTo>
                    <a:lnTo>
                      <a:pt x="168" y="415"/>
                    </a:lnTo>
                    <a:lnTo>
                      <a:pt x="168" y="424"/>
                    </a:lnTo>
                    <a:lnTo>
                      <a:pt x="176" y="424"/>
                    </a:lnTo>
                    <a:lnTo>
                      <a:pt x="176" y="433"/>
                    </a:lnTo>
                    <a:lnTo>
                      <a:pt x="176" y="433"/>
                    </a:lnTo>
                    <a:lnTo>
                      <a:pt x="62" y="415"/>
                    </a:lnTo>
                    <a:lnTo>
                      <a:pt x="62" y="424"/>
                    </a:lnTo>
                    <a:lnTo>
                      <a:pt x="62" y="451"/>
                    </a:lnTo>
                    <a:lnTo>
                      <a:pt x="53" y="451"/>
                    </a:lnTo>
                    <a:lnTo>
                      <a:pt x="0" y="451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" name="Freeform 80"/>
              <p:cNvSpPr>
                <a:spLocks/>
              </p:cNvSpPr>
              <p:nvPr/>
            </p:nvSpPr>
            <p:spPr bwMode="auto">
              <a:xfrm>
                <a:off x="1885679" y="3007139"/>
                <a:ext cx="579585" cy="605076"/>
              </a:xfrm>
              <a:custGeom>
                <a:avLst/>
                <a:gdLst/>
                <a:ahLst/>
                <a:cxnLst>
                  <a:cxn ang="0">
                    <a:pos x="0" y="451"/>
                  </a:cxn>
                  <a:cxn ang="0">
                    <a:pos x="0" y="442"/>
                  </a:cxn>
                  <a:cxn ang="0">
                    <a:pos x="62" y="0"/>
                  </a:cxn>
                  <a:cxn ang="0">
                    <a:pos x="159" y="8"/>
                  </a:cxn>
                  <a:cxn ang="0">
                    <a:pos x="256" y="17"/>
                  </a:cxn>
                  <a:cxn ang="0">
                    <a:pos x="361" y="26"/>
                  </a:cxn>
                  <a:cxn ang="0">
                    <a:pos x="432" y="35"/>
                  </a:cxn>
                  <a:cxn ang="0">
                    <a:pos x="432" y="79"/>
                  </a:cxn>
                  <a:cxn ang="0">
                    <a:pos x="432" y="79"/>
                  </a:cxn>
                  <a:cxn ang="0">
                    <a:pos x="432" y="79"/>
                  </a:cxn>
                  <a:cxn ang="0">
                    <a:pos x="414" y="274"/>
                  </a:cxn>
                  <a:cxn ang="0">
                    <a:pos x="414" y="344"/>
                  </a:cxn>
                  <a:cxn ang="0">
                    <a:pos x="405" y="424"/>
                  </a:cxn>
                  <a:cxn ang="0">
                    <a:pos x="405" y="433"/>
                  </a:cxn>
                  <a:cxn ang="0">
                    <a:pos x="396" y="433"/>
                  </a:cxn>
                  <a:cxn ang="0">
                    <a:pos x="344" y="424"/>
                  </a:cxn>
                  <a:cxn ang="0">
                    <a:pos x="282" y="424"/>
                  </a:cxn>
                  <a:cxn ang="0">
                    <a:pos x="220" y="415"/>
                  </a:cxn>
                  <a:cxn ang="0">
                    <a:pos x="168" y="415"/>
                  </a:cxn>
                  <a:cxn ang="0">
                    <a:pos x="168" y="415"/>
                  </a:cxn>
                  <a:cxn ang="0">
                    <a:pos x="168" y="424"/>
                  </a:cxn>
                  <a:cxn ang="0">
                    <a:pos x="176" y="424"/>
                  </a:cxn>
                  <a:cxn ang="0">
                    <a:pos x="176" y="433"/>
                  </a:cxn>
                  <a:cxn ang="0">
                    <a:pos x="176" y="433"/>
                  </a:cxn>
                  <a:cxn ang="0">
                    <a:pos x="62" y="415"/>
                  </a:cxn>
                  <a:cxn ang="0">
                    <a:pos x="62" y="424"/>
                  </a:cxn>
                  <a:cxn ang="0">
                    <a:pos x="62" y="451"/>
                  </a:cxn>
                  <a:cxn ang="0">
                    <a:pos x="53" y="451"/>
                  </a:cxn>
                  <a:cxn ang="0">
                    <a:pos x="0" y="451"/>
                  </a:cxn>
                </a:cxnLst>
                <a:rect l="0" t="0" r="r" b="b"/>
                <a:pathLst>
                  <a:path w="432" h="451">
                    <a:moveTo>
                      <a:pt x="0" y="451"/>
                    </a:moveTo>
                    <a:lnTo>
                      <a:pt x="0" y="442"/>
                    </a:lnTo>
                    <a:lnTo>
                      <a:pt x="62" y="0"/>
                    </a:lnTo>
                    <a:lnTo>
                      <a:pt x="159" y="8"/>
                    </a:lnTo>
                    <a:lnTo>
                      <a:pt x="256" y="17"/>
                    </a:lnTo>
                    <a:lnTo>
                      <a:pt x="361" y="26"/>
                    </a:lnTo>
                    <a:lnTo>
                      <a:pt x="432" y="35"/>
                    </a:lnTo>
                    <a:lnTo>
                      <a:pt x="432" y="79"/>
                    </a:lnTo>
                    <a:lnTo>
                      <a:pt x="432" y="79"/>
                    </a:lnTo>
                    <a:lnTo>
                      <a:pt x="432" y="79"/>
                    </a:lnTo>
                    <a:lnTo>
                      <a:pt x="414" y="274"/>
                    </a:lnTo>
                    <a:lnTo>
                      <a:pt x="414" y="344"/>
                    </a:lnTo>
                    <a:lnTo>
                      <a:pt x="405" y="424"/>
                    </a:lnTo>
                    <a:lnTo>
                      <a:pt x="405" y="433"/>
                    </a:lnTo>
                    <a:lnTo>
                      <a:pt x="396" y="433"/>
                    </a:lnTo>
                    <a:lnTo>
                      <a:pt x="344" y="424"/>
                    </a:lnTo>
                    <a:lnTo>
                      <a:pt x="282" y="424"/>
                    </a:lnTo>
                    <a:lnTo>
                      <a:pt x="220" y="415"/>
                    </a:lnTo>
                    <a:lnTo>
                      <a:pt x="168" y="415"/>
                    </a:lnTo>
                    <a:lnTo>
                      <a:pt x="168" y="415"/>
                    </a:lnTo>
                    <a:lnTo>
                      <a:pt x="168" y="424"/>
                    </a:lnTo>
                    <a:lnTo>
                      <a:pt x="176" y="424"/>
                    </a:lnTo>
                    <a:lnTo>
                      <a:pt x="176" y="433"/>
                    </a:lnTo>
                    <a:lnTo>
                      <a:pt x="176" y="433"/>
                    </a:lnTo>
                    <a:lnTo>
                      <a:pt x="62" y="415"/>
                    </a:lnTo>
                    <a:lnTo>
                      <a:pt x="62" y="424"/>
                    </a:lnTo>
                    <a:lnTo>
                      <a:pt x="62" y="451"/>
                    </a:lnTo>
                    <a:lnTo>
                      <a:pt x="53" y="451"/>
                    </a:lnTo>
                    <a:lnTo>
                      <a:pt x="0" y="451"/>
                    </a:lnTo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" name="Freeform 83"/>
              <p:cNvSpPr>
                <a:spLocks/>
              </p:cNvSpPr>
              <p:nvPr/>
            </p:nvSpPr>
            <p:spPr bwMode="auto">
              <a:xfrm>
                <a:off x="4684323" y="2402064"/>
                <a:ext cx="118064" cy="248202"/>
              </a:xfrm>
              <a:custGeom>
                <a:avLst/>
                <a:gdLst/>
                <a:ahLst/>
                <a:cxnLst>
                  <a:cxn ang="0">
                    <a:pos x="8" y="141"/>
                  </a:cxn>
                  <a:cxn ang="0">
                    <a:pos x="8" y="132"/>
                  </a:cxn>
                  <a:cxn ang="0">
                    <a:pos x="17" y="123"/>
                  </a:cxn>
                  <a:cxn ang="0">
                    <a:pos x="26" y="115"/>
                  </a:cxn>
                  <a:cxn ang="0">
                    <a:pos x="26" y="106"/>
                  </a:cxn>
                  <a:cxn ang="0">
                    <a:pos x="26" y="106"/>
                  </a:cxn>
                  <a:cxn ang="0">
                    <a:pos x="35" y="97"/>
                  </a:cxn>
                  <a:cxn ang="0">
                    <a:pos x="44" y="88"/>
                  </a:cxn>
                  <a:cxn ang="0">
                    <a:pos x="26" y="79"/>
                  </a:cxn>
                  <a:cxn ang="0">
                    <a:pos x="17" y="70"/>
                  </a:cxn>
                  <a:cxn ang="0">
                    <a:pos x="8" y="62"/>
                  </a:cxn>
                  <a:cxn ang="0">
                    <a:pos x="0" y="53"/>
                  </a:cxn>
                  <a:cxn ang="0">
                    <a:pos x="8" y="44"/>
                  </a:cxn>
                  <a:cxn ang="0">
                    <a:pos x="8" y="35"/>
                  </a:cxn>
                  <a:cxn ang="0">
                    <a:pos x="8" y="26"/>
                  </a:cxn>
                  <a:cxn ang="0">
                    <a:pos x="17" y="9"/>
                  </a:cxn>
                  <a:cxn ang="0">
                    <a:pos x="17" y="0"/>
                  </a:cxn>
                  <a:cxn ang="0">
                    <a:pos x="70" y="17"/>
                  </a:cxn>
                  <a:cxn ang="0">
                    <a:pos x="70" y="35"/>
                  </a:cxn>
                  <a:cxn ang="0">
                    <a:pos x="70" y="44"/>
                  </a:cxn>
                  <a:cxn ang="0">
                    <a:pos x="61" y="44"/>
                  </a:cxn>
                  <a:cxn ang="0">
                    <a:pos x="70" y="62"/>
                  </a:cxn>
                  <a:cxn ang="0">
                    <a:pos x="79" y="62"/>
                  </a:cxn>
                  <a:cxn ang="0">
                    <a:pos x="79" y="88"/>
                  </a:cxn>
                  <a:cxn ang="0">
                    <a:pos x="88" y="106"/>
                  </a:cxn>
                  <a:cxn ang="0">
                    <a:pos x="79" y="97"/>
                  </a:cxn>
                  <a:cxn ang="0">
                    <a:pos x="79" y="88"/>
                  </a:cxn>
                  <a:cxn ang="0">
                    <a:pos x="79" y="97"/>
                  </a:cxn>
                  <a:cxn ang="0">
                    <a:pos x="79" y="106"/>
                  </a:cxn>
                  <a:cxn ang="0">
                    <a:pos x="79" y="115"/>
                  </a:cxn>
                  <a:cxn ang="0">
                    <a:pos x="79" y="132"/>
                  </a:cxn>
                  <a:cxn ang="0">
                    <a:pos x="70" y="132"/>
                  </a:cxn>
                  <a:cxn ang="0">
                    <a:pos x="70" y="150"/>
                  </a:cxn>
                  <a:cxn ang="0">
                    <a:pos x="70" y="150"/>
                  </a:cxn>
                  <a:cxn ang="0">
                    <a:pos x="61" y="159"/>
                  </a:cxn>
                  <a:cxn ang="0">
                    <a:pos x="61" y="168"/>
                  </a:cxn>
                  <a:cxn ang="0">
                    <a:pos x="61" y="177"/>
                  </a:cxn>
                  <a:cxn ang="0">
                    <a:pos x="52" y="185"/>
                  </a:cxn>
                  <a:cxn ang="0">
                    <a:pos x="52" y="185"/>
                  </a:cxn>
                  <a:cxn ang="0">
                    <a:pos x="52" y="168"/>
                  </a:cxn>
                  <a:cxn ang="0">
                    <a:pos x="35" y="177"/>
                  </a:cxn>
                  <a:cxn ang="0">
                    <a:pos x="17" y="168"/>
                  </a:cxn>
                  <a:cxn ang="0">
                    <a:pos x="8" y="150"/>
                  </a:cxn>
                  <a:cxn ang="0">
                    <a:pos x="8" y="150"/>
                  </a:cxn>
                  <a:cxn ang="0">
                    <a:pos x="0" y="141"/>
                  </a:cxn>
                </a:cxnLst>
                <a:rect l="0" t="0" r="r" b="b"/>
                <a:pathLst>
                  <a:path w="88" h="185">
                    <a:moveTo>
                      <a:pt x="0" y="141"/>
                    </a:moveTo>
                    <a:lnTo>
                      <a:pt x="8" y="141"/>
                    </a:lnTo>
                    <a:lnTo>
                      <a:pt x="8" y="132"/>
                    </a:lnTo>
                    <a:lnTo>
                      <a:pt x="8" y="132"/>
                    </a:lnTo>
                    <a:lnTo>
                      <a:pt x="8" y="123"/>
                    </a:lnTo>
                    <a:lnTo>
                      <a:pt x="17" y="123"/>
                    </a:lnTo>
                    <a:lnTo>
                      <a:pt x="17" y="123"/>
                    </a:lnTo>
                    <a:lnTo>
                      <a:pt x="26" y="115"/>
                    </a:lnTo>
                    <a:lnTo>
                      <a:pt x="26" y="115"/>
                    </a:lnTo>
                    <a:lnTo>
                      <a:pt x="26" y="106"/>
                    </a:lnTo>
                    <a:lnTo>
                      <a:pt x="26" y="106"/>
                    </a:lnTo>
                    <a:lnTo>
                      <a:pt x="26" y="106"/>
                    </a:lnTo>
                    <a:lnTo>
                      <a:pt x="26" y="106"/>
                    </a:lnTo>
                    <a:lnTo>
                      <a:pt x="35" y="97"/>
                    </a:lnTo>
                    <a:lnTo>
                      <a:pt x="35" y="97"/>
                    </a:lnTo>
                    <a:lnTo>
                      <a:pt x="44" y="88"/>
                    </a:lnTo>
                    <a:lnTo>
                      <a:pt x="26" y="79"/>
                    </a:lnTo>
                    <a:lnTo>
                      <a:pt x="26" y="79"/>
                    </a:lnTo>
                    <a:lnTo>
                      <a:pt x="17" y="79"/>
                    </a:lnTo>
                    <a:lnTo>
                      <a:pt x="17" y="70"/>
                    </a:lnTo>
                    <a:lnTo>
                      <a:pt x="17" y="70"/>
                    </a:lnTo>
                    <a:lnTo>
                      <a:pt x="8" y="62"/>
                    </a:lnTo>
                    <a:lnTo>
                      <a:pt x="8" y="62"/>
                    </a:lnTo>
                    <a:lnTo>
                      <a:pt x="0" y="53"/>
                    </a:lnTo>
                    <a:lnTo>
                      <a:pt x="8" y="44"/>
                    </a:lnTo>
                    <a:lnTo>
                      <a:pt x="8" y="44"/>
                    </a:lnTo>
                    <a:lnTo>
                      <a:pt x="8" y="35"/>
                    </a:lnTo>
                    <a:lnTo>
                      <a:pt x="8" y="35"/>
                    </a:lnTo>
                    <a:lnTo>
                      <a:pt x="0" y="35"/>
                    </a:lnTo>
                    <a:lnTo>
                      <a:pt x="8" y="26"/>
                    </a:lnTo>
                    <a:lnTo>
                      <a:pt x="17" y="17"/>
                    </a:lnTo>
                    <a:lnTo>
                      <a:pt x="17" y="9"/>
                    </a:lnTo>
                    <a:lnTo>
                      <a:pt x="17" y="9"/>
                    </a:lnTo>
                    <a:lnTo>
                      <a:pt x="17" y="0"/>
                    </a:lnTo>
                    <a:lnTo>
                      <a:pt x="70" y="17"/>
                    </a:lnTo>
                    <a:lnTo>
                      <a:pt x="70" y="17"/>
                    </a:lnTo>
                    <a:lnTo>
                      <a:pt x="70" y="26"/>
                    </a:lnTo>
                    <a:lnTo>
                      <a:pt x="70" y="35"/>
                    </a:lnTo>
                    <a:lnTo>
                      <a:pt x="70" y="35"/>
                    </a:lnTo>
                    <a:lnTo>
                      <a:pt x="70" y="44"/>
                    </a:lnTo>
                    <a:lnTo>
                      <a:pt x="61" y="44"/>
                    </a:lnTo>
                    <a:lnTo>
                      <a:pt x="61" y="44"/>
                    </a:lnTo>
                    <a:lnTo>
                      <a:pt x="61" y="62"/>
                    </a:lnTo>
                    <a:lnTo>
                      <a:pt x="70" y="62"/>
                    </a:lnTo>
                    <a:lnTo>
                      <a:pt x="70" y="62"/>
                    </a:lnTo>
                    <a:lnTo>
                      <a:pt x="79" y="62"/>
                    </a:lnTo>
                    <a:lnTo>
                      <a:pt x="79" y="70"/>
                    </a:lnTo>
                    <a:lnTo>
                      <a:pt x="79" y="88"/>
                    </a:lnTo>
                    <a:lnTo>
                      <a:pt x="88" y="88"/>
                    </a:lnTo>
                    <a:lnTo>
                      <a:pt x="88" y="106"/>
                    </a:lnTo>
                    <a:lnTo>
                      <a:pt x="88" y="106"/>
                    </a:lnTo>
                    <a:lnTo>
                      <a:pt x="79" y="97"/>
                    </a:lnTo>
                    <a:lnTo>
                      <a:pt x="88" y="97"/>
                    </a:lnTo>
                    <a:lnTo>
                      <a:pt x="79" y="88"/>
                    </a:lnTo>
                    <a:lnTo>
                      <a:pt x="79" y="97"/>
                    </a:lnTo>
                    <a:lnTo>
                      <a:pt x="79" y="97"/>
                    </a:lnTo>
                    <a:lnTo>
                      <a:pt x="79" y="97"/>
                    </a:lnTo>
                    <a:lnTo>
                      <a:pt x="79" y="106"/>
                    </a:lnTo>
                    <a:lnTo>
                      <a:pt x="79" y="115"/>
                    </a:lnTo>
                    <a:lnTo>
                      <a:pt x="79" y="115"/>
                    </a:lnTo>
                    <a:lnTo>
                      <a:pt x="79" y="123"/>
                    </a:lnTo>
                    <a:lnTo>
                      <a:pt x="79" y="132"/>
                    </a:lnTo>
                    <a:lnTo>
                      <a:pt x="79" y="132"/>
                    </a:lnTo>
                    <a:lnTo>
                      <a:pt x="70" y="132"/>
                    </a:lnTo>
                    <a:lnTo>
                      <a:pt x="70" y="141"/>
                    </a:lnTo>
                    <a:lnTo>
                      <a:pt x="70" y="150"/>
                    </a:lnTo>
                    <a:lnTo>
                      <a:pt x="70" y="150"/>
                    </a:lnTo>
                    <a:lnTo>
                      <a:pt x="70" y="150"/>
                    </a:lnTo>
                    <a:lnTo>
                      <a:pt x="61" y="159"/>
                    </a:lnTo>
                    <a:lnTo>
                      <a:pt x="61" y="159"/>
                    </a:lnTo>
                    <a:lnTo>
                      <a:pt x="61" y="159"/>
                    </a:lnTo>
                    <a:lnTo>
                      <a:pt x="61" y="168"/>
                    </a:lnTo>
                    <a:lnTo>
                      <a:pt x="61" y="177"/>
                    </a:lnTo>
                    <a:lnTo>
                      <a:pt x="61" y="177"/>
                    </a:lnTo>
                    <a:lnTo>
                      <a:pt x="52" y="185"/>
                    </a:lnTo>
                    <a:lnTo>
                      <a:pt x="52" y="185"/>
                    </a:lnTo>
                    <a:lnTo>
                      <a:pt x="52" y="185"/>
                    </a:lnTo>
                    <a:lnTo>
                      <a:pt x="52" y="185"/>
                    </a:lnTo>
                    <a:lnTo>
                      <a:pt x="52" y="177"/>
                    </a:lnTo>
                    <a:lnTo>
                      <a:pt x="52" y="168"/>
                    </a:lnTo>
                    <a:lnTo>
                      <a:pt x="35" y="168"/>
                    </a:lnTo>
                    <a:lnTo>
                      <a:pt x="35" y="177"/>
                    </a:lnTo>
                    <a:lnTo>
                      <a:pt x="26" y="168"/>
                    </a:lnTo>
                    <a:lnTo>
                      <a:pt x="17" y="168"/>
                    </a:lnTo>
                    <a:lnTo>
                      <a:pt x="17" y="159"/>
                    </a:lnTo>
                    <a:lnTo>
                      <a:pt x="8" y="150"/>
                    </a:lnTo>
                    <a:lnTo>
                      <a:pt x="8" y="150"/>
                    </a:lnTo>
                    <a:lnTo>
                      <a:pt x="8" y="150"/>
                    </a:lnTo>
                    <a:lnTo>
                      <a:pt x="0" y="150"/>
                    </a:lnTo>
                    <a:lnTo>
                      <a:pt x="0" y="141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" name="Freeform 85"/>
              <p:cNvSpPr>
                <a:spLocks/>
              </p:cNvSpPr>
              <p:nvPr/>
            </p:nvSpPr>
            <p:spPr bwMode="auto">
              <a:xfrm>
                <a:off x="4825194" y="1927126"/>
                <a:ext cx="142213" cy="284426"/>
              </a:xfrm>
              <a:custGeom>
                <a:avLst/>
                <a:gdLst/>
                <a:ahLst/>
                <a:cxnLst>
                  <a:cxn ang="0">
                    <a:pos x="18" y="212"/>
                  </a:cxn>
                  <a:cxn ang="0">
                    <a:pos x="9" y="212"/>
                  </a:cxn>
                  <a:cxn ang="0">
                    <a:pos x="9" y="203"/>
                  </a:cxn>
                  <a:cxn ang="0">
                    <a:pos x="9" y="195"/>
                  </a:cxn>
                  <a:cxn ang="0">
                    <a:pos x="9" y="195"/>
                  </a:cxn>
                  <a:cxn ang="0">
                    <a:pos x="9" y="177"/>
                  </a:cxn>
                  <a:cxn ang="0">
                    <a:pos x="9" y="168"/>
                  </a:cxn>
                  <a:cxn ang="0">
                    <a:pos x="0" y="150"/>
                  </a:cxn>
                  <a:cxn ang="0">
                    <a:pos x="9" y="141"/>
                  </a:cxn>
                  <a:cxn ang="0">
                    <a:pos x="0" y="141"/>
                  </a:cxn>
                  <a:cxn ang="0">
                    <a:pos x="9" y="133"/>
                  </a:cxn>
                  <a:cxn ang="0">
                    <a:pos x="9" y="124"/>
                  </a:cxn>
                  <a:cxn ang="0">
                    <a:pos x="9" y="124"/>
                  </a:cxn>
                  <a:cxn ang="0">
                    <a:pos x="9" y="115"/>
                  </a:cxn>
                  <a:cxn ang="0">
                    <a:pos x="9" y="115"/>
                  </a:cxn>
                  <a:cxn ang="0">
                    <a:pos x="9" y="106"/>
                  </a:cxn>
                  <a:cxn ang="0">
                    <a:pos x="9" y="97"/>
                  </a:cxn>
                  <a:cxn ang="0">
                    <a:pos x="9" y="88"/>
                  </a:cxn>
                  <a:cxn ang="0">
                    <a:pos x="9" y="80"/>
                  </a:cxn>
                  <a:cxn ang="0">
                    <a:pos x="18" y="80"/>
                  </a:cxn>
                  <a:cxn ang="0">
                    <a:pos x="27" y="71"/>
                  </a:cxn>
                  <a:cxn ang="0">
                    <a:pos x="27" y="62"/>
                  </a:cxn>
                  <a:cxn ang="0">
                    <a:pos x="27" y="62"/>
                  </a:cxn>
                  <a:cxn ang="0">
                    <a:pos x="27" y="53"/>
                  </a:cxn>
                  <a:cxn ang="0">
                    <a:pos x="18" y="53"/>
                  </a:cxn>
                  <a:cxn ang="0">
                    <a:pos x="18" y="44"/>
                  </a:cxn>
                  <a:cxn ang="0">
                    <a:pos x="27" y="35"/>
                  </a:cxn>
                  <a:cxn ang="0">
                    <a:pos x="18" y="27"/>
                  </a:cxn>
                  <a:cxn ang="0">
                    <a:pos x="18" y="27"/>
                  </a:cxn>
                  <a:cxn ang="0">
                    <a:pos x="18" y="27"/>
                  </a:cxn>
                  <a:cxn ang="0">
                    <a:pos x="18" y="18"/>
                  </a:cxn>
                  <a:cxn ang="0">
                    <a:pos x="27" y="9"/>
                  </a:cxn>
                  <a:cxn ang="0">
                    <a:pos x="27" y="9"/>
                  </a:cxn>
                  <a:cxn ang="0">
                    <a:pos x="27" y="0"/>
                  </a:cxn>
                  <a:cxn ang="0">
                    <a:pos x="35" y="0"/>
                  </a:cxn>
                  <a:cxn ang="0">
                    <a:pos x="35" y="0"/>
                  </a:cxn>
                  <a:cxn ang="0">
                    <a:pos x="35" y="0"/>
                  </a:cxn>
                  <a:cxn ang="0">
                    <a:pos x="79" y="115"/>
                  </a:cxn>
                  <a:cxn ang="0">
                    <a:pos x="79" y="133"/>
                  </a:cxn>
                  <a:cxn ang="0">
                    <a:pos x="79" y="133"/>
                  </a:cxn>
                  <a:cxn ang="0">
                    <a:pos x="79" y="141"/>
                  </a:cxn>
                  <a:cxn ang="0">
                    <a:pos x="88" y="141"/>
                  </a:cxn>
                  <a:cxn ang="0">
                    <a:pos x="88" y="150"/>
                  </a:cxn>
                  <a:cxn ang="0">
                    <a:pos x="97" y="150"/>
                  </a:cxn>
                  <a:cxn ang="0">
                    <a:pos x="97" y="159"/>
                  </a:cxn>
                  <a:cxn ang="0">
                    <a:pos x="106" y="159"/>
                  </a:cxn>
                  <a:cxn ang="0">
                    <a:pos x="106" y="159"/>
                  </a:cxn>
                  <a:cxn ang="0">
                    <a:pos x="106" y="159"/>
                  </a:cxn>
                  <a:cxn ang="0">
                    <a:pos x="106" y="177"/>
                  </a:cxn>
                  <a:cxn ang="0">
                    <a:pos x="106" y="177"/>
                  </a:cxn>
                  <a:cxn ang="0">
                    <a:pos x="106" y="177"/>
                  </a:cxn>
                  <a:cxn ang="0">
                    <a:pos x="97" y="177"/>
                  </a:cxn>
                  <a:cxn ang="0">
                    <a:pos x="97" y="186"/>
                  </a:cxn>
                  <a:cxn ang="0">
                    <a:pos x="88" y="186"/>
                  </a:cxn>
                  <a:cxn ang="0">
                    <a:pos x="88" y="186"/>
                  </a:cxn>
                  <a:cxn ang="0">
                    <a:pos x="88" y="195"/>
                  </a:cxn>
                  <a:cxn ang="0">
                    <a:pos x="79" y="203"/>
                  </a:cxn>
                  <a:cxn ang="0">
                    <a:pos x="18" y="212"/>
                  </a:cxn>
                </a:cxnLst>
                <a:rect l="0" t="0" r="r" b="b"/>
                <a:pathLst>
                  <a:path w="106" h="212">
                    <a:moveTo>
                      <a:pt x="18" y="212"/>
                    </a:moveTo>
                    <a:lnTo>
                      <a:pt x="9" y="212"/>
                    </a:lnTo>
                    <a:lnTo>
                      <a:pt x="9" y="203"/>
                    </a:lnTo>
                    <a:lnTo>
                      <a:pt x="9" y="195"/>
                    </a:lnTo>
                    <a:lnTo>
                      <a:pt x="9" y="195"/>
                    </a:lnTo>
                    <a:lnTo>
                      <a:pt x="9" y="177"/>
                    </a:lnTo>
                    <a:lnTo>
                      <a:pt x="9" y="168"/>
                    </a:lnTo>
                    <a:lnTo>
                      <a:pt x="0" y="150"/>
                    </a:lnTo>
                    <a:lnTo>
                      <a:pt x="9" y="141"/>
                    </a:lnTo>
                    <a:lnTo>
                      <a:pt x="0" y="141"/>
                    </a:lnTo>
                    <a:lnTo>
                      <a:pt x="9" y="133"/>
                    </a:lnTo>
                    <a:lnTo>
                      <a:pt x="9" y="124"/>
                    </a:lnTo>
                    <a:lnTo>
                      <a:pt x="9" y="124"/>
                    </a:lnTo>
                    <a:lnTo>
                      <a:pt x="9" y="115"/>
                    </a:lnTo>
                    <a:lnTo>
                      <a:pt x="9" y="115"/>
                    </a:lnTo>
                    <a:lnTo>
                      <a:pt x="9" y="106"/>
                    </a:lnTo>
                    <a:lnTo>
                      <a:pt x="9" y="97"/>
                    </a:lnTo>
                    <a:lnTo>
                      <a:pt x="9" y="88"/>
                    </a:lnTo>
                    <a:lnTo>
                      <a:pt x="9" y="80"/>
                    </a:lnTo>
                    <a:lnTo>
                      <a:pt x="18" y="80"/>
                    </a:lnTo>
                    <a:lnTo>
                      <a:pt x="27" y="71"/>
                    </a:lnTo>
                    <a:lnTo>
                      <a:pt x="27" y="62"/>
                    </a:lnTo>
                    <a:lnTo>
                      <a:pt x="27" y="62"/>
                    </a:lnTo>
                    <a:lnTo>
                      <a:pt x="27" y="53"/>
                    </a:lnTo>
                    <a:lnTo>
                      <a:pt x="18" y="53"/>
                    </a:lnTo>
                    <a:lnTo>
                      <a:pt x="18" y="44"/>
                    </a:lnTo>
                    <a:lnTo>
                      <a:pt x="27" y="35"/>
                    </a:lnTo>
                    <a:lnTo>
                      <a:pt x="18" y="27"/>
                    </a:lnTo>
                    <a:lnTo>
                      <a:pt x="18" y="27"/>
                    </a:lnTo>
                    <a:lnTo>
                      <a:pt x="18" y="27"/>
                    </a:lnTo>
                    <a:lnTo>
                      <a:pt x="18" y="18"/>
                    </a:lnTo>
                    <a:lnTo>
                      <a:pt x="27" y="9"/>
                    </a:lnTo>
                    <a:lnTo>
                      <a:pt x="27" y="9"/>
                    </a:lnTo>
                    <a:lnTo>
                      <a:pt x="27" y="0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79" y="115"/>
                    </a:lnTo>
                    <a:lnTo>
                      <a:pt x="79" y="133"/>
                    </a:lnTo>
                    <a:lnTo>
                      <a:pt x="79" y="133"/>
                    </a:lnTo>
                    <a:lnTo>
                      <a:pt x="79" y="141"/>
                    </a:lnTo>
                    <a:lnTo>
                      <a:pt x="88" y="141"/>
                    </a:lnTo>
                    <a:lnTo>
                      <a:pt x="88" y="150"/>
                    </a:lnTo>
                    <a:lnTo>
                      <a:pt x="97" y="150"/>
                    </a:lnTo>
                    <a:lnTo>
                      <a:pt x="97" y="159"/>
                    </a:lnTo>
                    <a:lnTo>
                      <a:pt x="106" y="159"/>
                    </a:lnTo>
                    <a:lnTo>
                      <a:pt x="106" y="159"/>
                    </a:lnTo>
                    <a:lnTo>
                      <a:pt x="106" y="159"/>
                    </a:lnTo>
                    <a:lnTo>
                      <a:pt x="106" y="177"/>
                    </a:lnTo>
                    <a:lnTo>
                      <a:pt x="106" y="177"/>
                    </a:lnTo>
                    <a:lnTo>
                      <a:pt x="106" y="177"/>
                    </a:lnTo>
                    <a:lnTo>
                      <a:pt x="97" y="177"/>
                    </a:lnTo>
                    <a:lnTo>
                      <a:pt x="97" y="186"/>
                    </a:lnTo>
                    <a:lnTo>
                      <a:pt x="88" y="186"/>
                    </a:lnTo>
                    <a:lnTo>
                      <a:pt x="88" y="186"/>
                    </a:lnTo>
                    <a:lnTo>
                      <a:pt x="88" y="195"/>
                    </a:lnTo>
                    <a:lnTo>
                      <a:pt x="79" y="203"/>
                    </a:lnTo>
                    <a:lnTo>
                      <a:pt x="18" y="212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4" name="Freeform 87"/>
              <p:cNvSpPr>
                <a:spLocks/>
              </p:cNvSpPr>
              <p:nvPr/>
            </p:nvSpPr>
            <p:spPr bwMode="auto">
              <a:xfrm>
                <a:off x="1119607" y="2318883"/>
                <a:ext cx="529945" cy="830470"/>
              </a:xfrm>
              <a:custGeom>
                <a:avLst/>
                <a:gdLst/>
                <a:ahLst/>
                <a:cxnLst>
                  <a:cxn ang="0">
                    <a:pos x="8" y="177"/>
                  </a:cxn>
                  <a:cxn ang="0">
                    <a:pos x="52" y="0"/>
                  </a:cxn>
                  <a:cxn ang="0">
                    <a:pos x="149" y="26"/>
                  </a:cxn>
                  <a:cxn ang="0">
                    <a:pos x="220" y="44"/>
                  </a:cxn>
                  <a:cxn ang="0">
                    <a:pos x="316" y="62"/>
                  </a:cxn>
                  <a:cxn ang="0">
                    <a:pos x="395" y="71"/>
                  </a:cxn>
                  <a:cxn ang="0">
                    <a:pos x="325" y="468"/>
                  </a:cxn>
                  <a:cxn ang="0">
                    <a:pos x="316" y="530"/>
                  </a:cxn>
                  <a:cxn ang="0">
                    <a:pos x="307" y="530"/>
                  </a:cxn>
                  <a:cxn ang="0">
                    <a:pos x="299" y="539"/>
                  </a:cxn>
                  <a:cxn ang="0">
                    <a:pos x="299" y="539"/>
                  </a:cxn>
                  <a:cxn ang="0">
                    <a:pos x="290" y="530"/>
                  </a:cxn>
                  <a:cxn ang="0">
                    <a:pos x="290" y="530"/>
                  </a:cxn>
                  <a:cxn ang="0">
                    <a:pos x="281" y="530"/>
                  </a:cxn>
                  <a:cxn ang="0">
                    <a:pos x="281" y="521"/>
                  </a:cxn>
                  <a:cxn ang="0">
                    <a:pos x="272" y="530"/>
                  </a:cxn>
                  <a:cxn ang="0">
                    <a:pos x="272" y="530"/>
                  </a:cxn>
                  <a:cxn ang="0">
                    <a:pos x="264" y="539"/>
                  </a:cxn>
                  <a:cxn ang="0">
                    <a:pos x="272" y="548"/>
                  </a:cxn>
                  <a:cxn ang="0">
                    <a:pos x="264" y="548"/>
                  </a:cxn>
                  <a:cxn ang="0">
                    <a:pos x="264" y="557"/>
                  </a:cxn>
                  <a:cxn ang="0">
                    <a:pos x="264" y="566"/>
                  </a:cxn>
                  <a:cxn ang="0">
                    <a:pos x="264" y="575"/>
                  </a:cxn>
                  <a:cxn ang="0">
                    <a:pos x="264" y="583"/>
                  </a:cxn>
                  <a:cxn ang="0">
                    <a:pos x="264" y="592"/>
                  </a:cxn>
                  <a:cxn ang="0">
                    <a:pos x="264" y="601"/>
                  </a:cxn>
                  <a:cxn ang="0">
                    <a:pos x="264" y="601"/>
                  </a:cxn>
                  <a:cxn ang="0">
                    <a:pos x="255" y="619"/>
                  </a:cxn>
                  <a:cxn ang="0">
                    <a:pos x="184" y="504"/>
                  </a:cxn>
                  <a:cxn ang="0">
                    <a:pos x="0" y="230"/>
                  </a:cxn>
                  <a:cxn ang="0">
                    <a:pos x="8" y="177"/>
                  </a:cxn>
                </a:cxnLst>
                <a:rect l="0" t="0" r="r" b="b"/>
                <a:pathLst>
                  <a:path w="395" h="619">
                    <a:moveTo>
                      <a:pt x="8" y="177"/>
                    </a:moveTo>
                    <a:lnTo>
                      <a:pt x="52" y="0"/>
                    </a:lnTo>
                    <a:lnTo>
                      <a:pt x="149" y="26"/>
                    </a:lnTo>
                    <a:lnTo>
                      <a:pt x="220" y="44"/>
                    </a:lnTo>
                    <a:lnTo>
                      <a:pt x="316" y="62"/>
                    </a:lnTo>
                    <a:lnTo>
                      <a:pt x="395" y="71"/>
                    </a:lnTo>
                    <a:lnTo>
                      <a:pt x="325" y="468"/>
                    </a:lnTo>
                    <a:lnTo>
                      <a:pt x="316" y="530"/>
                    </a:lnTo>
                    <a:lnTo>
                      <a:pt x="307" y="530"/>
                    </a:lnTo>
                    <a:lnTo>
                      <a:pt x="299" y="539"/>
                    </a:lnTo>
                    <a:lnTo>
                      <a:pt x="299" y="539"/>
                    </a:lnTo>
                    <a:lnTo>
                      <a:pt x="290" y="530"/>
                    </a:lnTo>
                    <a:lnTo>
                      <a:pt x="290" y="530"/>
                    </a:lnTo>
                    <a:lnTo>
                      <a:pt x="281" y="530"/>
                    </a:lnTo>
                    <a:lnTo>
                      <a:pt x="281" y="521"/>
                    </a:lnTo>
                    <a:lnTo>
                      <a:pt x="272" y="530"/>
                    </a:lnTo>
                    <a:lnTo>
                      <a:pt x="272" y="530"/>
                    </a:lnTo>
                    <a:lnTo>
                      <a:pt x="264" y="539"/>
                    </a:lnTo>
                    <a:lnTo>
                      <a:pt x="272" y="548"/>
                    </a:lnTo>
                    <a:lnTo>
                      <a:pt x="264" y="548"/>
                    </a:lnTo>
                    <a:lnTo>
                      <a:pt x="264" y="557"/>
                    </a:lnTo>
                    <a:lnTo>
                      <a:pt x="264" y="566"/>
                    </a:lnTo>
                    <a:lnTo>
                      <a:pt x="264" y="575"/>
                    </a:lnTo>
                    <a:lnTo>
                      <a:pt x="264" y="583"/>
                    </a:lnTo>
                    <a:lnTo>
                      <a:pt x="264" y="592"/>
                    </a:lnTo>
                    <a:lnTo>
                      <a:pt x="264" y="601"/>
                    </a:lnTo>
                    <a:lnTo>
                      <a:pt x="264" y="601"/>
                    </a:lnTo>
                    <a:lnTo>
                      <a:pt x="255" y="619"/>
                    </a:lnTo>
                    <a:lnTo>
                      <a:pt x="184" y="504"/>
                    </a:lnTo>
                    <a:lnTo>
                      <a:pt x="0" y="230"/>
                    </a:lnTo>
                    <a:lnTo>
                      <a:pt x="8" y="177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" name="Freeform 88"/>
              <p:cNvSpPr>
                <a:spLocks/>
              </p:cNvSpPr>
              <p:nvPr/>
            </p:nvSpPr>
            <p:spPr bwMode="auto">
              <a:xfrm>
                <a:off x="1119607" y="2318883"/>
                <a:ext cx="529945" cy="830470"/>
              </a:xfrm>
              <a:custGeom>
                <a:avLst/>
                <a:gdLst/>
                <a:ahLst/>
                <a:cxnLst>
                  <a:cxn ang="0">
                    <a:pos x="8" y="177"/>
                  </a:cxn>
                  <a:cxn ang="0">
                    <a:pos x="52" y="0"/>
                  </a:cxn>
                  <a:cxn ang="0">
                    <a:pos x="149" y="26"/>
                  </a:cxn>
                  <a:cxn ang="0">
                    <a:pos x="220" y="44"/>
                  </a:cxn>
                  <a:cxn ang="0">
                    <a:pos x="316" y="62"/>
                  </a:cxn>
                  <a:cxn ang="0">
                    <a:pos x="395" y="71"/>
                  </a:cxn>
                  <a:cxn ang="0">
                    <a:pos x="325" y="468"/>
                  </a:cxn>
                  <a:cxn ang="0">
                    <a:pos x="316" y="530"/>
                  </a:cxn>
                  <a:cxn ang="0">
                    <a:pos x="307" y="530"/>
                  </a:cxn>
                  <a:cxn ang="0">
                    <a:pos x="299" y="539"/>
                  </a:cxn>
                  <a:cxn ang="0">
                    <a:pos x="299" y="539"/>
                  </a:cxn>
                  <a:cxn ang="0">
                    <a:pos x="290" y="530"/>
                  </a:cxn>
                  <a:cxn ang="0">
                    <a:pos x="290" y="530"/>
                  </a:cxn>
                  <a:cxn ang="0">
                    <a:pos x="281" y="530"/>
                  </a:cxn>
                  <a:cxn ang="0">
                    <a:pos x="281" y="521"/>
                  </a:cxn>
                  <a:cxn ang="0">
                    <a:pos x="272" y="530"/>
                  </a:cxn>
                  <a:cxn ang="0">
                    <a:pos x="272" y="530"/>
                  </a:cxn>
                  <a:cxn ang="0">
                    <a:pos x="264" y="539"/>
                  </a:cxn>
                  <a:cxn ang="0">
                    <a:pos x="272" y="548"/>
                  </a:cxn>
                  <a:cxn ang="0">
                    <a:pos x="264" y="548"/>
                  </a:cxn>
                  <a:cxn ang="0">
                    <a:pos x="264" y="557"/>
                  </a:cxn>
                  <a:cxn ang="0">
                    <a:pos x="264" y="566"/>
                  </a:cxn>
                  <a:cxn ang="0">
                    <a:pos x="264" y="575"/>
                  </a:cxn>
                  <a:cxn ang="0">
                    <a:pos x="264" y="583"/>
                  </a:cxn>
                  <a:cxn ang="0">
                    <a:pos x="264" y="592"/>
                  </a:cxn>
                  <a:cxn ang="0">
                    <a:pos x="264" y="601"/>
                  </a:cxn>
                  <a:cxn ang="0">
                    <a:pos x="264" y="601"/>
                  </a:cxn>
                  <a:cxn ang="0">
                    <a:pos x="255" y="619"/>
                  </a:cxn>
                  <a:cxn ang="0">
                    <a:pos x="184" y="504"/>
                  </a:cxn>
                  <a:cxn ang="0">
                    <a:pos x="0" y="230"/>
                  </a:cxn>
                  <a:cxn ang="0">
                    <a:pos x="8" y="177"/>
                  </a:cxn>
                </a:cxnLst>
                <a:rect l="0" t="0" r="r" b="b"/>
                <a:pathLst>
                  <a:path w="395" h="619">
                    <a:moveTo>
                      <a:pt x="8" y="177"/>
                    </a:moveTo>
                    <a:lnTo>
                      <a:pt x="52" y="0"/>
                    </a:lnTo>
                    <a:lnTo>
                      <a:pt x="149" y="26"/>
                    </a:lnTo>
                    <a:lnTo>
                      <a:pt x="220" y="44"/>
                    </a:lnTo>
                    <a:lnTo>
                      <a:pt x="316" y="62"/>
                    </a:lnTo>
                    <a:lnTo>
                      <a:pt x="395" y="71"/>
                    </a:lnTo>
                    <a:lnTo>
                      <a:pt x="325" y="468"/>
                    </a:lnTo>
                    <a:lnTo>
                      <a:pt x="316" y="530"/>
                    </a:lnTo>
                    <a:lnTo>
                      <a:pt x="307" y="530"/>
                    </a:lnTo>
                    <a:lnTo>
                      <a:pt x="299" y="539"/>
                    </a:lnTo>
                    <a:lnTo>
                      <a:pt x="299" y="539"/>
                    </a:lnTo>
                    <a:lnTo>
                      <a:pt x="290" y="530"/>
                    </a:lnTo>
                    <a:lnTo>
                      <a:pt x="290" y="530"/>
                    </a:lnTo>
                    <a:lnTo>
                      <a:pt x="281" y="530"/>
                    </a:lnTo>
                    <a:lnTo>
                      <a:pt x="281" y="521"/>
                    </a:lnTo>
                    <a:lnTo>
                      <a:pt x="272" y="530"/>
                    </a:lnTo>
                    <a:lnTo>
                      <a:pt x="272" y="530"/>
                    </a:lnTo>
                    <a:lnTo>
                      <a:pt x="264" y="539"/>
                    </a:lnTo>
                    <a:lnTo>
                      <a:pt x="272" y="548"/>
                    </a:lnTo>
                    <a:lnTo>
                      <a:pt x="264" y="548"/>
                    </a:lnTo>
                    <a:lnTo>
                      <a:pt x="264" y="557"/>
                    </a:lnTo>
                    <a:lnTo>
                      <a:pt x="264" y="566"/>
                    </a:lnTo>
                    <a:lnTo>
                      <a:pt x="264" y="575"/>
                    </a:lnTo>
                    <a:lnTo>
                      <a:pt x="264" y="583"/>
                    </a:lnTo>
                    <a:lnTo>
                      <a:pt x="264" y="592"/>
                    </a:lnTo>
                    <a:lnTo>
                      <a:pt x="264" y="601"/>
                    </a:lnTo>
                    <a:lnTo>
                      <a:pt x="264" y="601"/>
                    </a:lnTo>
                    <a:lnTo>
                      <a:pt x="255" y="619"/>
                    </a:lnTo>
                    <a:lnTo>
                      <a:pt x="184" y="504"/>
                    </a:lnTo>
                    <a:lnTo>
                      <a:pt x="0" y="230"/>
                    </a:lnTo>
                    <a:lnTo>
                      <a:pt x="8" y="177"/>
                    </a:lnTo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" name="Freeform 89"/>
              <p:cNvSpPr>
                <a:spLocks/>
              </p:cNvSpPr>
              <p:nvPr/>
            </p:nvSpPr>
            <p:spPr bwMode="auto">
              <a:xfrm>
                <a:off x="2416966" y="2414138"/>
                <a:ext cx="685574" cy="331383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68" y="8"/>
                  </a:cxn>
                  <a:cxn ang="0">
                    <a:pos x="326" y="8"/>
                  </a:cxn>
                  <a:cxn ang="0">
                    <a:pos x="352" y="26"/>
                  </a:cxn>
                  <a:cxn ang="0">
                    <a:pos x="361" y="17"/>
                  </a:cxn>
                  <a:cxn ang="0">
                    <a:pos x="396" y="17"/>
                  </a:cxn>
                  <a:cxn ang="0">
                    <a:pos x="414" y="26"/>
                  </a:cxn>
                  <a:cxn ang="0">
                    <a:pos x="414" y="35"/>
                  </a:cxn>
                  <a:cxn ang="0">
                    <a:pos x="423" y="35"/>
                  </a:cxn>
                  <a:cxn ang="0">
                    <a:pos x="431" y="44"/>
                  </a:cxn>
                  <a:cxn ang="0">
                    <a:pos x="440" y="53"/>
                  </a:cxn>
                  <a:cxn ang="0">
                    <a:pos x="449" y="53"/>
                  </a:cxn>
                  <a:cxn ang="0">
                    <a:pos x="449" y="61"/>
                  </a:cxn>
                  <a:cxn ang="0">
                    <a:pos x="449" y="70"/>
                  </a:cxn>
                  <a:cxn ang="0">
                    <a:pos x="458" y="88"/>
                  </a:cxn>
                  <a:cxn ang="0">
                    <a:pos x="467" y="97"/>
                  </a:cxn>
                  <a:cxn ang="0">
                    <a:pos x="467" y="106"/>
                  </a:cxn>
                  <a:cxn ang="0">
                    <a:pos x="467" y="114"/>
                  </a:cxn>
                  <a:cxn ang="0">
                    <a:pos x="467" y="123"/>
                  </a:cxn>
                  <a:cxn ang="0">
                    <a:pos x="475" y="132"/>
                  </a:cxn>
                  <a:cxn ang="0">
                    <a:pos x="475" y="141"/>
                  </a:cxn>
                  <a:cxn ang="0">
                    <a:pos x="475" y="150"/>
                  </a:cxn>
                  <a:cxn ang="0">
                    <a:pos x="475" y="159"/>
                  </a:cxn>
                  <a:cxn ang="0">
                    <a:pos x="484" y="176"/>
                  </a:cxn>
                  <a:cxn ang="0">
                    <a:pos x="484" y="194"/>
                  </a:cxn>
                  <a:cxn ang="0">
                    <a:pos x="484" y="203"/>
                  </a:cxn>
                  <a:cxn ang="0">
                    <a:pos x="493" y="221"/>
                  </a:cxn>
                  <a:cxn ang="0">
                    <a:pos x="502" y="229"/>
                  </a:cxn>
                  <a:cxn ang="0">
                    <a:pos x="511" y="238"/>
                  </a:cxn>
                  <a:cxn ang="0">
                    <a:pos x="511" y="247"/>
                  </a:cxn>
                  <a:cxn ang="0">
                    <a:pos x="335" y="247"/>
                  </a:cxn>
                  <a:cxn ang="0">
                    <a:pos x="115" y="238"/>
                  </a:cxn>
                  <a:cxn ang="0">
                    <a:pos x="115" y="159"/>
                  </a:cxn>
                  <a:cxn ang="0">
                    <a:pos x="0" y="159"/>
                  </a:cxn>
                </a:cxnLst>
                <a:rect l="0" t="0" r="r" b="b"/>
                <a:pathLst>
                  <a:path w="511" h="247">
                    <a:moveTo>
                      <a:pt x="0" y="159"/>
                    </a:moveTo>
                    <a:lnTo>
                      <a:pt x="9" y="0"/>
                    </a:lnTo>
                    <a:lnTo>
                      <a:pt x="71" y="0"/>
                    </a:lnTo>
                    <a:lnTo>
                      <a:pt x="168" y="8"/>
                    </a:lnTo>
                    <a:lnTo>
                      <a:pt x="264" y="8"/>
                    </a:lnTo>
                    <a:lnTo>
                      <a:pt x="326" y="8"/>
                    </a:lnTo>
                    <a:lnTo>
                      <a:pt x="335" y="17"/>
                    </a:lnTo>
                    <a:lnTo>
                      <a:pt x="352" y="26"/>
                    </a:lnTo>
                    <a:lnTo>
                      <a:pt x="361" y="26"/>
                    </a:lnTo>
                    <a:lnTo>
                      <a:pt x="361" y="17"/>
                    </a:lnTo>
                    <a:lnTo>
                      <a:pt x="370" y="26"/>
                    </a:lnTo>
                    <a:lnTo>
                      <a:pt x="396" y="17"/>
                    </a:lnTo>
                    <a:lnTo>
                      <a:pt x="405" y="26"/>
                    </a:lnTo>
                    <a:lnTo>
                      <a:pt x="414" y="26"/>
                    </a:lnTo>
                    <a:lnTo>
                      <a:pt x="414" y="26"/>
                    </a:lnTo>
                    <a:lnTo>
                      <a:pt x="414" y="35"/>
                    </a:lnTo>
                    <a:lnTo>
                      <a:pt x="423" y="35"/>
                    </a:lnTo>
                    <a:lnTo>
                      <a:pt x="423" y="35"/>
                    </a:lnTo>
                    <a:lnTo>
                      <a:pt x="431" y="35"/>
                    </a:lnTo>
                    <a:lnTo>
                      <a:pt x="431" y="44"/>
                    </a:lnTo>
                    <a:lnTo>
                      <a:pt x="440" y="44"/>
                    </a:lnTo>
                    <a:lnTo>
                      <a:pt x="440" y="53"/>
                    </a:lnTo>
                    <a:lnTo>
                      <a:pt x="449" y="53"/>
                    </a:lnTo>
                    <a:lnTo>
                      <a:pt x="449" y="53"/>
                    </a:lnTo>
                    <a:lnTo>
                      <a:pt x="449" y="61"/>
                    </a:lnTo>
                    <a:lnTo>
                      <a:pt x="449" y="61"/>
                    </a:lnTo>
                    <a:lnTo>
                      <a:pt x="449" y="70"/>
                    </a:lnTo>
                    <a:lnTo>
                      <a:pt x="449" y="70"/>
                    </a:lnTo>
                    <a:lnTo>
                      <a:pt x="458" y="79"/>
                    </a:lnTo>
                    <a:lnTo>
                      <a:pt x="458" y="88"/>
                    </a:lnTo>
                    <a:lnTo>
                      <a:pt x="467" y="97"/>
                    </a:lnTo>
                    <a:lnTo>
                      <a:pt x="467" y="97"/>
                    </a:lnTo>
                    <a:lnTo>
                      <a:pt x="467" y="106"/>
                    </a:lnTo>
                    <a:lnTo>
                      <a:pt x="467" y="106"/>
                    </a:lnTo>
                    <a:lnTo>
                      <a:pt x="467" y="114"/>
                    </a:lnTo>
                    <a:lnTo>
                      <a:pt x="467" y="114"/>
                    </a:lnTo>
                    <a:lnTo>
                      <a:pt x="467" y="123"/>
                    </a:lnTo>
                    <a:lnTo>
                      <a:pt x="467" y="123"/>
                    </a:lnTo>
                    <a:lnTo>
                      <a:pt x="475" y="123"/>
                    </a:lnTo>
                    <a:lnTo>
                      <a:pt x="475" y="132"/>
                    </a:lnTo>
                    <a:lnTo>
                      <a:pt x="475" y="132"/>
                    </a:lnTo>
                    <a:lnTo>
                      <a:pt x="475" y="141"/>
                    </a:lnTo>
                    <a:lnTo>
                      <a:pt x="475" y="141"/>
                    </a:lnTo>
                    <a:lnTo>
                      <a:pt x="475" y="150"/>
                    </a:lnTo>
                    <a:lnTo>
                      <a:pt x="484" y="159"/>
                    </a:lnTo>
                    <a:lnTo>
                      <a:pt x="475" y="159"/>
                    </a:lnTo>
                    <a:lnTo>
                      <a:pt x="475" y="168"/>
                    </a:lnTo>
                    <a:lnTo>
                      <a:pt x="484" y="176"/>
                    </a:lnTo>
                    <a:lnTo>
                      <a:pt x="484" y="194"/>
                    </a:lnTo>
                    <a:lnTo>
                      <a:pt x="484" y="194"/>
                    </a:lnTo>
                    <a:lnTo>
                      <a:pt x="484" y="203"/>
                    </a:lnTo>
                    <a:lnTo>
                      <a:pt x="484" y="203"/>
                    </a:lnTo>
                    <a:lnTo>
                      <a:pt x="493" y="212"/>
                    </a:lnTo>
                    <a:lnTo>
                      <a:pt x="493" y="221"/>
                    </a:lnTo>
                    <a:lnTo>
                      <a:pt x="502" y="229"/>
                    </a:lnTo>
                    <a:lnTo>
                      <a:pt x="502" y="229"/>
                    </a:lnTo>
                    <a:lnTo>
                      <a:pt x="502" y="238"/>
                    </a:lnTo>
                    <a:lnTo>
                      <a:pt x="511" y="238"/>
                    </a:lnTo>
                    <a:lnTo>
                      <a:pt x="511" y="247"/>
                    </a:lnTo>
                    <a:lnTo>
                      <a:pt x="511" y="247"/>
                    </a:lnTo>
                    <a:lnTo>
                      <a:pt x="414" y="247"/>
                    </a:lnTo>
                    <a:lnTo>
                      <a:pt x="335" y="247"/>
                    </a:lnTo>
                    <a:lnTo>
                      <a:pt x="185" y="247"/>
                    </a:lnTo>
                    <a:lnTo>
                      <a:pt x="115" y="238"/>
                    </a:lnTo>
                    <a:lnTo>
                      <a:pt x="115" y="168"/>
                    </a:lnTo>
                    <a:lnTo>
                      <a:pt x="115" y="159"/>
                    </a:lnTo>
                    <a:lnTo>
                      <a:pt x="53" y="159"/>
                    </a:lnTo>
                    <a:lnTo>
                      <a:pt x="0" y="159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Freeform 90"/>
              <p:cNvSpPr>
                <a:spLocks/>
              </p:cNvSpPr>
              <p:nvPr/>
            </p:nvSpPr>
            <p:spPr bwMode="auto">
              <a:xfrm>
                <a:off x="2416966" y="2414138"/>
                <a:ext cx="685574" cy="331383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68" y="8"/>
                  </a:cxn>
                  <a:cxn ang="0">
                    <a:pos x="326" y="8"/>
                  </a:cxn>
                  <a:cxn ang="0">
                    <a:pos x="352" y="26"/>
                  </a:cxn>
                  <a:cxn ang="0">
                    <a:pos x="361" y="17"/>
                  </a:cxn>
                  <a:cxn ang="0">
                    <a:pos x="396" y="17"/>
                  </a:cxn>
                  <a:cxn ang="0">
                    <a:pos x="414" y="26"/>
                  </a:cxn>
                  <a:cxn ang="0">
                    <a:pos x="414" y="35"/>
                  </a:cxn>
                  <a:cxn ang="0">
                    <a:pos x="423" y="35"/>
                  </a:cxn>
                  <a:cxn ang="0">
                    <a:pos x="431" y="44"/>
                  </a:cxn>
                  <a:cxn ang="0">
                    <a:pos x="440" y="53"/>
                  </a:cxn>
                  <a:cxn ang="0">
                    <a:pos x="449" y="53"/>
                  </a:cxn>
                  <a:cxn ang="0">
                    <a:pos x="449" y="61"/>
                  </a:cxn>
                  <a:cxn ang="0">
                    <a:pos x="449" y="70"/>
                  </a:cxn>
                  <a:cxn ang="0">
                    <a:pos x="458" y="88"/>
                  </a:cxn>
                  <a:cxn ang="0">
                    <a:pos x="467" y="97"/>
                  </a:cxn>
                  <a:cxn ang="0">
                    <a:pos x="467" y="106"/>
                  </a:cxn>
                  <a:cxn ang="0">
                    <a:pos x="467" y="114"/>
                  </a:cxn>
                  <a:cxn ang="0">
                    <a:pos x="467" y="123"/>
                  </a:cxn>
                  <a:cxn ang="0">
                    <a:pos x="475" y="132"/>
                  </a:cxn>
                  <a:cxn ang="0">
                    <a:pos x="475" y="141"/>
                  </a:cxn>
                  <a:cxn ang="0">
                    <a:pos x="475" y="150"/>
                  </a:cxn>
                  <a:cxn ang="0">
                    <a:pos x="475" y="159"/>
                  </a:cxn>
                  <a:cxn ang="0">
                    <a:pos x="484" y="176"/>
                  </a:cxn>
                  <a:cxn ang="0">
                    <a:pos x="484" y="194"/>
                  </a:cxn>
                  <a:cxn ang="0">
                    <a:pos x="484" y="203"/>
                  </a:cxn>
                  <a:cxn ang="0">
                    <a:pos x="493" y="221"/>
                  </a:cxn>
                  <a:cxn ang="0">
                    <a:pos x="502" y="229"/>
                  </a:cxn>
                  <a:cxn ang="0">
                    <a:pos x="511" y="238"/>
                  </a:cxn>
                  <a:cxn ang="0">
                    <a:pos x="511" y="247"/>
                  </a:cxn>
                  <a:cxn ang="0">
                    <a:pos x="335" y="247"/>
                  </a:cxn>
                  <a:cxn ang="0">
                    <a:pos x="115" y="238"/>
                  </a:cxn>
                  <a:cxn ang="0">
                    <a:pos x="115" y="159"/>
                  </a:cxn>
                  <a:cxn ang="0">
                    <a:pos x="0" y="159"/>
                  </a:cxn>
                </a:cxnLst>
                <a:rect l="0" t="0" r="r" b="b"/>
                <a:pathLst>
                  <a:path w="511" h="247">
                    <a:moveTo>
                      <a:pt x="0" y="159"/>
                    </a:moveTo>
                    <a:lnTo>
                      <a:pt x="9" y="0"/>
                    </a:lnTo>
                    <a:lnTo>
                      <a:pt x="71" y="0"/>
                    </a:lnTo>
                    <a:lnTo>
                      <a:pt x="168" y="8"/>
                    </a:lnTo>
                    <a:lnTo>
                      <a:pt x="264" y="8"/>
                    </a:lnTo>
                    <a:lnTo>
                      <a:pt x="326" y="8"/>
                    </a:lnTo>
                    <a:lnTo>
                      <a:pt x="335" y="17"/>
                    </a:lnTo>
                    <a:lnTo>
                      <a:pt x="352" y="26"/>
                    </a:lnTo>
                    <a:lnTo>
                      <a:pt x="361" y="26"/>
                    </a:lnTo>
                    <a:lnTo>
                      <a:pt x="361" y="17"/>
                    </a:lnTo>
                    <a:lnTo>
                      <a:pt x="370" y="26"/>
                    </a:lnTo>
                    <a:lnTo>
                      <a:pt x="396" y="17"/>
                    </a:lnTo>
                    <a:lnTo>
                      <a:pt x="405" y="26"/>
                    </a:lnTo>
                    <a:lnTo>
                      <a:pt x="414" y="26"/>
                    </a:lnTo>
                    <a:lnTo>
                      <a:pt x="414" y="26"/>
                    </a:lnTo>
                    <a:lnTo>
                      <a:pt x="414" y="35"/>
                    </a:lnTo>
                    <a:lnTo>
                      <a:pt x="423" y="35"/>
                    </a:lnTo>
                    <a:lnTo>
                      <a:pt x="423" y="35"/>
                    </a:lnTo>
                    <a:lnTo>
                      <a:pt x="431" y="35"/>
                    </a:lnTo>
                    <a:lnTo>
                      <a:pt x="431" y="44"/>
                    </a:lnTo>
                    <a:lnTo>
                      <a:pt x="440" y="44"/>
                    </a:lnTo>
                    <a:lnTo>
                      <a:pt x="440" y="53"/>
                    </a:lnTo>
                    <a:lnTo>
                      <a:pt x="449" y="53"/>
                    </a:lnTo>
                    <a:lnTo>
                      <a:pt x="449" y="53"/>
                    </a:lnTo>
                    <a:lnTo>
                      <a:pt x="449" y="61"/>
                    </a:lnTo>
                    <a:lnTo>
                      <a:pt x="449" y="61"/>
                    </a:lnTo>
                    <a:lnTo>
                      <a:pt x="449" y="70"/>
                    </a:lnTo>
                    <a:lnTo>
                      <a:pt x="449" y="70"/>
                    </a:lnTo>
                    <a:lnTo>
                      <a:pt x="458" y="79"/>
                    </a:lnTo>
                    <a:lnTo>
                      <a:pt x="458" y="88"/>
                    </a:lnTo>
                    <a:lnTo>
                      <a:pt x="467" y="97"/>
                    </a:lnTo>
                    <a:lnTo>
                      <a:pt x="467" y="97"/>
                    </a:lnTo>
                    <a:lnTo>
                      <a:pt x="467" y="106"/>
                    </a:lnTo>
                    <a:lnTo>
                      <a:pt x="467" y="106"/>
                    </a:lnTo>
                    <a:lnTo>
                      <a:pt x="467" y="114"/>
                    </a:lnTo>
                    <a:lnTo>
                      <a:pt x="467" y="114"/>
                    </a:lnTo>
                    <a:lnTo>
                      <a:pt x="467" y="123"/>
                    </a:lnTo>
                    <a:lnTo>
                      <a:pt x="467" y="123"/>
                    </a:lnTo>
                    <a:lnTo>
                      <a:pt x="475" y="123"/>
                    </a:lnTo>
                    <a:lnTo>
                      <a:pt x="475" y="132"/>
                    </a:lnTo>
                    <a:lnTo>
                      <a:pt x="475" y="132"/>
                    </a:lnTo>
                    <a:lnTo>
                      <a:pt x="475" y="141"/>
                    </a:lnTo>
                    <a:lnTo>
                      <a:pt x="475" y="141"/>
                    </a:lnTo>
                    <a:lnTo>
                      <a:pt x="475" y="150"/>
                    </a:lnTo>
                    <a:lnTo>
                      <a:pt x="484" y="159"/>
                    </a:lnTo>
                    <a:lnTo>
                      <a:pt x="475" y="159"/>
                    </a:lnTo>
                    <a:lnTo>
                      <a:pt x="475" y="168"/>
                    </a:lnTo>
                    <a:lnTo>
                      <a:pt x="484" y="176"/>
                    </a:lnTo>
                    <a:lnTo>
                      <a:pt x="484" y="194"/>
                    </a:lnTo>
                    <a:lnTo>
                      <a:pt x="484" y="194"/>
                    </a:lnTo>
                    <a:lnTo>
                      <a:pt x="484" y="203"/>
                    </a:lnTo>
                    <a:lnTo>
                      <a:pt x="484" y="203"/>
                    </a:lnTo>
                    <a:lnTo>
                      <a:pt x="493" y="212"/>
                    </a:lnTo>
                    <a:lnTo>
                      <a:pt x="493" y="221"/>
                    </a:lnTo>
                    <a:lnTo>
                      <a:pt x="502" y="229"/>
                    </a:lnTo>
                    <a:lnTo>
                      <a:pt x="502" y="229"/>
                    </a:lnTo>
                    <a:lnTo>
                      <a:pt x="502" y="238"/>
                    </a:lnTo>
                    <a:lnTo>
                      <a:pt x="511" y="238"/>
                    </a:lnTo>
                    <a:lnTo>
                      <a:pt x="511" y="247"/>
                    </a:lnTo>
                    <a:lnTo>
                      <a:pt x="511" y="247"/>
                    </a:lnTo>
                    <a:lnTo>
                      <a:pt x="414" y="247"/>
                    </a:lnTo>
                    <a:lnTo>
                      <a:pt x="335" y="247"/>
                    </a:lnTo>
                    <a:lnTo>
                      <a:pt x="185" y="247"/>
                    </a:lnTo>
                    <a:lnTo>
                      <a:pt x="115" y="238"/>
                    </a:lnTo>
                    <a:lnTo>
                      <a:pt x="115" y="168"/>
                    </a:lnTo>
                    <a:lnTo>
                      <a:pt x="115" y="159"/>
                    </a:lnTo>
                    <a:lnTo>
                      <a:pt x="53" y="159"/>
                    </a:lnTo>
                    <a:lnTo>
                      <a:pt x="0" y="159"/>
                    </a:lnTo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Freeform 93"/>
              <p:cNvSpPr>
                <a:spLocks/>
              </p:cNvSpPr>
              <p:nvPr/>
            </p:nvSpPr>
            <p:spPr bwMode="auto">
              <a:xfrm>
                <a:off x="3066315" y="2674415"/>
                <a:ext cx="567511" cy="487013"/>
              </a:xfrm>
              <a:custGeom>
                <a:avLst/>
                <a:gdLst/>
                <a:ahLst/>
                <a:cxnLst>
                  <a:cxn ang="0">
                    <a:pos x="71" y="9"/>
                  </a:cxn>
                  <a:cxn ang="0">
                    <a:pos x="203" y="0"/>
                  </a:cxn>
                  <a:cxn ang="0">
                    <a:pos x="247" y="0"/>
                  </a:cxn>
                  <a:cxn ang="0">
                    <a:pos x="255" y="18"/>
                  </a:cxn>
                  <a:cxn ang="0">
                    <a:pos x="255" y="18"/>
                  </a:cxn>
                  <a:cxn ang="0">
                    <a:pos x="255" y="35"/>
                  </a:cxn>
                  <a:cxn ang="0">
                    <a:pos x="264" y="44"/>
                  </a:cxn>
                  <a:cxn ang="0">
                    <a:pos x="264" y="62"/>
                  </a:cxn>
                  <a:cxn ang="0">
                    <a:pos x="273" y="71"/>
                  </a:cxn>
                  <a:cxn ang="0">
                    <a:pos x="282" y="80"/>
                  </a:cxn>
                  <a:cxn ang="0">
                    <a:pos x="299" y="97"/>
                  </a:cxn>
                  <a:cxn ang="0">
                    <a:pos x="308" y="106"/>
                  </a:cxn>
                  <a:cxn ang="0">
                    <a:pos x="317" y="133"/>
                  </a:cxn>
                  <a:cxn ang="0">
                    <a:pos x="326" y="124"/>
                  </a:cxn>
                  <a:cxn ang="0">
                    <a:pos x="335" y="124"/>
                  </a:cxn>
                  <a:cxn ang="0">
                    <a:pos x="343" y="133"/>
                  </a:cxn>
                  <a:cxn ang="0">
                    <a:pos x="343" y="142"/>
                  </a:cxn>
                  <a:cxn ang="0">
                    <a:pos x="343" y="159"/>
                  </a:cxn>
                  <a:cxn ang="0">
                    <a:pos x="335" y="168"/>
                  </a:cxn>
                  <a:cxn ang="0">
                    <a:pos x="335" y="186"/>
                  </a:cxn>
                  <a:cxn ang="0">
                    <a:pos x="361" y="203"/>
                  </a:cxn>
                  <a:cxn ang="0">
                    <a:pos x="361" y="212"/>
                  </a:cxn>
                  <a:cxn ang="0">
                    <a:pos x="379" y="212"/>
                  </a:cxn>
                  <a:cxn ang="0">
                    <a:pos x="387" y="221"/>
                  </a:cxn>
                  <a:cxn ang="0">
                    <a:pos x="387" y="230"/>
                  </a:cxn>
                  <a:cxn ang="0">
                    <a:pos x="396" y="248"/>
                  </a:cxn>
                  <a:cxn ang="0">
                    <a:pos x="396" y="265"/>
                  </a:cxn>
                  <a:cxn ang="0">
                    <a:pos x="414" y="274"/>
                  </a:cxn>
                  <a:cxn ang="0">
                    <a:pos x="423" y="283"/>
                  </a:cxn>
                  <a:cxn ang="0">
                    <a:pos x="423" y="292"/>
                  </a:cxn>
                  <a:cxn ang="0">
                    <a:pos x="414" y="301"/>
                  </a:cxn>
                  <a:cxn ang="0">
                    <a:pos x="414" y="310"/>
                  </a:cxn>
                  <a:cxn ang="0">
                    <a:pos x="405" y="318"/>
                  </a:cxn>
                  <a:cxn ang="0">
                    <a:pos x="396" y="318"/>
                  </a:cxn>
                  <a:cxn ang="0">
                    <a:pos x="396" y="318"/>
                  </a:cxn>
                  <a:cxn ang="0">
                    <a:pos x="396" y="327"/>
                  </a:cxn>
                  <a:cxn ang="0">
                    <a:pos x="387" y="336"/>
                  </a:cxn>
                  <a:cxn ang="0">
                    <a:pos x="387" y="345"/>
                  </a:cxn>
                  <a:cxn ang="0">
                    <a:pos x="352" y="363"/>
                  </a:cxn>
                  <a:cxn ang="0">
                    <a:pos x="352" y="354"/>
                  </a:cxn>
                  <a:cxn ang="0">
                    <a:pos x="361" y="345"/>
                  </a:cxn>
                  <a:cxn ang="0">
                    <a:pos x="361" y="336"/>
                  </a:cxn>
                  <a:cxn ang="0">
                    <a:pos x="361" y="318"/>
                  </a:cxn>
                  <a:cxn ang="0">
                    <a:pos x="238" y="327"/>
                  </a:cxn>
                  <a:cxn ang="0">
                    <a:pos x="79" y="336"/>
                  </a:cxn>
                  <a:cxn ang="0">
                    <a:pos x="71" y="124"/>
                  </a:cxn>
                  <a:cxn ang="0">
                    <a:pos x="62" y="115"/>
                  </a:cxn>
                  <a:cxn ang="0">
                    <a:pos x="53" y="106"/>
                  </a:cxn>
                  <a:cxn ang="0">
                    <a:pos x="44" y="97"/>
                  </a:cxn>
                  <a:cxn ang="0">
                    <a:pos x="53" y="80"/>
                  </a:cxn>
                  <a:cxn ang="0">
                    <a:pos x="53" y="80"/>
                  </a:cxn>
                  <a:cxn ang="0">
                    <a:pos x="53" y="71"/>
                  </a:cxn>
                  <a:cxn ang="0">
                    <a:pos x="44" y="62"/>
                  </a:cxn>
                  <a:cxn ang="0">
                    <a:pos x="27" y="53"/>
                  </a:cxn>
                  <a:cxn ang="0">
                    <a:pos x="27" y="44"/>
                  </a:cxn>
                  <a:cxn ang="0">
                    <a:pos x="18" y="35"/>
                  </a:cxn>
                  <a:cxn ang="0">
                    <a:pos x="9" y="27"/>
                  </a:cxn>
                  <a:cxn ang="0">
                    <a:pos x="0" y="9"/>
                  </a:cxn>
                </a:cxnLst>
                <a:rect l="0" t="0" r="r" b="b"/>
                <a:pathLst>
                  <a:path w="423" h="363">
                    <a:moveTo>
                      <a:pt x="0" y="9"/>
                    </a:moveTo>
                    <a:lnTo>
                      <a:pt x="71" y="9"/>
                    </a:lnTo>
                    <a:lnTo>
                      <a:pt x="106" y="9"/>
                    </a:lnTo>
                    <a:lnTo>
                      <a:pt x="203" y="0"/>
                    </a:lnTo>
                    <a:lnTo>
                      <a:pt x="238" y="0"/>
                    </a:lnTo>
                    <a:lnTo>
                      <a:pt x="247" y="0"/>
                    </a:lnTo>
                    <a:lnTo>
                      <a:pt x="255" y="9"/>
                    </a:lnTo>
                    <a:lnTo>
                      <a:pt x="255" y="18"/>
                    </a:lnTo>
                    <a:lnTo>
                      <a:pt x="255" y="18"/>
                    </a:lnTo>
                    <a:lnTo>
                      <a:pt x="255" y="18"/>
                    </a:lnTo>
                    <a:lnTo>
                      <a:pt x="255" y="27"/>
                    </a:lnTo>
                    <a:lnTo>
                      <a:pt x="255" y="35"/>
                    </a:lnTo>
                    <a:lnTo>
                      <a:pt x="255" y="44"/>
                    </a:lnTo>
                    <a:lnTo>
                      <a:pt x="264" y="44"/>
                    </a:lnTo>
                    <a:lnTo>
                      <a:pt x="264" y="62"/>
                    </a:lnTo>
                    <a:lnTo>
                      <a:pt x="264" y="62"/>
                    </a:lnTo>
                    <a:lnTo>
                      <a:pt x="264" y="71"/>
                    </a:lnTo>
                    <a:lnTo>
                      <a:pt x="273" y="71"/>
                    </a:lnTo>
                    <a:lnTo>
                      <a:pt x="282" y="80"/>
                    </a:lnTo>
                    <a:lnTo>
                      <a:pt x="282" y="80"/>
                    </a:lnTo>
                    <a:lnTo>
                      <a:pt x="282" y="88"/>
                    </a:lnTo>
                    <a:lnTo>
                      <a:pt x="299" y="97"/>
                    </a:lnTo>
                    <a:lnTo>
                      <a:pt x="299" y="97"/>
                    </a:lnTo>
                    <a:lnTo>
                      <a:pt x="308" y="106"/>
                    </a:lnTo>
                    <a:lnTo>
                      <a:pt x="308" y="124"/>
                    </a:lnTo>
                    <a:lnTo>
                      <a:pt x="317" y="133"/>
                    </a:lnTo>
                    <a:lnTo>
                      <a:pt x="317" y="133"/>
                    </a:lnTo>
                    <a:lnTo>
                      <a:pt x="326" y="124"/>
                    </a:lnTo>
                    <a:lnTo>
                      <a:pt x="326" y="124"/>
                    </a:lnTo>
                    <a:lnTo>
                      <a:pt x="335" y="124"/>
                    </a:lnTo>
                    <a:lnTo>
                      <a:pt x="335" y="124"/>
                    </a:lnTo>
                    <a:lnTo>
                      <a:pt x="343" y="133"/>
                    </a:lnTo>
                    <a:lnTo>
                      <a:pt x="343" y="133"/>
                    </a:lnTo>
                    <a:lnTo>
                      <a:pt x="343" y="142"/>
                    </a:lnTo>
                    <a:lnTo>
                      <a:pt x="343" y="150"/>
                    </a:lnTo>
                    <a:lnTo>
                      <a:pt x="343" y="159"/>
                    </a:lnTo>
                    <a:lnTo>
                      <a:pt x="335" y="168"/>
                    </a:lnTo>
                    <a:lnTo>
                      <a:pt x="335" y="168"/>
                    </a:lnTo>
                    <a:lnTo>
                      <a:pt x="335" y="177"/>
                    </a:lnTo>
                    <a:lnTo>
                      <a:pt x="335" y="186"/>
                    </a:lnTo>
                    <a:lnTo>
                      <a:pt x="343" y="195"/>
                    </a:lnTo>
                    <a:lnTo>
                      <a:pt x="361" y="203"/>
                    </a:lnTo>
                    <a:lnTo>
                      <a:pt x="361" y="203"/>
                    </a:lnTo>
                    <a:lnTo>
                      <a:pt x="361" y="212"/>
                    </a:lnTo>
                    <a:lnTo>
                      <a:pt x="370" y="203"/>
                    </a:lnTo>
                    <a:lnTo>
                      <a:pt x="379" y="212"/>
                    </a:lnTo>
                    <a:lnTo>
                      <a:pt x="379" y="221"/>
                    </a:lnTo>
                    <a:lnTo>
                      <a:pt x="387" y="221"/>
                    </a:lnTo>
                    <a:lnTo>
                      <a:pt x="387" y="221"/>
                    </a:lnTo>
                    <a:lnTo>
                      <a:pt x="387" y="230"/>
                    </a:lnTo>
                    <a:lnTo>
                      <a:pt x="396" y="248"/>
                    </a:lnTo>
                    <a:lnTo>
                      <a:pt x="396" y="248"/>
                    </a:lnTo>
                    <a:lnTo>
                      <a:pt x="396" y="256"/>
                    </a:lnTo>
                    <a:lnTo>
                      <a:pt x="396" y="265"/>
                    </a:lnTo>
                    <a:lnTo>
                      <a:pt x="405" y="274"/>
                    </a:lnTo>
                    <a:lnTo>
                      <a:pt x="414" y="274"/>
                    </a:lnTo>
                    <a:lnTo>
                      <a:pt x="423" y="274"/>
                    </a:lnTo>
                    <a:lnTo>
                      <a:pt x="423" y="283"/>
                    </a:lnTo>
                    <a:lnTo>
                      <a:pt x="423" y="283"/>
                    </a:lnTo>
                    <a:lnTo>
                      <a:pt x="423" y="292"/>
                    </a:lnTo>
                    <a:lnTo>
                      <a:pt x="414" y="301"/>
                    </a:lnTo>
                    <a:lnTo>
                      <a:pt x="414" y="301"/>
                    </a:lnTo>
                    <a:lnTo>
                      <a:pt x="414" y="310"/>
                    </a:lnTo>
                    <a:lnTo>
                      <a:pt x="414" y="310"/>
                    </a:lnTo>
                    <a:lnTo>
                      <a:pt x="405" y="310"/>
                    </a:lnTo>
                    <a:lnTo>
                      <a:pt x="405" y="318"/>
                    </a:lnTo>
                    <a:lnTo>
                      <a:pt x="396" y="318"/>
                    </a:lnTo>
                    <a:lnTo>
                      <a:pt x="396" y="318"/>
                    </a:lnTo>
                    <a:lnTo>
                      <a:pt x="396" y="318"/>
                    </a:lnTo>
                    <a:lnTo>
                      <a:pt x="396" y="318"/>
                    </a:lnTo>
                    <a:lnTo>
                      <a:pt x="396" y="327"/>
                    </a:lnTo>
                    <a:lnTo>
                      <a:pt x="396" y="327"/>
                    </a:lnTo>
                    <a:lnTo>
                      <a:pt x="396" y="336"/>
                    </a:lnTo>
                    <a:lnTo>
                      <a:pt x="387" y="336"/>
                    </a:lnTo>
                    <a:lnTo>
                      <a:pt x="396" y="345"/>
                    </a:lnTo>
                    <a:lnTo>
                      <a:pt x="387" y="345"/>
                    </a:lnTo>
                    <a:lnTo>
                      <a:pt x="387" y="354"/>
                    </a:lnTo>
                    <a:lnTo>
                      <a:pt x="352" y="363"/>
                    </a:lnTo>
                    <a:lnTo>
                      <a:pt x="352" y="354"/>
                    </a:lnTo>
                    <a:lnTo>
                      <a:pt x="352" y="354"/>
                    </a:lnTo>
                    <a:lnTo>
                      <a:pt x="352" y="345"/>
                    </a:lnTo>
                    <a:lnTo>
                      <a:pt x="361" y="345"/>
                    </a:lnTo>
                    <a:lnTo>
                      <a:pt x="361" y="336"/>
                    </a:lnTo>
                    <a:lnTo>
                      <a:pt x="361" y="336"/>
                    </a:lnTo>
                    <a:lnTo>
                      <a:pt x="361" y="327"/>
                    </a:lnTo>
                    <a:lnTo>
                      <a:pt x="361" y="318"/>
                    </a:lnTo>
                    <a:lnTo>
                      <a:pt x="352" y="318"/>
                    </a:lnTo>
                    <a:lnTo>
                      <a:pt x="238" y="327"/>
                    </a:lnTo>
                    <a:lnTo>
                      <a:pt x="141" y="327"/>
                    </a:lnTo>
                    <a:lnTo>
                      <a:pt x="79" y="336"/>
                    </a:lnTo>
                    <a:lnTo>
                      <a:pt x="79" y="292"/>
                    </a:lnTo>
                    <a:lnTo>
                      <a:pt x="71" y="124"/>
                    </a:lnTo>
                    <a:lnTo>
                      <a:pt x="71" y="124"/>
                    </a:lnTo>
                    <a:lnTo>
                      <a:pt x="62" y="115"/>
                    </a:lnTo>
                    <a:lnTo>
                      <a:pt x="53" y="106"/>
                    </a:lnTo>
                    <a:lnTo>
                      <a:pt x="53" y="106"/>
                    </a:lnTo>
                    <a:lnTo>
                      <a:pt x="53" y="97"/>
                    </a:lnTo>
                    <a:lnTo>
                      <a:pt x="44" y="97"/>
                    </a:lnTo>
                    <a:lnTo>
                      <a:pt x="44" y="88"/>
                    </a:lnTo>
                    <a:lnTo>
                      <a:pt x="53" y="80"/>
                    </a:lnTo>
                    <a:lnTo>
                      <a:pt x="53" y="71"/>
                    </a:lnTo>
                    <a:lnTo>
                      <a:pt x="53" y="80"/>
                    </a:lnTo>
                    <a:lnTo>
                      <a:pt x="53" y="71"/>
                    </a:lnTo>
                    <a:lnTo>
                      <a:pt x="53" y="71"/>
                    </a:lnTo>
                    <a:lnTo>
                      <a:pt x="53" y="62"/>
                    </a:lnTo>
                    <a:lnTo>
                      <a:pt x="44" y="62"/>
                    </a:lnTo>
                    <a:lnTo>
                      <a:pt x="44" y="62"/>
                    </a:lnTo>
                    <a:lnTo>
                      <a:pt x="27" y="53"/>
                    </a:lnTo>
                    <a:lnTo>
                      <a:pt x="27" y="53"/>
                    </a:lnTo>
                    <a:lnTo>
                      <a:pt x="27" y="44"/>
                    </a:lnTo>
                    <a:lnTo>
                      <a:pt x="18" y="44"/>
                    </a:lnTo>
                    <a:lnTo>
                      <a:pt x="18" y="35"/>
                    </a:lnTo>
                    <a:lnTo>
                      <a:pt x="18" y="35"/>
                    </a:lnTo>
                    <a:lnTo>
                      <a:pt x="9" y="27"/>
                    </a:lnTo>
                    <a:lnTo>
                      <a:pt x="9" y="18"/>
                    </a:lnTo>
                    <a:lnTo>
                      <a:pt x="0" y="9"/>
                    </a:lnTo>
                    <a:lnTo>
                      <a:pt x="0" y="9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Freeform 94"/>
              <p:cNvSpPr>
                <a:spLocks/>
              </p:cNvSpPr>
              <p:nvPr/>
            </p:nvSpPr>
            <p:spPr bwMode="auto">
              <a:xfrm>
                <a:off x="3066315" y="2674415"/>
                <a:ext cx="567511" cy="487013"/>
              </a:xfrm>
              <a:custGeom>
                <a:avLst/>
                <a:gdLst/>
                <a:ahLst/>
                <a:cxnLst>
                  <a:cxn ang="0">
                    <a:pos x="71" y="9"/>
                  </a:cxn>
                  <a:cxn ang="0">
                    <a:pos x="203" y="0"/>
                  </a:cxn>
                  <a:cxn ang="0">
                    <a:pos x="247" y="0"/>
                  </a:cxn>
                  <a:cxn ang="0">
                    <a:pos x="255" y="18"/>
                  </a:cxn>
                  <a:cxn ang="0">
                    <a:pos x="255" y="18"/>
                  </a:cxn>
                  <a:cxn ang="0">
                    <a:pos x="255" y="35"/>
                  </a:cxn>
                  <a:cxn ang="0">
                    <a:pos x="264" y="44"/>
                  </a:cxn>
                  <a:cxn ang="0">
                    <a:pos x="264" y="62"/>
                  </a:cxn>
                  <a:cxn ang="0">
                    <a:pos x="273" y="71"/>
                  </a:cxn>
                  <a:cxn ang="0">
                    <a:pos x="282" y="80"/>
                  </a:cxn>
                  <a:cxn ang="0">
                    <a:pos x="299" y="97"/>
                  </a:cxn>
                  <a:cxn ang="0">
                    <a:pos x="308" y="106"/>
                  </a:cxn>
                  <a:cxn ang="0">
                    <a:pos x="317" y="133"/>
                  </a:cxn>
                  <a:cxn ang="0">
                    <a:pos x="326" y="124"/>
                  </a:cxn>
                  <a:cxn ang="0">
                    <a:pos x="335" y="124"/>
                  </a:cxn>
                  <a:cxn ang="0">
                    <a:pos x="343" y="133"/>
                  </a:cxn>
                  <a:cxn ang="0">
                    <a:pos x="343" y="142"/>
                  </a:cxn>
                  <a:cxn ang="0">
                    <a:pos x="343" y="159"/>
                  </a:cxn>
                  <a:cxn ang="0">
                    <a:pos x="335" y="168"/>
                  </a:cxn>
                  <a:cxn ang="0">
                    <a:pos x="335" y="186"/>
                  </a:cxn>
                  <a:cxn ang="0">
                    <a:pos x="361" y="203"/>
                  </a:cxn>
                  <a:cxn ang="0">
                    <a:pos x="361" y="212"/>
                  </a:cxn>
                  <a:cxn ang="0">
                    <a:pos x="379" y="212"/>
                  </a:cxn>
                  <a:cxn ang="0">
                    <a:pos x="387" y="221"/>
                  </a:cxn>
                  <a:cxn ang="0">
                    <a:pos x="387" y="230"/>
                  </a:cxn>
                  <a:cxn ang="0">
                    <a:pos x="396" y="248"/>
                  </a:cxn>
                  <a:cxn ang="0">
                    <a:pos x="396" y="265"/>
                  </a:cxn>
                  <a:cxn ang="0">
                    <a:pos x="414" y="274"/>
                  </a:cxn>
                  <a:cxn ang="0">
                    <a:pos x="423" y="283"/>
                  </a:cxn>
                  <a:cxn ang="0">
                    <a:pos x="423" y="292"/>
                  </a:cxn>
                  <a:cxn ang="0">
                    <a:pos x="414" y="301"/>
                  </a:cxn>
                  <a:cxn ang="0">
                    <a:pos x="414" y="310"/>
                  </a:cxn>
                  <a:cxn ang="0">
                    <a:pos x="405" y="318"/>
                  </a:cxn>
                  <a:cxn ang="0">
                    <a:pos x="396" y="318"/>
                  </a:cxn>
                  <a:cxn ang="0">
                    <a:pos x="396" y="318"/>
                  </a:cxn>
                  <a:cxn ang="0">
                    <a:pos x="396" y="327"/>
                  </a:cxn>
                  <a:cxn ang="0">
                    <a:pos x="387" y="336"/>
                  </a:cxn>
                  <a:cxn ang="0">
                    <a:pos x="387" y="345"/>
                  </a:cxn>
                  <a:cxn ang="0">
                    <a:pos x="352" y="363"/>
                  </a:cxn>
                  <a:cxn ang="0">
                    <a:pos x="352" y="354"/>
                  </a:cxn>
                  <a:cxn ang="0">
                    <a:pos x="361" y="345"/>
                  </a:cxn>
                  <a:cxn ang="0">
                    <a:pos x="361" y="336"/>
                  </a:cxn>
                  <a:cxn ang="0">
                    <a:pos x="361" y="318"/>
                  </a:cxn>
                  <a:cxn ang="0">
                    <a:pos x="238" y="327"/>
                  </a:cxn>
                  <a:cxn ang="0">
                    <a:pos x="79" y="336"/>
                  </a:cxn>
                  <a:cxn ang="0">
                    <a:pos x="71" y="124"/>
                  </a:cxn>
                  <a:cxn ang="0">
                    <a:pos x="62" y="115"/>
                  </a:cxn>
                  <a:cxn ang="0">
                    <a:pos x="53" y="106"/>
                  </a:cxn>
                  <a:cxn ang="0">
                    <a:pos x="44" y="97"/>
                  </a:cxn>
                  <a:cxn ang="0">
                    <a:pos x="53" y="80"/>
                  </a:cxn>
                  <a:cxn ang="0">
                    <a:pos x="53" y="80"/>
                  </a:cxn>
                  <a:cxn ang="0">
                    <a:pos x="53" y="71"/>
                  </a:cxn>
                  <a:cxn ang="0">
                    <a:pos x="44" y="62"/>
                  </a:cxn>
                  <a:cxn ang="0">
                    <a:pos x="27" y="53"/>
                  </a:cxn>
                  <a:cxn ang="0">
                    <a:pos x="27" y="44"/>
                  </a:cxn>
                  <a:cxn ang="0">
                    <a:pos x="18" y="35"/>
                  </a:cxn>
                  <a:cxn ang="0">
                    <a:pos x="9" y="27"/>
                  </a:cxn>
                  <a:cxn ang="0">
                    <a:pos x="0" y="9"/>
                  </a:cxn>
                </a:cxnLst>
                <a:rect l="0" t="0" r="r" b="b"/>
                <a:pathLst>
                  <a:path w="423" h="363">
                    <a:moveTo>
                      <a:pt x="0" y="9"/>
                    </a:moveTo>
                    <a:lnTo>
                      <a:pt x="71" y="9"/>
                    </a:lnTo>
                    <a:lnTo>
                      <a:pt x="106" y="9"/>
                    </a:lnTo>
                    <a:lnTo>
                      <a:pt x="203" y="0"/>
                    </a:lnTo>
                    <a:lnTo>
                      <a:pt x="238" y="0"/>
                    </a:lnTo>
                    <a:lnTo>
                      <a:pt x="247" y="0"/>
                    </a:lnTo>
                    <a:lnTo>
                      <a:pt x="255" y="9"/>
                    </a:lnTo>
                    <a:lnTo>
                      <a:pt x="255" y="18"/>
                    </a:lnTo>
                    <a:lnTo>
                      <a:pt x="255" y="18"/>
                    </a:lnTo>
                    <a:lnTo>
                      <a:pt x="255" y="18"/>
                    </a:lnTo>
                    <a:lnTo>
                      <a:pt x="255" y="27"/>
                    </a:lnTo>
                    <a:lnTo>
                      <a:pt x="255" y="35"/>
                    </a:lnTo>
                    <a:lnTo>
                      <a:pt x="255" y="44"/>
                    </a:lnTo>
                    <a:lnTo>
                      <a:pt x="264" y="44"/>
                    </a:lnTo>
                    <a:lnTo>
                      <a:pt x="264" y="62"/>
                    </a:lnTo>
                    <a:lnTo>
                      <a:pt x="264" y="62"/>
                    </a:lnTo>
                    <a:lnTo>
                      <a:pt x="264" y="71"/>
                    </a:lnTo>
                    <a:lnTo>
                      <a:pt x="273" y="71"/>
                    </a:lnTo>
                    <a:lnTo>
                      <a:pt x="282" y="80"/>
                    </a:lnTo>
                    <a:lnTo>
                      <a:pt x="282" y="80"/>
                    </a:lnTo>
                    <a:lnTo>
                      <a:pt x="282" y="88"/>
                    </a:lnTo>
                    <a:lnTo>
                      <a:pt x="299" y="97"/>
                    </a:lnTo>
                    <a:lnTo>
                      <a:pt x="299" y="97"/>
                    </a:lnTo>
                    <a:lnTo>
                      <a:pt x="308" y="106"/>
                    </a:lnTo>
                    <a:lnTo>
                      <a:pt x="308" y="124"/>
                    </a:lnTo>
                    <a:lnTo>
                      <a:pt x="317" y="133"/>
                    </a:lnTo>
                    <a:lnTo>
                      <a:pt x="317" y="133"/>
                    </a:lnTo>
                    <a:lnTo>
                      <a:pt x="326" y="124"/>
                    </a:lnTo>
                    <a:lnTo>
                      <a:pt x="326" y="124"/>
                    </a:lnTo>
                    <a:lnTo>
                      <a:pt x="335" y="124"/>
                    </a:lnTo>
                    <a:lnTo>
                      <a:pt x="335" y="124"/>
                    </a:lnTo>
                    <a:lnTo>
                      <a:pt x="343" y="133"/>
                    </a:lnTo>
                    <a:lnTo>
                      <a:pt x="343" y="133"/>
                    </a:lnTo>
                    <a:lnTo>
                      <a:pt x="343" y="142"/>
                    </a:lnTo>
                    <a:lnTo>
                      <a:pt x="343" y="150"/>
                    </a:lnTo>
                    <a:lnTo>
                      <a:pt x="343" y="159"/>
                    </a:lnTo>
                    <a:lnTo>
                      <a:pt x="335" y="168"/>
                    </a:lnTo>
                    <a:lnTo>
                      <a:pt x="335" y="168"/>
                    </a:lnTo>
                    <a:lnTo>
                      <a:pt x="335" y="177"/>
                    </a:lnTo>
                    <a:lnTo>
                      <a:pt x="335" y="186"/>
                    </a:lnTo>
                    <a:lnTo>
                      <a:pt x="343" y="195"/>
                    </a:lnTo>
                    <a:lnTo>
                      <a:pt x="361" y="203"/>
                    </a:lnTo>
                    <a:lnTo>
                      <a:pt x="361" y="203"/>
                    </a:lnTo>
                    <a:lnTo>
                      <a:pt x="361" y="212"/>
                    </a:lnTo>
                    <a:lnTo>
                      <a:pt x="370" y="203"/>
                    </a:lnTo>
                    <a:lnTo>
                      <a:pt x="379" y="212"/>
                    </a:lnTo>
                    <a:lnTo>
                      <a:pt x="379" y="221"/>
                    </a:lnTo>
                    <a:lnTo>
                      <a:pt x="387" y="221"/>
                    </a:lnTo>
                    <a:lnTo>
                      <a:pt x="387" y="221"/>
                    </a:lnTo>
                    <a:lnTo>
                      <a:pt x="387" y="230"/>
                    </a:lnTo>
                    <a:lnTo>
                      <a:pt x="396" y="248"/>
                    </a:lnTo>
                    <a:lnTo>
                      <a:pt x="396" y="248"/>
                    </a:lnTo>
                    <a:lnTo>
                      <a:pt x="396" y="256"/>
                    </a:lnTo>
                    <a:lnTo>
                      <a:pt x="396" y="265"/>
                    </a:lnTo>
                    <a:lnTo>
                      <a:pt x="405" y="274"/>
                    </a:lnTo>
                    <a:lnTo>
                      <a:pt x="414" y="274"/>
                    </a:lnTo>
                    <a:lnTo>
                      <a:pt x="423" y="274"/>
                    </a:lnTo>
                    <a:lnTo>
                      <a:pt x="423" y="283"/>
                    </a:lnTo>
                    <a:lnTo>
                      <a:pt x="423" y="283"/>
                    </a:lnTo>
                    <a:lnTo>
                      <a:pt x="423" y="292"/>
                    </a:lnTo>
                    <a:lnTo>
                      <a:pt x="414" y="301"/>
                    </a:lnTo>
                    <a:lnTo>
                      <a:pt x="414" y="301"/>
                    </a:lnTo>
                    <a:lnTo>
                      <a:pt x="414" y="310"/>
                    </a:lnTo>
                    <a:lnTo>
                      <a:pt x="414" y="310"/>
                    </a:lnTo>
                    <a:lnTo>
                      <a:pt x="405" y="310"/>
                    </a:lnTo>
                    <a:lnTo>
                      <a:pt x="405" y="318"/>
                    </a:lnTo>
                    <a:lnTo>
                      <a:pt x="396" y="318"/>
                    </a:lnTo>
                    <a:lnTo>
                      <a:pt x="396" y="318"/>
                    </a:lnTo>
                    <a:lnTo>
                      <a:pt x="396" y="318"/>
                    </a:lnTo>
                    <a:lnTo>
                      <a:pt x="396" y="318"/>
                    </a:lnTo>
                    <a:lnTo>
                      <a:pt x="396" y="327"/>
                    </a:lnTo>
                    <a:lnTo>
                      <a:pt x="396" y="327"/>
                    </a:lnTo>
                    <a:lnTo>
                      <a:pt x="396" y="336"/>
                    </a:lnTo>
                    <a:lnTo>
                      <a:pt x="387" y="336"/>
                    </a:lnTo>
                    <a:lnTo>
                      <a:pt x="396" y="345"/>
                    </a:lnTo>
                    <a:lnTo>
                      <a:pt x="387" y="345"/>
                    </a:lnTo>
                    <a:lnTo>
                      <a:pt x="387" y="354"/>
                    </a:lnTo>
                    <a:lnTo>
                      <a:pt x="352" y="363"/>
                    </a:lnTo>
                    <a:lnTo>
                      <a:pt x="352" y="354"/>
                    </a:lnTo>
                    <a:lnTo>
                      <a:pt x="352" y="354"/>
                    </a:lnTo>
                    <a:lnTo>
                      <a:pt x="352" y="345"/>
                    </a:lnTo>
                    <a:lnTo>
                      <a:pt x="361" y="345"/>
                    </a:lnTo>
                    <a:lnTo>
                      <a:pt x="361" y="336"/>
                    </a:lnTo>
                    <a:lnTo>
                      <a:pt x="361" y="336"/>
                    </a:lnTo>
                    <a:lnTo>
                      <a:pt x="361" y="327"/>
                    </a:lnTo>
                    <a:lnTo>
                      <a:pt x="361" y="318"/>
                    </a:lnTo>
                    <a:lnTo>
                      <a:pt x="352" y="318"/>
                    </a:lnTo>
                    <a:lnTo>
                      <a:pt x="238" y="327"/>
                    </a:lnTo>
                    <a:lnTo>
                      <a:pt x="141" y="327"/>
                    </a:lnTo>
                    <a:lnTo>
                      <a:pt x="79" y="336"/>
                    </a:lnTo>
                    <a:lnTo>
                      <a:pt x="79" y="292"/>
                    </a:lnTo>
                    <a:lnTo>
                      <a:pt x="71" y="124"/>
                    </a:lnTo>
                    <a:lnTo>
                      <a:pt x="71" y="124"/>
                    </a:lnTo>
                    <a:lnTo>
                      <a:pt x="62" y="115"/>
                    </a:lnTo>
                    <a:lnTo>
                      <a:pt x="53" y="106"/>
                    </a:lnTo>
                    <a:lnTo>
                      <a:pt x="53" y="106"/>
                    </a:lnTo>
                    <a:lnTo>
                      <a:pt x="53" y="97"/>
                    </a:lnTo>
                    <a:lnTo>
                      <a:pt x="44" y="97"/>
                    </a:lnTo>
                    <a:lnTo>
                      <a:pt x="44" y="88"/>
                    </a:lnTo>
                    <a:lnTo>
                      <a:pt x="53" y="80"/>
                    </a:lnTo>
                    <a:lnTo>
                      <a:pt x="53" y="71"/>
                    </a:lnTo>
                    <a:lnTo>
                      <a:pt x="53" y="80"/>
                    </a:lnTo>
                    <a:lnTo>
                      <a:pt x="53" y="71"/>
                    </a:lnTo>
                    <a:lnTo>
                      <a:pt x="53" y="71"/>
                    </a:lnTo>
                    <a:lnTo>
                      <a:pt x="53" y="62"/>
                    </a:lnTo>
                    <a:lnTo>
                      <a:pt x="44" y="62"/>
                    </a:lnTo>
                    <a:lnTo>
                      <a:pt x="44" y="62"/>
                    </a:lnTo>
                    <a:lnTo>
                      <a:pt x="27" y="53"/>
                    </a:lnTo>
                    <a:lnTo>
                      <a:pt x="27" y="53"/>
                    </a:lnTo>
                    <a:lnTo>
                      <a:pt x="27" y="44"/>
                    </a:lnTo>
                    <a:lnTo>
                      <a:pt x="18" y="44"/>
                    </a:lnTo>
                    <a:lnTo>
                      <a:pt x="18" y="35"/>
                    </a:lnTo>
                    <a:lnTo>
                      <a:pt x="18" y="35"/>
                    </a:lnTo>
                    <a:lnTo>
                      <a:pt x="9" y="27"/>
                    </a:lnTo>
                    <a:lnTo>
                      <a:pt x="9" y="18"/>
                    </a:lnTo>
                    <a:lnTo>
                      <a:pt x="0" y="9"/>
                    </a:lnTo>
                    <a:lnTo>
                      <a:pt x="0" y="9"/>
                    </a:lnTo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Freeform 95"/>
              <p:cNvSpPr>
                <a:spLocks/>
              </p:cNvSpPr>
              <p:nvPr/>
            </p:nvSpPr>
            <p:spPr bwMode="auto">
              <a:xfrm>
                <a:off x="3456730" y="3243266"/>
                <a:ext cx="295159" cy="523236"/>
              </a:xfrm>
              <a:custGeom>
                <a:avLst/>
                <a:gdLst/>
                <a:ahLst/>
                <a:cxnLst>
                  <a:cxn ang="0">
                    <a:pos x="17" y="168"/>
                  </a:cxn>
                  <a:cxn ang="0">
                    <a:pos x="26" y="160"/>
                  </a:cxn>
                  <a:cxn ang="0">
                    <a:pos x="17" y="142"/>
                  </a:cxn>
                  <a:cxn ang="0">
                    <a:pos x="17" y="142"/>
                  </a:cxn>
                  <a:cxn ang="0">
                    <a:pos x="17" y="133"/>
                  </a:cxn>
                  <a:cxn ang="0">
                    <a:pos x="17" y="124"/>
                  </a:cxn>
                  <a:cxn ang="0">
                    <a:pos x="26" y="115"/>
                  </a:cxn>
                  <a:cxn ang="0">
                    <a:pos x="26" y="115"/>
                  </a:cxn>
                  <a:cxn ang="0">
                    <a:pos x="26" y="98"/>
                  </a:cxn>
                  <a:cxn ang="0">
                    <a:pos x="35" y="89"/>
                  </a:cxn>
                  <a:cxn ang="0">
                    <a:pos x="26" y="80"/>
                  </a:cxn>
                  <a:cxn ang="0">
                    <a:pos x="44" y="71"/>
                  </a:cxn>
                  <a:cxn ang="0">
                    <a:pos x="44" y="62"/>
                  </a:cxn>
                  <a:cxn ang="0">
                    <a:pos x="52" y="54"/>
                  </a:cxn>
                  <a:cxn ang="0">
                    <a:pos x="52" y="45"/>
                  </a:cxn>
                  <a:cxn ang="0">
                    <a:pos x="52" y="36"/>
                  </a:cxn>
                  <a:cxn ang="0">
                    <a:pos x="52" y="27"/>
                  </a:cxn>
                  <a:cxn ang="0">
                    <a:pos x="70" y="18"/>
                  </a:cxn>
                  <a:cxn ang="0">
                    <a:pos x="149" y="9"/>
                  </a:cxn>
                  <a:cxn ang="0">
                    <a:pos x="202" y="9"/>
                  </a:cxn>
                  <a:cxn ang="0">
                    <a:pos x="220" y="372"/>
                  </a:cxn>
                  <a:cxn ang="0">
                    <a:pos x="202" y="372"/>
                  </a:cxn>
                  <a:cxn ang="0">
                    <a:pos x="193" y="372"/>
                  </a:cxn>
                  <a:cxn ang="0">
                    <a:pos x="193" y="372"/>
                  </a:cxn>
                  <a:cxn ang="0">
                    <a:pos x="167" y="381"/>
                  </a:cxn>
                  <a:cxn ang="0">
                    <a:pos x="158" y="381"/>
                  </a:cxn>
                  <a:cxn ang="0">
                    <a:pos x="149" y="390"/>
                  </a:cxn>
                  <a:cxn ang="0">
                    <a:pos x="140" y="390"/>
                  </a:cxn>
                  <a:cxn ang="0">
                    <a:pos x="140" y="381"/>
                  </a:cxn>
                  <a:cxn ang="0">
                    <a:pos x="123" y="363"/>
                  </a:cxn>
                  <a:cxn ang="0">
                    <a:pos x="123" y="345"/>
                  </a:cxn>
                  <a:cxn ang="0">
                    <a:pos x="123" y="328"/>
                  </a:cxn>
                  <a:cxn ang="0">
                    <a:pos x="0" y="336"/>
                  </a:cxn>
                  <a:cxn ang="0">
                    <a:pos x="0" y="319"/>
                  </a:cxn>
                  <a:cxn ang="0">
                    <a:pos x="0" y="310"/>
                  </a:cxn>
                  <a:cxn ang="0">
                    <a:pos x="8" y="292"/>
                  </a:cxn>
                  <a:cxn ang="0">
                    <a:pos x="8" y="283"/>
                  </a:cxn>
                  <a:cxn ang="0">
                    <a:pos x="8" y="275"/>
                  </a:cxn>
                  <a:cxn ang="0">
                    <a:pos x="35" y="257"/>
                  </a:cxn>
                  <a:cxn ang="0">
                    <a:pos x="26" y="248"/>
                  </a:cxn>
                  <a:cxn ang="0">
                    <a:pos x="26" y="248"/>
                  </a:cxn>
                  <a:cxn ang="0">
                    <a:pos x="35" y="239"/>
                  </a:cxn>
                  <a:cxn ang="0">
                    <a:pos x="44" y="230"/>
                  </a:cxn>
                  <a:cxn ang="0">
                    <a:pos x="35" y="222"/>
                  </a:cxn>
                  <a:cxn ang="0">
                    <a:pos x="26" y="213"/>
                  </a:cxn>
                  <a:cxn ang="0">
                    <a:pos x="35" y="204"/>
                  </a:cxn>
                  <a:cxn ang="0">
                    <a:pos x="26" y="195"/>
                  </a:cxn>
                  <a:cxn ang="0">
                    <a:pos x="26" y="186"/>
                  </a:cxn>
                  <a:cxn ang="0">
                    <a:pos x="17" y="186"/>
                  </a:cxn>
                </a:cxnLst>
                <a:rect l="0" t="0" r="r" b="b"/>
                <a:pathLst>
                  <a:path w="220" h="390">
                    <a:moveTo>
                      <a:pt x="17" y="177"/>
                    </a:moveTo>
                    <a:lnTo>
                      <a:pt x="17" y="168"/>
                    </a:lnTo>
                    <a:lnTo>
                      <a:pt x="17" y="168"/>
                    </a:lnTo>
                    <a:lnTo>
                      <a:pt x="26" y="168"/>
                    </a:lnTo>
                    <a:lnTo>
                      <a:pt x="26" y="168"/>
                    </a:lnTo>
                    <a:lnTo>
                      <a:pt x="26" y="160"/>
                    </a:lnTo>
                    <a:lnTo>
                      <a:pt x="17" y="160"/>
                    </a:lnTo>
                    <a:lnTo>
                      <a:pt x="17" y="151"/>
                    </a:lnTo>
                    <a:lnTo>
                      <a:pt x="17" y="142"/>
                    </a:lnTo>
                    <a:lnTo>
                      <a:pt x="17" y="142"/>
                    </a:lnTo>
                    <a:lnTo>
                      <a:pt x="17" y="142"/>
                    </a:lnTo>
                    <a:lnTo>
                      <a:pt x="17" y="142"/>
                    </a:lnTo>
                    <a:lnTo>
                      <a:pt x="17" y="133"/>
                    </a:lnTo>
                    <a:lnTo>
                      <a:pt x="8" y="142"/>
                    </a:lnTo>
                    <a:lnTo>
                      <a:pt x="17" y="133"/>
                    </a:lnTo>
                    <a:lnTo>
                      <a:pt x="8" y="133"/>
                    </a:lnTo>
                    <a:lnTo>
                      <a:pt x="17" y="124"/>
                    </a:lnTo>
                    <a:lnTo>
                      <a:pt x="17" y="124"/>
                    </a:lnTo>
                    <a:lnTo>
                      <a:pt x="17" y="124"/>
                    </a:lnTo>
                    <a:lnTo>
                      <a:pt x="17" y="124"/>
                    </a:lnTo>
                    <a:lnTo>
                      <a:pt x="26" y="115"/>
                    </a:lnTo>
                    <a:lnTo>
                      <a:pt x="17" y="115"/>
                    </a:lnTo>
                    <a:lnTo>
                      <a:pt x="17" y="115"/>
                    </a:lnTo>
                    <a:lnTo>
                      <a:pt x="26" y="115"/>
                    </a:lnTo>
                    <a:lnTo>
                      <a:pt x="26" y="115"/>
                    </a:lnTo>
                    <a:lnTo>
                      <a:pt x="26" y="107"/>
                    </a:lnTo>
                    <a:lnTo>
                      <a:pt x="26" y="98"/>
                    </a:lnTo>
                    <a:lnTo>
                      <a:pt x="17" y="98"/>
                    </a:lnTo>
                    <a:lnTo>
                      <a:pt x="35" y="98"/>
                    </a:lnTo>
                    <a:lnTo>
                      <a:pt x="35" y="89"/>
                    </a:lnTo>
                    <a:lnTo>
                      <a:pt x="35" y="80"/>
                    </a:lnTo>
                    <a:lnTo>
                      <a:pt x="35" y="80"/>
                    </a:lnTo>
                    <a:lnTo>
                      <a:pt x="26" y="80"/>
                    </a:lnTo>
                    <a:lnTo>
                      <a:pt x="35" y="80"/>
                    </a:lnTo>
                    <a:lnTo>
                      <a:pt x="35" y="80"/>
                    </a:lnTo>
                    <a:lnTo>
                      <a:pt x="44" y="71"/>
                    </a:lnTo>
                    <a:lnTo>
                      <a:pt x="44" y="71"/>
                    </a:lnTo>
                    <a:lnTo>
                      <a:pt x="44" y="71"/>
                    </a:lnTo>
                    <a:lnTo>
                      <a:pt x="44" y="62"/>
                    </a:lnTo>
                    <a:lnTo>
                      <a:pt x="52" y="62"/>
                    </a:lnTo>
                    <a:lnTo>
                      <a:pt x="52" y="54"/>
                    </a:lnTo>
                    <a:lnTo>
                      <a:pt x="52" y="54"/>
                    </a:lnTo>
                    <a:lnTo>
                      <a:pt x="52" y="45"/>
                    </a:lnTo>
                    <a:lnTo>
                      <a:pt x="52" y="36"/>
                    </a:lnTo>
                    <a:lnTo>
                      <a:pt x="52" y="45"/>
                    </a:lnTo>
                    <a:lnTo>
                      <a:pt x="52" y="45"/>
                    </a:lnTo>
                    <a:lnTo>
                      <a:pt x="52" y="36"/>
                    </a:lnTo>
                    <a:lnTo>
                      <a:pt x="52" y="36"/>
                    </a:lnTo>
                    <a:lnTo>
                      <a:pt x="52" y="36"/>
                    </a:lnTo>
                    <a:lnTo>
                      <a:pt x="52" y="36"/>
                    </a:lnTo>
                    <a:lnTo>
                      <a:pt x="52" y="27"/>
                    </a:lnTo>
                    <a:lnTo>
                      <a:pt x="61" y="27"/>
                    </a:lnTo>
                    <a:lnTo>
                      <a:pt x="61" y="27"/>
                    </a:lnTo>
                    <a:lnTo>
                      <a:pt x="70" y="18"/>
                    </a:lnTo>
                    <a:lnTo>
                      <a:pt x="70" y="18"/>
                    </a:lnTo>
                    <a:lnTo>
                      <a:pt x="61" y="18"/>
                    </a:lnTo>
                    <a:lnTo>
                      <a:pt x="149" y="9"/>
                    </a:lnTo>
                    <a:lnTo>
                      <a:pt x="202" y="0"/>
                    </a:lnTo>
                    <a:lnTo>
                      <a:pt x="202" y="0"/>
                    </a:lnTo>
                    <a:lnTo>
                      <a:pt x="202" y="9"/>
                    </a:lnTo>
                    <a:lnTo>
                      <a:pt x="211" y="9"/>
                    </a:lnTo>
                    <a:lnTo>
                      <a:pt x="202" y="248"/>
                    </a:lnTo>
                    <a:lnTo>
                      <a:pt x="220" y="372"/>
                    </a:lnTo>
                    <a:lnTo>
                      <a:pt x="220" y="372"/>
                    </a:lnTo>
                    <a:lnTo>
                      <a:pt x="220" y="372"/>
                    </a:lnTo>
                    <a:lnTo>
                      <a:pt x="202" y="372"/>
                    </a:lnTo>
                    <a:lnTo>
                      <a:pt x="202" y="372"/>
                    </a:lnTo>
                    <a:lnTo>
                      <a:pt x="202" y="372"/>
                    </a:lnTo>
                    <a:lnTo>
                      <a:pt x="193" y="372"/>
                    </a:lnTo>
                    <a:lnTo>
                      <a:pt x="193" y="372"/>
                    </a:lnTo>
                    <a:lnTo>
                      <a:pt x="184" y="372"/>
                    </a:lnTo>
                    <a:lnTo>
                      <a:pt x="193" y="372"/>
                    </a:lnTo>
                    <a:lnTo>
                      <a:pt x="184" y="372"/>
                    </a:lnTo>
                    <a:lnTo>
                      <a:pt x="176" y="372"/>
                    </a:lnTo>
                    <a:lnTo>
                      <a:pt x="167" y="381"/>
                    </a:lnTo>
                    <a:lnTo>
                      <a:pt x="158" y="381"/>
                    </a:lnTo>
                    <a:lnTo>
                      <a:pt x="158" y="381"/>
                    </a:lnTo>
                    <a:lnTo>
                      <a:pt x="158" y="381"/>
                    </a:lnTo>
                    <a:lnTo>
                      <a:pt x="158" y="381"/>
                    </a:lnTo>
                    <a:lnTo>
                      <a:pt x="158" y="381"/>
                    </a:lnTo>
                    <a:lnTo>
                      <a:pt x="149" y="390"/>
                    </a:lnTo>
                    <a:lnTo>
                      <a:pt x="149" y="390"/>
                    </a:lnTo>
                    <a:lnTo>
                      <a:pt x="149" y="390"/>
                    </a:lnTo>
                    <a:lnTo>
                      <a:pt x="140" y="390"/>
                    </a:lnTo>
                    <a:lnTo>
                      <a:pt x="140" y="390"/>
                    </a:lnTo>
                    <a:lnTo>
                      <a:pt x="140" y="381"/>
                    </a:lnTo>
                    <a:lnTo>
                      <a:pt x="140" y="381"/>
                    </a:lnTo>
                    <a:lnTo>
                      <a:pt x="132" y="381"/>
                    </a:lnTo>
                    <a:lnTo>
                      <a:pt x="132" y="372"/>
                    </a:lnTo>
                    <a:lnTo>
                      <a:pt x="123" y="363"/>
                    </a:lnTo>
                    <a:lnTo>
                      <a:pt x="123" y="363"/>
                    </a:lnTo>
                    <a:lnTo>
                      <a:pt x="123" y="354"/>
                    </a:lnTo>
                    <a:lnTo>
                      <a:pt x="123" y="345"/>
                    </a:lnTo>
                    <a:lnTo>
                      <a:pt x="123" y="336"/>
                    </a:lnTo>
                    <a:lnTo>
                      <a:pt x="123" y="328"/>
                    </a:lnTo>
                    <a:lnTo>
                      <a:pt x="123" y="328"/>
                    </a:lnTo>
                    <a:lnTo>
                      <a:pt x="61" y="336"/>
                    </a:lnTo>
                    <a:lnTo>
                      <a:pt x="0" y="336"/>
                    </a:lnTo>
                    <a:lnTo>
                      <a:pt x="0" y="336"/>
                    </a:lnTo>
                    <a:lnTo>
                      <a:pt x="0" y="328"/>
                    </a:lnTo>
                    <a:lnTo>
                      <a:pt x="0" y="319"/>
                    </a:lnTo>
                    <a:lnTo>
                      <a:pt x="0" y="319"/>
                    </a:lnTo>
                    <a:lnTo>
                      <a:pt x="0" y="319"/>
                    </a:lnTo>
                    <a:lnTo>
                      <a:pt x="8" y="310"/>
                    </a:lnTo>
                    <a:lnTo>
                      <a:pt x="0" y="310"/>
                    </a:lnTo>
                    <a:lnTo>
                      <a:pt x="8" y="310"/>
                    </a:lnTo>
                    <a:lnTo>
                      <a:pt x="0" y="292"/>
                    </a:lnTo>
                    <a:lnTo>
                      <a:pt x="8" y="292"/>
                    </a:lnTo>
                    <a:lnTo>
                      <a:pt x="8" y="292"/>
                    </a:lnTo>
                    <a:lnTo>
                      <a:pt x="8" y="292"/>
                    </a:lnTo>
                    <a:lnTo>
                      <a:pt x="8" y="283"/>
                    </a:lnTo>
                    <a:lnTo>
                      <a:pt x="8" y="283"/>
                    </a:lnTo>
                    <a:lnTo>
                      <a:pt x="17" y="275"/>
                    </a:lnTo>
                    <a:lnTo>
                      <a:pt x="8" y="275"/>
                    </a:lnTo>
                    <a:lnTo>
                      <a:pt x="17" y="266"/>
                    </a:lnTo>
                    <a:lnTo>
                      <a:pt x="17" y="266"/>
                    </a:lnTo>
                    <a:lnTo>
                      <a:pt x="35" y="257"/>
                    </a:lnTo>
                    <a:lnTo>
                      <a:pt x="26" y="257"/>
                    </a:lnTo>
                    <a:lnTo>
                      <a:pt x="26" y="248"/>
                    </a:lnTo>
                    <a:lnTo>
                      <a:pt x="26" y="248"/>
                    </a:lnTo>
                    <a:lnTo>
                      <a:pt x="35" y="248"/>
                    </a:lnTo>
                    <a:lnTo>
                      <a:pt x="35" y="239"/>
                    </a:lnTo>
                    <a:lnTo>
                      <a:pt x="26" y="248"/>
                    </a:lnTo>
                    <a:lnTo>
                      <a:pt x="26" y="239"/>
                    </a:lnTo>
                    <a:lnTo>
                      <a:pt x="26" y="239"/>
                    </a:lnTo>
                    <a:lnTo>
                      <a:pt x="35" y="239"/>
                    </a:lnTo>
                    <a:lnTo>
                      <a:pt x="35" y="230"/>
                    </a:lnTo>
                    <a:lnTo>
                      <a:pt x="44" y="230"/>
                    </a:lnTo>
                    <a:lnTo>
                      <a:pt x="44" y="230"/>
                    </a:lnTo>
                    <a:lnTo>
                      <a:pt x="44" y="230"/>
                    </a:lnTo>
                    <a:lnTo>
                      <a:pt x="35" y="230"/>
                    </a:lnTo>
                    <a:lnTo>
                      <a:pt x="35" y="222"/>
                    </a:lnTo>
                    <a:lnTo>
                      <a:pt x="26" y="222"/>
                    </a:lnTo>
                    <a:lnTo>
                      <a:pt x="26" y="213"/>
                    </a:lnTo>
                    <a:lnTo>
                      <a:pt x="26" y="213"/>
                    </a:lnTo>
                    <a:lnTo>
                      <a:pt x="35" y="222"/>
                    </a:lnTo>
                    <a:lnTo>
                      <a:pt x="26" y="213"/>
                    </a:lnTo>
                    <a:lnTo>
                      <a:pt x="35" y="204"/>
                    </a:lnTo>
                    <a:lnTo>
                      <a:pt x="26" y="213"/>
                    </a:lnTo>
                    <a:lnTo>
                      <a:pt x="26" y="204"/>
                    </a:lnTo>
                    <a:lnTo>
                      <a:pt x="26" y="195"/>
                    </a:lnTo>
                    <a:lnTo>
                      <a:pt x="26" y="195"/>
                    </a:lnTo>
                    <a:lnTo>
                      <a:pt x="17" y="195"/>
                    </a:lnTo>
                    <a:lnTo>
                      <a:pt x="26" y="186"/>
                    </a:lnTo>
                    <a:lnTo>
                      <a:pt x="26" y="177"/>
                    </a:lnTo>
                    <a:lnTo>
                      <a:pt x="17" y="177"/>
                    </a:lnTo>
                    <a:lnTo>
                      <a:pt x="17" y="186"/>
                    </a:lnTo>
                    <a:lnTo>
                      <a:pt x="17" y="177"/>
                    </a:lnTo>
                    <a:lnTo>
                      <a:pt x="17" y="177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96"/>
              <p:cNvSpPr>
                <a:spLocks/>
              </p:cNvSpPr>
              <p:nvPr/>
            </p:nvSpPr>
            <p:spPr bwMode="auto">
              <a:xfrm>
                <a:off x="3456730" y="3243266"/>
                <a:ext cx="295159" cy="523236"/>
              </a:xfrm>
              <a:custGeom>
                <a:avLst/>
                <a:gdLst/>
                <a:ahLst/>
                <a:cxnLst>
                  <a:cxn ang="0">
                    <a:pos x="17" y="168"/>
                  </a:cxn>
                  <a:cxn ang="0">
                    <a:pos x="26" y="160"/>
                  </a:cxn>
                  <a:cxn ang="0">
                    <a:pos x="17" y="142"/>
                  </a:cxn>
                  <a:cxn ang="0">
                    <a:pos x="17" y="142"/>
                  </a:cxn>
                  <a:cxn ang="0">
                    <a:pos x="17" y="133"/>
                  </a:cxn>
                  <a:cxn ang="0">
                    <a:pos x="17" y="124"/>
                  </a:cxn>
                  <a:cxn ang="0">
                    <a:pos x="26" y="115"/>
                  </a:cxn>
                  <a:cxn ang="0">
                    <a:pos x="26" y="115"/>
                  </a:cxn>
                  <a:cxn ang="0">
                    <a:pos x="26" y="98"/>
                  </a:cxn>
                  <a:cxn ang="0">
                    <a:pos x="35" y="89"/>
                  </a:cxn>
                  <a:cxn ang="0">
                    <a:pos x="26" y="80"/>
                  </a:cxn>
                  <a:cxn ang="0">
                    <a:pos x="44" y="71"/>
                  </a:cxn>
                  <a:cxn ang="0">
                    <a:pos x="44" y="62"/>
                  </a:cxn>
                  <a:cxn ang="0">
                    <a:pos x="52" y="54"/>
                  </a:cxn>
                  <a:cxn ang="0">
                    <a:pos x="52" y="45"/>
                  </a:cxn>
                  <a:cxn ang="0">
                    <a:pos x="52" y="36"/>
                  </a:cxn>
                  <a:cxn ang="0">
                    <a:pos x="52" y="27"/>
                  </a:cxn>
                  <a:cxn ang="0">
                    <a:pos x="70" y="18"/>
                  </a:cxn>
                  <a:cxn ang="0">
                    <a:pos x="149" y="9"/>
                  </a:cxn>
                  <a:cxn ang="0">
                    <a:pos x="202" y="9"/>
                  </a:cxn>
                  <a:cxn ang="0">
                    <a:pos x="220" y="372"/>
                  </a:cxn>
                  <a:cxn ang="0">
                    <a:pos x="202" y="372"/>
                  </a:cxn>
                  <a:cxn ang="0">
                    <a:pos x="193" y="372"/>
                  </a:cxn>
                  <a:cxn ang="0">
                    <a:pos x="193" y="372"/>
                  </a:cxn>
                  <a:cxn ang="0">
                    <a:pos x="167" y="381"/>
                  </a:cxn>
                  <a:cxn ang="0">
                    <a:pos x="158" y="381"/>
                  </a:cxn>
                  <a:cxn ang="0">
                    <a:pos x="149" y="390"/>
                  </a:cxn>
                  <a:cxn ang="0">
                    <a:pos x="140" y="390"/>
                  </a:cxn>
                  <a:cxn ang="0">
                    <a:pos x="140" y="381"/>
                  </a:cxn>
                  <a:cxn ang="0">
                    <a:pos x="123" y="363"/>
                  </a:cxn>
                  <a:cxn ang="0">
                    <a:pos x="123" y="345"/>
                  </a:cxn>
                  <a:cxn ang="0">
                    <a:pos x="123" y="328"/>
                  </a:cxn>
                  <a:cxn ang="0">
                    <a:pos x="0" y="336"/>
                  </a:cxn>
                  <a:cxn ang="0">
                    <a:pos x="0" y="319"/>
                  </a:cxn>
                  <a:cxn ang="0">
                    <a:pos x="0" y="310"/>
                  </a:cxn>
                  <a:cxn ang="0">
                    <a:pos x="8" y="292"/>
                  </a:cxn>
                  <a:cxn ang="0">
                    <a:pos x="8" y="283"/>
                  </a:cxn>
                  <a:cxn ang="0">
                    <a:pos x="8" y="275"/>
                  </a:cxn>
                  <a:cxn ang="0">
                    <a:pos x="35" y="257"/>
                  </a:cxn>
                  <a:cxn ang="0">
                    <a:pos x="26" y="248"/>
                  </a:cxn>
                  <a:cxn ang="0">
                    <a:pos x="26" y="248"/>
                  </a:cxn>
                  <a:cxn ang="0">
                    <a:pos x="35" y="239"/>
                  </a:cxn>
                  <a:cxn ang="0">
                    <a:pos x="44" y="230"/>
                  </a:cxn>
                  <a:cxn ang="0">
                    <a:pos x="35" y="222"/>
                  </a:cxn>
                  <a:cxn ang="0">
                    <a:pos x="26" y="213"/>
                  </a:cxn>
                  <a:cxn ang="0">
                    <a:pos x="35" y="204"/>
                  </a:cxn>
                  <a:cxn ang="0">
                    <a:pos x="26" y="195"/>
                  </a:cxn>
                  <a:cxn ang="0">
                    <a:pos x="26" y="186"/>
                  </a:cxn>
                  <a:cxn ang="0">
                    <a:pos x="17" y="186"/>
                  </a:cxn>
                </a:cxnLst>
                <a:rect l="0" t="0" r="r" b="b"/>
                <a:pathLst>
                  <a:path w="220" h="390">
                    <a:moveTo>
                      <a:pt x="17" y="177"/>
                    </a:moveTo>
                    <a:lnTo>
                      <a:pt x="17" y="168"/>
                    </a:lnTo>
                    <a:lnTo>
                      <a:pt x="17" y="168"/>
                    </a:lnTo>
                    <a:lnTo>
                      <a:pt x="26" y="168"/>
                    </a:lnTo>
                    <a:lnTo>
                      <a:pt x="26" y="168"/>
                    </a:lnTo>
                    <a:lnTo>
                      <a:pt x="26" y="160"/>
                    </a:lnTo>
                    <a:lnTo>
                      <a:pt x="17" y="160"/>
                    </a:lnTo>
                    <a:lnTo>
                      <a:pt x="17" y="151"/>
                    </a:lnTo>
                    <a:lnTo>
                      <a:pt x="17" y="142"/>
                    </a:lnTo>
                    <a:lnTo>
                      <a:pt x="17" y="142"/>
                    </a:lnTo>
                    <a:lnTo>
                      <a:pt x="17" y="142"/>
                    </a:lnTo>
                    <a:lnTo>
                      <a:pt x="17" y="142"/>
                    </a:lnTo>
                    <a:lnTo>
                      <a:pt x="17" y="133"/>
                    </a:lnTo>
                    <a:lnTo>
                      <a:pt x="8" y="142"/>
                    </a:lnTo>
                    <a:lnTo>
                      <a:pt x="17" y="133"/>
                    </a:lnTo>
                    <a:lnTo>
                      <a:pt x="8" y="133"/>
                    </a:lnTo>
                    <a:lnTo>
                      <a:pt x="17" y="124"/>
                    </a:lnTo>
                    <a:lnTo>
                      <a:pt x="17" y="124"/>
                    </a:lnTo>
                    <a:lnTo>
                      <a:pt x="17" y="124"/>
                    </a:lnTo>
                    <a:lnTo>
                      <a:pt x="17" y="124"/>
                    </a:lnTo>
                    <a:lnTo>
                      <a:pt x="26" y="115"/>
                    </a:lnTo>
                    <a:lnTo>
                      <a:pt x="17" y="115"/>
                    </a:lnTo>
                    <a:lnTo>
                      <a:pt x="17" y="115"/>
                    </a:lnTo>
                    <a:lnTo>
                      <a:pt x="26" y="115"/>
                    </a:lnTo>
                    <a:lnTo>
                      <a:pt x="26" y="115"/>
                    </a:lnTo>
                    <a:lnTo>
                      <a:pt x="26" y="107"/>
                    </a:lnTo>
                    <a:lnTo>
                      <a:pt x="26" y="98"/>
                    </a:lnTo>
                    <a:lnTo>
                      <a:pt x="17" y="98"/>
                    </a:lnTo>
                    <a:lnTo>
                      <a:pt x="35" y="98"/>
                    </a:lnTo>
                    <a:lnTo>
                      <a:pt x="35" y="89"/>
                    </a:lnTo>
                    <a:lnTo>
                      <a:pt x="35" y="80"/>
                    </a:lnTo>
                    <a:lnTo>
                      <a:pt x="35" y="80"/>
                    </a:lnTo>
                    <a:lnTo>
                      <a:pt x="26" y="80"/>
                    </a:lnTo>
                    <a:lnTo>
                      <a:pt x="35" y="80"/>
                    </a:lnTo>
                    <a:lnTo>
                      <a:pt x="35" y="80"/>
                    </a:lnTo>
                    <a:lnTo>
                      <a:pt x="44" y="71"/>
                    </a:lnTo>
                    <a:lnTo>
                      <a:pt x="44" y="71"/>
                    </a:lnTo>
                    <a:lnTo>
                      <a:pt x="44" y="71"/>
                    </a:lnTo>
                    <a:lnTo>
                      <a:pt x="44" y="62"/>
                    </a:lnTo>
                    <a:lnTo>
                      <a:pt x="52" y="62"/>
                    </a:lnTo>
                    <a:lnTo>
                      <a:pt x="52" y="54"/>
                    </a:lnTo>
                    <a:lnTo>
                      <a:pt x="52" y="54"/>
                    </a:lnTo>
                    <a:lnTo>
                      <a:pt x="52" y="45"/>
                    </a:lnTo>
                    <a:lnTo>
                      <a:pt x="52" y="36"/>
                    </a:lnTo>
                    <a:lnTo>
                      <a:pt x="52" y="45"/>
                    </a:lnTo>
                    <a:lnTo>
                      <a:pt x="52" y="45"/>
                    </a:lnTo>
                    <a:lnTo>
                      <a:pt x="52" y="36"/>
                    </a:lnTo>
                    <a:lnTo>
                      <a:pt x="52" y="36"/>
                    </a:lnTo>
                    <a:lnTo>
                      <a:pt x="52" y="36"/>
                    </a:lnTo>
                    <a:lnTo>
                      <a:pt x="52" y="36"/>
                    </a:lnTo>
                    <a:lnTo>
                      <a:pt x="52" y="27"/>
                    </a:lnTo>
                    <a:lnTo>
                      <a:pt x="61" y="27"/>
                    </a:lnTo>
                    <a:lnTo>
                      <a:pt x="61" y="27"/>
                    </a:lnTo>
                    <a:lnTo>
                      <a:pt x="70" y="18"/>
                    </a:lnTo>
                    <a:lnTo>
                      <a:pt x="70" y="18"/>
                    </a:lnTo>
                    <a:lnTo>
                      <a:pt x="61" y="18"/>
                    </a:lnTo>
                    <a:lnTo>
                      <a:pt x="149" y="9"/>
                    </a:lnTo>
                    <a:lnTo>
                      <a:pt x="202" y="0"/>
                    </a:lnTo>
                    <a:lnTo>
                      <a:pt x="202" y="0"/>
                    </a:lnTo>
                    <a:lnTo>
                      <a:pt x="202" y="9"/>
                    </a:lnTo>
                    <a:lnTo>
                      <a:pt x="211" y="9"/>
                    </a:lnTo>
                    <a:lnTo>
                      <a:pt x="202" y="248"/>
                    </a:lnTo>
                    <a:lnTo>
                      <a:pt x="220" y="372"/>
                    </a:lnTo>
                    <a:lnTo>
                      <a:pt x="220" y="372"/>
                    </a:lnTo>
                    <a:lnTo>
                      <a:pt x="220" y="372"/>
                    </a:lnTo>
                    <a:lnTo>
                      <a:pt x="202" y="372"/>
                    </a:lnTo>
                    <a:lnTo>
                      <a:pt x="202" y="372"/>
                    </a:lnTo>
                    <a:lnTo>
                      <a:pt x="202" y="372"/>
                    </a:lnTo>
                    <a:lnTo>
                      <a:pt x="193" y="372"/>
                    </a:lnTo>
                    <a:lnTo>
                      <a:pt x="193" y="372"/>
                    </a:lnTo>
                    <a:lnTo>
                      <a:pt x="184" y="372"/>
                    </a:lnTo>
                    <a:lnTo>
                      <a:pt x="193" y="372"/>
                    </a:lnTo>
                    <a:lnTo>
                      <a:pt x="184" y="372"/>
                    </a:lnTo>
                    <a:lnTo>
                      <a:pt x="176" y="372"/>
                    </a:lnTo>
                    <a:lnTo>
                      <a:pt x="167" y="381"/>
                    </a:lnTo>
                    <a:lnTo>
                      <a:pt x="158" y="381"/>
                    </a:lnTo>
                    <a:lnTo>
                      <a:pt x="158" y="381"/>
                    </a:lnTo>
                    <a:lnTo>
                      <a:pt x="158" y="381"/>
                    </a:lnTo>
                    <a:lnTo>
                      <a:pt x="158" y="381"/>
                    </a:lnTo>
                    <a:lnTo>
                      <a:pt x="158" y="381"/>
                    </a:lnTo>
                    <a:lnTo>
                      <a:pt x="149" y="390"/>
                    </a:lnTo>
                    <a:lnTo>
                      <a:pt x="149" y="390"/>
                    </a:lnTo>
                    <a:lnTo>
                      <a:pt x="149" y="390"/>
                    </a:lnTo>
                    <a:lnTo>
                      <a:pt x="140" y="390"/>
                    </a:lnTo>
                    <a:lnTo>
                      <a:pt x="140" y="390"/>
                    </a:lnTo>
                    <a:lnTo>
                      <a:pt x="140" y="381"/>
                    </a:lnTo>
                    <a:lnTo>
                      <a:pt x="140" y="381"/>
                    </a:lnTo>
                    <a:lnTo>
                      <a:pt x="132" y="381"/>
                    </a:lnTo>
                    <a:lnTo>
                      <a:pt x="132" y="372"/>
                    </a:lnTo>
                    <a:lnTo>
                      <a:pt x="123" y="363"/>
                    </a:lnTo>
                    <a:lnTo>
                      <a:pt x="123" y="363"/>
                    </a:lnTo>
                    <a:lnTo>
                      <a:pt x="123" y="354"/>
                    </a:lnTo>
                    <a:lnTo>
                      <a:pt x="123" y="345"/>
                    </a:lnTo>
                    <a:lnTo>
                      <a:pt x="123" y="336"/>
                    </a:lnTo>
                    <a:lnTo>
                      <a:pt x="123" y="328"/>
                    </a:lnTo>
                    <a:lnTo>
                      <a:pt x="123" y="328"/>
                    </a:lnTo>
                    <a:lnTo>
                      <a:pt x="61" y="336"/>
                    </a:lnTo>
                    <a:lnTo>
                      <a:pt x="0" y="336"/>
                    </a:lnTo>
                    <a:lnTo>
                      <a:pt x="0" y="336"/>
                    </a:lnTo>
                    <a:lnTo>
                      <a:pt x="0" y="328"/>
                    </a:lnTo>
                    <a:lnTo>
                      <a:pt x="0" y="319"/>
                    </a:lnTo>
                    <a:lnTo>
                      <a:pt x="0" y="319"/>
                    </a:lnTo>
                    <a:lnTo>
                      <a:pt x="0" y="319"/>
                    </a:lnTo>
                    <a:lnTo>
                      <a:pt x="8" y="310"/>
                    </a:lnTo>
                    <a:lnTo>
                      <a:pt x="0" y="310"/>
                    </a:lnTo>
                    <a:lnTo>
                      <a:pt x="8" y="310"/>
                    </a:lnTo>
                    <a:lnTo>
                      <a:pt x="0" y="292"/>
                    </a:lnTo>
                    <a:lnTo>
                      <a:pt x="8" y="292"/>
                    </a:lnTo>
                    <a:lnTo>
                      <a:pt x="8" y="292"/>
                    </a:lnTo>
                    <a:lnTo>
                      <a:pt x="8" y="292"/>
                    </a:lnTo>
                    <a:lnTo>
                      <a:pt x="8" y="283"/>
                    </a:lnTo>
                    <a:lnTo>
                      <a:pt x="8" y="283"/>
                    </a:lnTo>
                    <a:lnTo>
                      <a:pt x="17" y="275"/>
                    </a:lnTo>
                    <a:lnTo>
                      <a:pt x="8" y="275"/>
                    </a:lnTo>
                    <a:lnTo>
                      <a:pt x="17" y="266"/>
                    </a:lnTo>
                    <a:lnTo>
                      <a:pt x="17" y="266"/>
                    </a:lnTo>
                    <a:lnTo>
                      <a:pt x="35" y="257"/>
                    </a:lnTo>
                    <a:lnTo>
                      <a:pt x="26" y="257"/>
                    </a:lnTo>
                    <a:lnTo>
                      <a:pt x="26" y="248"/>
                    </a:lnTo>
                    <a:lnTo>
                      <a:pt x="26" y="248"/>
                    </a:lnTo>
                    <a:lnTo>
                      <a:pt x="35" y="248"/>
                    </a:lnTo>
                    <a:lnTo>
                      <a:pt x="35" y="239"/>
                    </a:lnTo>
                    <a:lnTo>
                      <a:pt x="26" y="248"/>
                    </a:lnTo>
                    <a:lnTo>
                      <a:pt x="26" y="239"/>
                    </a:lnTo>
                    <a:lnTo>
                      <a:pt x="26" y="239"/>
                    </a:lnTo>
                    <a:lnTo>
                      <a:pt x="35" y="239"/>
                    </a:lnTo>
                    <a:lnTo>
                      <a:pt x="35" y="230"/>
                    </a:lnTo>
                    <a:lnTo>
                      <a:pt x="44" y="230"/>
                    </a:lnTo>
                    <a:lnTo>
                      <a:pt x="44" y="230"/>
                    </a:lnTo>
                    <a:lnTo>
                      <a:pt x="44" y="230"/>
                    </a:lnTo>
                    <a:lnTo>
                      <a:pt x="35" y="230"/>
                    </a:lnTo>
                    <a:lnTo>
                      <a:pt x="35" y="222"/>
                    </a:lnTo>
                    <a:lnTo>
                      <a:pt x="26" y="222"/>
                    </a:lnTo>
                    <a:lnTo>
                      <a:pt x="26" y="213"/>
                    </a:lnTo>
                    <a:lnTo>
                      <a:pt x="26" y="213"/>
                    </a:lnTo>
                    <a:lnTo>
                      <a:pt x="35" y="222"/>
                    </a:lnTo>
                    <a:lnTo>
                      <a:pt x="26" y="213"/>
                    </a:lnTo>
                    <a:lnTo>
                      <a:pt x="35" y="204"/>
                    </a:lnTo>
                    <a:lnTo>
                      <a:pt x="26" y="213"/>
                    </a:lnTo>
                    <a:lnTo>
                      <a:pt x="26" y="204"/>
                    </a:lnTo>
                    <a:lnTo>
                      <a:pt x="26" y="195"/>
                    </a:lnTo>
                    <a:lnTo>
                      <a:pt x="26" y="195"/>
                    </a:lnTo>
                    <a:lnTo>
                      <a:pt x="17" y="195"/>
                    </a:lnTo>
                    <a:lnTo>
                      <a:pt x="26" y="186"/>
                    </a:lnTo>
                    <a:lnTo>
                      <a:pt x="26" y="177"/>
                    </a:lnTo>
                    <a:lnTo>
                      <a:pt x="17" y="177"/>
                    </a:lnTo>
                    <a:lnTo>
                      <a:pt x="17" y="186"/>
                    </a:lnTo>
                    <a:lnTo>
                      <a:pt x="17" y="177"/>
                    </a:lnTo>
                    <a:lnTo>
                      <a:pt x="17" y="177"/>
                    </a:lnTo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" name="Rectangle 97"/>
              <p:cNvSpPr>
                <a:spLocks noChangeArrowheads="1"/>
              </p:cNvSpPr>
              <p:nvPr/>
            </p:nvSpPr>
            <p:spPr bwMode="auto">
              <a:xfrm>
                <a:off x="3668708" y="3777236"/>
                <a:ext cx="12075" cy="1342"/>
              </a:xfrm>
              <a:prstGeom prst="rect">
                <a:avLst/>
              </a:pr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Rectangle 98"/>
              <p:cNvSpPr>
                <a:spLocks noChangeArrowheads="1"/>
              </p:cNvSpPr>
              <p:nvPr/>
            </p:nvSpPr>
            <p:spPr bwMode="auto">
              <a:xfrm>
                <a:off x="3668708" y="3777236"/>
                <a:ext cx="12075" cy="1342"/>
              </a:xfrm>
              <a:prstGeom prst="rect">
                <a:avLst/>
              </a:pr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Freeform 99"/>
              <p:cNvSpPr>
                <a:spLocks/>
              </p:cNvSpPr>
              <p:nvPr/>
            </p:nvSpPr>
            <p:spPr bwMode="auto">
              <a:xfrm>
                <a:off x="3727740" y="3754429"/>
                <a:ext cx="12075" cy="134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">
                    <a:moveTo>
                      <a:pt x="0" y="0"/>
                    </a:moveTo>
                    <a:lnTo>
                      <a:pt x="9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Freeform 100"/>
              <p:cNvSpPr>
                <a:spLocks/>
              </p:cNvSpPr>
              <p:nvPr/>
            </p:nvSpPr>
            <p:spPr bwMode="auto">
              <a:xfrm>
                <a:off x="3727740" y="3754429"/>
                <a:ext cx="12075" cy="134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">
                    <a:moveTo>
                      <a:pt x="0" y="0"/>
                    </a:moveTo>
                    <a:lnTo>
                      <a:pt x="9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101"/>
              <p:cNvSpPr>
                <a:spLocks/>
              </p:cNvSpPr>
              <p:nvPr/>
            </p:nvSpPr>
            <p:spPr bwMode="auto">
              <a:xfrm>
                <a:off x="2948252" y="1748689"/>
                <a:ext cx="555436" cy="629226"/>
              </a:xfrm>
              <a:custGeom>
                <a:avLst/>
                <a:gdLst/>
                <a:ahLst/>
                <a:cxnLst>
                  <a:cxn ang="0">
                    <a:pos x="115" y="36"/>
                  </a:cxn>
                  <a:cxn ang="0">
                    <a:pos x="115" y="0"/>
                  </a:cxn>
                  <a:cxn ang="0">
                    <a:pos x="132" y="27"/>
                  </a:cxn>
                  <a:cxn ang="0">
                    <a:pos x="141" y="53"/>
                  </a:cxn>
                  <a:cxn ang="0">
                    <a:pos x="159" y="53"/>
                  </a:cxn>
                  <a:cxn ang="0">
                    <a:pos x="194" y="71"/>
                  </a:cxn>
                  <a:cxn ang="0">
                    <a:pos x="211" y="62"/>
                  </a:cxn>
                  <a:cxn ang="0">
                    <a:pos x="220" y="53"/>
                  </a:cxn>
                  <a:cxn ang="0">
                    <a:pos x="247" y="71"/>
                  </a:cxn>
                  <a:cxn ang="0">
                    <a:pos x="255" y="80"/>
                  </a:cxn>
                  <a:cxn ang="0">
                    <a:pos x="264" y="80"/>
                  </a:cxn>
                  <a:cxn ang="0">
                    <a:pos x="282" y="80"/>
                  </a:cxn>
                  <a:cxn ang="0">
                    <a:pos x="308" y="98"/>
                  </a:cxn>
                  <a:cxn ang="0">
                    <a:pos x="326" y="89"/>
                  </a:cxn>
                  <a:cxn ang="0">
                    <a:pos x="343" y="89"/>
                  </a:cxn>
                  <a:cxn ang="0">
                    <a:pos x="352" y="89"/>
                  </a:cxn>
                  <a:cxn ang="0">
                    <a:pos x="370" y="89"/>
                  </a:cxn>
                  <a:cxn ang="0">
                    <a:pos x="387" y="98"/>
                  </a:cxn>
                  <a:cxn ang="0">
                    <a:pos x="414" y="98"/>
                  </a:cxn>
                  <a:cxn ang="0">
                    <a:pos x="396" y="106"/>
                  </a:cxn>
                  <a:cxn ang="0">
                    <a:pos x="361" y="124"/>
                  </a:cxn>
                  <a:cxn ang="0">
                    <a:pos x="326" y="160"/>
                  </a:cxn>
                  <a:cxn ang="0">
                    <a:pos x="308" y="177"/>
                  </a:cxn>
                  <a:cxn ang="0">
                    <a:pos x="282" y="204"/>
                  </a:cxn>
                  <a:cxn ang="0">
                    <a:pos x="273" y="213"/>
                  </a:cxn>
                  <a:cxn ang="0">
                    <a:pos x="273" y="257"/>
                  </a:cxn>
                  <a:cxn ang="0">
                    <a:pos x="247" y="274"/>
                  </a:cxn>
                  <a:cxn ang="0">
                    <a:pos x="247" y="283"/>
                  </a:cxn>
                  <a:cxn ang="0">
                    <a:pos x="255" y="301"/>
                  </a:cxn>
                  <a:cxn ang="0">
                    <a:pos x="255" y="328"/>
                  </a:cxn>
                  <a:cxn ang="0">
                    <a:pos x="255" y="354"/>
                  </a:cxn>
                  <a:cxn ang="0">
                    <a:pos x="264" y="372"/>
                  </a:cxn>
                  <a:cxn ang="0">
                    <a:pos x="282" y="381"/>
                  </a:cxn>
                  <a:cxn ang="0">
                    <a:pos x="299" y="389"/>
                  </a:cxn>
                  <a:cxn ang="0">
                    <a:pos x="326" y="416"/>
                  </a:cxn>
                  <a:cxn ang="0">
                    <a:pos x="335" y="425"/>
                  </a:cxn>
                  <a:cxn ang="0">
                    <a:pos x="343" y="451"/>
                  </a:cxn>
                  <a:cxn ang="0">
                    <a:pos x="291" y="460"/>
                  </a:cxn>
                  <a:cxn ang="0">
                    <a:pos x="44" y="469"/>
                  </a:cxn>
                  <a:cxn ang="0">
                    <a:pos x="35" y="319"/>
                  </a:cxn>
                  <a:cxn ang="0">
                    <a:pos x="27" y="301"/>
                  </a:cxn>
                  <a:cxn ang="0">
                    <a:pos x="35" y="292"/>
                  </a:cxn>
                  <a:cxn ang="0">
                    <a:pos x="44" y="266"/>
                  </a:cxn>
                  <a:cxn ang="0">
                    <a:pos x="35" y="248"/>
                  </a:cxn>
                  <a:cxn ang="0">
                    <a:pos x="27" y="230"/>
                  </a:cxn>
                  <a:cxn ang="0">
                    <a:pos x="27" y="204"/>
                  </a:cxn>
                  <a:cxn ang="0">
                    <a:pos x="27" y="186"/>
                  </a:cxn>
                  <a:cxn ang="0">
                    <a:pos x="27" y="160"/>
                  </a:cxn>
                  <a:cxn ang="0">
                    <a:pos x="27" y="133"/>
                  </a:cxn>
                  <a:cxn ang="0">
                    <a:pos x="9" y="98"/>
                  </a:cxn>
                  <a:cxn ang="0">
                    <a:pos x="9" y="80"/>
                  </a:cxn>
                  <a:cxn ang="0">
                    <a:pos x="9" y="62"/>
                  </a:cxn>
                  <a:cxn ang="0">
                    <a:pos x="0" y="36"/>
                  </a:cxn>
                </a:cxnLst>
                <a:rect l="0" t="0" r="r" b="b"/>
                <a:pathLst>
                  <a:path w="414" h="469">
                    <a:moveTo>
                      <a:pt x="9" y="36"/>
                    </a:moveTo>
                    <a:lnTo>
                      <a:pt x="71" y="36"/>
                    </a:lnTo>
                    <a:lnTo>
                      <a:pt x="115" y="36"/>
                    </a:lnTo>
                    <a:lnTo>
                      <a:pt x="115" y="27"/>
                    </a:lnTo>
                    <a:lnTo>
                      <a:pt x="115" y="0"/>
                    </a:lnTo>
                    <a:lnTo>
                      <a:pt x="115" y="0"/>
                    </a:lnTo>
                    <a:lnTo>
                      <a:pt x="123" y="9"/>
                    </a:lnTo>
                    <a:lnTo>
                      <a:pt x="132" y="9"/>
                    </a:lnTo>
                    <a:lnTo>
                      <a:pt x="132" y="27"/>
                    </a:lnTo>
                    <a:lnTo>
                      <a:pt x="141" y="45"/>
                    </a:lnTo>
                    <a:lnTo>
                      <a:pt x="141" y="45"/>
                    </a:lnTo>
                    <a:lnTo>
                      <a:pt x="141" y="53"/>
                    </a:lnTo>
                    <a:lnTo>
                      <a:pt x="150" y="53"/>
                    </a:lnTo>
                    <a:lnTo>
                      <a:pt x="159" y="53"/>
                    </a:lnTo>
                    <a:lnTo>
                      <a:pt x="159" y="53"/>
                    </a:lnTo>
                    <a:lnTo>
                      <a:pt x="185" y="62"/>
                    </a:lnTo>
                    <a:lnTo>
                      <a:pt x="185" y="62"/>
                    </a:lnTo>
                    <a:lnTo>
                      <a:pt x="194" y="71"/>
                    </a:lnTo>
                    <a:lnTo>
                      <a:pt x="203" y="62"/>
                    </a:lnTo>
                    <a:lnTo>
                      <a:pt x="203" y="62"/>
                    </a:lnTo>
                    <a:lnTo>
                      <a:pt x="211" y="62"/>
                    </a:lnTo>
                    <a:lnTo>
                      <a:pt x="211" y="62"/>
                    </a:lnTo>
                    <a:lnTo>
                      <a:pt x="211" y="62"/>
                    </a:lnTo>
                    <a:lnTo>
                      <a:pt x="220" y="53"/>
                    </a:lnTo>
                    <a:lnTo>
                      <a:pt x="229" y="53"/>
                    </a:lnTo>
                    <a:lnTo>
                      <a:pt x="247" y="62"/>
                    </a:lnTo>
                    <a:lnTo>
                      <a:pt x="247" y="71"/>
                    </a:lnTo>
                    <a:lnTo>
                      <a:pt x="255" y="71"/>
                    </a:lnTo>
                    <a:lnTo>
                      <a:pt x="255" y="71"/>
                    </a:lnTo>
                    <a:lnTo>
                      <a:pt x="255" y="80"/>
                    </a:lnTo>
                    <a:lnTo>
                      <a:pt x="264" y="80"/>
                    </a:lnTo>
                    <a:lnTo>
                      <a:pt x="264" y="89"/>
                    </a:lnTo>
                    <a:lnTo>
                      <a:pt x="264" y="80"/>
                    </a:lnTo>
                    <a:lnTo>
                      <a:pt x="273" y="80"/>
                    </a:lnTo>
                    <a:lnTo>
                      <a:pt x="282" y="80"/>
                    </a:lnTo>
                    <a:lnTo>
                      <a:pt x="282" y="80"/>
                    </a:lnTo>
                    <a:lnTo>
                      <a:pt x="299" y="89"/>
                    </a:lnTo>
                    <a:lnTo>
                      <a:pt x="299" y="98"/>
                    </a:lnTo>
                    <a:lnTo>
                      <a:pt x="308" y="98"/>
                    </a:lnTo>
                    <a:lnTo>
                      <a:pt x="317" y="98"/>
                    </a:lnTo>
                    <a:lnTo>
                      <a:pt x="326" y="98"/>
                    </a:lnTo>
                    <a:lnTo>
                      <a:pt x="326" y="89"/>
                    </a:lnTo>
                    <a:lnTo>
                      <a:pt x="335" y="80"/>
                    </a:lnTo>
                    <a:lnTo>
                      <a:pt x="343" y="80"/>
                    </a:lnTo>
                    <a:lnTo>
                      <a:pt x="343" y="89"/>
                    </a:lnTo>
                    <a:lnTo>
                      <a:pt x="343" y="89"/>
                    </a:lnTo>
                    <a:lnTo>
                      <a:pt x="352" y="89"/>
                    </a:lnTo>
                    <a:lnTo>
                      <a:pt x="352" y="89"/>
                    </a:lnTo>
                    <a:lnTo>
                      <a:pt x="361" y="89"/>
                    </a:lnTo>
                    <a:lnTo>
                      <a:pt x="370" y="89"/>
                    </a:lnTo>
                    <a:lnTo>
                      <a:pt x="370" y="89"/>
                    </a:lnTo>
                    <a:lnTo>
                      <a:pt x="387" y="89"/>
                    </a:lnTo>
                    <a:lnTo>
                      <a:pt x="387" y="98"/>
                    </a:lnTo>
                    <a:lnTo>
                      <a:pt x="387" y="98"/>
                    </a:lnTo>
                    <a:lnTo>
                      <a:pt x="396" y="98"/>
                    </a:lnTo>
                    <a:lnTo>
                      <a:pt x="396" y="98"/>
                    </a:lnTo>
                    <a:lnTo>
                      <a:pt x="414" y="98"/>
                    </a:lnTo>
                    <a:lnTo>
                      <a:pt x="405" y="98"/>
                    </a:lnTo>
                    <a:lnTo>
                      <a:pt x="405" y="106"/>
                    </a:lnTo>
                    <a:lnTo>
                      <a:pt x="396" y="106"/>
                    </a:lnTo>
                    <a:lnTo>
                      <a:pt x="379" y="115"/>
                    </a:lnTo>
                    <a:lnTo>
                      <a:pt x="379" y="115"/>
                    </a:lnTo>
                    <a:lnTo>
                      <a:pt x="361" y="124"/>
                    </a:lnTo>
                    <a:lnTo>
                      <a:pt x="352" y="133"/>
                    </a:lnTo>
                    <a:lnTo>
                      <a:pt x="335" y="151"/>
                    </a:lnTo>
                    <a:lnTo>
                      <a:pt x="326" y="160"/>
                    </a:lnTo>
                    <a:lnTo>
                      <a:pt x="308" y="168"/>
                    </a:lnTo>
                    <a:lnTo>
                      <a:pt x="308" y="177"/>
                    </a:lnTo>
                    <a:lnTo>
                      <a:pt x="308" y="177"/>
                    </a:lnTo>
                    <a:lnTo>
                      <a:pt x="299" y="186"/>
                    </a:lnTo>
                    <a:lnTo>
                      <a:pt x="282" y="195"/>
                    </a:lnTo>
                    <a:lnTo>
                      <a:pt x="282" y="204"/>
                    </a:lnTo>
                    <a:lnTo>
                      <a:pt x="282" y="204"/>
                    </a:lnTo>
                    <a:lnTo>
                      <a:pt x="282" y="204"/>
                    </a:lnTo>
                    <a:lnTo>
                      <a:pt x="273" y="213"/>
                    </a:lnTo>
                    <a:lnTo>
                      <a:pt x="273" y="213"/>
                    </a:lnTo>
                    <a:lnTo>
                      <a:pt x="273" y="248"/>
                    </a:lnTo>
                    <a:lnTo>
                      <a:pt x="273" y="257"/>
                    </a:lnTo>
                    <a:lnTo>
                      <a:pt x="273" y="257"/>
                    </a:lnTo>
                    <a:lnTo>
                      <a:pt x="264" y="266"/>
                    </a:lnTo>
                    <a:lnTo>
                      <a:pt x="247" y="274"/>
                    </a:lnTo>
                    <a:lnTo>
                      <a:pt x="247" y="274"/>
                    </a:lnTo>
                    <a:lnTo>
                      <a:pt x="247" y="283"/>
                    </a:lnTo>
                    <a:lnTo>
                      <a:pt x="247" y="283"/>
                    </a:lnTo>
                    <a:lnTo>
                      <a:pt x="247" y="292"/>
                    </a:lnTo>
                    <a:lnTo>
                      <a:pt x="247" y="301"/>
                    </a:lnTo>
                    <a:lnTo>
                      <a:pt x="255" y="301"/>
                    </a:lnTo>
                    <a:lnTo>
                      <a:pt x="255" y="310"/>
                    </a:lnTo>
                    <a:lnTo>
                      <a:pt x="255" y="319"/>
                    </a:lnTo>
                    <a:lnTo>
                      <a:pt x="255" y="328"/>
                    </a:lnTo>
                    <a:lnTo>
                      <a:pt x="247" y="336"/>
                    </a:lnTo>
                    <a:lnTo>
                      <a:pt x="255" y="345"/>
                    </a:lnTo>
                    <a:lnTo>
                      <a:pt x="255" y="354"/>
                    </a:lnTo>
                    <a:lnTo>
                      <a:pt x="247" y="363"/>
                    </a:lnTo>
                    <a:lnTo>
                      <a:pt x="255" y="372"/>
                    </a:lnTo>
                    <a:lnTo>
                      <a:pt x="264" y="372"/>
                    </a:lnTo>
                    <a:lnTo>
                      <a:pt x="273" y="372"/>
                    </a:lnTo>
                    <a:lnTo>
                      <a:pt x="282" y="381"/>
                    </a:lnTo>
                    <a:lnTo>
                      <a:pt x="282" y="381"/>
                    </a:lnTo>
                    <a:lnTo>
                      <a:pt x="282" y="389"/>
                    </a:lnTo>
                    <a:lnTo>
                      <a:pt x="291" y="389"/>
                    </a:lnTo>
                    <a:lnTo>
                      <a:pt x="299" y="389"/>
                    </a:lnTo>
                    <a:lnTo>
                      <a:pt x="308" y="407"/>
                    </a:lnTo>
                    <a:lnTo>
                      <a:pt x="317" y="416"/>
                    </a:lnTo>
                    <a:lnTo>
                      <a:pt x="326" y="416"/>
                    </a:lnTo>
                    <a:lnTo>
                      <a:pt x="326" y="416"/>
                    </a:lnTo>
                    <a:lnTo>
                      <a:pt x="335" y="416"/>
                    </a:lnTo>
                    <a:lnTo>
                      <a:pt x="335" y="425"/>
                    </a:lnTo>
                    <a:lnTo>
                      <a:pt x="343" y="434"/>
                    </a:lnTo>
                    <a:lnTo>
                      <a:pt x="343" y="442"/>
                    </a:lnTo>
                    <a:lnTo>
                      <a:pt x="343" y="451"/>
                    </a:lnTo>
                    <a:lnTo>
                      <a:pt x="343" y="451"/>
                    </a:lnTo>
                    <a:lnTo>
                      <a:pt x="343" y="460"/>
                    </a:lnTo>
                    <a:lnTo>
                      <a:pt x="291" y="460"/>
                    </a:lnTo>
                    <a:lnTo>
                      <a:pt x="203" y="460"/>
                    </a:lnTo>
                    <a:lnTo>
                      <a:pt x="106" y="469"/>
                    </a:lnTo>
                    <a:lnTo>
                      <a:pt x="44" y="469"/>
                    </a:lnTo>
                    <a:lnTo>
                      <a:pt x="44" y="328"/>
                    </a:lnTo>
                    <a:lnTo>
                      <a:pt x="44" y="319"/>
                    </a:lnTo>
                    <a:lnTo>
                      <a:pt x="35" y="319"/>
                    </a:lnTo>
                    <a:lnTo>
                      <a:pt x="35" y="319"/>
                    </a:lnTo>
                    <a:lnTo>
                      <a:pt x="27" y="301"/>
                    </a:lnTo>
                    <a:lnTo>
                      <a:pt x="27" y="301"/>
                    </a:lnTo>
                    <a:lnTo>
                      <a:pt x="27" y="301"/>
                    </a:lnTo>
                    <a:lnTo>
                      <a:pt x="27" y="292"/>
                    </a:lnTo>
                    <a:lnTo>
                      <a:pt x="35" y="292"/>
                    </a:lnTo>
                    <a:lnTo>
                      <a:pt x="35" y="283"/>
                    </a:lnTo>
                    <a:lnTo>
                      <a:pt x="44" y="274"/>
                    </a:lnTo>
                    <a:lnTo>
                      <a:pt x="44" y="266"/>
                    </a:lnTo>
                    <a:lnTo>
                      <a:pt x="44" y="266"/>
                    </a:lnTo>
                    <a:lnTo>
                      <a:pt x="35" y="257"/>
                    </a:lnTo>
                    <a:lnTo>
                      <a:pt x="35" y="248"/>
                    </a:lnTo>
                    <a:lnTo>
                      <a:pt x="35" y="239"/>
                    </a:lnTo>
                    <a:lnTo>
                      <a:pt x="35" y="230"/>
                    </a:lnTo>
                    <a:lnTo>
                      <a:pt x="27" y="230"/>
                    </a:lnTo>
                    <a:lnTo>
                      <a:pt x="27" y="221"/>
                    </a:lnTo>
                    <a:lnTo>
                      <a:pt x="27" y="221"/>
                    </a:lnTo>
                    <a:lnTo>
                      <a:pt x="27" y="204"/>
                    </a:lnTo>
                    <a:lnTo>
                      <a:pt x="27" y="195"/>
                    </a:lnTo>
                    <a:lnTo>
                      <a:pt x="27" y="186"/>
                    </a:lnTo>
                    <a:lnTo>
                      <a:pt x="27" y="186"/>
                    </a:lnTo>
                    <a:lnTo>
                      <a:pt x="27" y="168"/>
                    </a:lnTo>
                    <a:lnTo>
                      <a:pt x="27" y="160"/>
                    </a:lnTo>
                    <a:lnTo>
                      <a:pt x="27" y="160"/>
                    </a:lnTo>
                    <a:lnTo>
                      <a:pt x="27" y="151"/>
                    </a:lnTo>
                    <a:lnTo>
                      <a:pt x="27" y="151"/>
                    </a:lnTo>
                    <a:lnTo>
                      <a:pt x="27" y="133"/>
                    </a:lnTo>
                    <a:lnTo>
                      <a:pt x="18" y="124"/>
                    </a:lnTo>
                    <a:lnTo>
                      <a:pt x="18" y="115"/>
                    </a:lnTo>
                    <a:lnTo>
                      <a:pt x="9" y="98"/>
                    </a:lnTo>
                    <a:lnTo>
                      <a:pt x="9" y="98"/>
                    </a:lnTo>
                    <a:lnTo>
                      <a:pt x="9" y="89"/>
                    </a:lnTo>
                    <a:lnTo>
                      <a:pt x="9" y="80"/>
                    </a:lnTo>
                    <a:lnTo>
                      <a:pt x="9" y="80"/>
                    </a:lnTo>
                    <a:lnTo>
                      <a:pt x="9" y="71"/>
                    </a:lnTo>
                    <a:lnTo>
                      <a:pt x="9" y="62"/>
                    </a:lnTo>
                    <a:lnTo>
                      <a:pt x="9" y="53"/>
                    </a:lnTo>
                    <a:lnTo>
                      <a:pt x="9" y="36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9" y="36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102"/>
              <p:cNvSpPr>
                <a:spLocks/>
              </p:cNvSpPr>
              <p:nvPr/>
            </p:nvSpPr>
            <p:spPr bwMode="auto">
              <a:xfrm>
                <a:off x="2948252" y="1748689"/>
                <a:ext cx="555436" cy="629226"/>
              </a:xfrm>
              <a:custGeom>
                <a:avLst/>
                <a:gdLst/>
                <a:ahLst/>
                <a:cxnLst>
                  <a:cxn ang="0">
                    <a:pos x="115" y="36"/>
                  </a:cxn>
                  <a:cxn ang="0">
                    <a:pos x="115" y="0"/>
                  </a:cxn>
                  <a:cxn ang="0">
                    <a:pos x="132" y="27"/>
                  </a:cxn>
                  <a:cxn ang="0">
                    <a:pos x="141" y="53"/>
                  </a:cxn>
                  <a:cxn ang="0">
                    <a:pos x="159" y="53"/>
                  </a:cxn>
                  <a:cxn ang="0">
                    <a:pos x="194" y="71"/>
                  </a:cxn>
                  <a:cxn ang="0">
                    <a:pos x="211" y="62"/>
                  </a:cxn>
                  <a:cxn ang="0">
                    <a:pos x="220" y="53"/>
                  </a:cxn>
                  <a:cxn ang="0">
                    <a:pos x="247" y="71"/>
                  </a:cxn>
                  <a:cxn ang="0">
                    <a:pos x="255" y="80"/>
                  </a:cxn>
                  <a:cxn ang="0">
                    <a:pos x="264" y="80"/>
                  </a:cxn>
                  <a:cxn ang="0">
                    <a:pos x="282" y="80"/>
                  </a:cxn>
                  <a:cxn ang="0">
                    <a:pos x="308" y="98"/>
                  </a:cxn>
                  <a:cxn ang="0">
                    <a:pos x="326" y="89"/>
                  </a:cxn>
                  <a:cxn ang="0">
                    <a:pos x="343" y="89"/>
                  </a:cxn>
                  <a:cxn ang="0">
                    <a:pos x="352" y="89"/>
                  </a:cxn>
                  <a:cxn ang="0">
                    <a:pos x="370" y="89"/>
                  </a:cxn>
                  <a:cxn ang="0">
                    <a:pos x="387" y="98"/>
                  </a:cxn>
                  <a:cxn ang="0">
                    <a:pos x="414" y="98"/>
                  </a:cxn>
                  <a:cxn ang="0">
                    <a:pos x="396" y="106"/>
                  </a:cxn>
                  <a:cxn ang="0">
                    <a:pos x="361" y="124"/>
                  </a:cxn>
                  <a:cxn ang="0">
                    <a:pos x="326" y="160"/>
                  </a:cxn>
                  <a:cxn ang="0">
                    <a:pos x="308" y="177"/>
                  </a:cxn>
                  <a:cxn ang="0">
                    <a:pos x="282" y="204"/>
                  </a:cxn>
                  <a:cxn ang="0">
                    <a:pos x="273" y="213"/>
                  </a:cxn>
                  <a:cxn ang="0">
                    <a:pos x="273" y="257"/>
                  </a:cxn>
                  <a:cxn ang="0">
                    <a:pos x="247" y="274"/>
                  </a:cxn>
                  <a:cxn ang="0">
                    <a:pos x="247" y="283"/>
                  </a:cxn>
                  <a:cxn ang="0">
                    <a:pos x="255" y="301"/>
                  </a:cxn>
                  <a:cxn ang="0">
                    <a:pos x="255" y="328"/>
                  </a:cxn>
                  <a:cxn ang="0">
                    <a:pos x="255" y="354"/>
                  </a:cxn>
                  <a:cxn ang="0">
                    <a:pos x="264" y="372"/>
                  </a:cxn>
                  <a:cxn ang="0">
                    <a:pos x="282" y="381"/>
                  </a:cxn>
                  <a:cxn ang="0">
                    <a:pos x="299" y="389"/>
                  </a:cxn>
                  <a:cxn ang="0">
                    <a:pos x="326" y="416"/>
                  </a:cxn>
                  <a:cxn ang="0">
                    <a:pos x="335" y="425"/>
                  </a:cxn>
                  <a:cxn ang="0">
                    <a:pos x="343" y="451"/>
                  </a:cxn>
                  <a:cxn ang="0">
                    <a:pos x="291" y="460"/>
                  </a:cxn>
                  <a:cxn ang="0">
                    <a:pos x="44" y="469"/>
                  </a:cxn>
                  <a:cxn ang="0">
                    <a:pos x="35" y="319"/>
                  </a:cxn>
                  <a:cxn ang="0">
                    <a:pos x="27" y="301"/>
                  </a:cxn>
                  <a:cxn ang="0">
                    <a:pos x="35" y="292"/>
                  </a:cxn>
                  <a:cxn ang="0">
                    <a:pos x="44" y="266"/>
                  </a:cxn>
                  <a:cxn ang="0">
                    <a:pos x="35" y="248"/>
                  </a:cxn>
                  <a:cxn ang="0">
                    <a:pos x="27" y="230"/>
                  </a:cxn>
                  <a:cxn ang="0">
                    <a:pos x="27" y="204"/>
                  </a:cxn>
                  <a:cxn ang="0">
                    <a:pos x="27" y="186"/>
                  </a:cxn>
                  <a:cxn ang="0">
                    <a:pos x="27" y="160"/>
                  </a:cxn>
                  <a:cxn ang="0">
                    <a:pos x="27" y="133"/>
                  </a:cxn>
                  <a:cxn ang="0">
                    <a:pos x="9" y="98"/>
                  </a:cxn>
                  <a:cxn ang="0">
                    <a:pos x="9" y="80"/>
                  </a:cxn>
                  <a:cxn ang="0">
                    <a:pos x="9" y="62"/>
                  </a:cxn>
                  <a:cxn ang="0">
                    <a:pos x="0" y="36"/>
                  </a:cxn>
                </a:cxnLst>
                <a:rect l="0" t="0" r="r" b="b"/>
                <a:pathLst>
                  <a:path w="414" h="469">
                    <a:moveTo>
                      <a:pt x="9" y="36"/>
                    </a:moveTo>
                    <a:lnTo>
                      <a:pt x="71" y="36"/>
                    </a:lnTo>
                    <a:lnTo>
                      <a:pt x="115" y="36"/>
                    </a:lnTo>
                    <a:lnTo>
                      <a:pt x="115" y="27"/>
                    </a:lnTo>
                    <a:lnTo>
                      <a:pt x="115" y="0"/>
                    </a:lnTo>
                    <a:lnTo>
                      <a:pt x="115" y="0"/>
                    </a:lnTo>
                    <a:lnTo>
                      <a:pt x="123" y="9"/>
                    </a:lnTo>
                    <a:lnTo>
                      <a:pt x="132" y="9"/>
                    </a:lnTo>
                    <a:lnTo>
                      <a:pt x="132" y="27"/>
                    </a:lnTo>
                    <a:lnTo>
                      <a:pt x="141" y="45"/>
                    </a:lnTo>
                    <a:lnTo>
                      <a:pt x="141" y="45"/>
                    </a:lnTo>
                    <a:lnTo>
                      <a:pt x="141" y="53"/>
                    </a:lnTo>
                    <a:lnTo>
                      <a:pt x="150" y="53"/>
                    </a:lnTo>
                    <a:lnTo>
                      <a:pt x="159" y="53"/>
                    </a:lnTo>
                    <a:lnTo>
                      <a:pt x="159" y="53"/>
                    </a:lnTo>
                    <a:lnTo>
                      <a:pt x="185" y="62"/>
                    </a:lnTo>
                    <a:lnTo>
                      <a:pt x="185" y="62"/>
                    </a:lnTo>
                    <a:lnTo>
                      <a:pt x="194" y="71"/>
                    </a:lnTo>
                    <a:lnTo>
                      <a:pt x="203" y="62"/>
                    </a:lnTo>
                    <a:lnTo>
                      <a:pt x="203" y="62"/>
                    </a:lnTo>
                    <a:lnTo>
                      <a:pt x="211" y="62"/>
                    </a:lnTo>
                    <a:lnTo>
                      <a:pt x="211" y="62"/>
                    </a:lnTo>
                    <a:lnTo>
                      <a:pt x="211" y="62"/>
                    </a:lnTo>
                    <a:lnTo>
                      <a:pt x="220" y="53"/>
                    </a:lnTo>
                    <a:lnTo>
                      <a:pt x="229" y="53"/>
                    </a:lnTo>
                    <a:lnTo>
                      <a:pt x="247" y="62"/>
                    </a:lnTo>
                    <a:lnTo>
                      <a:pt x="247" y="71"/>
                    </a:lnTo>
                    <a:lnTo>
                      <a:pt x="255" y="71"/>
                    </a:lnTo>
                    <a:lnTo>
                      <a:pt x="255" y="71"/>
                    </a:lnTo>
                    <a:lnTo>
                      <a:pt x="255" y="80"/>
                    </a:lnTo>
                    <a:lnTo>
                      <a:pt x="264" y="80"/>
                    </a:lnTo>
                    <a:lnTo>
                      <a:pt x="264" y="89"/>
                    </a:lnTo>
                    <a:lnTo>
                      <a:pt x="264" y="80"/>
                    </a:lnTo>
                    <a:lnTo>
                      <a:pt x="273" y="80"/>
                    </a:lnTo>
                    <a:lnTo>
                      <a:pt x="282" y="80"/>
                    </a:lnTo>
                    <a:lnTo>
                      <a:pt x="282" y="80"/>
                    </a:lnTo>
                    <a:lnTo>
                      <a:pt x="299" y="89"/>
                    </a:lnTo>
                    <a:lnTo>
                      <a:pt x="299" y="98"/>
                    </a:lnTo>
                    <a:lnTo>
                      <a:pt x="308" y="98"/>
                    </a:lnTo>
                    <a:lnTo>
                      <a:pt x="317" y="98"/>
                    </a:lnTo>
                    <a:lnTo>
                      <a:pt x="326" y="98"/>
                    </a:lnTo>
                    <a:lnTo>
                      <a:pt x="326" y="89"/>
                    </a:lnTo>
                    <a:lnTo>
                      <a:pt x="335" y="80"/>
                    </a:lnTo>
                    <a:lnTo>
                      <a:pt x="343" y="80"/>
                    </a:lnTo>
                    <a:lnTo>
                      <a:pt x="343" y="89"/>
                    </a:lnTo>
                    <a:lnTo>
                      <a:pt x="343" y="89"/>
                    </a:lnTo>
                    <a:lnTo>
                      <a:pt x="352" y="89"/>
                    </a:lnTo>
                    <a:lnTo>
                      <a:pt x="352" y="89"/>
                    </a:lnTo>
                    <a:lnTo>
                      <a:pt x="361" y="89"/>
                    </a:lnTo>
                    <a:lnTo>
                      <a:pt x="370" y="89"/>
                    </a:lnTo>
                    <a:lnTo>
                      <a:pt x="370" y="89"/>
                    </a:lnTo>
                    <a:lnTo>
                      <a:pt x="387" y="89"/>
                    </a:lnTo>
                    <a:lnTo>
                      <a:pt x="387" y="98"/>
                    </a:lnTo>
                    <a:lnTo>
                      <a:pt x="387" y="98"/>
                    </a:lnTo>
                    <a:lnTo>
                      <a:pt x="396" y="98"/>
                    </a:lnTo>
                    <a:lnTo>
                      <a:pt x="396" y="98"/>
                    </a:lnTo>
                    <a:lnTo>
                      <a:pt x="414" y="98"/>
                    </a:lnTo>
                    <a:lnTo>
                      <a:pt x="405" y="98"/>
                    </a:lnTo>
                    <a:lnTo>
                      <a:pt x="405" y="106"/>
                    </a:lnTo>
                    <a:lnTo>
                      <a:pt x="396" y="106"/>
                    </a:lnTo>
                    <a:lnTo>
                      <a:pt x="379" y="115"/>
                    </a:lnTo>
                    <a:lnTo>
                      <a:pt x="379" y="115"/>
                    </a:lnTo>
                    <a:lnTo>
                      <a:pt x="361" y="124"/>
                    </a:lnTo>
                    <a:lnTo>
                      <a:pt x="352" y="133"/>
                    </a:lnTo>
                    <a:lnTo>
                      <a:pt x="335" y="151"/>
                    </a:lnTo>
                    <a:lnTo>
                      <a:pt x="326" y="160"/>
                    </a:lnTo>
                    <a:lnTo>
                      <a:pt x="308" y="168"/>
                    </a:lnTo>
                    <a:lnTo>
                      <a:pt x="308" y="177"/>
                    </a:lnTo>
                    <a:lnTo>
                      <a:pt x="308" y="177"/>
                    </a:lnTo>
                    <a:lnTo>
                      <a:pt x="299" y="186"/>
                    </a:lnTo>
                    <a:lnTo>
                      <a:pt x="282" y="195"/>
                    </a:lnTo>
                    <a:lnTo>
                      <a:pt x="282" y="204"/>
                    </a:lnTo>
                    <a:lnTo>
                      <a:pt x="282" y="204"/>
                    </a:lnTo>
                    <a:lnTo>
                      <a:pt x="282" y="204"/>
                    </a:lnTo>
                    <a:lnTo>
                      <a:pt x="273" y="213"/>
                    </a:lnTo>
                    <a:lnTo>
                      <a:pt x="273" y="213"/>
                    </a:lnTo>
                    <a:lnTo>
                      <a:pt x="273" y="248"/>
                    </a:lnTo>
                    <a:lnTo>
                      <a:pt x="273" y="257"/>
                    </a:lnTo>
                    <a:lnTo>
                      <a:pt x="273" y="257"/>
                    </a:lnTo>
                    <a:lnTo>
                      <a:pt x="264" y="266"/>
                    </a:lnTo>
                    <a:lnTo>
                      <a:pt x="247" y="274"/>
                    </a:lnTo>
                    <a:lnTo>
                      <a:pt x="247" y="274"/>
                    </a:lnTo>
                    <a:lnTo>
                      <a:pt x="247" y="283"/>
                    </a:lnTo>
                    <a:lnTo>
                      <a:pt x="247" y="283"/>
                    </a:lnTo>
                    <a:lnTo>
                      <a:pt x="247" y="292"/>
                    </a:lnTo>
                    <a:lnTo>
                      <a:pt x="247" y="301"/>
                    </a:lnTo>
                    <a:lnTo>
                      <a:pt x="255" y="301"/>
                    </a:lnTo>
                    <a:lnTo>
                      <a:pt x="255" y="310"/>
                    </a:lnTo>
                    <a:lnTo>
                      <a:pt x="255" y="319"/>
                    </a:lnTo>
                    <a:lnTo>
                      <a:pt x="255" y="328"/>
                    </a:lnTo>
                    <a:lnTo>
                      <a:pt x="247" y="336"/>
                    </a:lnTo>
                    <a:lnTo>
                      <a:pt x="255" y="345"/>
                    </a:lnTo>
                    <a:lnTo>
                      <a:pt x="255" y="354"/>
                    </a:lnTo>
                    <a:lnTo>
                      <a:pt x="247" y="363"/>
                    </a:lnTo>
                    <a:lnTo>
                      <a:pt x="255" y="372"/>
                    </a:lnTo>
                    <a:lnTo>
                      <a:pt x="264" y="372"/>
                    </a:lnTo>
                    <a:lnTo>
                      <a:pt x="273" y="372"/>
                    </a:lnTo>
                    <a:lnTo>
                      <a:pt x="282" y="381"/>
                    </a:lnTo>
                    <a:lnTo>
                      <a:pt x="282" y="381"/>
                    </a:lnTo>
                    <a:lnTo>
                      <a:pt x="282" y="389"/>
                    </a:lnTo>
                    <a:lnTo>
                      <a:pt x="291" y="389"/>
                    </a:lnTo>
                    <a:lnTo>
                      <a:pt x="299" y="389"/>
                    </a:lnTo>
                    <a:lnTo>
                      <a:pt x="308" y="407"/>
                    </a:lnTo>
                    <a:lnTo>
                      <a:pt x="317" y="416"/>
                    </a:lnTo>
                    <a:lnTo>
                      <a:pt x="326" y="416"/>
                    </a:lnTo>
                    <a:lnTo>
                      <a:pt x="326" y="416"/>
                    </a:lnTo>
                    <a:lnTo>
                      <a:pt x="335" y="416"/>
                    </a:lnTo>
                    <a:lnTo>
                      <a:pt x="335" y="425"/>
                    </a:lnTo>
                    <a:lnTo>
                      <a:pt x="343" y="434"/>
                    </a:lnTo>
                    <a:lnTo>
                      <a:pt x="343" y="442"/>
                    </a:lnTo>
                    <a:lnTo>
                      <a:pt x="343" y="451"/>
                    </a:lnTo>
                    <a:lnTo>
                      <a:pt x="343" y="451"/>
                    </a:lnTo>
                    <a:lnTo>
                      <a:pt x="343" y="460"/>
                    </a:lnTo>
                    <a:lnTo>
                      <a:pt x="291" y="460"/>
                    </a:lnTo>
                    <a:lnTo>
                      <a:pt x="203" y="460"/>
                    </a:lnTo>
                    <a:lnTo>
                      <a:pt x="106" y="469"/>
                    </a:lnTo>
                    <a:lnTo>
                      <a:pt x="44" y="469"/>
                    </a:lnTo>
                    <a:lnTo>
                      <a:pt x="44" y="328"/>
                    </a:lnTo>
                    <a:lnTo>
                      <a:pt x="44" y="319"/>
                    </a:lnTo>
                    <a:lnTo>
                      <a:pt x="35" y="319"/>
                    </a:lnTo>
                    <a:lnTo>
                      <a:pt x="35" y="319"/>
                    </a:lnTo>
                    <a:lnTo>
                      <a:pt x="27" y="301"/>
                    </a:lnTo>
                    <a:lnTo>
                      <a:pt x="27" y="301"/>
                    </a:lnTo>
                    <a:lnTo>
                      <a:pt x="27" y="301"/>
                    </a:lnTo>
                    <a:lnTo>
                      <a:pt x="27" y="292"/>
                    </a:lnTo>
                    <a:lnTo>
                      <a:pt x="35" y="292"/>
                    </a:lnTo>
                    <a:lnTo>
                      <a:pt x="35" y="283"/>
                    </a:lnTo>
                    <a:lnTo>
                      <a:pt x="44" y="274"/>
                    </a:lnTo>
                    <a:lnTo>
                      <a:pt x="44" y="266"/>
                    </a:lnTo>
                    <a:lnTo>
                      <a:pt x="44" y="266"/>
                    </a:lnTo>
                    <a:lnTo>
                      <a:pt x="35" y="257"/>
                    </a:lnTo>
                    <a:lnTo>
                      <a:pt x="35" y="248"/>
                    </a:lnTo>
                    <a:lnTo>
                      <a:pt x="35" y="239"/>
                    </a:lnTo>
                    <a:lnTo>
                      <a:pt x="35" y="230"/>
                    </a:lnTo>
                    <a:lnTo>
                      <a:pt x="27" y="230"/>
                    </a:lnTo>
                    <a:lnTo>
                      <a:pt x="27" y="221"/>
                    </a:lnTo>
                    <a:lnTo>
                      <a:pt x="27" y="221"/>
                    </a:lnTo>
                    <a:lnTo>
                      <a:pt x="27" y="204"/>
                    </a:lnTo>
                    <a:lnTo>
                      <a:pt x="27" y="195"/>
                    </a:lnTo>
                    <a:lnTo>
                      <a:pt x="27" y="186"/>
                    </a:lnTo>
                    <a:lnTo>
                      <a:pt x="27" y="186"/>
                    </a:lnTo>
                    <a:lnTo>
                      <a:pt x="27" y="168"/>
                    </a:lnTo>
                    <a:lnTo>
                      <a:pt x="27" y="160"/>
                    </a:lnTo>
                    <a:lnTo>
                      <a:pt x="27" y="160"/>
                    </a:lnTo>
                    <a:lnTo>
                      <a:pt x="27" y="151"/>
                    </a:lnTo>
                    <a:lnTo>
                      <a:pt x="27" y="151"/>
                    </a:lnTo>
                    <a:lnTo>
                      <a:pt x="27" y="133"/>
                    </a:lnTo>
                    <a:lnTo>
                      <a:pt x="18" y="124"/>
                    </a:lnTo>
                    <a:lnTo>
                      <a:pt x="18" y="115"/>
                    </a:lnTo>
                    <a:lnTo>
                      <a:pt x="9" y="98"/>
                    </a:lnTo>
                    <a:lnTo>
                      <a:pt x="9" y="98"/>
                    </a:lnTo>
                    <a:lnTo>
                      <a:pt x="9" y="89"/>
                    </a:lnTo>
                    <a:lnTo>
                      <a:pt x="9" y="80"/>
                    </a:lnTo>
                    <a:lnTo>
                      <a:pt x="9" y="80"/>
                    </a:lnTo>
                    <a:lnTo>
                      <a:pt x="9" y="71"/>
                    </a:lnTo>
                    <a:lnTo>
                      <a:pt x="9" y="62"/>
                    </a:lnTo>
                    <a:lnTo>
                      <a:pt x="9" y="53"/>
                    </a:lnTo>
                    <a:lnTo>
                      <a:pt x="9" y="36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9" y="36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103"/>
              <p:cNvSpPr>
                <a:spLocks/>
              </p:cNvSpPr>
              <p:nvPr/>
            </p:nvSpPr>
            <p:spPr bwMode="auto">
              <a:xfrm>
                <a:off x="3692857" y="2140445"/>
                <a:ext cx="22808" cy="59032"/>
              </a:xfrm>
              <a:custGeom>
                <a:avLst/>
                <a:gdLst/>
                <a:ahLst/>
                <a:cxnLst>
                  <a:cxn ang="0">
                    <a:pos x="0" y="27"/>
                  </a:cxn>
                  <a:cxn ang="0">
                    <a:pos x="0" y="27"/>
                  </a:cxn>
                  <a:cxn ang="0">
                    <a:pos x="0" y="18"/>
                  </a:cxn>
                  <a:cxn ang="0">
                    <a:pos x="8" y="9"/>
                  </a:cxn>
                  <a:cxn ang="0">
                    <a:pos x="8" y="9"/>
                  </a:cxn>
                  <a:cxn ang="0">
                    <a:pos x="17" y="0"/>
                  </a:cxn>
                  <a:cxn ang="0">
                    <a:pos x="17" y="9"/>
                  </a:cxn>
                  <a:cxn ang="0">
                    <a:pos x="8" y="18"/>
                  </a:cxn>
                  <a:cxn ang="0">
                    <a:pos x="17" y="18"/>
                  </a:cxn>
                  <a:cxn ang="0">
                    <a:pos x="8" y="27"/>
                  </a:cxn>
                  <a:cxn ang="0">
                    <a:pos x="8" y="36"/>
                  </a:cxn>
                  <a:cxn ang="0">
                    <a:pos x="8" y="36"/>
                  </a:cxn>
                  <a:cxn ang="0">
                    <a:pos x="0" y="44"/>
                  </a:cxn>
                  <a:cxn ang="0">
                    <a:pos x="0" y="44"/>
                  </a:cxn>
                  <a:cxn ang="0">
                    <a:pos x="0" y="36"/>
                  </a:cxn>
                  <a:cxn ang="0">
                    <a:pos x="0" y="27"/>
                  </a:cxn>
                </a:cxnLst>
                <a:rect l="0" t="0" r="r" b="b"/>
                <a:pathLst>
                  <a:path w="17" h="44">
                    <a:moveTo>
                      <a:pt x="0" y="27"/>
                    </a:moveTo>
                    <a:lnTo>
                      <a:pt x="0" y="27"/>
                    </a:lnTo>
                    <a:lnTo>
                      <a:pt x="0" y="18"/>
                    </a:lnTo>
                    <a:lnTo>
                      <a:pt x="8" y="9"/>
                    </a:lnTo>
                    <a:lnTo>
                      <a:pt x="8" y="9"/>
                    </a:lnTo>
                    <a:lnTo>
                      <a:pt x="17" y="0"/>
                    </a:lnTo>
                    <a:lnTo>
                      <a:pt x="17" y="9"/>
                    </a:lnTo>
                    <a:lnTo>
                      <a:pt x="8" y="18"/>
                    </a:lnTo>
                    <a:lnTo>
                      <a:pt x="17" y="18"/>
                    </a:lnTo>
                    <a:lnTo>
                      <a:pt x="8" y="27"/>
                    </a:lnTo>
                    <a:lnTo>
                      <a:pt x="8" y="36"/>
                    </a:lnTo>
                    <a:lnTo>
                      <a:pt x="8" y="36"/>
                    </a:lnTo>
                    <a:lnTo>
                      <a:pt x="0" y="44"/>
                    </a:lnTo>
                    <a:lnTo>
                      <a:pt x="0" y="44"/>
                    </a:lnTo>
                    <a:lnTo>
                      <a:pt x="0" y="36"/>
                    </a:lnTo>
                    <a:lnTo>
                      <a:pt x="0" y="27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104"/>
              <p:cNvSpPr>
                <a:spLocks/>
              </p:cNvSpPr>
              <p:nvPr/>
            </p:nvSpPr>
            <p:spPr bwMode="auto">
              <a:xfrm>
                <a:off x="3692857" y="2140445"/>
                <a:ext cx="22808" cy="59032"/>
              </a:xfrm>
              <a:custGeom>
                <a:avLst/>
                <a:gdLst/>
                <a:ahLst/>
                <a:cxnLst>
                  <a:cxn ang="0">
                    <a:pos x="0" y="27"/>
                  </a:cxn>
                  <a:cxn ang="0">
                    <a:pos x="0" y="27"/>
                  </a:cxn>
                  <a:cxn ang="0">
                    <a:pos x="0" y="18"/>
                  </a:cxn>
                  <a:cxn ang="0">
                    <a:pos x="8" y="9"/>
                  </a:cxn>
                  <a:cxn ang="0">
                    <a:pos x="8" y="9"/>
                  </a:cxn>
                  <a:cxn ang="0">
                    <a:pos x="17" y="0"/>
                  </a:cxn>
                  <a:cxn ang="0">
                    <a:pos x="17" y="9"/>
                  </a:cxn>
                  <a:cxn ang="0">
                    <a:pos x="8" y="18"/>
                  </a:cxn>
                  <a:cxn ang="0">
                    <a:pos x="17" y="18"/>
                  </a:cxn>
                  <a:cxn ang="0">
                    <a:pos x="8" y="27"/>
                  </a:cxn>
                  <a:cxn ang="0">
                    <a:pos x="8" y="36"/>
                  </a:cxn>
                  <a:cxn ang="0">
                    <a:pos x="8" y="36"/>
                  </a:cxn>
                  <a:cxn ang="0">
                    <a:pos x="0" y="44"/>
                  </a:cxn>
                  <a:cxn ang="0">
                    <a:pos x="0" y="44"/>
                  </a:cxn>
                  <a:cxn ang="0">
                    <a:pos x="0" y="36"/>
                  </a:cxn>
                  <a:cxn ang="0">
                    <a:pos x="0" y="27"/>
                  </a:cxn>
                </a:cxnLst>
                <a:rect l="0" t="0" r="r" b="b"/>
                <a:pathLst>
                  <a:path w="17" h="44">
                    <a:moveTo>
                      <a:pt x="0" y="27"/>
                    </a:moveTo>
                    <a:lnTo>
                      <a:pt x="0" y="27"/>
                    </a:lnTo>
                    <a:lnTo>
                      <a:pt x="0" y="18"/>
                    </a:lnTo>
                    <a:lnTo>
                      <a:pt x="8" y="9"/>
                    </a:lnTo>
                    <a:lnTo>
                      <a:pt x="8" y="9"/>
                    </a:lnTo>
                    <a:lnTo>
                      <a:pt x="17" y="0"/>
                    </a:lnTo>
                    <a:lnTo>
                      <a:pt x="17" y="9"/>
                    </a:lnTo>
                    <a:lnTo>
                      <a:pt x="8" y="18"/>
                    </a:lnTo>
                    <a:lnTo>
                      <a:pt x="17" y="18"/>
                    </a:lnTo>
                    <a:lnTo>
                      <a:pt x="8" y="27"/>
                    </a:lnTo>
                    <a:lnTo>
                      <a:pt x="8" y="36"/>
                    </a:lnTo>
                    <a:lnTo>
                      <a:pt x="8" y="36"/>
                    </a:lnTo>
                    <a:lnTo>
                      <a:pt x="0" y="44"/>
                    </a:lnTo>
                    <a:lnTo>
                      <a:pt x="0" y="44"/>
                    </a:lnTo>
                    <a:lnTo>
                      <a:pt x="0" y="36"/>
                    </a:lnTo>
                    <a:lnTo>
                      <a:pt x="0" y="27"/>
                    </a:lnTo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105"/>
              <p:cNvSpPr>
                <a:spLocks/>
              </p:cNvSpPr>
              <p:nvPr/>
            </p:nvSpPr>
            <p:spPr bwMode="auto">
              <a:xfrm>
                <a:off x="3762622" y="2069339"/>
                <a:ext cx="331383" cy="450788"/>
              </a:xfrm>
              <a:custGeom>
                <a:avLst/>
                <a:gdLst/>
                <a:ahLst/>
                <a:cxnLst>
                  <a:cxn ang="0">
                    <a:pos x="9" y="327"/>
                  </a:cxn>
                  <a:cxn ang="0">
                    <a:pos x="18" y="301"/>
                  </a:cxn>
                  <a:cxn ang="0">
                    <a:pos x="27" y="265"/>
                  </a:cxn>
                  <a:cxn ang="0">
                    <a:pos x="18" y="221"/>
                  </a:cxn>
                  <a:cxn ang="0">
                    <a:pos x="0" y="186"/>
                  </a:cxn>
                  <a:cxn ang="0">
                    <a:pos x="9" y="168"/>
                  </a:cxn>
                  <a:cxn ang="0">
                    <a:pos x="0" y="150"/>
                  </a:cxn>
                  <a:cxn ang="0">
                    <a:pos x="9" y="124"/>
                  </a:cxn>
                  <a:cxn ang="0">
                    <a:pos x="9" y="97"/>
                  </a:cxn>
                  <a:cxn ang="0">
                    <a:pos x="18" y="89"/>
                  </a:cxn>
                  <a:cxn ang="0">
                    <a:pos x="36" y="71"/>
                  </a:cxn>
                  <a:cxn ang="0">
                    <a:pos x="36" y="53"/>
                  </a:cxn>
                  <a:cxn ang="0">
                    <a:pos x="44" y="71"/>
                  </a:cxn>
                  <a:cxn ang="0">
                    <a:pos x="44" y="89"/>
                  </a:cxn>
                  <a:cxn ang="0">
                    <a:pos x="53" y="71"/>
                  </a:cxn>
                  <a:cxn ang="0">
                    <a:pos x="53" y="80"/>
                  </a:cxn>
                  <a:cxn ang="0">
                    <a:pos x="53" y="62"/>
                  </a:cxn>
                  <a:cxn ang="0">
                    <a:pos x="62" y="44"/>
                  </a:cxn>
                  <a:cxn ang="0">
                    <a:pos x="71" y="35"/>
                  </a:cxn>
                  <a:cxn ang="0">
                    <a:pos x="62" y="18"/>
                  </a:cxn>
                  <a:cxn ang="0">
                    <a:pos x="80" y="9"/>
                  </a:cxn>
                  <a:cxn ang="0">
                    <a:pos x="88" y="9"/>
                  </a:cxn>
                  <a:cxn ang="0">
                    <a:pos x="106" y="9"/>
                  </a:cxn>
                  <a:cxn ang="0">
                    <a:pos x="115" y="18"/>
                  </a:cxn>
                  <a:cxn ang="0">
                    <a:pos x="132" y="27"/>
                  </a:cxn>
                  <a:cxn ang="0">
                    <a:pos x="159" y="27"/>
                  </a:cxn>
                  <a:cxn ang="0">
                    <a:pos x="168" y="44"/>
                  </a:cxn>
                  <a:cxn ang="0">
                    <a:pos x="168" y="53"/>
                  </a:cxn>
                  <a:cxn ang="0">
                    <a:pos x="168" y="62"/>
                  </a:cxn>
                  <a:cxn ang="0">
                    <a:pos x="176" y="89"/>
                  </a:cxn>
                  <a:cxn ang="0">
                    <a:pos x="168" y="115"/>
                  </a:cxn>
                  <a:cxn ang="0">
                    <a:pos x="159" y="133"/>
                  </a:cxn>
                  <a:cxn ang="0">
                    <a:pos x="150" y="150"/>
                  </a:cxn>
                  <a:cxn ang="0">
                    <a:pos x="159" y="168"/>
                  </a:cxn>
                  <a:cxn ang="0">
                    <a:pos x="168" y="159"/>
                  </a:cxn>
                  <a:cxn ang="0">
                    <a:pos x="176" y="142"/>
                  </a:cxn>
                  <a:cxn ang="0">
                    <a:pos x="194" y="133"/>
                  </a:cxn>
                  <a:cxn ang="0">
                    <a:pos x="212" y="124"/>
                  </a:cxn>
                  <a:cxn ang="0">
                    <a:pos x="229" y="159"/>
                  </a:cxn>
                  <a:cxn ang="0">
                    <a:pos x="238" y="186"/>
                  </a:cxn>
                  <a:cxn ang="0">
                    <a:pos x="247" y="203"/>
                  </a:cxn>
                  <a:cxn ang="0">
                    <a:pos x="238" y="221"/>
                  </a:cxn>
                  <a:cxn ang="0">
                    <a:pos x="238" y="239"/>
                  </a:cxn>
                  <a:cxn ang="0">
                    <a:pos x="238" y="230"/>
                  </a:cxn>
                  <a:cxn ang="0">
                    <a:pos x="229" y="239"/>
                  </a:cxn>
                  <a:cxn ang="0">
                    <a:pos x="220" y="257"/>
                  </a:cxn>
                  <a:cxn ang="0">
                    <a:pos x="212" y="265"/>
                  </a:cxn>
                  <a:cxn ang="0">
                    <a:pos x="203" y="301"/>
                  </a:cxn>
                  <a:cxn ang="0">
                    <a:pos x="124" y="327"/>
                  </a:cxn>
                  <a:cxn ang="0">
                    <a:pos x="0" y="336"/>
                  </a:cxn>
                </a:cxnLst>
                <a:rect l="0" t="0" r="r" b="b"/>
                <a:pathLst>
                  <a:path w="247" h="336">
                    <a:moveTo>
                      <a:pt x="0" y="336"/>
                    </a:moveTo>
                    <a:lnTo>
                      <a:pt x="0" y="336"/>
                    </a:lnTo>
                    <a:lnTo>
                      <a:pt x="9" y="327"/>
                    </a:lnTo>
                    <a:lnTo>
                      <a:pt x="9" y="318"/>
                    </a:lnTo>
                    <a:lnTo>
                      <a:pt x="18" y="318"/>
                    </a:lnTo>
                    <a:lnTo>
                      <a:pt x="18" y="301"/>
                    </a:lnTo>
                    <a:lnTo>
                      <a:pt x="27" y="292"/>
                    </a:lnTo>
                    <a:lnTo>
                      <a:pt x="27" y="283"/>
                    </a:lnTo>
                    <a:lnTo>
                      <a:pt x="27" y="265"/>
                    </a:lnTo>
                    <a:lnTo>
                      <a:pt x="27" y="257"/>
                    </a:lnTo>
                    <a:lnTo>
                      <a:pt x="27" y="230"/>
                    </a:lnTo>
                    <a:lnTo>
                      <a:pt x="18" y="221"/>
                    </a:lnTo>
                    <a:lnTo>
                      <a:pt x="27" y="212"/>
                    </a:lnTo>
                    <a:lnTo>
                      <a:pt x="18" y="212"/>
                    </a:lnTo>
                    <a:lnTo>
                      <a:pt x="0" y="186"/>
                    </a:lnTo>
                    <a:lnTo>
                      <a:pt x="0" y="186"/>
                    </a:lnTo>
                    <a:lnTo>
                      <a:pt x="0" y="177"/>
                    </a:lnTo>
                    <a:lnTo>
                      <a:pt x="9" y="168"/>
                    </a:lnTo>
                    <a:lnTo>
                      <a:pt x="0" y="159"/>
                    </a:lnTo>
                    <a:lnTo>
                      <a:pt x="0" y="150"/>
                    </a:lnTo>
                    <a:lnTo>
                      <a:pt x="0" y="150"/>
                    </a:lnTo>
                    <a:lnTo>
                      <a:pt x="9" y="142"/>
                    </a:lnTo>
                    <a:lnTo>
                      <a:pt x="9" y="124"/>
                    </a:lnTo>
                    <a:lnTo>
                      <a:pt x="9" y="124"/>
                    </a:lnTo>
                    <a:lnTo>
                      <a:pt x="9" y="115"/>
                    </a:lnTo>
                    <a:lnTo>
                      <a:pt x="9" y="106"/>
                    </a:lnTo>
                    <a:lnTo>
                      <a:pt x="9" y="97"/>
                    </a:lnTo>
                    <a:lnTo>
                      <a:pt x="18" y="97"/>
                    </a:lnTo>
                    <a:lnTo>
                      <a:pt x="18" y="89"/>
                    </a:lnTo>
                    <a:lnTo>
                      <a:pt x="18" y="89"/>
                    </a:lnTo>
                    <a:lnTo>
                      <a:pt x="27" y="80"/>
                    </a:lnTo>
                    <a:lnTo>
                      <a:pt x="27" y="80"/>
                    </a:lnTo>
                    <a:lnTo>
                      <a:pt x="36" y="71"/>
                    </a:lnTo>
                    <a:lnTo>
                      <a:pt x="36" y="71"/>
                    </a:lnTo>
                    <a:lnTo>
                      <a:pt x="36" y="62"/>
                    </a:lnTo>
                    <a:lnTo>
                      <a:pt x="36" y="53"/>
                    </a:lnTo>
                    <a:lnTo>
                      <a:pt x="44" y="53"/>
                    </a:lnTo>
                    <a:lnTo>
                      <a:pt x="44" y="71"/>
                    </a:lnTo>
                    <a:lnTo>
                      <a:pt x="44" y="71"/>
                    </a:lnTo>
                    <a:lnTo>
                      <a:pt x="44" y="80"/>
                    </a:lnTo>
                    <a:lnTo>
                      <a:pt x="44" y="80"/>
                    </a:lnTo>
                    <a:lnTo>
                      <a:pt x="44" y="89"/>
                    </a:lnTo>
                    <a:lnTo>
                      <a:pt x="44" y="80"/>
                    </a:lnTo>
                    <a:lnTo>
                      <a:pt x="44" y="71"/>
                    </a:lnTo>
                    <a:lnTo>
                      <a:pt x="53" y="71"/>
                    </a:lnTo>
                    <a:lnTo>
                      <a:pt x="53" y="80"/>
                    </a:lnTo>
                    <a:lnTo>
                      <a:pt x="44" y="89"/>
                    </a:lnTo>
                    <a:lnTo>
                      <a:pt x="53" y="80"/>
                    </a:lnTo>
                    <a:lnTo>
                      <a:pt x="53" y="80"/>
                    </a:lnTo>
                    <a:lnTo>
                      <a:pt x="53" y="71"/>
                    </a:lnTo>
                    <a:lnTo>
                      <a:pt x="53" y="62"/>
                    </a:lnTo>
                    <a:lnTo>
                      <a:pt x="53" y="53"/>
                    </a:lnTo>
                    <a:lnTo>
                      <a:pt x="53" y="44"/>
                    </a:lnTo>
                    <a:lnTo>
                      <a:pt x="62" y="44"/>
                    </a:lnTo>
                    <a:lnTo>
                      <a:pt x="62" y="35"/>
                    </a:lnTo>
                    <a:lnTo>
                      <a:pt x="71" y="35"/>
                    </a:lnTo>
                    <a:lnTo>
                      <a:pt x="71" y="35"/>
                    </a:lnTo>
                    <a:lnTo>
                      <a:pt x="71" y="27"/>
                    </a:lnTo>
                    <a:lnTo>
                      <a:pt x="62" y="27"/>
                    </a:lnTo>
                    <a:lnTo>
                      <a:pt x="62" y="18"/>
                    </a:lnTo>
                    <a:lnTo>
                      <a:pt x="71" y="18"/>
                    </a:lnTo>
                    <a:lnTo>
                      <a:pt x="71" y="9"/>
                    </a:lnTo>
                    <a:lnTo>
                      <a:pt x="80" y="9"/>
                    </a:lnTo>
                    <a:lnTo>
                      <a:pt x="80" y="0"/>
                    </a:lnTo>
                    <a:lnTo>
                      <a:pt x="88" y="9"/>
                    </a:lnTo>
                    <a:lnTo>
                      <a:pt x="88" y="9"/>
                    </a:lnTo>
                    <a:lnTo>
                      <a:pt x="97" y="9"/>
                    </a:lnTo>
                    <a:lnTo>
                      <a:pt x="106" y="9"/>
                    </a:lnTo>
                    <a:lnTo>
                      <a:pt x="106" y="9"/>
                    </a:lnTo>
                    <a:lnTo>
                      <a:pt x="115" y="9"/>
                    </a:lnTo>
                    <a:lnTo>
                      <a:pt x="115" y="18"/>
                    </a:lnTo>
                    <a:lnTo>
                      <a:pt x="115" y="18"/>
                    </a:lnTo>
                    <a:lnTo>
                      <a:pt x="124" y="18"/>
                    </a:lnTo>
                    <a:lnTo>
                      <a:pt x="132" y="18"/>
                    </a:lnTo>
                    <a:lnTo>
                      <a:pt x="132" y="27"/>
                    </a:lnTo>
                    <a:lnTo>
                      <a:pt x="141" y="27"/>
                    </a:lnTo>
                    <a:lnTo>
                      <a:pt x="150" y="27"/>
                    </a:lnTo>
                    <a:lnTo>
                      <a:pt x="159" y="27"/>
                    </a:lnTo>
                    <a:lnTo>
                      <a:pt x="159" y="35"/>
                    </a:lnTo>
                    <a:lnTo>
                      <a:pt x="159" y="35"/>
                    </a:lnTo>
                    <a:lnTo>
                      <a:pt x="168" y="44"/>
                    </a:lnTo>
                    <a:lnTo>
                      <a:pt x="168" y="44"/>
                    </a:lnTo>
                    <a:lnTo>
                      <a:pt x="168" y="44"/>
                    </a:lnTo>
                    <a:lnTo>
                      <a:pt x="168" y="53"/>
                    </a:lnTo>
                    <a:lnTo>
                      <a:pt x="159" y="53"/>
                    </a:lnTo>
                    <a:lnTo>
                      <a:pt x="168" y="62"/>
                    </a:lnTo>
                    <a:lnTo>
                      <a:pt x="168" y="62"/>
                    </a:lnTo>
                    <a:lnTo>
                      <a:pt x="176" y="71"/>
                    </a:lnTo>
                    <a:lnTo>
                      <a:pt x="176" y="80"/>
                    </a:lnTo>
                    <a:lnTo>
                      <a:pt x="176" y="89"/>
                    </a:lnTo>
                    <a:lnTo>
                      <a:pt x="176" y="106"/>
                    </a:lnTo>
                    <a:lnTo>
                      <a:pt x="168" y="106"/>
                    </a:lnTo>
                    <a:lnTo>
                      <a:pt x="168" y="115"/>
                    </a:lnTo>
                    <a:lnTo>
                      <a:pt x="168" y="115"/>
                    </a:lnTo>
                    <a:lnTo>
                      <a:pt x="168" y="124"/>
                    </a:lnTo>
                    <a:lnTo>
                      <a:pt x="159" y="133"/>
                    </a:lnTo>
                    <a:lnTo>
                      <a:pt x="159" y="133"/>
                    </a:lnTo>
                    <a:lnTo>
                      <a:pt x="150" y="142"/>
                    </a:lnTo>
                    <a:lnTo>
                      <a:pt x="150" y="150"/>
                    </a:lnTo>
                    <a:lnTo>
                      <a:pt x="150" y="159"/>
                    </a:lnTo>
                    <a:lnTo>
                      <a:pt x="159" y="168"/>
                    </a:lnTo>
                    <a:lnTo>
                      <a:pt x="159" y="168"/>
                    </a:lnTo>
                    <a:lnTo>
                      <a:pt x="168" y="168"/>
                    </a:lnTo>
                    <a:lnTo>
                      <a:pt x="168" y="159"/>
                    </a:lnTo>
                    <a:lnTo>
                      <a:pt x="168" y="159"/>
                    </a:lnTo>
                    <a:lnTo>
                      <a:pt x="176" y="150"/>
                    </a:lnTo>
                    <a:lnTo>
                      <a:pt x="176" y="142"/>
                    </a:lnTo>
                    <a:lnTo>
                      <a:pt x="176" y="142"/>
                    </a:lnTo>
                    <a:lnTo>
                      <a:pt x="185" y="142"/>
                    </a:lnTo>
                    <a:lnTo>
                      <a:pt x="185" y="133"/>
                    </a:lnTo>
                    <a:lnTo>
                      <a:pt x="194" y="133"/>
                    </a:lnTo>
                    <a:lnTo>
                      <a:pt x="203" y="124"/>
                    </a:lnTo>
                    <a:lnTo>
                      <a:pt x="203" y="124"/>
                    </a:lnTo>
                    <a:lnTo>
                      <a:pt x="212" y="124"/>
                    </a:lnTo>
                    <a:lnTo>
                      <a:pt x="212" y="133"/>
                    </a:lnTo>
                    <a:lnTo>
                      <a:pt x="220" y="142"/>
                    </a:lnTo>
                    <a:lnTo>
                      <a:pt x="229" y="159"/>
                    </a:lnTo>
                    <a:lnTo>
                      <a:pt x="229" y="168"/>
                    </a:lnTo>
                    <a:lnTo>
                      <a:pt x="229" y="177"/>
                    </a:lnTo>
                    <a:lnTo>
                      <a:pt x="238" y="186"/>
                    </a:lnTo>
                    <a:lnTo>
                      <a:pt x="238" y="195"/>
                    </a:lnTo>
                    <a:lnTo>
                      <a:pt x="247" y="203"/>
                    </a:lnTo>
                    <a:lnTo>
                      <a:pt x="247" y="203"/>
                    </a:lnTo>
                    <a:lnTo>
                      <a:pt x="247" y="203"/>
                    </a:lnTo>
                    <a:lnTo>
                      <a:pt x="238" y="212"/>
                    </a:lnTo>
                    <a:lnTo>
                      <a:pt x="238" y="221"/>
                    </a:lnTo>
                    <a:lnTo>
                      <a:pt x="247" y="221"/>
                    </a:lnTo>
                    <a:lnTo>
                      <a:pt x="238" y="230"/>
                    </a:lnTo>
                    <a:lnTo>
                      <a:pt x="238" y="239"/>
                    </a:lnTo>
                    <a:lnTo>
                      <a:pt x="238" y="239"/>
                    </a:lnTo>
                    <a:lnTo>
                      <a:pt x="238" y="239"/>
                    </a:lnTo>
                    <a:lnTo>
                      <a:pt x="238" y="230"/>
                    </a:lnTo>
                    <a:lnTo>
                      <a:pt x="229" y="230"/>
                    </a:lnTo>
                    <a:lnTo>
                      <a:pt x="229" y="230"/>
                    </a:lnTo>
                    <a:lnTo>
                      <a:pt x="229" y="239"/>
                    </a:lnTo>
                    <a:lnTo>
                      <a:pt x="220" y="239"/>
                    </a:lnTo>
                    <a:lnTo>
                      <a:pt x="220" y="257"/>
                    </a:lnTo>
                    <a:lnTo>
                      <a:pt x="220" y="257"/>
                    </a:lnTo>
                    <a:lnTo>
                      <a:pt x="212" y="265"/>
                    </a:lnTo>
                    <a:lnTo>
                      <a:pt x="212" y="265"/>
                    </a:lnTo>
                    <a:lnTo>
                      <a:pt x="212" y="265"/>
                    </a:lnTo>
                    <a:lnTo>
                      <a:pt x="212" y="274"/>
                    </a:lnTo>
                    <a:lnTo>
                      <a:pt x="212" y="283"/>
                    </a:lnTo>
                    <a:lnTo>
                      <a:pt x="203" y="301"/>
                    </a:lnTo>
                    <a:lnTo>
                      <a:pt x="194" y="310"/>
                    </a:lnTo>
                    <a:lnTo>
                      <a:pt x="176" y="318"/>
                    </a:lnTo>
                    <a:lnTo>
                      <a:pt x="124" y="327"/>
                    </a:lnTo>
                    <a:lnTo>
                      <a:pt x="115" y="318"/>
                    </a:lnTo>
                    <a:lnTo>
                      <a:pt x="36" y="327"/>
                    </a:lnTo>
                    <a:lnTo>
                      <a:pt x="0" y="336"/>
                    </a:lnTo>
                    <a:lnTo>
                      <a:pt x="0" y="336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106"/>
              <p:cNvSpPr>
                <a:spLocks/>
              </p:cNvSpPr>
              <p:nvPr/>
            </p:nvSpPr>
            <p:spPr bwMode="auto">
              <a:xfrm>
                <a:off x="3762622" y="2069339"/>
                <a:ext cx="331383" cy="450788"/>
              </a:xfrm>
              <a:custGeom>
                <a:avLst/>
                <a:gdLst/>
                <a:ahLst/>
                <a:cxnLst>
                  <a:cxn ang="0">
                    <a:pos x="9" y="327"/>
                  </a:cxn>
                  <a:cxn ang="0">
                    <a:pos x="18" y="301"/>
                  </a:cxn>
                  <a:cxn ang="0">
                    <a:pos x="27" y="265"/>
                  </a:cxn>
                  <a:cxn ang="0">
                    <a:pos x="18" y="221"/>
                  </a:cxn>
                  <a:cxn ang="0">
                    <a:pos x="0" y="186"/>
                  </a:cxn>
                  <a:cxn ang="0">
                    <a:pos x="9" y="168"/>
                  </a:cxn>
                  <a:cxn ang="0">
                    <a:pos x="0" y="150"/>
                  </a:cxn>
                  <a:cxn ang="0">
                    <a:pos x="9" y="124"/>
                  </a:cxn>
                  <a:cxn ang="0">
                    <a:pos x="9" y="97"/>
                  </a:cxn>
                  <a:cxn ang="0">
                    <a:pos x="18" y="89"/>
                  </a:cxn>
                  <a:cxn ang="0">
                    <a:pos x="36" y="71"/>
                  </a:cxn>
                  <a:cxn ang="0">
                    <a:pos x="36" y="53"/>
                  </a:cxn>
                  <a:cxn ang="0">
                    <a:pos x="44" y="71"/>
                  </a:cxn>
                  <a:cxn ang="0">
                    <a:pos x="44" y="89"/>
                  </a:cxn>
                  <a:cxn ang="0">
                    <a:pos x="53" y="71"/>
                  </a:cxn>
                  <a:cxn ang="0">
                    <a:pos x="53" y="80"/>
                  </a:cxn>
                  <a:cxn ang="0">
                    <a:pos x="53" y="62"/>
                  </a:cxn>
                  <a:cxn ang="0">
                    <a:pos x="62" y="44"/>
                  </a:cxn>
                  <a:cxn ang="0">
                    <a:pos x="71" y="35"/>
                  </a:cxn>
                  <a:cxn ang="0">
                    <a:pos x="62" y="18"/>
                  </a:cxn>
                  <a:cxn ang="0">
                    <a:pos x="80" y="9"/>
                  </a:cxn>
                  <a:cxn ang="0">
                    <a:pos x="88" y="9"/>
                  </a:cxn>
                  <a:cxn ang="0">
                    <a:pos x="106" y="9"/>
                  </a:cxn>
                  <a:cxn ang="0">
                    <a:pos x="115" y="18"/>
                  </a:cxn>
                  <a:cxn ang="0">
                    <a:pos x="132" y="27"/>
                  </a:cxn>
                  <a:cxn ang="0">
                    <a:pos x="159" y="27"/>
                  </a:cxn>
                  <a:cxn ang="0">
                    <a:pos x="168" y="44"/>
                  </a:cxn>
                  <a:cxn ang="0">
                    <a:pos x="168" y="53"/>
                  </a:cxn>
                  <a:cxn ang="0">
                    <a:pos x="168" y="62"/>
                  </a:cxn>
                  <a:cxn ang="0">
                    <a:pos x="176" y="89"/>
                  </a:cxn>
                  <a:cxn ang="0">
                    <a:pos x="168" y="115"/>
                  </a:cxn>
                  <a:cxn ang="0">
                    <a:pos x="159" y="133"/>
                  </a:cxn>
                  <a:cxn ang="0">
                    <a:pos x="150" y="150"/>
                  </a:cxn>
                  <a:cxn ang="0">
                    <a:pos x="159" y="168"/>
                  </a:cxn>
                  <a:cxn ang="0">
                    <a:pos x="168" y="159"/>
                  </a:cxn>
                  <a:cxn ang="0">
                    <a:pos x="176" y="142"/>
                  </a:cxn>
                  <a:cxn ang="0">
                    <a:pos x="194" y="133"/>
                  </a:cxn>
                  <a:cxn ang="0">
                    <a:pos x="212" y="124"/>
                  </a:cxn>
                  <a:cxn ang="0">
                    <a:pos x="229" y="159"/>
                  </a:cxn>
                  <a:cxn ang="0">
                    <a:pos x="238" y="186"/>
                  </a:cxn>
                  <a:cxn ang="0">
                    <a:pos x="247" y="203"/>
                  </a:cxn>
                  <a:cxn ang="0">
                    <a:pos x="238" y="221"/>
                  </a:cxn>
                  <a:cxn ang="0">
                    <a:pos x="238" y="239"/>
                  </a:cxn>
                  <a:cxn ang="0">
                    <a:pos x="238" y="230"/>
                  </a:cxn>
                  <a:cxn ang="0">
                    <a:pos x="229" y="239"/>
                  </a:cxn>
                  <a:cxn ang="0">
                    <a:pos x="220" y="257"/>
                  </a:cxn>
                  <a:cxn ang="0">
                    <a:pos x="212" y="265"/>
                  </a:cxn>
                  <a:cxn ang="0">
                    <a:pos x="203" y="301"/>
                  </a:cxn>
                  <a:cxn ang="0">
                    <a:pos x="124" y="327"/>
                  </a:cxn>
                  <a:cxn ang="0">
                    <a:pos x="0" y="336"/>
                  </a:cxn>
                </a:cxnLst>
                <a:rect l="0" t="0" r="r" b="b"/>
                <a:pathLst>
                  <a:path w="247" h="336">
                    <a:moveTo>
                      <a:pt x="0" y="336"/>
                    </a:moveTo>
                    <a:lnTo>
                      <a:pt x="0" y="336"/>
                    </a:lnTo>
                    <a:lnTo>
                      <a:pt x="9" y="327"/>
                    </a:lnTo>
                    <a:lnTo>
                      <a:pt x="9" y="318"/>
                    </a:lnTo>
                    <a:lnTo>
                      <a:pt x="18" y="318"/>
                    </a:lnTo>
                    <a:lnTo>
                      <a:pt x="18" y="301"/>
                    </a:lnTo>
                    <a:lnTo>
                      <a:pt x="27" y="292"/>
                    </a:lnTo>
                    <a:lnTo>
                      <a:pt x="27" y="283"/>
                    </a:lnTo>
                    <a:lnTo>
                      <a:pt x="27" y="265"/>
                    </a:lnTo>
                    <a:lnTo>
                      <a:pt x="27" y="257"/>
                    </a:lnTo>
                    <a:lnTo>
                      <a:pt x="27" y="230"/>
                    </a:lnTo>
                    <a:lnTo>
                      <a:pt x="18" y="221"/>
                    </a:lnTo>
                    <a:lnTo>
                      <a:pt x="27" y="212"/>
                    </a:lnTo>
                    <a:lnTo>
                      <a:pt x="18" y="212"/>
                    </a:lnTo>
                    <a:lnTo>
                      <a:pt x="0" y="186"/>
                    </a:lnTo>
                    <a:lnTo>
                      <a:pt x="0" y="186"/>
                    </a:lnTo>
                    <a:lnTo>
                      <a:pt x="0" y="177"/>
                    </a:lnTo>
                    <a:lnTo>
                      <a:pt x="9" y="168"/>
                    </a:lnTo>
                    <a:lnTo>
                      <a:pt x="0" y="159"/>
                    </a:lnTo>
                    <a:lnTo>
                      <a:pt x="0" y="150"/>
                    </a:lnTo>
                    <a:lnTo>
                      <a:pt x="0" y="150"/>
                    </a:lnTo>
                    <a:lnTo>
                      <a:pt x="9" y="142"/>
                    </a:lnTo>
                    <a:lnTo>
                      <a:pt x="9" y="124"/>
                    </a:lnTo>
                    <a:lnTo>
                      <a:pt x="9" y="124"/>
                    </a:lnTo>
                    <a:lnTo>
                      <a:pt x="9" y="115"/>
                    </a:lnTo>
                    <a:lnTo>
                      <a:pt x="9" y="106"/>
                    </a:lnTo>
                    <a:lnTo>
                      <a:pt x="9" y="97"/>
                    </a:lnTo>
                    <a:lnTo>
                      <a:pt x="18" y="97"/>
                    </a:lnTo>
                    <a:lnTo>
                      <a:pt x="18" y="89"/>
                    </a:lnTo>
                    <a:lnTo>
                      <a:pt x="18" y="89"/>
                    </a:lnTo>
                    <a:lnTo>
                      <a:pt x="27" y="80"/>
                    </a:lnTo>
                    <a:lnTo>
                      <a:pt x="27" y="80"/>
                    </a:lnTo>
                    <a:lnTo>
                      <a:pt x="36" y="71"/>
                    </a:lnTo>
                    <a:lnTo>
                      <a:pt x="36" y="71"/>
                    </a:lnTo>
                    <a:lnTo>
                      <a:pt x="36" y="62"/>
                    </a:lnTo>
                    <a:lnTo>
                      <a:pt x="36" y="53"/>
                    </a:lnTo>
                    <a:lnTo>
                      <a:pt x="44" y="53"/>
                    </a:lnTo>
                    <a:lnTo>
                      <a:pt x="44" y="71"/>
                    </a:lnTo>
                    <a:lnTo>
                      <a:pt x="44" y="71"/>
                    </a:lnTo>
                    <a:lnTo>
                      <a:pt x="44" y="80"/>
                    </a:lnTo>
                    <a:lnTo>
                      <a:pt x="44" y="80"/>
                    </a:lnTo>
                    <a:lnTo>
                      <a:pt x="44" y="89"/>
                    </a:lnTo>
                    <a:lnTo>
                      <a:pt x="44" y="80"/>
                    </a:lnTo>
                    <a:lnTo>
                      <a:pt x="44" y="71"/>
                    </a:lnTo>
                    <a:lnTo>
                      <a:pt x="53" y="71"/>
                    </a:lnTo>
                    <a:lnTo>
                      <a:pt x="53" y="80"/>
                    </a:lnTo>
                    <a:lnTo>
                      <a:pt x="44" y="89"/>
                    </a:lnTo>
                    <a:lnTo>
                      <a:pt x="53" y="80"/>
                    </a:lnTo>
                    <a:lnTo>
                      <a:pt x="53" y="80"/>
                    </a:lnTo>
                    <a:lnTo>
                      <a:pt x="53" y="71"/>
                    </a:lnTo>
                    <a:lnTo>
                      <a:pt x="53" y="62"/>
                    </a:lnTo>
                    <a:lnTo>
                      <a:pt x="53" y="53"/>
                    </a:lnTo>
                    <a:lnTo>
                      <a:pt x="53" y="44"/>
                    </a:lnTo>
                    <a:lnTo>
                      <a:pt x="62" y="44"/>
                    </a:lnTo>
                    <a:lnTo>
                      <a:pt x="62" y="35"/>
                    </a:lnTo>
                    <a:lnTo>
                      <a:pt x="71" y="35"/>
                    </a:lnTo>
                    <a:lnTo>
                      <a:pt x="71" y="35"/>
                    </a:lnTo>
                    <a:lnTo>
                      <a:pt x="71" y="27"/>
                    </a:lnTo>
                    <a:lnTo>
                      <a:pt x="62" y="27"/>
                    </a:lnTo>
                    <a:lnTo>
                      <a:pt x="62" y="18"/>
                    </a:lnTo>
                    <a:lnTo>
                      <a:pt x="71" y="18"/>
                    </a:lnTo>
                    <a:lnTo>
                      <a:pt x="71" y="9"/>
                    </a:lnTo>
                    <a:lnTo>
                      <a:pt x="80" y="9"/>
                    </a:lnTo>
                    <a:lnTo>
                      <a:pt x="80" y="0"/>
                    </a:lnTo>
                    <a:lnTo>
                      <a:pt x="88" y="9"/>
                    </a:lnTo>
                    <a:lnTo>
                      <a:pt x="88" y="9"/>
                    </a:lnTo>
                    <a:lnTo>
                      <a:pt x="97" y="9"/>
                    </a:lnTo>
                    <a:lnTo>
                      <a:pt x="106" y="9"/>
                    </a:lnTo>
                    <a:lnTo>
                      <a:pt x="106" y="9"/>
                    </a:lnTo>
                    <a:lnTo>
                      <a:pt x="115" y="9"/>
                    </a:lnTo>
                    <a:lnTo>
                      <a:pt x="115" y="18"/>
                    </a:lnTo>
                    <a:lnTo>
                      <a:pt x="115" y="18"/>
                    </a:lnTo>
                    <a:lnTo>
                      <a:pt x="124" y="18"/>
                    </a:lnTo>
                    <a:lnTo>
                      <a:pt x="132" y="18"/>
                    </a:lnTo>
                    <a:lnTo>
                      <a:pt x="132" y="27"/>
                    </a:lnTo>
                    <a:lnTo>
                      <a:pt x="141" y="27"/>
                    </a:lnTo>
                    <a:lnTo>
                      <a:pt x="150" y="27"/>
                    </a:lnTo>
                    <a:lnTo>
                      <a:pt x="159" y="27"/>
                    </a:lnTo>
                    <a:lnTo>
                      <a:pt x="159" y="35"/>
                    </a:lnTo>
                    <a:lnTo>
                      <a:pt x="159" y="35"/>
                    </a:lnTo>
                    <a:lnTo>
                      <a:pt x="168" y="44"/>
                    </a:lnTo>
                    <a:lnTo>
                      <a:pt x="168" y="44"/>
                    </a:lnTo>
                    <a:lnTo>
                      <a:pt x="168" y="44"/>
                    </a:lnTo>
                    <a:lnTo>
                      <a:pt x="168" y="53"/>
                    </a:lnTo>
                    <a:lnTo>
                      <a:pt x="159" y="53"/>
                    </a:lnTo>
                    <a:lnTo>
                      <a:pt x="168" y="62"/>
                    </a:lnTo>
                    <a:lnTo>
                      <a:pt x="168" y="62"/>
                    </a:lnTo>
                    <a:lnTo>
                      <a:pt x="176" y="71"/>
                    </a:lnTo>
                    <a:lnTo>
                      <a:pt x="176" y="80"/>
                    </a:lnTo>
                    <a:lnTo>
                      <a:pt x="176" y="89"/>
                    </a:lnTo>
                    <a:lnTo>
                      <a:pt x="176" y="106"/>
                    </a:lnTo>
                    <a:lnTo>
                      <a:pt x="168" y="106"/>
                    </a:lnTo>
                    <a:lnTo>
                      <a:pt x="168" y="115"/>
                    </a:lnTo>
                    <a:lnTo>
                      <a:pt x="168" y="115"/>
                    </a:lnTo>
                    <a:lnTo>
                      <a:pt x="168" y="124"/>
                    </a:lnTo>
                    <a:lnTo>
                      <a:pt x="159" y="133"/>
                    </a:lnTo>
                    <a:lnTo>
                      <a:pt x="159" y="133"/>
                    </a:lnTo>
                    <a:lnTo>
                      <a:pt x="150" y="142"/>
                    </a:lnTo>
                    <a:lnTo>
                      <a:pt x="150" y="150"/>
                    </a:lnTo>
                    <a:lnTo>
                      <a:pt x="150" y="159"/>
                    </a:lnTo>
                    <a:lnTo>
                      <a:pt x="159" y="168"/>
                    </a:lnTo>
                    <a:lnTo>
                      <a:pt x="159" y="168"/>
                    </a:lnTo>
                    <a:lnTo>
                      <a:pt x="168" y="168"/>
                    </a:lnTo>
                    <a:lnTo>
                      <a:pt x="168" y="159"/>
                    </a:lnTo>
                    <a:lnTo>
                      <a:pt x="168" y="159"/>
                    </a:lnTo>
                    <a:lnTo>
                      <a:pt x="176" y="150"/>
                    </a:lnTo>
                    <a:lnTo>
                      <a:pt x="176" y="142"/>
                    </a:lnTo>
                    <a:lnTo>
                      <a:pt x="176" y="142"/>
                    </a:lnTo>
                    <a:lnTo>
                      <a:pt x="185" y="142"/>
                    </a:lnTo>
                    <a:lnTo>
                      <a:pt x="185" y="133"/>
                    </a:lnTo>
                    <a:lnTo>
                      <a:pt x="194" y="133"/>
                    </a:lnTo>
                    <a:lnTo>
                      <a:pt x="203" y="124"/>
                    </a:lnTo>
                    <a:lnTo>
                      <a:pt x="203" y="124"/>
                    </a:lnTo>
                    <a:lnTo>
                      <a:pt x="212" y="124"/>
                    </a:lnTo>
                    <a:lnTo>
                      <a:pt x="212" y="133"/>
                    </a:lnTo>
                    <a:lnTo>
                      <a:pt x="220" y="142"/>
                    </a:lnTo>
                    <a:lnTo>
                      <a:pt x="229" y="159"/>
                    </a:lnTo>
                    <a:lnTo>
                      <a:pt x="229" y="168"/>
                    </a:lnTo>
                    <a:lnTo>
                      <a:pt x="229" y="177"/>
                    </a:lnTo>
                    <a:lnTo>
                      <a:pt x="238" y="186"/>
                    </a:lnTo>
                    <a:lnTo>
                      <a:pt x="238" y="195"/>
                    </a:lnTo>
                    <a:lnTo>
                      <a:pt x="247" y="203"/>
                    </a:lnTo>
                    <a:lnTo>
                      <a:pt x="247" y="203"/>
                    </a:lnTo>
                    <a:lnTo>
                      <a:pt x="247" y="203"/>
                    </a:lnTo>
                    <a:lnTo>
                      <a:pt x="238" y="212"/>
                    </a:lnTo>
                    <a:lnTo>
                      <a:pt x="238" y="221"/>
                    </a:lnTo>
                    <a:lnTo>
                      <a:pt x="247" y="221"/>
                    </a:lnTo>
                    <a:lnTo>
                      <a:pt x="238" y="230"/>
                    </a:lnTo>
                    <a:lnTo>
                      <a:pt x="238" y="239"/>
                    </a:lnTo>
                    <a:lnTo>
                      <a:pt x="238" y="239"/>
                    </a:lnTo>
                    <a:lnTo>
                      <a:pt x="238" y="239"/>
                    </a:lnTo>
                    <a:lnTo>
                      <a:pt x="238" y="230"/>
                    </a:lnTo>
                    <a:lnTo>
                      <a:pt x="229" y="230"/>
                    </a:lnTo>
                    <a:lnTo>
                      <a:pt x="229" y="230"/>
                    </a:lnTo>
                    <a:lnTo>
                      <a:pt x="229" y="239"/>
                    </a:lnTo>
                    <a:lnTo>
                      <a:pt x="220" y="239"/>
                    </a:lnTo>
                    <a:lnTo>
                      <a:pt x="220" y="257"/>
                    </a:lnTo>
                    <a:lnTo>
                      <a:pt x="220" y="257"/>
                    </a:lnTo>
                    <a:lnTo>
                      <a:pt x="212" y="265"/>
                    </a:lnTo>
                    <a:lnTo>
                      <a:pt x="212" y="265"/>
                    </a:lnTo>
                    <a:lnTo>
                      <a:pt x="212" y="265"/>
                    </a:lnTo>
                    <a:lnTo>
                      <a:pt x="212" y="274"/>
                    </a:lnTo>
                    <a:lnTo>
                      <a:pt x="212" y="283"/>
                    </a:lnTo>
                    <a:lnTo>
                      <a:pt x="203" y="301"/>
                    </a:lnTo>
                    <a:lnTo>
                      <a:pt x="194" y="310"/>
                    </a:lnTo>
                    <a:lnTo>
                      <a:pt x="176" y="318"/>
                    </a:lnTo>
                    <a:lnTo>
                      <a:pt x="124" y="327"/>
                    </a:lnTo>
                    <a:lnTo>
                      <a:pt x="115" y="318"/>
                    </a:lnTo>
                    <a:lnTo>
                      <a:pt x="36" y="327"/>
                    </a:lnTo>
                    <a:lnTo>
                      <a:pt x="0" y="336"/>
                    </a:lnTo>
                    <a:lnTo>
                      <a:pt x="0" y="336"/>
                    </a:lnTo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107"/>
              <p:cNvSpPr>
                <a:spLocks/>
              </p:cNvSpPr>
              <p:nvPr/>
            </p:nvSpPr>
            <p:spPr bwMode="auto">
              <a:xfrm>
                <a:off x="3456730" y="1951276"/>
                <a:ext cx="472254" cy="213320"/>
              </a:xfrm>
              <a:custGeom>
                <a:avLst/>
                <a:gdLst/>
                <a:ahLst/>
                <a:cxnLst>
                  <a:cxn ang="0">
                    <a:pos x="17" y="53"/>
                  </a:cxn>
                  <a:cxn ang="0">
                    <a:pos x="35" y="35"/>
                  </a:cxn>
                  <a:cxn ang="0">
                    <a:pos x="52" y="35"/>
                  </a:cxn>
                  <a:cxn ang="0">
                    <a:pos x="70" y="17"/>
                  </a:cxn>
                  <a:cxn ang="0">
                    <a:pos x="88" y="9"/>
                  </a:cxn>
                  <a:cxn ang="0">
                    <a:pos x="96" y="26"/>
                  </a:cxn>
                  <a:cxn ang="0">
                    <a:pos x="105" y="26"/>
                  </a:cxn>
                  <a:cxn ang="0">
                    <a:pos x="105" y="26"/>
                  </a:cxn>
                  <a:cxn ang="0">
                    <a:pos x="123" y="26"/>
                  </a:cxn>
                  <a:cxn ang="0">
                    <a:pos x="140" y="26"/>
                  </a:cxn>
                  <a:cxn ang="0">
                    <a:pos x="158" y="44"/>
                  </a:cxn>
                  <a:cxn ang="0">
                    <a:pos x="167" y="53"/>
                  </a:cxn>
                  <a:cxn ang="0">
                    <a:pos x="193" y="53"/>
                  </a:cxn>
                  <a:cxn ang="0">
                    <a:pos x="211" y="44"/>
                  </a:cxn>
                  <a:cxn ang="0">
                    <a:pos x="237" y="26"/>
                  </a:cxn>
                  <a:cxn ang="0">
                    <a:pos x="264" y="26"/>
                  </a:cxn>
                  <a:cxn ang="0">
                    <a:pos x="290" y="17"/>
                  </a:cxn>
                  <a:cxn ang="0">
                    <a:pos x="299" y="44"/>
                  </a:cxn>
                  <a:cxn ang="0">
                    <a:pos x="316" y="35"/>
                  </a:cxn>
                  <a:cxn ang="0">
                    <a:pos x="325" y="35"/>
                  </a:cxn>
                  <a:cxn ang="0">
                    <a:pos x="334" y="44"/>
                  </a:cxn>
                  <a:cxn ang="0">
                    <a:pos x="343" y="53"/>
                  </a:cxn>
                  <a:cxn ang="0">
                    <a:pos x="352" y="62"/>
                  </a:cxn>
                  <a:cxn ang="0">
                    <a:pos x="325" y="70"/>
                  </a:cxn>
                  <a:cxn ang="0">
                    <a:pos x="308" y="70"/>
                  </a:cxn>
                  <a:cxn ang="0">
                    <a:pos x="308" y="88"/>
                  </a:cxn>
                  <a:cxn ang="0">
                    <a:pos x="281" y="70"/>
                  </a:cxn>
                  <a:cxn ang="0">
                    <a:pos x="264" y="79"/>
                  </a:cxn>
                  <a:cxn ang="0">
                    <a:pos x="237" y="88"/>
                  </a:cxn>
                  <a:cxn ang="0">
                    <a:pos x="228" y="88"/>
                  </a:cxn>
                  <a:cxn ang="0">
                    <a:pos x="220" y="106"/>
                  </a:cxn>
                  <a:cxn ang="0">
                    <a:pos x="202" y="115"/>
                  </a:cxn>
                  <a:cxn ang="0">
                    <a:pos x="211" y="97"/>
                  </a:cxn>
                  <a:cxn ang="0">
                    <a:pos x="193" y="106"/>
                  </a:cxn>
                  <a:cxn ang="0">
                    <a:pos x="193" y="106"/>
                  </a:cxn>
                  <a:cxn ang="0">
                    <a:pos x="184" y="106"/>
                  </a:cxn>
                  <a:cxn ang="0">
                    <a:pos x="176" y="123"/>
                  </a:cxn>
                  <a:cxn ang="0">
                    <a:pos x="158" y="159"/>
                  </a:cxn>
                  <a:cxn ang="0">
                    <a:pos x="158" y="159"/>
                  </a:cxn>
                  <a:cxn ang="0">
                    <a:pos x="158" y="141"/>
                  </a:cxn>
                  <a:cxn ang="0">
                    <a:pos x="140" y="141"/>
                  </a:cxn>
                  <a:cxn ang="0">
                    <a:pos x="140" y="123"/>
                  </a:cxn>
                  <a:cxn ang="0">
                    <a:pos x="132" y="115"/>
                  </a:cxn>
                  <a:cxn ang="0">
                    <a:pos x="123" y="97"/>
                  </a:cxn>
                  <a:cxn ang="0">
                    <a:pos x="96" y="97"/>
                  </a:cxn>
                  <a:cxn ang="0">
                    <a:pos x="70" y="88"/>
                  </a:cxn>
                  <a:cxn ang="0">
                    <a:pos x="0" y="62"/>
                  </a:cxn>
                </a:cxnLst>
                <a:rect l="0" t="0" r="r" b="b"/>
                <a:pathLst>
                  <a:path w="352" h="159">
                    <a:moveTo>
                      <a:pt x="0" y="62"/>
                    </a:moveTo>
                    <a:lnTo>
                      <a:pt x="0" y="53"/>
                    </a:lnTo>
                    <a:lnTo>
                      <a:pt x="17" y="53"/>
                    </a:lnTo>
                    <a:lnTo>
                      <a:pt x="26" y="44"/>
                    </a:lnTo>
                    <a:lnTo>
                      <a:pt x="35" y="35"/>
                    </a:lnTo>
                    <a:lnTo>
                      <a:pt x="35" y="35"/>
                    </a:lnTo>
                    <a:lnTo>
                      <a:pt x="44" y="35"/>
                    </a:lnTo>
                    <a:lnTo>
                      <a:pt x="44" y="35"/>
                    </a:lnTo>
                    <a:lnTo>
                      <a:pt x="52" y="35"/>
                    </a:lnTo>
                    <a:lnTo>
                      <a:pt x="52" y="26"/>
                    </a:lnTo>
                    <a:lnTo>
                      <a:pt x="61" y="26"/>
                    </a:lnTo>
                    <a:lnTo>
                      <a:pt x="70" y="17"/>
                    </a:lnTo>
                    <a:lnTo>
                      <a:pt x="70" y="17"/>
                    </a:lnTo>
                    <a:lnTo>
                      <a:pt x="88" y="0"/>
                    </a:lnTo>
                    <a:lnTo>
                      <a:pt x="88" y="9"/>
                    </a:lnTo>
                    <a:lnTo>
                      <a:pt x="88" y="9"/>
                    </a:lnTo>
                    <a:lnTo>
                      <a:pt x="96" y="17"/>
                    </a:lnTo>
                    <a:lnTo>
                      <a:pt x="96" y="26"/>
                    </a:lnTo>
                    <a:lnTo>
                      <a:pt x="96" y="35"/>
                    </a:lnTo>
                    <a:lnTo>
                      <a:pt x="105" y="35"/>
                    </a:lnTo>
                    <a:lnTo>
                      <a:pt x="105" y="26"/>
                    </a:lnTo>
                    <a:lnTo>
                      <a:pt x="105" y="26"/>
                    </a:lnTo>
                    <a:lnTo>
                      <a:pt x="114" y="17"/>
                    </a:lnTo>
                    <a:lnTo>
                      <a:pt x="105" y="26"/>
                    </a:lnTo>
                    <a:lnTo>
                      <a:pt x="114" y="26"/>
                    </a:lnTo>
                    <a:lnTo>
                      <a:pt x="114" y="26"/>
                    </a:lnTo>
                    <a:lnTo>
                      <a:pt x="123" y="26"/>
                    </a:lnTo>
                    <a:lnTo>
                      <a:pt x="132" y="26"/>
                    </a:lnTo>
                    <a:lnTo>
                      <a:pt x="132" y="26"/>
                    </a:lnTo>
                    <a:lnTo>
                      <a:pt x="140" y="26"/>
                    </a:lnTo>
                    <a:lnTo>
                      <a:pt x="149" y="26"/>
                    </a:lnTo>
                    <a:lnTo>
                      <a:pt x="149" y="35"/>
                    </a:lnTo>
                    <a:lnTo>
                      <a:pt x="158" y="44"/>
                    </a:lnTo>
                    <a:lnTo>
                      <a:pt x="158" y="53"/>
                    </a:lnTo>
                    <a:lnTo>
                      <a:pt x="167" y="53"/>
                    </a:lnTo>
                    <a:lnTo>
                      <a:pt x="167" y="53"/>
                    </a:lnTo>
                    <a:lnTo>
                      <a:pt x="184" y="44"/>
                    </a:lnTo>
                    <a:lnTo>
                      <a:pt x="184" y="53"/>
                    </a:lnTo>
                    <a:lnTo>
                      <a:pt x="193" y="53"/>
                    </a:lnTo>
                    <a:lnTo>
                      <a:pt x="193" y="53"/>
                    </a:lnTo>
                    <a:lnTo>
                      <a:pt x="202" y="53"/>
                    </a:lnTo>
                    <a:lnTo>
                      <a:pt x="211" y="44"/>
                    </a:lnTo>
                    <a:lnTo>
                      <a:pt x="220" y="35"/>
                    </a:lnTo>
                    <a:lnTo>
                      <a:pt x="228" y="35"/>
                    </a:lnTo>
                    <a:lnTo>
                      <a:pt x="237" y="26"/>
                    </a:lnTo>
                    <a:lnTo>
                      <a:pt x="237" y="26"/>
                    </a:lnTo>
                    <a:lnTo>
                      <a:pt x="255" y="26"/>
                    </a:lnTo>
                    <a:lnTo>
                      <a:pt x="264" y="26"/>
                    </a:lnTo>
                    <a:lnTo>
                      <a:pt x="272" y="17"/>
                    </a:lnTo>
                    <a:lnTo>
                      <a:pt x="281" y="17"/>
                    </a:lnTo>
                    <a:lnTo>
                      <a:pt x="290" y="17"/>
                    </a:lnTo>
                    <a:lnTo>
                      <a:pt x="290" y="35"/>
                    </a:lnTo>
                    <a:lnTo>
                      <a:pt x="290" y="35"/>
                    </a:lnTo>
                    <a:lnTo>
                      <a:pt x="299" y="44"/>
                    </a:lnTo>
                    <a:lnTo>
                      <a:pt x="308" y="35"/>
                    </a:lnTo>
                    <a:lnTo>
                      <a:pt x="316" y="44"/>
                    </a:lnTo>
                    <a:lnTo>
                      <a:pt x="316" y="35"/>
                    </a:lnTo>
                    <a:lnTo>
                      <a:pt x="325" y="35"/>
                    </a:lnTo>
                    <a:lnTo>
                      <a:pt x="325" y="35"/>
                    </a:lnTo>
                    <a:lnTo>
                      <a:pt x="325" y="35"/>
                    </a:lnTo>
                    <a:lnTo>
                      <a:pt x="334" y="35"/>
                    </a:lnTo>
                    <a:lnTo>
                      <a:pt x="334" y="44"/>
                    </a:lnTo>
                    <a:lnTo>
                      <a:pt x="334" y="44"/>
                    </a:lnTo>
                    <a:lnTo>
                      <a:pt x="334" y="53"/>
                    </a:lnTo>
                    <a:lnTo>
                      <a:pt x="343" y="53"/>
                    </a:lnTo>
                    <a:lnTo>
                      <a:pt x="343" y="53"/>
                    </a:lnTo>
                    <a:lnTo>
                      <a:pt x="343" y="62"/>
                    </a:lnTo>
                    <a:lnTo>
                      <a:pt x="343" y="62"/>
                    </a:lnTo>
                    <a:lnTo>
                      <a:pt x="352" y="62"/>
                    </a:lnTo>
                    <a:lnTo>
                      <a:pt x="352" y="70"/>
                    </a:lnTo>
                    <a:lnTo>
                      <a:pt x="352" y="70"/>
                    </a:lnTo>
                    <a:lnTo>
                      <a:pt x="325" y="70"/>
                    </a:lnTo>
                    <a:lnTo>
                      <a:pt x="325" y="70"/>
                    </a:lnTo>
                    <a:lnTo>
                      <a:pt x="316" y="70"/>
                    </a:lnTo>
                    <a:lnTo>
                      <a:pt x="308" y="70"/>
                    </a:lnTo>
                    <a:lnTo>
                      <a:pt x="308" y="79"/>
                    </a:lnTo>
                    <a:lnTo>
                      <a:pt x="308" y="88"/>
                    </a:lnTo>
                    <a:lnTo>
                      <a:pt x="308" y="88"/>
                    </a:lnTo>
                    <a:lnTo>
                      <a:pt x="299" y="79"/>
                    </a:lnTo>
                    <a:lnTo>
                      <a:pt x="281" y="70"/>
                    </a:lnTo>
                    <a:lnTo>
                      <a:pt x="281" y="70"/>
                    </a:lnTo>
                    <a:lnTo>
                      <a:pt x="272" y="70"/>
                    </a:lnTo>
                    <a:lnTo>
                      <a:pt x="264" y="70"/>
                    </a:lnTo>
                    <a:lnTo>
                      <a:pt x="264" y="79"/>
                    </a:lnTo>
                    <a:lnTo>
                      <a:pt x="255" y="79"/>
                    </a:lnTo>
                    <a:lnTo>
                      <a:pt x="246" y="79"/>
                    </a:lnTo>
                    <a:lnTo>
                      <a:pt x="237" y="88"/>
                    </a:lnTo>
                    <a:lnTo>
                      <a:pt x="237" y="88"/>
                    </a:lnTo>
                    <a:lnTo>
                      <a:pt x="228" y="88"/>
                    </a:lnTo>
                    <a:lnTo>
                      <a:pt x="228" y="88"/>
                    </a:lnTo>
                    <a:lnTo>
                      <a:pt x="220" y="97"/>
                    </a:lnTo>
                    <a:lnTo>
                      <a:pt x="220" y="97"/>
                    </a:lnTo>
                    <a:lnTo>
                      <a:pt x="220" y="106"/>
                    </a:lnTo>
                    <a:lnTo>
                      <a:pt x="211" y="106"/>
                    </a:lnTo>
                    <a:lnTo>
                      <a:pt x="211" y="115"/>
                    </a:lnTo>
                    <a:lnTo>
                      <a:pt x="202" y="115"/>
                    </a:lnTo>
                    <a:lnTo>
                      <a:pt x="211" y="106"/>
                    </a:lnTo>
                    <a:lnTo>
                      <a:pt x="211" y="106"/>
                    </a:lnTo>
                    <a:lnTo>
                      <a:pt x="211" y="97"/>
                    </a:lnTo>
                    <a:lnTo>
                      <a:pt x="211" y="97"/>
                    </a:lnTo>
                    <a:lnTo>
                      <a:pt x="202" y="97"/>
                    </a:lnTo>
                    <a:lnTo>
                      <a:pt x="193" y="106"/>
                    </a:lnTo>
                    <a:lnTo>
                      <a:pt x="193" y="106"/>
                    </a:lnTo>
                    <a:lnTo>
                      <a:pt x="193" y="115"/>
                    </a:lnTo>
                    <a:lnTo>
                      <a:pt x="193" y="106"/>
                    </a:lnTo>
                    <a:lnTo>
                      <a:pt x="184" y="106"/>
                    </a:lnTo>
                    <a:lnTo>
                      <a:pt x="193" y="97"/>
                    </a:lnTo>
                    <a:lnTo>
                      <a:pt x="184" y="106"/>
                    </a:lnTo>
                    <a:lnTo>
                      <a:pt x="184" y="115"/>
                    </a:lnTo>
                    <a:lnTo>
                      <a:pt x="176" y="115"/>
                    </a:lnTo>
                    <a:lnTo>
                      <a:pt x="176" y="123"/>
                    </a:lnTo>
                    <a:lnTo>
                      <a:pt x="176" y="132"/>
                    </a:lnTo>
                    <a:lnTo>
                      <a:pt x="167" y="150"/>
                    </a:lnTo>
                    <a:lnTo>
                      <a:pt x="158" y="159"/>
                    </a:lnTo>
                    <a:lnTo>
                      <a:pt x="158" y="159"/>
                    </a:lnTo>
                    <a:lnTo>
                      <a:pt x="158" y="159"/>
                    </a:lnTo>
                    <a:lnTo>
                      <a:pt x="158" y="159"/>
                    </a:lnTo>
                    <a:lnTo>
                      <a:pt x="149" y="159"/>
                    </a:lnTo>
                    <a:lnTo>
                      <a:pt x="149" y="150"/>
                    </a:lnTo>
                    <a:lnTo>
                      <a:pt x="158" y="141"/>
                    </a:lnTo>
                    <a:lnTo>
                      <a:pt x="149" y="141"/>
                    </a:lnTo>
                    <a:lnTo>
                      <a:pt x="140" y="141"/>
                    </a:lnTo>
                    <a:lnTo>
                      <a:pt x="140" y="141"/>
                    </a:lnTo>
                    <a:lnTo>
                      <a:pt x="140" y="132"/>
                    </a:lnTo>
                    <a:lnTo>
                      <a:pt x="149" y="123"/>
                    </a:lnTo>
                    <a:lnTo>
                      <a:pt x="140" y="123"/>
                    </a:lnTo>
                    <a:lnTo>
                      <a:pt x="140" y="115"/>
                    </a:lnTo>
                    <a:lnTo>
                      <a:pt x="140" y="115"/>
                    </a:lnTo>
                    <a:lnTo>
                      <a:pt x="132" y="115"/>
                    </a:lnTo>
                    <a:lnTo>
                      <a:pt x="123" y="115"/>
                    </a:lnTo>
                    <a:lnTo>
                      <a:pt x="123" y="106"/>
                    </a:lnTo>
                    <a:lnTo>
                      <a:pt x="123" y="97"/>
                    </a:lnTo>
                    <a:lnTo>
                      <a:pt x="105" y="97"/>
                    </a:lnTo>
                    <a:lnTo>
                      <a:pt x="105" y="97"/>
                    </a:lnTo>
                    <a:lnTo>
                      <a:pt x="96" y="97"/>
                    </a:lnTo>
                    <a:lnTo>
                      <a:pt x="88" y="97"/>
                    </a:lnTo>
                    <a:lnTo>
                      <a:pt x="88" y="97"/>
                    </a:lnTo>
                    <a:lnTo>
                      <a:pt x="70" y="88"/>
                    </a:lnTo>
                    <a:lnTo>
                      <a:pt x="17" y="79"/>
                    </a:lnTo>
                    <a:lnTo>
                      <a:pt x="8" y="70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109"/>
              <p:cNvSpPr>
                <a:spLocks/>
              </p:cNvSpPr>
              <p:nvPr/>
            </p:nvSpPr>
            <p:spPr bwMode="auto">
              <a:xfrm>
                <a:off x="3574793" y="1915051"/>
                <a:ext cx="59032" cy="59032"/>
              </a:xfrm>
              <a:custGeom>
                <a:avLst/>
                <a:gdLst/>
                <a:ahLst/>
                <a:cxnLst>
                  <a:cxn ang="0">
                    <a:pos x="35" y="18"/>
                  </a:cxn>
                  <a:cxn ang="0">
                    <a:pos x="26" y="18"/>
                  </a:cxn>
                  <a:cxn ang="0">
                    <a:pos x="17" y="36"/>
                  </a:cxn>
                  <a:cxn ang="0">
                    <a:pos x="17" y="44"/>
                  </a:cxn>
                  <a:cxn ang="0">
                    <a:pos x="8" y="44"/>
                  </a:cxn>
                  <a:cxn ang="0">
                    <a:pos x="17" y="36"/>
                  </a:cxn>
                  <a:cxn ang="0">
                    <a:pos x="17" y="27"/>
                  </a:cxn>
                  <a:cxn ang="0">
                    <a:pos x="8" y="36"/>
                  </a:cxn>
                  <a:cxn ang="0">
                    <a:pos x="0" y="36"/>
                  </a:cxn>
                  <a:cxn ang="0">
                    <a:pos x="0" y="27"/>
                  </a:cxn>
                  <a:cxn ang="0">
                    <a:pos x="8" y="27"/>
                  </a:cxn>
                  <a:cxn ang="0">
                    <a:pos x="8" y="18"/>
                  </a:cxn>
                  <a:cxn ang="0">
                    <a:pos x="17" y="9"/>
                  </a:cxn>
                  <a:cxn ang="0">
                    <a:pos x="35" y="9"/>
                  </a:cxn>
                  <a:cxn ang="0">
                    <a:pos x="44" y="0"/>
                  </a:cxn>
                  <a:cxn ang="0">
                    <a:pos x="44" y="9"/>
                  </a:cxn>
                  <a:cxn ang="0">
                    <a:pos x="44" y="9"/>
                  </a:cxn>
                  <a:cxn ang="0">
                    <a:pos x="35" y="9"/>
                  </a:cxn>
                  <a:cxn ang="0">
                    <a:pos x="35" y="18"/>
                  </a:cxn>
                </a:cxnLst>
                <a:rect l="0" t="0" r="r" b="b"/>
                <a:pathLst>
                  <a:path w="44" h="44">
                    <a:moveTo>
                      <a:pt x="35" y="18"/>
                    </a:moveTo>
                    <a:lnTo>
                      <a:pt x="26" y="18"/>
                    </a:lnTo>
                    <a:lnTo>
                      <a:pt x="17" y="36"/>
                    </a:lnTo>
                    <a:lnTo>
                      <a:pt x="17" y="44"/>
                    </a:lnTo>
                    <a:lnTo>
                      <a:pt x="8" y="44"/>
                    </a:lnTo>
                    <a:lnTo>
                      <a:pt x="17" y="36"/>
                    </a:lnTo>
                    <a:lnTo>
                      <a:pt x="17" y="27"/>
                    </a:lnTo>
                    <a:lnTo>
                      <a:pt x="8" y="36"/>
                    </a:lnTo>
                    <a:lnTo>
                      <a:pt x="0" y="36"/>
                    </a:lnTo>
                    <a:lnTo>
                      <a:pt x="0" y="27"/>
                    </a:lnTo>
                    <a:lnTo>
                      <a:pt x="8" y="27"/>
                    </a:lnTo>
                    <a:lnTo>
                      <a:pt x="8" y="18"/>
                    </a:lnTo>
                    <a:lnTo>
                      <a:pt x="17" y="9"/>
                    </a:lnTo>
                    <a:lnTo>
                      <a:pt x="35" y="9"/>
                    </a:lnTo>
                    <a:lnTo>
                      <a:pt x="44" y="0"/>
                    </a:lnTo>
                    <a:lnTo>
                      <a:pt x="44" y="9"/>
                    </a:lnTo>
                    <a:lnTo>
                      <a:pt x="44" y="9"/>
                    </a:lnTo>
                    <a:lnTo>
                      <a:pt x="35" y="9"/>
                    </a:lnTo>
                    <a:lnTo>
                      <a:pt x="35" y="18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10"/>
              <p:cNvSpPr>
                <a:spLocks/>
              </p:cNvSpPr>
              <p:nvPr/>
            </p:nvSpPr>
            <p:spPr bwMode="auto">
              <a:xfrm>
                <a:off x="3574793" y="1915051"/>
                <a:ext cx="59032" cy="59032"/>
              </a:xfrm>
              <a:custGeom>
                <a:avLst/>
                <a:gdLst/>
                <a:ahLst/>
                <a:cxnLst>
                  <a:cxn ang="0">
                    <a:pos x="35" y="18"/>
                  </a:cxn>
                  <a:cxn ang="0">
                    <a:pos x="26" y="18"/>
                  </a:cxn>
                  <a:cxn ang="0">
                    <a:pos x="17" y="36"/>
                  </a:cxn>
                  <a:cxn ang="0">
                    <a:pos x="17" y="44"/>
                  </a:cxn>
                  <a:cxn ang="0">
                    <a:pos x="8" y="44"/>
                  </a:cxn>
                  <a:cxn ang="0">
                    <a:pos x="17" y="36"/>
                  </a:cxn>
                  <a:cxn ang="0">
                    <a:pos x="17" y="27"/>
                  </a:cxn>
                  <a:cxn ang="0">
                    <a:pos x="8" y="36"/>
                  </a:cxn>
                  <a:cxn ang="0">
                    <a:pos x="0" y="36"/>
                  </a:cxn>
                  <a:cxn ang="0">
                    <a:pos x="0" y="27"/>
                  </a:cxn>
                  <a:cxn ang="0">
                    <a:pos x="8" y="27"/>
                  </a:cxn>
                  <a:cxn ang="0">
                    <a:pos x="8" y="18"/>
                  </a:cxn>
                  <a:cxn ang="0">
                    <a:pos x="17" y="9"/>
                  </a:cxn>
                  <a:cxn ang="0">
                    <a:pos x="35" y="9"/>
                  </a:cxn>
                  <a:cxn ang="0">
                    <a:pos x="44" y="0"/>
                  </a:cxn>
                  <a:cxn ang="0">
                    <a:pos x="44" y="9"/>
                  </a:cxn>
                  <a:cxn ang="0">
                    <a:pos x="44" y="9"/>
                  </a:cxn>
                  <a:cxn ang="0">
                    <a:pos x="35" y="9"/>
                  </a:cxn>
                  <a:cxn ang="0">
                    <a:pos x="35" y="18"/>
                  </a:cxn>
                </a:cxnLst>
                <a:rect l="0" t="0" r="r" b="b"/>
                <a:pathLst>
                  <a:path w="44" h="44">
                    <a:moveTo>
                      <a:pt x="35" y="18"/>
                    </a:moveTo>
                    <a:lnTo>
                      <a:pt x="26" y="18"/>
                    </a:lnTo>
                    <a:lnTo>
                      <a:pt x="17" y="36"/>
                    </a:lnTo>
                    <a:lnTo>
                      <a:pt x="17" y="44"/>
                    </a:lnTo>
                    <a:lnTo>
                      <a:pt x="8" y="44"/>
                    </a:lnTo>
                    <a:lnTo>
                      <a:pt x="17" y="36"/>
                    </a:lnTo>
                    <a:lnTo>
                      <a:pt x="17" y="27"/>
                    </a:lnTo>
                    <a:lnTo>
                      <a:pt x="8" y="36"/>
                    </a:lnTo>
                    <a:lnTo>
                      <a:pt x="0" y="36"/>
                    </a:lnTo>
                    <a:lnTo>
                      <a:pt x="0" y="27"/>
                    </a:lnTo>
                    <a:lnTo>
                      <a:pt x="8" y="27"/>
                    </a:lnTo>
                    <a:lnTo>
                      <a:pt x="8" y="18"/>
                    </a:lnTo>
                    <a:lnTo>
                      <a:pt x="17" y="9"/>
                    </a:lnTo>
                    <a:lnTo>
                      <a:pt x="35" y="9"/>
                    </a:lnTo>
                    <a:lnTo>
                      <a:pt x="44" y="0"/>
                    </a:lnTo>
                    <a:lnTo>
                      <a:pt x="44" y="9"/>
                    </a:lnTo>
                    <a:lnTo>
                      <a:pt x="44" y="9"/>
                    </a:lnTo>
                    <a:lnTo>
                      <a:pt x="35" y="9"/>
                    </a:lnTo>
                    <a:lnTo>
                      <a:pt x="35" y="18"/>
                    </a:lnTo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111"/>
              <p:cNvSpPr>
                <a:spLocks/>
              </p:cNvSpPr>
              <p:nvPr/>
            </p:nvSpPr>
            <p:spPr bwMode="auto">
              <a:xfrm>
                <a:off x="3928984" y="2034457"/>
                <a:ext cx="34882" cy="10733"/>
              </a:xfrm>
              <a:custGeom>
                <a:avLst/>
                <a:gdLst/>
                <a:ahLst/>
                <a:cxnLst>
                  <a:cxn ang="0">
                    <a:pos x="17" y="0"/>
                  </a:cxn>
                  <a:cxn ang="0">
                    <a:pos x="26" y="0"/>
                  </a:cxn>
                  <a:cxn ang="0">
                    <a:pos x="26" y="8"/>
                  </a:cxn>
                  <a:cxn ang="0">
                    <a:pos x="17" y="8"/>
                  </a:cxn>
                  <a:cxn ang="0">
                    <a:pos x="8" y="8"/>
                  </a:cxn>
                  <a:cxn ang="0">
                    <a:pos x="8" y="8"/>
                  </a:cxn>
                  <a:cxn ang="0">
                    <a:pos x="0" y="8"/>
                  </a:cxn>
                  <a:cxn ang="0">
                    <a:pos x="8" y="8"/>
                  </a:cxn>
                  <a:cxn ang="0">
                    <a:pos x="17" y="0"/>
                  </a:cxn>
                  <a:cxn ang="0">
                    <a:pos x="8" y="0"/>
                  </a:cxn>
                  <a:cxn ang="0">
                    <a:pos x="17" y="0"/>
                  </a:cxn>
                </a:cxnLst>
                <a:rect l="0" t="0" r="r" b="b"/>
                <a:pathLst>
                  <a:path w="26" h="8">
                    <a:moveTo>
                      <a:pt x="17" y="0"/>
                    </a:moveTo>
                    <a:lnTo>
                      <a:pt x="26" y="0"/>
                    </a:lnTo>
                    <a:lnTo>
                      <a:pt x="26" y="8"/>
                    </a:lnTo>
                    <a:lnTo>
                      <a:pt x="17" y="8"/>
                    </a:lnTo>
                    <a:lnTo>
                      <a:pt x="8" y="8"/>
                    </a:lnTo>
                    <a:lnTo>
                      <a:pt x="8" y="8"/>
                    </a:lnTo>
                    <a:lnTo>
                      <a:pt x="0" y="8"/>
                    </a:lnTo>
                    <a:lnTo>
                      <a:pt x="8" y="8"/>
                    </a:lnTo>
                    <a:lnTo>
                      <a:pt x="17" y="0"/>
                    </a:lnTo>
                    <a:lnTo>
                      <a:pt x="8" y="0"/>
                    </a:lnTo>
                    <a:lnTo>
                      <a:pt x="17" y="0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112"/>
              <p:cNvSpPr>
                <a:spLocks/>
              </p:cNvSpPr>
              <p:nvPr/>
            </p:nvSpPr>
            <p:spPr bwMode="auto">
              <a:xfrm>
                <a:off x="3928984" y="2034457"/>
                <a:ext cx="34882" cy="10733"/>
              </a:xfrm>
              <a:custGeom>
                <a:avLst/>
                <a:gdLst/>
                <a:ahLst/>
                <a:cxnLst>
                  <a:cxn ang="0">
                    <a:pos x="17" y="0"/>
                  </a:cxn>
                  <a:cxn ang="0">
                    <a:pos x="26" y="0"/>
                  </a:cxn>
                  <a:cxn ang="0">
                    <a:pos x="26" y="8"/>
                  </a:cxn>
                  <a:cxn ang="0">
                    <a:pos x="17" y="8"/>
                  </a:cxn>
                  <a:cxn ang="0">
                    <a:pos x="8" y="8"/>
                  </a:cxn>
                  <a:cxn ang="0">
                    <a:pos x="8" y="8"/>
                  </a:cxn>
                  <a:cxn ang="0">
                    <a:pos x="0" y="8"/>
                  </a:cxn>
                  <a:cxn ang="0">
                    <a:pos x="8" y="8"/>
                  </a:cxn>
                  <a:cxn ang="0">
                    <a:pos x="17" y="0"/>
                  </a:cxn>
                  <a:cxn ang="0">
                    <a:pos x="8" y="0"/>
                  </a:cxn>
                  <a:cxn ang="0">
                    <a:pos x="17" y="0"/>
                  </a:cxn>
                </a:cxnLst>
                <a:rect l="0" t="0" r="r" b="b"/>
                <a:pathLst>
                  <a:path w="26" h="8">
                    <a:moveTo>
                      <a:pt x="17" y="0"/>
                    </a:moveTo>
                    <a:lnTo>
                      <a:pt x="26" y="0"/>
                    </a:lnTo>
                    <a:lnTo>
                      <a:pt x="26" y="8"/>
                    </a:lnTo>
                    <a:lnTo>
                      <a:pt x="17" y="8"/>
                    </a:lnTo>
                    <a:lnTo>
                      <a:pt x="8" y="8"/>
                    </a:lnTo>
                    <a:lnTo>
                      <a:pt x="8" y="8"/>
                    </a:lnTo>
                    <a:lnTo>
                      <a:pt x="0" y="8"/>
                    </a:lnTo>
                    <a:lnTo>
                      <a:pt x="8" y="8"/>
                    </a:lnTo>
                    <a:lnTo>
                      <a:pt x="17" y="0"/>
                    </a:lnTo>
                    <a:lnTo>
                      <a:pt x="8" y="0"/>
                    </a:lnTo>
                    <a:lnTo>
                      <a:pt x="17" y="0"/>
                    </a:lnTo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113"/>
              <p:cNvSpPr>
                <a:spLocks/>
              </p:cNvSpPr>
              <p:nvPr/>
            </p:nvSpPr>
            <p:spPr bwMode="auto">
              <a:xfrm>
                <a:off x="4792995" y="2163924"/>
                <a:ext cx="271010" cy="154288"/>
              </a:xfrm>
              <a:custGeom>
                <a:avLst/>
                <a:gdLst/>
                <a:ahLst/>
                <a:cxnLst>
                  <a:cxn ang="0">
                    <a:pos x="44" y="35"/>
                  </a:cxn>
                  <a:cxn ang="0">
                    <a:pos x="114" y="18"/>
                  </a:cxn>
                  <a:cxn ang="0">
                    <a:pos x="114" y="9"/>
                  </a:cxn>
                  <a:cxn ang="0">
                    <a:pos x="123" y="0"/>
                  </a:cxn>
                  <a:cxn ang="0">
                    <a:pos x="132" y="0"/>
                  </a:cxn>
                  <a:cxn ang="0">
                    <a:pos x="132" y="9"/>
                  </a:cxn>
                  <a:cxn ang="0">
                    <a:pos x="141" y="18"/>
                  </a:cxn>
                  <a:cxn ang="0">
                    <a:pos x="141" y="18"/>
                  </a:cxn>
                  <a:cxn ang="0">
                    <a:pos x="149" y="18"/>
                  </a:cxn>
                  <a:cxn ang="0">
                    <a:pos x="132" y="35"/>
                  </a:cxn>
                  <a:cxn ang="0">
                    <a:pos x="132" y="35"/>
                  </a:cxn>
                  <a:cxn ang="0">
                    <a:pos x="132" y="44"/>
                  </a:cxn>
                  <a:cxn ang="0">
                    <a:pos x="141" y="53"/>
                  </a:cxn>
                  <a:cxn ang="0">
                    <a:pos x="149" y="53"/>
                  </a:cxn>
                  <a:cxn ang="0">
                    <a:pos x="158" y="62"/>
                  </a:cxn>
                  <a:cxn ang="0">
                    <a:pos x="158" y="71"/>
                  </a:cxn>
                  <a:cxn ang="0">
                    <a:pos x="167" y="71"/>
                  </a:cxn>
                  <a:cxn ang="0">
                    <a:pos x="176" y="79"/>
                  </a:cxn>
                  <a:cxn ang="0">
                    <a:pos x="185" y="79"/>
                  </a:cxn>
                  <a:cxn ang="0">
                    <a:pos x="202" y="71"/>
                  </a:cxn>
                  <a:cxn ang="0">
                    <a:pos x="193" y="62"/>
                  </a:cxn>
                  <a:cxn ang="0">
                    <a:pos x="185" y="53"/>
                  </a:cxn>
                  <a:cxn ang="0">
                    <a:pos x="185" y="53"/>
                  </a:cxn>
                  <a:cxn ang="0">
                    <a:pos x="193" y="53"/>
                  </a:cxn>
                  <a:cxn ang="0">
                    <a:pos x="202" y="79"/>
                  </a:cxn>
                  <a:cxn ang="0">
                    <a:pos x="193" y="79"/>
                  </a:cxn>
                  <a:cxn ang="0">
                    <a:pos x="176" y="88"/>
                  </a:cxn>
                  <a:cxn ang="0">
                    <a:pos x="176" y="97"/>
                  </a:cxn>
                  <a:cxn ang="0">
                    <a:pos x="167" y="88"/>
                  </a:cxn>
                  <a:cxn ang="0">
                    <a:pos x="158" y="88"/>
                  </a:cxn>
                  <a:cxn ang="0">
                    <a:pos x="149" y="97"/>
                  </a:cxn>
                  <a:cxn ang="0">
                    <a:pos x="141" y="106"/>
                  </a:cxn>
                  <a:cxn ang="0">
                    <a:pos x="141" y="106"/>
                  </a:cxn>
                  <a:cxn ang="0">
                    <a:pos x="132" y="97"/>
                  </a:cxn>
                  <a:cxn ang="0">
                    <a:pos x="132" y="88"/>
                  </a:cxn>
                  <a:cxn ang="0">
                    <a:pos x="132" y="97"/>
                  </a:cxn>
                  <a:cxn ang="0">
                    <a:pos x="123" y="97"/>
                  </a:cxn>
                  <a:cxn ang="0">
                    <a:pos x="123" y="88"/>
                  </a:cxn>
                  <a:cxn ang="0">
                    <a:pos x="114" y="79"/>
                  </a:cxn>
                  <a:cxn ang="0">
                    <a:pos x="97" y="79"/>
                  </a:cxn>
                  <a:cxn ang="0">
                    <a:pos x="79" y="88"/>
                  </a:cxn>
                  <a:cxn ang="0">
                    <a:pos x="53" y="97"/>
                  </a:cxn>
                  <a:cxn ang="0">
                    <a:pos x="35" y="97"/>
                  </a:cxn>
                  <a:cxn ang="0">
                    <a:pos x="0" y="106"/>
                  </a:cxn>
                  <a:cxn ang="0">
                    <a:pos x="0" y="53"/>
                  </a:cxn>
                </a:cxnLst>
                <a:rect l="0" t="0" r="r" b="b"/>
                <a:pathLst>
                  <a:path w="202" h="115">
                    <a:moveTo>
                      <a:pt x="0" y="44"/>
                    </a:moveTo>
                    <a:lnTo>
                      <a:pt x="44" y="35"/>
                    </a:lnTo>
                    <a:lnTo>
                      <a:pt x="105" y="26"/>
                    </a:lnTo>
                    <a:lnTo>
                      <a:pt x="114" y="18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23" y="9"/>
                    </a:lnTo>
                    <a:lnTo>
                      <a:pt x="123" y="0"/>
                    </a:lnTo>
                    <a:lnTo>
                      <a:pt x="132" y="0"/>
                    </a:lnTo>
                    <a:lnTo>
                      <a:pt x="132" y="0"/>
                    </a:lnTo>
                    <a:lnTo>
                      <a:pt x="132" y="9"/>
                    </a:lnTo>
                    <a:lnTo>
                      <a:pt x="132" y="9"/>
                    </a:lnTo>
                    <a:lnTo>
                      <a:pt x="132" y="18"/>
                    </a:lnTo>
                    <a:lnTo>
                      <a:pt x="141" y="18"/>
                    </a:lnTo>
                    <a:lnTo>
                      <a:pt x="141" y="18"/>
                    </a:lnTo>
                    <a:lnTo>
                      <a:pt x="141" y="18"/>
                    </a:lnTo>
                    <a:lnTo>
                      <a:pt x="149" y="18"/>
                    </a:lnTo>
                    <a:lnTo>
                      <a:pt x="149" y="18"/>
                    </a:lnTo>
                    <a:lnTo>
                      <a:pt x="141" y="26"/>
                    </a:lnTo>
                    <a:lnTo>
                      <a:pt x="132" y="35"/>
                    </a:lnTo>
                    <a:lnTo>
                      <a:pt x="132" y="35"/>
                    </a:lnTo>
                    <a:lnTo>
                      <a:pt x="132" y="35"/>
                    </a:lnTo>
                    <a:lnTo>
                      <a:pt x="132" y="44"/>
                    </a:lnTo>
                    <a:lnTo>
                      <a:pt x="132" y="44"/>
                    </a:lnTo>
                    <a:lnTo>
                      <a:pt x="132" y="53"/>
                    </a:lnTo>
                    <a:lnTo>
                      <a:pt x="141" y="53"/>
                    </a:lnTo>
                    <a:lnTo>
                      <a:pt x="141" y="53"/>
                    </a:lnTo>
                    <a:lnTo>
                      <a:pt x="149" y="53"/>
                    </a:lnTo>
                    <a:lnTo>
                      <a:pt x="158" y="62"/>
                    </a:lnTo>
                    <a:lnTo>
                      <a:pt x="158" y="62"/>
                    </a:lnTo>
                    <a:lnTo>
                      <a:pt x="158" y="62"/>
                    </a:lnTo>
                    <a:lnTo>
                      <a:pt x="158" y="71"/>
                    </a:lnTo>
                    <a:lnTo>
                      <a:pt x="158" y="71"/>
                    </a:lnTo>
                    <a:lnTo>
                      <a:pt x="167" y="71"/>
                    </a:lnTo>
                    <a:lnTo>
                      <a:pt x="167" y="79"/>
                    </a:lnTo>
                    <a:lnTo>
                      <a:pt x="176" y="79"/>
                    </a:lnTo>
                    <a:lnTo>
                      <a:pt x="176" y="79"/>
                    </a:lnTo>
                    <a:lnTo>
                      <a:pt x="185" y="79"/>
                    </a:lnTo>
                    <a:lnTo>
                      <a:pt x="193" y="79"/>
                    </a:lnTo>
                    <a:lnTo>
                      <a:pt x="202" y="71"/>
                    </a:lnTo>
                    <a:lnTo>
                      <a:pt x="193" y="62"/>
                    </a:lnTo>
                    <a:lnTo>
                      <a:pt x="193" y="62"/>
                    </a:lnTo>
                    <a:lnTo>
                      <a:pt x="193" y="53"/>
                    </a:lnTo>
                    <a:lnTo>
                      <a:pt x="185" y="53"/>
                    </a:lnTo>
                    <a:lnTo>
                      <a:pt x="176" y="53"/>
                    </a:lnTo>
                    <a:lnTo>
                      <a:pt x="185" y="53"/>
                    </a:lnTo>
                    <a:lnTo>
                      <a:pt x="193" y="53"/>
                    </a:lnTo>
                    <a:lnTo>
                      <a:pt x="193" y="53"/>
                    </a:lnTo>
                    <a:lnTo>
                      <a:pt x="202" y="71"/>
                    </a:lnTo>
                    <a:lnTo>
                      <a:pt x="202" y="79"/>
                    </a:lnTo>
                    <a:lnTo>
                      <a:pt x="202" y="79"/>
                    </a:lnTo>
                    <a:lnTo>
                      <a:pt x="193" y="79"/>
                    </a:lnTo>
                    <a:lnTo>
                      <a:pt x="185" y="88"/>
                    </a:lnTo>
                    <a:lnTo>
                      <a:pt x="176" y="88"/>
                    </a:lnTo>
                    <a:lnTo>
                      <a:pt x="176" y="97"/>
                    </a:lnTo>
                    <a:lnTo>
                      <a:pt x="176" y="97"/>
                    </a:lnTo>
                    <a:lnTo>
                      <a:pt x="167" y="97"/>
                    </a:lnTo>
                    <a:lnTo>
                      <a:pt x="167" y="88"/>
                    </a:lnTo>
                    <a:lnTo>
                      <a:pt x="167" y="88"/>
                    </a:lnTo>
                    <a:lnTo>
                      <a:pt x="158" y="88"/>
                    </a:lnTo>
                    <a:lnTo>
                      <a:pt x="158" y="97"/>
                    </a:lnTo>
                    <a:lnTo>
                      <a:pt x="149" y="97"/>
                    </a:lnTo>
                    <a:lnTo>
                      <a:pt x="149" y="106"/>
                    </a:lnTo>
                    <a:lnTo>
                      <a:pt x="141" y="106"/>
                    </a:lnTo>
                    <a:lnTo>
                      <a:pt x="141" y="115"/>
                    </a:lnTo>
                    <a:lnTo>
                      <a:pt x="141" y="106"/>
                    </a:lnTo>
                    <a:lnTo>
                      <a:pt x="141" y="97"/>
                    </a:lnTo>
                    <a:lnTo>
                      <a:pt x="132" y="97"/>
                    </a:lnTo>
                    <a:lnTo>
                      <a:pt x="132" y="97"/>
                    </a:lnTo>
                    <a:lnTo>
                      <a:pt x="132" y="88"/>
                    </a:lnTo>
                    <a:lnTo>
                      <a:pt x="132" y="97"/>
                    </a:lnTo>
                    <a:lnTo>
                      <a:pt x="132" y="97"/>
                    </a:lnTo>
                    <a:lnTo>
                      <a:pt x="123" y="97"/>
                    </a:lnTo>
                    <a:lnTo>
                      <a:pt x="123" y="97"/>
                    </a:lnTo>
                    <a:lnTo>
                      <a:pt x="123" y="88"/>
                    </a:lnTo>
                    <a:lnTo>
                      <a:pt x="123" y="88"/>
                    </a:lnTo>
                    <a:lnTo>
                      <a:pt x="123" y="88"/>
                    </a:lnTo>
                    <a:lnTo>
                      <a:pt x="114" y="79"/>
                    </a:lnTo>
                    <a:lnTo>
                      <a:pt x="114" y="79"/>
                    </a:lnTo>
                    <a:lnTo>
                      <a:pt x="97" y="79"/>
                    </a:lnTo>
                    <a:lnTo>
                      <a:pt x="88" y="79"/>
                    </a:lnTo>
                    <a:lnTo>
                      <a:pt x="79" y="88"/>
                    </a:lnTo>
                    <a:lnTo>
                      <a:pt x="53" y="88"/>
                    </a:lnTo>
                    <a:lnTo>
                      <a:pt x="53" y="97"/>
                    </a:lnTo>
                    <a:lnTo>
                      <a:pt x="44" y="97"/>
                    </a:lnTo>
                    <a:lnTo>
                      <a:pt x="35" y="97"/>
                    </a:lnTo>
                    <a:lnTo>
                      <a:pt x="35" y="97"/>
                    </a:lnTo>
                    <a:lnTo>
                      <a:pt x="0" y="106"/>
                    </a:lnTo>
                    <a:lnTo>
                      <a:pt x="0" y="97"/>
                    </a:lnTo>
                    <a:lnTo>
                      <a:pt x="0" y="53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119"/>
              <p:cNvSpPr>
                <a:spLocks/>
              </p:cNvSpPr>
              <p:nvPr/>
            </p:nvSpPr>
            <p:spPr bwMode="auto">
              <a:xfrm>
                <a:off x="4743355" y="2757596"/>
                <a:ext cx="10733" cy="24149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0"/>
                  </a:cxn>
                  <a:cxn ang="0">
                    <a:pos x="0" y="9"/>
                  </a:cxn>
                  <a:cxn ang="0">
                    <a:pos x="0" y="18"/>
                  </a:cxn>
                  <a:cxn ang="0">
                    <a:pos x="0" y="9"/>
                  </a:cxn>
                  <a:cxn ang="0">
                    <a:pos x="0" y="0"/>
                  </a:cxn>
                  <a:cxn ang="0">
                    <a:pos x="8" y="0"/>
                  </a:cxn>
                </a:cxnLst>
                <a:rect l="0" t="0" r="r" b="b"/>
                <a:pathLst>
                  <a:path w="8" h="18">
                    <a:moveTo>
                      <a:pt x="8" y="0"/>
                    </a:moveTo>
                    <a:lnTo>
                      <a:pt x="8" y="0"/>
                    </a:lnTo>
                    <a:lnTo>
                      <a:pt x="0" y="9"/>
                    </a:lnTo>
                    <a:lnTo>
                      <a:pt x="0" y="18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120"/>
              <p:cNvSpPr>
                <a:spLocks/>
              </p:cNvSpPr>
              <p:nvPr/>
            </p:nvSpPr>
            <p:spPr bwMode="auto">
              <a:xfrm>
                <a:off x="4743355" y="2757596"/>
                <a:ext cx="10733" cy="24149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0"/>
                  </a:cxn>
                  <a:cxn ang="0">
                    <a:pos x="0" y="9"/>
                  </a:cxn>
                  <a:cxn ang="0">
                    <a:pos x="0" y="18"/>
                  </a:cxn>
                  <a:cxn ang="0">
                    <a:pos x="0" y="9"/>
                  </a:cxn>
                  <a:cxn ang="0">
                    <a:pos x="0" y="0"/>
                  </a:cxn>
                  <a:cxn ang="0">
                    <a:pos x="8" y="0"/>
                  </a:cxn>
                </a:cxnLst>
                <a:rect l="0" t="0" r="r" b="b"/>
                <a:pathLst>
                  <a:path w="8" h="18">
                    <a:moveTo>
                      <a:pt x="8" y="0"/>
                    </a:moveTo>
                    <a:lnTo>
                      <a:pt x="8" y="0"/>
                    </a:lnTo>
                    <a:lnTo>
                      <a:pt x="0" y="9"/>
                    </a:lnTo>
                    <a:lnTo>
                      <a:pt x="0" y="18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8" y="0"/>
                    </a:lnTo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121"/>
              <p:cNvSpPr>
                <a:spLocks/>
              </p:cNvSpPr>
              <p:nvPr/>
            </p:nvSpPr>
            <p:spPr bwMode="auto">
              <a:xfrm>
                <a:off x="4754088" y="2721372"/>
                <a:ext cx="1342" cy="36224"/>
              </a:xfrm>
              <a:custGeom>
                <a:avLst/>
                <a:gdLst/>
                <a:ahLst/>
                <a:cxnLst>
                  <a:cxn ang="0">
                    <a:pos x="0" y="27"/>
                  </a:cxn>
                  <a:cxn ang="0">
                    <a:pos x="0" y="9"/>
                  </a:cxn>
                  <a:cxn ang="0">
                    <a:pos x="0" y="0"/>
                  </a:cxn>
                  <a:cxn ang="0">
                    <a:pos x="0" y="18"/>
                  </a:cxn>
                  <a:cxn ang="0">
                    <a:pos x="0" y="27"/>
                  </a:cxn>
                  <a:cxn ang="0">
                    <a:pos x="0" y="27"/>
                  </a:cxn>
                </a:cxnLst>
                <a:rect l="0" t="0" r="r" b="b"/>
                <a:pathLst>
                  <a:path h="27">
                    <a:moveTo>
                      <a:pt x="0" y="27"/>
                    </a:moveTo>
                    <a:lnTo>
                      <a:pt x="0" y="9"/>
                    </a:lnTo>
                    <a:lnTo>
                      <a:pt x="0" y="0"/>
                    </a:lnTo>
                    <a:lnTo>
                      <a:pt x="0" y="18"/>
                    </a:lnTo>
                    <a:lnTo>
                      <a:pt x="0" y="27"/>
                    </a:lnTo>
                    <a:lnTo>
                      <a:pt x="0" y="27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122"/>
              <p:cNvSpPr>
                <a:spLocks/>
              </p:cNvSpPr>
              <p:nvPr/>
            </p:nvSpPr>
            <p:spPr bwMode="auto">
              <a:xfrm>
                <a:off x="4754088" y="2721372"/>
                <a:ext cx="1342" cy="36224"/>
              </a:xfrm>
              <a:custGeom>
                <a:avLst/>
                <a:gdLst/>
                <a:ahLst/>
                <a:cxnLst>
                  <a:cxn ang="0">
                    <a:pos x="0" y="27"/>
                  </a:cxn>
                  <a:cxn ang="0">
                    <a:pos x="0" y="9"/>
                  </a:cxn>
                  <a:cxn ang="0">
                    <a:pos x="0" y="0"/>
                  </a:cxn>
                  <a:cxn ang="0">
                    <a:pos x="0" y="18"/>
                  </a:cxn>
                  <a:cxn ang="0">
                    <a:pos x="0" y="27"/>
                  </a:cxn>
                  <a:cxn ang="0">
                    <a:pos x="0" y="27"/>
                  </a:cxn>
                </a:cxnLst>
                <a:rect l="0" t="0" r="r" b="b"/>
                <a:pathLst>
                  <a:path h="27">
                    <a:moveTo>
                      <a:pt x="0" y="27"/>
                    </a:moveTo>
                    <a:lnTo>
                      <a:pt x="0" y="9"/>
                    </a:lnTo>
                    <a:lnTo>
                      <a:pt x="0" y="0"/>
                    </a:lnTo>
                    <a:lnTo>
                      <a:pt x="0" y="18"/>
                    </a:lnTo>
                    <a:lnTo>
                      <a:pt x="0" y="27"/>
                    </a:lnTo>
                    <a:lnTo>
                      <a:pt x="0" y="27"/>
                    </a:lnTo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127"/>
              <p:cNvSpPr>
                <a:spLocks/>
              </p:cNvSpPr>
              <p:nvPr/>
            </p:nvSpPr>
            <p:spPr bwMode="auto">
              <a:xfrm>
                <a:off x="3231336" y="3480736"/>
                <a:ext cx="472254" cy="427981"/>
              </a:xfrm>
              <a:custGeom>
                <a:avLst/>
                <a:gdLst/>
                <a:ahLst/>
                <a:cxnLst>
                  <a:cxn ang="0">
                    <a:pos x="185" y="9"/>
                  </a:cxn>
                  <a:cxn ang="0">
                    <a:pos x="194" y="18"/>
                  </a:cxn>
                  <a:cxn ang="0">
                    <a:pos x="194" y="36"/>
                  </a:cxn>
                  <a:cxn ang="0">
                    <a:pos x="203" y="45"/>
                  </a:cxn>
                  <a:cxn ang="0">
                    <a:pos x="203" y="53"/>
                  </a:cxn>
                  <a:cxn ang="0">
                    <a:pos x="203" y="62"/>
                  </a:cxn>
                  <a:cxn ang="0">
                    <a:pos x="203" y="80"/>
                  </a:cxn>
                  <a:cxn ang="0">
                    <a:pos x="176" y="106"/>
                  </a:cxn>
                  <a:cxn ang="0">
                    <a:pos x="168" y="115"/>
                  </a:cxn>
                  <a:cxn ang="0">
                    <a:pos x="168" y="142"/>
                  </a:cxn>
                  <a:cxn ang="0">
                    <a:pos x="229" y="159"/>
                  </a:cxn>
                  <a:cxn ang="0">
                    <a:pos x="291" y="177"/>
                  </a:cxn>
                  <a:cxn ang="0">
                    <a:pos x="308" y="204"/>
                  </a:cxn>
                  <a:cxn ang="0">
                    <a:pos x="308" y="221"/>
                  </a:cxn>
                  <a:cxn ang="0">
                    <a:pos x="291" y="213"/>
                  </a:cxn>
                  <a:cxn ang="0">
                    <a:pos x="264" y="204"/>
                  </a:cxn>
                  <a:cxn ang="0">
                    <a:pos x="256" y="230"/>
                  </a:cxn>
                  <a:cxn ang="0">
                    <a:pos x="291" y="221"/>
                  </a:cxn>
                  <a:cxn ang="0">
                    <a:pos x="300" y="221"/>
                  </a:cxn>
                  <a:cxn ang="0">
                    <a:pos x="300" y="239"/>
                  </a:cxn>
                  <a:cxn ang="0">
                    <a:pos x="317" y="230"/>
                  </a:cxn>
                  <a:cxn ang="0">
                    <a:pos x="326" y="248"/>
                  </a:cxn>
                  <a:cxn ang="0">
                    <a:pos x="317" y="257"/>
                  </a:cxn>
                  <a:cxn ang="0">
                    <a:pos x="308" y="274"/>
                  </a:cxn>
                  <a:cxn ang="0">
                    <a:pos x="344" y="283"/>
                  </a:cxn>
                  <a:cxn ang="0">
                    <a:pos x="352" y="292"/>
                  </a:cxn>
                  <a:cxn ang="0">
                    <a:pos x="335" y="301"/>
                  </a:cxn>
                  <a:cxn ang="0">
                    <a:pos x="335" y="292"/>
                  </a:cxn>
                  <a:cxn ang="0">
                    <a:pos x="317" y="292"/>
                  </a:cxn>
                  <a:cxn ang="0">
                    <a:pos x="300" y="283"/>
                  </a:cxn>
                  <a:cxn ang="0">
                    <a:pos x="273" y="266"/>
                  </a:cxn>
                  <a:cxn ang="0">
                    <a:pos x="282" y="292"/>
                  </a:cxn>
                  <a:cxn ang="0">
                    <a:pos x="273" y="292"/>
                  </a:cxn>
                  <a:cxn ang="0">
                    <a:pos x="247" y="292"/>
                  </a:cxn>
                  <a:cxn ang="0">
                    <a:pos x="229" y="301"/>
                  </a:cxn>
                  <a:cxn ang="0">
                    <a:pos x="212" y="301"/>
                  </a:cxn>
                  <a:cxn ang="0">
                    <a:pos x="203" y="274"/>
                  </a:cxn>
                  <a:cxn ang="0">
                    <a:pos x="194" y="274"/>
                  </a:cxn>
                  <a:cxn ang="0">
                    <a:pos x="168" y="257"/>
                  </a:cxn>
                  <a:cxn ang="0">
                    <a:pos x="150" y="257"/>
                  </a:cxn>
                  <a:cxn ang="0">
                    <a:pos x="141" y="274"/>
                  </a:cxn>
                  <a:cxn ang="0">
                    <a:pos x="88" y="274"/>
                  </a:cxn>
                  <a:cxn ang="0">
                    <a:pos x="53" y="257"/>
                  </a:cxn>
                  <a:cxn ang="0">
                    <a:pos x="53" y="239"/>
                  </a:cxn>
                  <a:cxn ang="0">
                    <a:pos x="27" y="266"/>
                  </a:cxn>
                  <a:cxn ang="0">
                    <a:pos x="27" y="257"/>
                  </a:cxn>
                  <a:cxn ang="0">
                    <a:pos x="27" y="239"/>
                  </a:cxn>
                  <a:cxn ang="0">
                    <a:pos x="27" y="195"/>
                  </a:cxn>
                  <a:cxn ang="0">
                    <a:pos x="36" y="168"/>
                  </a:cxn>
                  <a:cxn ang="0">
                    <a:pos x="36" y="151"/>
                  </a:cxn>
                  <a:cxn ang="0">
                    <a:pos x="18" y="124"/>
                  </a:cxn>
                  <a:cxn ang="0">
                    <a:pos x="0" y="89"/>
                  </a:cxn>
                </a:cxnLst>
                <a:rect l="0" t="0" r="r" b="b"/>
                <a:pathLst>
                  <a:path w="352" h="319">
                    <a:moveTo>
                      <a:pt x="0" y="9"/>
                    </a:moveTo>
                    <a:lnTo>
                      <a:pt x="80" y="9"/>
                    </a:lnTo>
                    <a:lnTo>
                      <a:pt x="185" y="0"/>
                    </a:lnTo>
                    <a:lnTo>
                      <a:pt x="185" y="0"/>
                    </a:lnTo>
                    <a:lnTo>
                      <a:pt x="185" y="9"/>
                    </a:lnTo>
                    <a:lnTo>
                      <a:pt x="185" y="0"/>
                    </a:lnTo>
                    <a:lnTo>
                      <a:pt x="194" y="0"/>
                    </a:lnTo>
                    <a:lnTo>
                      <a:pt x="194" y="9"/>
                    </a:lnTo>
                    <a:lnTo>
                      <a:pt x="185" y="18"/>
                    </a:lnTo>
                    <a:lnTo>
                      <a:pt x="194" y="18"/>
                    </a:lnTo>
                    <a:lnTo>
                      <a:pt x="194" y="18"/>
                    </a:lnTo>
                    <a:lnTo>
                      <a:pt x="194" y="27"/>
                    </a:lnTo>
                    <a:lnTo>
                      <a:pt x="194" y="36"/>
                    </a:lnTo>
                    <a:lnTo>
                      <a:pt x="203" y="27"/>
                    </a:lnTo>
                    <a:lnTo>
                      <a:pt x="194" y="36"/>
                    </a:lnTo>
                    <a:lnTo>
                      <a:pt x="203" y="45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4" y="45"/>
                    </a:lnTo>
                    <a:lnTo>
                      <a:pt x="203" y="45"/>
                    </a:lnTo>
                    <a:lnTo>
                      <a:pt x="203" y="53"/>
                    </a:lnTo>
                    <a:lnTo>
                      <a:pt x="212" y="53"/>
                    </a:lnTo>
                    <a:lnTo>
                      <a:pt x="212" y="53"/>
                    </a:lnTo>
                    <a:lnTo>
                      <a:pt x="212" y="53"/>
                    </a:lnTo>
                    <a:lnTo>
                      <a:pt x="203" y="53"/>
                    </a:lnTo>
                    <a:lnTo>
                      <a:pt x="203" y="62"/>
                    </a:lnTo>
                    <a:lnTo>
                      <a:pt x="194" y="62"/>
                    </a:lnTo>
                    <a:lnTo>
                      <a:pt x="194" y="62"/>
                    </a:lnTo>
                    <a:lnTo>
                      <a:pt x="194" y="71"/>
                    </a:lnTo>
                    <a:lnTo>
                      <a:pt x="203" y="62"/>
                    </a:lnTo>
                    <a:lnTo>
                      <a:pt x="203" y="71"/>
                    </a:lnTo>
                    <a:lnTo>
                      <a:pt x="194" y="71"/>
                    </a:lnTo>
                    <a:lnTo>
                      <a:pt x="194" y="71"/>
                    </a:lnTo>
                    <a:lnTo>
                      <a:pt x="194" y="80"/>
                    </a:lnTo>
                    <a:lnTo>
                      <a:pt x="203" y="80"/>
                    </a:lnTo>
                    <a:lnTo>
                      <a:pt x="185" y="89"/>
                    </a:lnTo>
                    <a:lnTo>
                      <a:pt x="185" y="89"/>
                    </a:lnTo>
                    <a:lnTo>
                      <a:pt x="176" y="98"/>
                    </a:lnTo>
                    <a:lnTo>
                      <a:pt x="185" y="98"/>
                    </a:lnTo>
                    <a:lnTo>
                      <a:pt x="176" y="106"/>
                    </a:lnTo>
                    <a:lnTo>
                      <a:pt x="176" y="106"/>
                    </a:lnTo>
                    <a:lnTo>
                      <a:pt x="176" y="115"/>
                    </a:lnTo>
                    <a:lnTo>
                      <a:pt x="176" y="115"/>
                    </a:lnTo>
                    <a:lnTo>
                      <a:pt x="176" y="115"/>
                    </a:lnTo>
                    <a:lnTo>
                      <a:pt x="168" y="115"/>
                    </a:lnTo>
                    <a:lnTo>
                      <a:pt x="176" y="133"/>
                    </a:lnTo>
                    <a:lnTo>
                      <a:pt x="168" y="133"/>
                    </a:lnTo>
                    <a:lnTo>
                      <a:pt x="176" y="133"/>
                    </a:lnTo>
                    <a:lnTo>
                      <a:pt x="168" y="142"/>
                    </a:lnTo>
                    <a:lnTo>
                      <a:pt x="168" y="142"/>
                    </a:lnTo>
                    <a:lnTo>
                      <a:pt x="168" y="142"/>
                    </a:lnTo>
                    <a:lnTo>
                      <a:pt x="168" y="151"/>
                    </a:lnTo>
                    <a:lnTo>
                      <a:pt x="168" y="159"/>
                    </a:lnTo>
                    <a:lnTo>
                      <a:pt x="168" y="159"/>
                    </a:lnTo>
                    <a:lnTo>
                      <a:pt x="229" y="159"/>
                    </a:lnTo>
                    <a:lnTo>
                      <a:pt x="291" y="151"/>
                    </a:lnTo>
                    <a:lnTo>
                      <a:pt x="291" y="151"/>
                    </a:lnTo>
                    <a:lnTo>
                      <a:pt x="291" y="159"/>
                    </a:lnTo>
                    <a:lnTo>
                      <a:pt x="291" y="168"/>
                    </a:lnTo>
                    <a:lnTo>
                      <a:pt x="291" y="177"/>
                    </a:lnTo>
                    <a:lnTo>
                      <a:pt x="291" y="186"/>
                    </a:lnTo>
                    <a:lnTo>
                      <a:pt x="291" y="186"/>
                    </a:lnTo>
                    <a:lnTo>
                      <a:pt x="300" y="195"/>
                    </a:lnTo>
                    <a:lnTo>
                      <a:pt x="300" y="204"/>
                    </a:lnTo>
                    <a:lnTo>
                      <a:pt x="308" y="204"/>
                    </a:lnTo>
                    <a:lnTo>
                      <a:pt x="308" y="204"/>
                    </a:lnTo>
                    <a:lnTo>
                      <a:pt x="308" y="213"/>
                    </a:lnTo>
                    <a:lnTo>
                      <a:pt x="308" y="213"/>
                    </a:lnTo>
                    <a:lnTo>
                      <a:pt x="317" y="213"/>
                    </a:lnTo>
                    <a:lnTo>
                      <a:pt x="308" y="221"/>
                    </a:lnTo>
                    <a:lnTo>
                      <a:pt x="308" y="213"/>
                    </a:lnTo>
                    <a:lnTo>
                      <a:pt x="308" y="221"/>
                    </a:lnTo>
                    <a:lnTo>
                      <a:pt x="300" y="221"/>
                    </a:lnTo>
                    <a:lnTo>
                      <a:pt x="291" y="213"/>
                    </a:lnTo>
                    <a:lnTo>
                      <a:pt x="291" y="213"/>
                    </a:lnTo>
                    <a:lnTo>
                      <a:pt x="291" y="213"/>
                    </a:lnTo>
                    <a:lnTo>
                      <a:pt x="282" y="213"/>
                    </a:lnTo>
                    <a:lnTo>
                      <a:pt x="282" y="204"/>
                    </a:lnTo>
                    <a:lnTo>
                      <a:pt x="273" y="204"/>
                    </a:lnTo>
                    <a:lnTo>
                      <a:pt x="264" y="204"/>
                    </a:lnTo>
                    <a:lnTo>
                      <a:pt x="264" y="204"/>
                    </a:lnTo>
                    <a:lnTo>
                      <a:pt x="256" y="213"/>
                    </a:lnTo>
                    <a:lnTo>
                      <a:pt x="256" y="221"/>
                    </a:lnTo>
                    <a:lnTo>
                      <a:pt x="256" y="221"/>
                    </a:lnTo>
                    <a:lnTo>
                      <a:pt x="256" y="230"/>
                    </a:lnTo>
                    <a:lnTo>
                      <a:pt x="264" y="230"/>
                    </a:lnTo>
                    <a:lnTo>
                      <a:pt x="282" y="230"/>
                    </a:lnTo>
                    <a:lnTo>
                      <a:pt x="282" y="221"/>
                    </a:lnTo>
                    <a:lnTo>
                      <a:pt x="291" y="221"/>
                    </a:lnTo>
                    <a:lnTo>
                      <a:pt x="291" y="221"/>
                    </a:lnTo>
                    <a:lnTo>
                      <a:pt x="300" y="221"/>
                    </a:lnTo>
                    <a:lnTo>
                      <a:pt x="300" y="221"/>
                    </a:lnTo>
                    <a:lnTo>
                      <a:pt x="308" y="221"/>
                    </a:lnTo>
                    <a:lnTo>
                      <a:pt x="308" y="221"/>
                    </a:lnTo>
                    <a:lnTo>
                      <a:pt x="300" y="221"/>
                    </a:lnTo>
                    <a:lnTo>
                      <a:pt x="291" y="230"/>
                    </a:lnTo>
                    <a:lnTo>
                      <a:pt x="291" y="230"/>
                    </a:lnTo>
                    <a:lnTo>
                      <a:pt x="300" y="239"/>
                    </a:lnTo>
                    <a:lnTo>
                      <a:pt x="300" y="239"/>
                    </a:lnTo>
                    <a:lnTo>
                      <a:pt x="300" y="239"/>
                    </a:lnTo>
                    <a:lnTo>
                      <a:pt x="308" y="239"/>
                    </a:lnTo>
                    <a:lnTo>
                      <a:pt x="308" y="239"/>
                    </a:lnTo>
                    <a:lnTo>
                      <a:pt x="308" y="230"/>
                    </a:lnTo>
                    <a:lnTo>
                      <a:pt x="317" y="221"/>
                    </a:lnTo>
                    <a:lnTo>
                      <a:pt x="317" y="230"/>
                    </a:lnTo>
                    <a:lnTo>
                      <a:pt x="317" y="239"/>
                    </a:lnTo>
                    <a:lnTo>
                      <a:pt x="326" y="239"/>
                    </a:lnTo>
                    <a:lnTo>
                      <a:pt x="326" y="239"/>
                    </a:lnTo>
                    <a:lnTo>
                      <a:pt x="326" y="248"/>
                    </a:lnTo>
                    <a:lnTo>
                      <a:pt x="326" y="248"/>
                    </a:lnTo>
                    <a:lnTo>
                      <a:pt x="317" y="248"/>
                    </a:lnTo>
                    <a:lnTo>
                      <a:pt x="308" y="248"/>
                    </a:lnTo>
                    <a:lnTo>
                      <a:pt x="317" y="257"/>
                    </a:lnTo>
                    <a:lnTo>
                      <a:pt x="317" y="257"/>
                    </a:lnTo>
                    <a:lnTo>
                      <a:pt x="317" y="257"/>
                    </a:lnTo>
                    <a:lnTo>
                      <a:pt x="308" y="257"/>
                    </a:lnTo>
                    <a:lnTo>
                      <a:pt x="308" y="266"/>
                    </a:lnTo>
                    <a:lnTo>
                      <a:pt x="308" y="266"/>
                    </a:lnTo>
                    <a:lnTo>
                      <a:pt x="308" y="266"/>
                    </a:lnTo>
                    <a:lnTo>
                      <a:pt x="308" y="274"/>
                    </a:lnTo>
                    <a:lnTo>
                      <a:pt x="317" y="274"/>
                    </a:lnTo>
                    <a:lnTo>
                      <a:pt x="317" y="274"/>
                    </a:lnTo>
                    <a:lnTo>
                      <a:pt x="326" y="274"/>
                    </a:lnTo>
                    <a:lnTo>
                      <a:pt x="335" y="283"/>
                    </a:lnTo>
                    <a:lnTo>
                      <a:pt x="344" y="283"/>
                    </a:lnTo>
                    <a:lnTo>
                      <a:pt x="344" y="283"/>
                    </a:lnTo>
                    <a:lnTo>
                      <a:pt x="352" y="292"/>
                    </a:lnTo>
                    <a:lnTo>
                      <a:pt x="352" y="292"/>
                    </a:lnTo>
                    <a:lnTo>
                      <a:pt x="352" y="292"/>
                    </a:lnTo>
                    <a:lnTo>
                      <a:pt x="352" y="292"/>
                    </a:lnTo>
                    <a:lnTo>
                      <a:pt x="352" y="301"/>
                    </a:lnTo>
                    <a:lnTo>
                      <a:pt x="344" y="301"/>
                    </a:lnTo>
                    <a:lnTo>
                      <a:pt x="344" y="310"/>
                    </a:lnTo>
                    <a:lnTo>
                      <a:pt x="335" y="301"/>
                    </a:lnTo>
                    <a:lnTo>
                      <a:pt x="335" y="301"/>
                    </a:lnTo>
                    <a:lnTo>
                      <a:pt x="335" y="310"/>
                    </a:lnTo>
                    <a:lnTo>
                      <a:pt x="326" y="319"/>
                    </a:lnTo>
                    <a:lnTo>
                      <a:pt x="335" y="301"/>
                    </a:lnTo>
                    <a:lnTo>
                      <a:pt x="335" y="301"/>
                    </a:lnTo>
                    <a:lnTo>
                      <a:pt x="335" y="292"/>
                    </a:lnTo>
                    <a:lnTo>
                      <a:pt x="335" y="301"/>
                    </a:lnTo>
                    <a:lnTo>
                      <a:pt x="326" y="301"/>
                    </a:lnTo>
                    <a:lnTo>
                      <a:pt x="326" y="292"/>
                    </a:lnTo>
                    <a:lnTo>
                      <a:pt x="326" y="292"/>
                    </a:lnTo>
                    <a:lnTo>
                      <a:pt x="317" y="292"/>
                    </a:lnTo>
                    <a:lnTo>
                      <a:pt x="308" y="292"/>
                    </a:lnTo>
                    <a:lnTo>
                      <a:pt x="308" y="283"/>
                    </a:lnTo>
                    <a:lnTo>
                      <a:pt x="300" y="283"/>
                    </a:lnTo>
                    <a:lnTo>
                      <a:pt x="300" y="283"/>
                    </a:lnTo>
                    <a:lnTo>
                      <a:pt x="300" y="283"/>
                    </a:lnTo>
                    <a:lnTo>
                      <a:pt x="300" y="274"/>
                    </a:lnTo>
                    <a:lnTo>
                      <a:pt x="291" y="274"/>
                    </a:lnTo>
                    <a:lnTo>
                      <a:pt x="291" y="274"/>
                    </a:lnTo>
                    <a:lnTo>
                      <a:pt x="273" y="266"/>
                    </a:lnTo>
                    <a:lnTo>
                      <a:pt x="273" y="266"/>
                    </a:lnTo>
                    <a:lnTo>
                      <a:pt x="273" y="274"/>
                    </a:lnTo>
                    <a:lnTo>
                      <a:pt x="282" y="274"/>
                    </a:lnTo>
                    <a:lnTo>
                      <a:pt x="282" y="292"/>
                    </a:lnTo>
                    <a:lnTo>
                      <a:pt x="282" y="292"/>
                    </a:lnTo>
                    <a:lnTo>
                      <a:pt x="282" y="292"/>
                    </a:lnTo>
                    <a:lnTo>
                      <a:pt x="282" y="301"/>
                    </a:lnTo>
                    <a:lnTo>
                      <a:pt x="273" y="301"/>
                    </a:lnTo>
                    <a:lnTo>
                      <a:pt x="273" y="310"/>
                    </a:lnTo>
                    <a:lnTo>
                      <a:pt x="264" y="301"/>
                    </a:lnTo>
                    <a:lnTo>
                      <a:pt x="273" y="292"/>
                    </a:lnTo>
                    <a:lnTo>
                      <a:pt x="264" y="292"/>
                    </a:lnTo>
                    <a:lnTo>
                      <a:pt x="256" y="292"/>
                    </a:lnTo>
                    <a:lnTo>
                      <a:pt x="256" y="292"/>
                    </a:lnTo>
                    <a:lnTo>
                      <a:pt x="256" y="292"/>
                    </a:lnTo>
                    <a:lnTo>
                      <a:pt x="247" y="292"/>
                    </a:lnTo>
                    <a:lnTo>
                      <a:pt x="247" y="292"/>
                    </a:lnTo>
                    <a:lnTo>
                      <a:pt x="247" y="301"/>
                    </a:lnTo>
                    <a:lnTo>
                      <a:pt x="247" y="301"/>
                    </a:lnTo>
                    <a:lnTo>
                      <a:pt x="238" y="310"/>
                    </a:lnTo>
                    <a:lnTo>
                      <a:pt x="229" y="301"/>
                    </a:lnTo>
                    <a:lnTo>
                      <a:pt x="229" y="301"/>
                    </a:lnTo>
                    <a:lnTo>
                      <a:pt x="229" y="310"/>
                    </a:lnTo>
                    <a:lnTo>
                      <a:pt x="220" y="301"/>
                    </a:lnTo>
                    <a:lnTo>
                      <a:pt x="212" y="301"/>
                    </a:lnTo>
                    <a:lnTo>
                      <a:pt x="212" y="301"/>
                    </a:lnTo>
                    <a:lnTo>
                      <a:pt x="212" y="292"/>
                    </a:lnTo>
                    <a:lnTo>
                      <a:pt x="203" y="292"/>
                    </a:lnTo>
                    <a:lnTo>
                      <a:pt x="203" y="283"/>
                    </a:lnTo>
                    <a:lnTo>
                      <a:pt x="194" y="283"/>
                    </a:lnTo>
                    <a:lnTo>
                      <a:pt x="203" y="274"/>
                    </a:lnTo>
                    <a:lnTo>
                      <a:pt x="203" y="274"/>
                    </a:lnTo>
                    <a:lnTo>
                      <a:pt x="203" y="266"/>
                    </a:lnTo>
                    <a:lnTo>
                      <a:pt x="203" y="274"/>
                    </a:lnTo>
                    <a:lnTo>
                      <a:pt x="194" y="274"/>
                    </a:lnTo>
                    <a:lnTo>
                      <a:pt x="194" y="274"/>
                    </a:lnTo>
                    <a:lnTo>
                      <a:pt x="185" y="274"/>
                    </a:lnTo>
                    <a:lnTo>
                      <a:pt x="176" y="274"/>
                    </a:lnTo>
                    <a:lnTo>
                      <a:pt x="176" y="266"/>
                    </a:lnTo>
                    <a:lnTo>
                      <a:pt x="176" y="266"/>
                    </a:lnTo>
                    <a:lnTo>
                      <a:pt x="168" y="257"/>
                    </a:lnTo>
                    <a:lnTo>
                      <a:pt x="159" y="266"/>
                    </a:lnTo>
                    <a:lnTo>
                      <a:pt x="159" y="266"/>
                    </a:lnTo>
                    <a:lnTo>
                      <a:pt x="159" y="257"/>
                    </a:lnTo>
                    <a:lnTo>
                      <a:pt x="159" y="257"/>
                    </a:lnTo>
                    <a:lnTo>
                      <a:pt x="150" y="257"/>
                    </a:lnTo>
                    <a:lnTo>
                      <a:pt x="141" y="257"/>
                    </a:lnTo>
                    <a:lnTo>
                      <a:pt x="141" y="266"/>
                    </a:lnTo>
                    <a:lnTo>
                      <a:pt x="132" y="266"/>
                    </a:lnTo>
                    <a:lnTo>
                      <a:pt x="141" y="266"/>
                    </a:lnTo>
                    <a:lnTo>
                      <a:pt x="141" y="274"/>
                    </a:lnTo>
                    <a:lnTo>
                      <a:pt x="141" y="274"/>
                    </a:lnTo>
                    <a:lnTo>
                      <a:pt x="132" y="274"/>
                    </a:lnTo>
                    <a:lnTo>
                      <a:pt x="124" y="274"/>
                    </a:lnTo>
                    <a:lnTo>
                      <a:pt x="97" y="274"/>
                    </a:lnTo>
                    <a:lnTo>
                      <a:pt x="88" y="274"/>
                    </a:lnTo>
                    <a:lnTo>
                      <a:pt x="88" y="266"/>
                    </a:lnTo>
                    <a:lnTo>
                      <a:pt x="80" y="266"/>
                    </a:lnTo>
                    <a:lnTo>
                      <a:pt x="62" y="266"/>
                    </a:lnTo>
                    <a:lnTo>
                      <a:pt x="62" y="266"/>
                    </a:lnTo>
                    <a:lnTo>
                      <a:pt x="53" y="257"/>
                    </a:lnTo>
                    <a:lnTo>
                      <a:pt x="53" y="257"/>
                    </a:lnTo>
                    <a:lnTo>
                      <a:pt x="62" y="257"/>
                    </a:lnTo>
                    <a:lnTo>
                      <a:pt x="62" y="248"/>
                    </a:lnTo>
                    <a:lnTo>
                      <a:pt x="62" y="248"/>
                    </a:lnTo>
                    <a:lnTo>
                      <a:pt x="53" y="239"/>
                    </a:lnTo>
                    <a:lnTo>
                      <a:pt x="53" y="257"/>
                    </a:lnTo>
                    <a:lnTo>
                      <a:pt x="53" y="257"/>
                    </a:lnTo>
                    <a:lnTo>
                      <a:pt x="53" y="257"/>
                    </a:lnTo>
                    <a:lnTo>
                      <a:pt x="53" y="266"/>
                    </a:lnTo>
                    <a:lnTo>
                      <a:pt x="27" y="266"/>
                    </a:lnTo>
                    <a:lnTo>
                      <a:pt x="27" y="266"/>
                    </a:lnTo>
                    <a:lnTo>
                      <a:pt x="18" y="266"/>
                    </a:lnTo>
                    <a:lnTo>
                      <a:pt x="18" y="257"/>
                    </a:lnTo>
                    <a:lnTo>
                      <a:pt x="27" y="257"/>
                    </a:lnTo>
                    <a:lnTo>
                      <a:pt x="27" y="257"/>
                    </a:lnTo>
                    <a:lnTo>
                      <a:pt x="27" y="248"/>
                    </a:lnTo>
                    <a:lnTo>
                      <a:pt x="27" y="248"/>
                    </a:lnTo>
                    <a:lnTo>
                      <a:pt x="27" y="248"/>
                    </a:lnTo>
                    <a:lnTo>
                      <a:pt x="27" y="239"/>
                    </a:lnTo>
                    <a:lnTo>
                      <a:pt x="27" y="239"/>
                    </a:lnTo>
                    <a:lnTo>
                      <a:pt x="27" y="221"/>
                    </a:lnTo>
                    <a:lnTo>
                      <a:pt x="27" y="213"/>
                    </a:lnTo>
                    <a:lnTo>
                      <a:pt x="27" y="213"/>
                    </a:lnTo>
                    <a:lnTo>
                      <a:pt x="27" y="204"/>
                    </a:lnTo>
                    <a:lnTo>
                      <a:pt x="27" y="195"/>
                    </a:lnTo>
                    <a:lnTo>
                      <a:pt x="36" y="195"/>
                    </a:lnTo>
                    <a:lnTo>
                      <a:pt x="36" y="186"/>
                    </a:lnTo>
                    <a:lnTo>
                      <a:pt x="36" y="177"/>
                    </a:lnTo>
                    <a:lnTo>
                      <a:pt x="36" y="177"/>
                    </a:lnTo>
                    <a:lnTo>
                      <a:pt x="36" y="168"/>
                    </a:lnTo>
                    <a:lnTo>
                      <a:pt x="36" y="168"/>
                    </a:lnTo>
                    <a:lnTo>
                      <a:pt x="36" y="159"/>
                    </a:lnTo>
                    <a:lnTo>
                      <a:pt x="36" y="159"/>
                    </a:lnTo>
                    <a:lnTo>
                      <a:pt x="36" y="151"/>
                    </a:lnTo>
                    <a:lnTo>
                      <a:pt x="36" y="151"/>
                    </a:lnTo>
                    <a:lnTo>
                      <a:pt x="27" y="142"/>
                    </a:lnTo>
                    <a:lnTo>
                      <a:pt x="27" y="133"/>
                    </a:lnTo>
                    <a:lnTo>
                      <a:pt x="27" y="133"/>
                    </a:lnTo>
                    <a:lnTo>
                      <a:pt x="27" y="133"/>
                    </a:lnTo>
                    <a:lnTo>
                      <a:pt x="18" y="124"/>
                    </a:lnTo>
                    <a:lnTo>
                      <a:pt x="18" y="124"/>
                    </a:lnTo>
                    <a:lnTo>
                      <a:pt x="18" y="115"/>
                    </a:lnTo>
                    <a:lnTo>
                      <a:pt x="18" y="98"/>
                    </a:lnTo>
                    <a:lnTo>
                      <a:pt x="9" y="98"/>
                    </a:lnTo>
                    <a:lnTo>
                      <a:pt x="0" y="89"/>
                    </a:lnTo>
                    <a:lnTo>
                      <a:pt x="0" y="9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129"/>
              <p:cNvSpPr>
                <a:spLocks/>
              </p:cNvSpPr>
              <p:nvPr/>
            </p:nvSpPr>
            <p:spPr bwMode="auto">
              <a:xfrm>
                <a:off x="3491612" y="3872492"/>
                <a:ext cx="24149" cy="12075"/>
              </a:xfrm>
              <a:custGeom>
                <a:avLst/>
                <a:gdLst/>
                <a:ahLst/>
                <a:cxnLst>
                  <a:cxn ang="0">
                    <a:pos x="18" y="9"/>
                  </a:cxn>
                  <a:cxn ang="0">
                    <a:pos x="9" y="9"/>
                  </a:cxn>
                  <a:cxn ang="0">
                    <a:pos x="9" y="9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9" y="0"/>
                  </a:cxn>
                  <a:cxn ang="0">
                    <a:pos x="9" y="0"/>
                  </a:cxn>
                  <a:cxn ang="0">
                    <a:pos x="18" y="9"/>
                  </a:cxn>
                </a:cxnLst>
                <a:rect l="0" t="0" r="r" b="b"/>
                <a:pathLst>
                  <a:path w="18" h="9">
                    <a:moveTo>
                      <a:pt x="18" y="9"/>
                    </a:moveTo>
                    <a:lnTo>
                      <a:pt x="9" y="9"/>
                    </a:lnTo>
                    <a:lnTo>
                      <a:pt x="9" y="9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0"/>
                    </a:lnTo>
                    <a:lnTo>
                      <a:pt x="18" y="9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130"/>
              <p:cNvSpPr>
                <a:spLocks/>
              </p:cNvSpPr>
              <p:nvPr/>
            </p:nvSpPr>
            <p:spPr bwMode="auto">
              <a:xfrm>
                <a:off x="3491612" y="3872492"/>
                <a:ext cx="24149" cy="12075"/>
              </a:xfrm>
              <a:custGeom>
                <a:avLst/>
                <a:gdLst/>
                <a:ahLst/>
                <a:cxnLst>
                  <a:cxn ang="0">
                    <a:pos x="18" y="9"/>
                  </a:cxn>
                  <a:cxn ang="0">
                    <a:pos x="9" y="9"/>
                  </a:cxn>
                  <a:cxn ang="0">
                    <a:pos x="9" y="9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9" y="0"/>
                  </a:cxn>
                  <a:cxn ang="0">
                    <a:pos x="9" y="0"/>
                  </a:cxn>
                  <a:cxn ang="0">
                    <a:pos x="18" y="9"/>
                  </a:cxn>
                </a:cxnLst>
                <a:rect l="0" t="0" r="r" b="b"/>
                <a:pathLst>
                  <a:path w="18" h="9">
                    <a:moveTo>
                      <a:pt x="18" y="9"/>
                    </a:moveTo>
                    <a:lnTo>
                      <a:pt x="9" y="9"/>
                    </a:lnTo>
                    <a:lnTo>
                      <a:pt x="9" y="9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0"/>
                    </a:lnTo>
                    <a:lnTo>
                      <a:pt x="18" y="9"/>
                    </a:lnTo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131"/>
              <p:cNvSpPr>
                <a:spLocks/>
              </p:cNvSpPr>
              <p:nvPr/>
            </p:nvSpPr>
            <p:spPr bwMode="auto">
              <a:xfrm>
                <a:off x="3609676" y="2781745"/>
                <a:ext cx="602393" cy="319308"/>
              </a:xfrm>
              <a:custGeom>
                <a:avLst/>
                <a:gdLst/>
                <a:ahLst/>
                <a:cxnLst>
                  <a:cxn ang="0">
                    <a:pos x="9" y="230"/>
                  </a:cxn>
                  <a:cxn ang="0">
                    <a:pos x="9" y="221"/>
                  </a:cxn>
                  <a:cxn ang="0">
                    <a:pos x="18" y="203"/>
                  </a:cxn>
                  <a:cxn ang="0">
                    <a:pos x="9" y="185"/>
                  </a:cxn>
                  <a:cxn ang="0">
                    <a:pos x="26" y="176"/>
                  </a:cxn>
                  <a:cxn ang="0">
                    <a:pos x="44" y="185"/>
                  </a:cxn>
                  <a:cxn ang="0">
                    <a:pos x="53" y="176"/>
                  </a:cxn>
                  <a:cxn ang="0">
                    <a:pos x="53" y="159"/>
                  </a:cxn>
                  <a:cxn ang="0">
                    <a:pos x="70" y="150"/>
                  </a:cxn>
                  <a:cxn ang="0">
                    <a:pos x="70" y="132"/>
                  </a:cxn>
                  <a:cxn ang="0">
                    <a:pos x="79" y="123"/>
                  </a:cxn>
                  <a:cxn ang="0">
                    <a:pos x="79" y="115"/>
                  </a:cxn>
                  <a:cxn ang="0">
                    <a:pos x="97" y="123"/>
                  </a:cxn>
                  <a:cxn ang="0">
                    <a:pos x="106" y="115"/>
                  </a:cxn>
                  <a:cxn ang="0">
                    <a:pos x="132" y="123"/>
                  </a:cxn>
                  <a:cxn ang="0">
                    <a:pos x="141" y="106"/>
                  </a:cxn>
                  <a:cxn ang="0">
                    <a:pos x="150" y="106"/>
                  </a:cxn>
                  <a:cxn ang="0">
                    <a:pos x="167" y="106"/>
                  </a:cxn>
                  <a:cxn ang="0">
                    <a:pos x="167" y="88"/>
                  </a:cxn>
                  <a:cxn ang="0">
                    <a:pos x="176" y="88"/>
                  </a:cxn>
                  <a:cxn ang="0">
                    <a:pos x="194" y="97"/>
                  </a:cxn>
                  <a:cxn ang="0">
                    <a:pos x="202" y="79"/>
                  </a:cxn>
                  <a:cxn ang="0">
                    <a:pos x="220" y="70"/>
                  </a:cxn>
                  <a:cxn ang="0">
                    <a:pos x="229" y="53"/>
                  </a:cxn>
                  <a:cxn ang="0">
                    <a:pos x="229" y="35"/>
                  </a:cxn>
                  <a:cxn ang="0">
                    <a:pos x="238" y="35"/>
                  </a:cxn>
                  <a:cxn ang="0">
                    <a:pos x="264" y="17"/>
                  </a:cxn>
                  <a:cxn ang="0">
                    <a:pos x="255" y="0"/>
                  </a:cxn>
                  <a:cxn ang="0">
                    <a:pos x="273" y="0"/>
                  </a:cxn>
                  <a:cxn ang="0">
                    <a:pos x="290" y="8"/>
                  </a:cxn>
                  <a:cxn ang="0">
                    <a:pos x="317" y="17"/>
                  </a:cxn>
                  <a:cxn ang="0">
                    <a:pos x="334" y="26"/>
                  </a:cxn>
                  <a:cxn ang="0">
                    <a:pos x="352" y="26"/>
                  </a:cxn>
                  <a:cxn ang="0">
                    <a:pos x="361" y="26"/>
                  </a:cxn>
                  <a:cxn ang="0">
                    <a:pos x="378" y="8"/>
                  </a:cxn>
                  <a:cxn ang="0">
                    <a:pos x="396" y="26"/>
                  </a:cxn>
                  <a:cxn ang="0">
                    <a:pos x="405" y="35"/>
                  </a:cxn>
                  <a:cxn ang="0">
                    <a:pos x="405" y="53"/>
                  </a:cxn>
                  <a:cxn ang="0">
                    <a:pos x="422" y="79"/>
                  </a:cxn>
                  <a:cxn ang="0">
                    <a:pos x="449" y="97"/>
                  </a:cxn>
                  <a:cxn ang="0">
                    <a:pos x="414" y="141"/>
                  </a:cxn>
                  <a:cxn ang="0">
                    <a:pos x="405" y="159"/>
                  </a:cxn>
                  <a:cxn ang="0">
                    <a:pos x="387" y="168"/>
                  </a:cxn>
                  <a:cxn ang="0">
                    <a:pos x="370" y="176"/>
                  </a:cxn>
                  <a:cxn ang="0">
                    <a:pos x="352" y="194"/>
                  </a:cxn>
                  <a:cxn ang="0">
                    <a:pos x="290" y="194"/>
                  </a:cxn>
                  <a:cxn ang="0">
                    <a:pos x="211" y="203"/>
                  </a:cxn>
                  <a:cxn ang="0">
                    <a:pos x="123" y="212"/>
                  </a:cxn>
                  <a:cxn ang="0">
                    <a:pos x="79" y="212"/>
                  </a:cxn>
                  <a:cxn ang="0">
                    <a:pos x="0" y="238"/>
                  </a:cxn>
                </a:cxnLst>
                <a:rect l="0" t="0" r="r" b="b"/>
                <a:pathLst>
                  <a:path w="449" h="238">
                    <a:moveTo>
                      <a:pt x="0" y="238"/>
                    </a:moveTo>
                    <a:lnTo>
                      <a:pt x="0" y="230"/>
                    </a:lnTo>
                    <a:lnTo>
                      <a:pt x="9" y="230"/>
                    </a:lnTo>
                    <a:lnTo>
                      <a:pt x="9" y="230"/>
                    </a:lnTo>
                    <a:lnTo>
                      <a:pt x="9" y="221"/>
                    </a:lnTo>
                    <a:lnTo>
                      <a:pt x="9" y="221"/>
                    </a:lnTo>
                    <a:lnTo>
                      <a:pt x="18" y="212"/>
                    </a:lnTo>
                    <a:lnTo>
                      <a:pt x="18" y="203"/>
                    </a:lnTo>
                    <a:lnTo>
                      <a:pt x="18" y="203"/>
                    </a:lnTo>
                    <a:lnTo>
                      <a:pt x="18" y="194"/>
                    </a:lnTo>
                    <a:lnTo>
                      <a:pt x="9" y="194"/>
                    </a:lnTo>
                    <a:lnTo>
                      <a:pt x="9" y="185"/>
                    </a:lnTo>
                    <a:lnTo>
                      <a:pt x="18" y="176"/>
                    </a:lnTo>
                    <a:lnTo>
                      <a:pt x="26" y="176"/>
                    </a:lnTo>
                    <a:lnTo>
                      <a:pt x="26" y="176"/>
                    </a:lnTo>
                    <a:lnTo>
                      <a:pt x="35" y="176"/>
                    </a:lnTo>
                    <a:lnTo>
                      <a:pt x="44" y="185"/>
                    </a:lnTo>
                    <a:lnTo>
                      <a:pt x="44" y="185"/>
                    </a:lnTo>
                    <a:lnTo>
                      <a:pt x="53" y="185"/>
                    </a:lnTo>
                    <a:lnTo>
                      <a:pt x="53" y="176"/>
                    </a:lnTo>
                    <a:lnTo>
                      <a:pt x="53" y="176"/>
                    </a:lnTo>
                    <a:lnTo>
                      <a:pt x="53" y="168"/>
                    </a:lnTo>
                    <a:lnTo>
                      <a:pt x="53" y="168"/>
                    </a:lnTo>
                    <a:lnTo>
                      <a:pt x="53" y="159"/>
                    </a:lnTo>
                    <a:lnTo>
                      <a:pt x="53" y="159"/>
                    </a:lnTo>
                    <a:lnTo>
                      <a:pt x="62" y="159"/>
                    </a:lnTo>
                    <a:lnTo>
                      <a:pt x="70" y="150"/>
                    </a:lnTo>
                    <a:lnTo>
                      <a:pt x="70" y="150"/>
                    </a:lnTo>
                    <a:lnTo>
                      <a:pt x="70" y="141"/>
                    </a:lnTo>
                    <a:lnTo>
                      <a:pt x="70" y="132"/>
                    </a:lnTo>
                    <a:lnTo>
                      <a:pt x="70" y="132"/>
                    </a:lnTo>
                    <a:lnTo>
                      <a:pt x="79" y="123"/>
                    </a:lnTo>
                    <a:lnTo>
                      <a:pt x="79" y="123"/>
                    </a:lnTo>
                    <a:lnTo>
                      <a:pt x="79" y="123"/>
                    </a:lnTo>
                    <a:lnTo>
                      <a:pt x="79" y="123"/>
                    </a:lnTo>
                    <a:lnTo>
                      <a:pt x="79" y="115"/>
                    </a:lnTo>
                    <a:lnTo>
                      <a:pt x="88" y="115"/>
                    </a:lnTo>
                    <a:lnTo>
                      <a:pt x="97" y="115"/>
                    </a:lnTo>
                    <a:lnTo>
                      <a:pt x="97" y="123"/>
                    </a:lnTo>
                    <a:lnTo>
                      <a:pt x="106" y="115"/>
                    </a:lnTo>
                    <a:lnTo>
                      <a:pt x="97" y="115"/>
                    </a:lnTo>
                    <a:lnTo>
                      <a:pt x="106" y="115"/>
                    </a:lnTo>
                    <a:lnTo>
                      <a:pt x="114" y="106"/>
                    </a:lnTo>
                    <a:lnTo>
                      <a:pt x="132" y="115"/>
                    </a:lnTo>
                    <a:lnTo>
                      <a:pt x="132" y="123"/>
                    </a:lnTo>
                    <a:lnTo>
                      <a:pt x="132" y="115"/>
                    </a:lnTo>
                    <a:lnTo>
                      <a:pt x="132" y="115"/>
                    </a:lnTo>
                    <a:lnTo>
                      <a:pt x="141" y="106"/>
                    </a:lnTo>
                    <a:lnTo>
                      <a:pt x="141" y="106"/>
                    </a:lnTo>
                    <a:lnTo>
                      <a:pt x="150" y="106"/>
                    </a:lnTo>
                    <a:lnTo>
                      <a:pt x="150" y="106"/>
                    </a:lnTo>
                    <a:lnTo>
                      <a:pt x="158" y="106"/>
                    </a:lnTo>
                    <a:lnTo>
                      <a:pt x="158" y="115"/>
                    </a:lnTo>
                    <a:lnTo>
                      <a:pt x="167" y="106"/>
                    </a:lnTo>
                    <a:lnTo>
                      <a:pt x="167" y="106"/>
                    </a:lnTo>
                    <a:lnTo>
                      <a:pt x="167" y="97"/>
                    </a:lnTo>
                    <a:lnTo>
                      <a:pt x="167" y="88"/>
                    </a:lnTo>
                    <a:lnTo>
                      <a:pt x="176" y="88"/>
                    </a:lnTo>
                    <a:lnTo>
                      <a:pt x="176" y="79"/>
                    </a:lnTo>
                    <a:lnTo>
                      <a:pt x="176" y="88"/>
                    </a:lnTo>
                    <a:lnTo>
                      <a:pt x="185" y="97"/>
                    </a:lnTo>
                    <a:lnTo>
                      <a:pt x="185" y="97"/>
                    </a:lnTo>
                    <a:lnTo>
                      <a:pt x="194" y="97"/>
                    </a:lnTo>
                    <a:lnTo>
                      <a:pt x="202" y="97"/>
                    </a:lnTo>
                    <a:lnTo>
                      <a:pt x="202" y="88"/>
                    </a:lnTo>
                    <a:lnTo>
                      <a:pt x="202" y="79"/>
                    </a:lnTo>
                    <a:lnTo>
                      <a:pt x="202" y="70"/>
                    </a:lnTo>
                    <a:lnTo>
                      <a:pt x="211" y="70"/>
                    </a:lnTo>
                    <a:lnTo>
                      <a:pt x="220" y="70"/>
                    </a:lnTo>
                    <a:lnTo>
                      <a:pt x="220" y="62"/>
                    </a:lnTo>
                    <a:lnTo>
                      <a:pt x="220" y="53"/>
                    </a:lnTo>
                    <a:lnTo>
                      <a:pt x="229" y="53"/>
                    </a:lnTo>
                    <a:lnTo>
                      <a:pt x="229" y="44"/>
                    </a:lnTo>
                    <a:lnTo>
                      <a:pt x="229" y="35"/>
                    </a:lnTo>
                    <a:lnTo>
                      <a:pt x="229" y="35"/>
                    </a:lnTo>
                    <a:lnTo>
                      <a:pt x="229" y="35"/>
                    </a:lnTo>
                    <a:lnTo>
                      <a:pt x="238" y="35"/>
                    </a:lnTo>
                    <a:lnTo>
                      <a:pt x="238" y="35"/>
                    </a:lnTo>
                    <a:lnTo>
                      <a:pt x="255" y="26"/>
                    </a:lnTo>
                    <a:lnTo>
                      <a:pt x="264" y="26"/>
                    </a:lnTo>
                    <a:lnTo>
                      <a:pt x="264" y="17"/>
                    </a:lnTo>
                    <a:lnTo>
                      <a:pt x="255" y="17"/>
                    </a:lnTo>
                    <a:lnTo>
                      <a:pt x="264" y="8"/>
                    </a:lnTo>
                    <a:lnTo>
                      <a:pt x="255" y="0"/>
                    </a:lnTo>
                    <a:lnTo>
                      <a:pt x="255" y="0"/>
                    </a:lnTo>
                    <a:lnTo>
                      <a:pt x="264" y="0"/>
                    </a:lnTo>
                    <a:lnTo>
                      <a:pt x="273" y="0"/>
                    </a:lnTo>
                    <a:lnTo>
                      <a:pt x="282" y="0"/>
                    </a:lnTo>
                    <a:lnTo>
                      <a:pt x="290" y="0"/>
                    </a:lnTo>
                    <a:lnTo>
                      <a:pt x="290" y="8"/>
                    </a:lnTo>
                    <a:lnTo>
                      <a:pt x="299" y="17"/>
                    </a:lnTo>
                    <a:lnTo>
                      <a:pt x="308" y="17"/>
                    </a:lnTo>
                    <a:lnTo>
                      <a:pt x="317" y="17"/>
                    </a:lnTo>
                    <a:lnTo>
                      <a:pt x="317" y="17"/>
                    </a:lnTo>
                    <a:lnTo>
                      <a:pt x="334" y="26"/>
                    </a:lnTo>
                    <a:lnTo>
                      <a:pt x="334" y="26"/>
                    </a:lnTo>
                    <a:lnTo>
                      <a:pt x="343" y="26"/>
                    </a:lnTo>
                    <a:lnTo>
                      <a:pt x="343" y="26"/>
                    </a:lnTo>
                    <a:lnTo>
                      <a:pt x="352" y="26"/>
                    </a:lnTo>
                    <a:lnTo>
                      <a:pt x="352" y="26"/>
                    </a:lnTo>
                    <a:lnTo>
                      <a:pt x="361" y="26"/>
                    </a:lnTo>
                    <a:lnTo>
                      <a:pt x="361" y="26"/>
                    </a:lnTo>
                    <a:lnTo>
                      <a:pt x="370" y="17"/>
                    </a:lnTo>
                    <a:lnTo>
                      <a:pt x="370" y="17"/>
                    </a:lnTo>
                    <a:lnTo>
                      <a:pt x="378" y="8"/>
                    </a:lnTo>
                    <a:lnTo>
                      <a:pt x="387" y="17"/>
                    </a:lnTo>
                    <a:lnTo>
                      <a:pt x="387" y="26"/>
                    </a:lnTo>
                    <a:lnTo>
                      <a:pt x="396" y="26"/>
                    </a:lnTo>
                    <a:lnTo>
                      <a:pt x="396" y="35"/>
                    </a:lnTo>
                    <a:lnTo>
                      <a:pt x="405" y="35"/>
                    </a:lnTo>
                    <a:lnTo>
                      <a:pt x="405" y="35"/>
                    </a:lnTo>
                    <a:lnTo>
                      <a:pt x="405" y="44"/>
                    </a:lnTo>
                    <a:lnTo>
                      <a:pt x="405" y="44"/>
                    </a:lnTo>
                    <a:lnTo>
                      <a:pt x="405" y="53"/>
                    </a:lnTo>
                    <a:lnTo>
                      <a:pt x="414" y="70"/>
                    </a:lnTo>
                    <a:lnTo>
                      <a:pt x="414" y="70"/>
                    </a:lnTo>
                    <a:lnTo>
                      <a:pt x="422" y="79"/>
                    </a:lnTo>
                    <a:lnTo>
                      <a:pt x="431" y="88"/>
                    </a:lnTo>
                    <a:lnTo>
                      <a:pt x="440" y="97"/>
                    </a:lnTo>
                    <a:lnTo>
                      <a:pt x="449" y="97"/>
                    </a:lnTo>
                    <a:lnTo>
                      <a:pt x="431" y="123"/>
                    </a:lnTo>
                    <a:lnTo>
                      <a:pt x="414" y="132"/>
                    </a:lnTo>
                    <a:lnTo>
                      <a:pt x="414" y="141"/>
                    </a:lnTo>
                    <a:lnTo>
                      <a:pt x="414" y="150"/>
                    </a:lnTo>
                    <a:lnTo>
                      <a:pt x="405" y="150"/>
                    </a:lnTo>
                    <a:lnTo>
                      <a:pt x="405" y="159"/>
                    </a:lnTo>
                    <a:lnTo>
                      <a:pt x="396" y="159"/>
                    </a:lnTo>
                    <a:lnTo>
                      <a:pt x="396" y="159"/>
                    </a:lnTo>
                    <a:lnTo>
                      <a:pt x="387" y="168"/>
                    </a:lnTo>
                    <a:lnTo>
                      <a:pt x="387" y="168"/>
                    </a:lnTo>
                    <a:lnTo>
                      <a:pt x="378" y="176"/>
                    </a:lnTo>
                    <a:lnTo>
                      <a:pt x="370" y="176"/>
                    </a:lnTo>
                    <a:lnTo>
                      <a:pt x="370" y="185"/>
                    </a:lnTo>
                    <a:lnTo>
                      <a:pt x="352" y="185"/>
                    </a:lnTo>
                    <a:lnTo>
                      <a:pt x="352" y="194"/>
                    </a:lnTo>
                    <a:lnTo>
                      <a:pt x="326" y="194"/>
                    </a:lnTo>
                    <a:lnTo>
                      <a:pt x="308" y="194"/>
                    </a:lnTo>
                    <a:lnTo>
                      <a:pt x="290" y="194"/>
                    </a:lnTo>
                    <a:lnTo>
                      <a:pt x="255" y="194"/>
                    </a:lnTo>
                    <a:lnTo>
                      <a:pt x="246" y="203"/>
                    </a:lnTo>
                    <a:lnTo>
                      <a:pt x="211" y="203"/>
                    </a:lnTo>
                    <a:lnTo>
                      <a:pt x="185" y="203"/>
                    </a:lnTo>
                    <a:lnTo>
                      <a:pt x="150" y="212"/>
                    </a:lnTo>
                    <a:lnTo>
                      <a:pt x="123" y="212"/>
                    </a:lnTo>
                    <a:lnTo>
                      <a:pt x="97" y="212"/>
                    </a:lnTo>
                    <a:lnTo>
                      <a:pt x="88" y="212"/>
                    </a:lnTo>
                    <a:lnTo>
                      <a:pt x="79" y="212"/>
                    </a:lnTo>
                    <a:lnTo>
                      <a:pt x="88" y="221"/>
                    </a:lnTo>
                    <a:lnTo>
                      <a:pt x="88" y="230"/>
                    </a:lnTo>
                    <a:lnTo>
                      <a:pt x="0" y="238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132"/>
              <p:cNvSpPr>
                <a:spLocks/>
              </p:cNvSpPr>
              <p:nvPr/>
            </p:nvSpPr>
            <p:spPr bwMode="auto">
              <a:xfrm>
                <a:off x="3609676" y="2781745"/>
                <a:ext cx="602393" cy="319308"/>
              </a:xfrm>
              <a:custGeom>
                <a:avLst/>
                <a:gdLst/>
                <a:ahLst/>
                <a:cxnLst>
                  <a:cxn ang="0">
                    <a:pos x="9" y="230"/>
                  </a:cxn>
                  <a:cxn ang="0">
                    <a:pos x="9" y="221"/>
                  </a:cxn>
                  <a:cxn ang="0">
                    <a:pos x="18" y="203"/>
                  </a:cxn>
                  <a:cxn ang="0">
                    <a:pos x="9" y="185"/>
                  </a:cxn>
                  <a:cxn ang="0">
                    <a:pos x="26" y="176"/>
                  </a:cxn>
                  <a:cxn ang="0">
                    <a:pos x="44" y="185"/>
                  </a:cxn>
                  <a:cxn ang="0">
                    <a:pos x="53" y="176"/>
                  </a:cxn>
                  <a:cxn ang="0">
                    <a:pos x="53" y="159"/>
                  </a:cxn>
                  <a:cxn ang="0">
                    <a:pos x="70" y="150"/>
                  </a:cxn>
                  <a:cxn ang="0">
                    <a:pos x="70" y="132"/>
                  </a:cxn>
                  <a:cxn ang="0">
                    <a:pos x="79" y="123"/>
                  </a:cxn>
                  <a:cxn ang="0">
                    <a:pos x="79" y="115"/>
                  </a:cxn>
                  <a:cxn ang="0">
                    <a:pos x="97" y="123"/>
                  </a:cxn>
                  <a:cxn ang="0">
                    <a:pos x="106" y="115"/>
                  </a:cxn>
                  <a:cxn ang="0">
                    <a:pos x="132" y="123"/>
                  </a:cxn>
                  <a:cxn ang="0">
                    <a:pos x="141" y="106"/>
                  </a:cxn>
                  <a:cxn ang="0">
                    <a:pos x="150" y="106"/>
                  </a:cxn>
                  <a:cxn ang="0">
                    <a:pos x="167" y="106"/>
                  </a:cxn>
                  <a:cxn ang="0">
                    <a:pos x="167" y="88"/>
                  </a:cxn>
                  <a:cxn ang="0">
                    <a:pos x="176" y="88"/>
                  </a:cxn>
                  <a:cxn ang="0">
                    <a:pos x="194" y="97"/>
                  </a:cxn>
                  <a:cxn ang="0">
                    <a:pos x="202" y="79"/>
                  </a:cxn>
                  <a:cxn ang="0">
                    <a:pos x="220" y="70"/>
                  </a:cxn>
                  <a:cxn ang="0">
                    <a:pos x="229" y="53"/>
                  </a:cxn>
                  <a:cxn ang="0">
                    <a:pos x="229" y="35"/>
                  </a:cxn>
                  <a:cxn ang="0">
                    <a:pos x="238" y="35"/>
                  </a:cxn>
                  <a:cxn ang="0">
                    <a:pos x="264" y="17"/>
                  </a:cxn>
                  <a:cxn ang="0">
                    <a:pos x="255" y="0"/>
                  </a:cxn>
                  <a:cxn ang="0">
                    <a:pos x="273" y="0"/>
                  </a:cxn>
                  <a:cxn ang="0">
                    <a:pos x="290" y="8"/>
                  </a:cxn>
                  <a:cxn ang="0">
                    <a:pos x="317" y="17"/>
                  </a:cxn>
                  <a:cxn ang="0">
                    <a:pos x="334" y="26"/>
                  </a:cxn>
                  <a:cxn ang="0">
                    <a:pos x="352" y="26"/>
                  </a:cxn>
                  <a:cxn ang="0">
                    <a:pos x="361" y="26"/>
                  </a:cxn>
                  <a:cxn ang="0">
                    <a:pos x="378" y="8"/>
                  </a:cxn>
                  <a:cxn ang="0">
                    <a:pos x="396" y="26"/>
                  </a:cxn>
                  <a:cxn ang="0">
                    <a:pos x="405" y="35"/>
                  </a:cxn>
                  <a:cxn ang="0">
                    <a:pos x="405" y="53"/>
                  </a:cxn>
                  <a:cxn ang="0">
                    <a:pos x="422" y="79"/>
                  </a:cxn>
                  <a:cxn ang="0">
                    <a:pos x="449" y="97"/>
                  </a:cxn>
                  <a:cxn ang="0">
                    <a:pos x="414" y="141"/>
                  </a:cxn>
                  <a:cxn ang="0">
                    <a:pos x="405" y="159"/>
                  </a:cxn>
                  <a:cxn ang="0">
                    <a:pos x="387" y="168"/>
                  </a:cxn>
                  <a:cxn ang="0">
                    <a:pos x="370" y="176"/>
                  </a:cxn>
                  <a:cxn ang="0">
                    <a:pos x="352" y="194"/>
                  </a:cxn>
                  <a:cxn ang="0">
                    <a:pos x="290" y="194"/>
                  </a:cxn>
                  <a:cxn ang="0">
                    <a:pos x="211" y="203"/>
                  </a:cxn>
                  <a:cxn ang="0">
                    <a:pos x="123" y="212"/>
                  </a:cxn>
                  <a:cxn ang="0">
                    <a:pos x="79" y="212"/>
                  </a:cxn>
                  <a:cxn ang="0">
                    <a:pos x="0" y="238"/>
                  </a:cxn>
                </a:cxnLst>
                <a:rect l="0" t="0" r="r" b="b"/>
                <a:pathLst>
                  <a:path w="449" h="238">
                    <a:moveTo>
                      <a:pt x="0" y="238"/>
                    </a:moveTo>
                    <a:lnTo>
                      <a:pt x="0" y="230"/>
                    </a:lnTo>
                    <a:lnTo>
                      <a:pt x="9" y="230"/>
                    </a:lnTo>
                    <a:lnTo>
                      <a:pt x="9" y="230"/>
                    </a:lnTo>
                    <a:lnTo>
                      <a:pt x="9" y="221"/>
                    </a:lnTo>
                    <a:lnTo>
                      <a:pt x="9" y="221"/>
                    </a:lnTo>
                    <a:lnTo>
                      <a:pt x="18" y="212"/>
                    </a:lnTo>
                    <a:lnTo>
                      <a:pt x="18" y="203"/>
                    </a:lnTo>
                    <a:lnTo>
                      <a:pt x="18" y="203"/>
                    </a:lnTo>
                    <a:lnTo>
                      <a:pt x="18" y="194"/>
                    </a:lnTo>
                    <a:lnTo>
                      <a:pt x="9" y="194"/>
                    </a:lnTo>
                    <a:lnTo>
                      <a:pt x="9" y="185"/>
                    </a:lnTo>
                    <a:lnTo>
                      <a:pt x="18" y="176"/>
                    </a:lnTo>
                    <a:lnTo>
                      <a:pt x="26" y="176"/>
                    </a:lnTo>
                    <a:lnTo>
                      <a:pt x="26" y="176"/>
                    </a:lnTo>
                    <a:lnTo>
                      <a:pt x="35" y="176"/>
                    </a:lnTo>
                    <a:lnTo>
                      <a:pt x="44" y="185"/>
                    </a:lnTo>
                    <a:lnTo>
                      <a:pt x="44" y="185"/>
                    </a:lnTo>
                    <a:lnTo>
                      <a:pt x="53" y="185"/>
                    </a:lnTo>
                    <a:lnTo>
                      <a:pt x="53" y="176"/>
                    </a:lnTo>
                    <a:lnTo>
                      <a:pt x="53" y="176"/>
                    </a:lnTo>
                    <a:lnTo>
                      <a:pt x="53" y="168"/>
                    </a:lnTo>
                    <a:lnTo>
                      <a:pt x="53" y="168"/>
                    </a:lnTo>
                    <a:lnTo>
                      <a:pt x="53" y="159"/>
                    </a:lnTo>
                    <a:lnTo>
                      <a:pt x="53" y="159"/>
                    </a:lnTo>
                    <a:lnTo>
                      <a:pt x="62" y="159"/>
                    </a:lnTo>
                    <a:lnTo>
                      <a:pt x="70" y="150"/>
                    </a:lnTo>
                    <a:lnTo>
                      <a:pt x="70" y="150"/>
                    </a:lnTo>
                    <a:lnTo>
                      <a:pt x="70" y="141"/>
                    </a:lnTo>
                    <a:lnTo>
                      <a:pt x="70" y="132"/>
                    </a:lnTo>
                    <a:lnTo>
                      <a:pt x="70" y="132"/>
                    </a:lnTo>
                    <a:lnTo>
                      <a:pt x="79" y="123"/>
                    </a:lnTo>
                    <a:lnTo>
                      <a:pt x="79" y="123"/>
                    </a:lnTo>
                    <a:lnTo>
                      <a:pt x="79" y="123"/>
                    </a:lnTo>
                    <a:lnTo>
                      <a:pt x="79" y="123"/>
                    </a:lnTo>
                    <a:lnTo>
                      <a:pt x="79" y="115"/>
                    </a:lnTo>
                    <a:lnTo>
                      <a:pt x="88" y="115"/>
                    </a:lnTo>
                    <a:lnTo>
                      <a:pt x="97" y="115"/>
                    </a:lnTo>
                    <a:lnTo>
                      <a:pt x="97" y="123"/>
                    </a:lnTo>
                    <a:lnTo>
                      <a:pt x="106" y="115"/>
                    </a:lnTo>
                    <a:lnTo>
                      <a:pt x="97" y="115"/>
                    </a:lnTo>
                    <a:lnTo>
                      <a:pt x="106" y="115"/>
                    </a:lnTo>
                    <a:lnTo>
                      <a:pt x="114" y="106"/>
                    </a:lnTo>
                    <a:lnTo>
                      <a:pt x="132" y="115"/>
                    </a:lnTo>
                    <a:lnTo>
                      <a:pt x="132" y="123"/>
                    </a:lnTo>
                    <a:lnTo>
                      <a:pt x="132" y="115"/>
                    </a:lnTo>
                    <a:lnTo>
                      <a:pt x="132" y="115"/>
                    </a:lnTo>
                    <a:lnTo>
                      <a:pt x="141" y="106"/>
                    </a:lnTo>
                    <a:lnTo>
                      <a:pt x="141" y="106"/>
                    </a:lnTo>
                    <a:lnTo>
                      <a:pt x="150" y="106"/>
                    </a:lnTo>
                    <a:lnTo>
                      <a:pt x="150" y="106"/>
                    </a:lnTo>
                    <a:lnTo>
                      <a:pt x="158" y="106"/>
                    </a:lnTo>
                    <a:lnTo>
                      <a:pt x="158" y="115"/>
                    </a:lnTo>
                    <a:lnTo>
                      <a:pt x="167" y="106"/>
                    </a:lnTo>
                    <a:lnTo>
                      <a:pt x="167" y="106"/>
                    </a:lnTo>
                    <a:lnTo>
                      <a:pt x="167" y="97"/>
                    </a:lnTo>
                    <a:lnTo>
                      <a:pt x="167" y="88"/>
                    </a:lnTo>
                    <a:lnTo>
                      <a:pt x="176" y="88"/>
                    </a:lnTo>
                    <a:lnTo>
                      <a:pt x="176" y="79"/>
                    </a:lnTo>
                    <a:lnTo>
                      <a:pt x="176" y="88"/>
                    </a:lnTo>
                    <a:lnTo>
                      <a:pt x="185" y="97"/>
                    </a:lnTo>
                    <a:lnTo>
                      <a:pt x="185" y="97"/>
                    </a:lnTo>
                    <a:lnTo>
                      <a:pt x="194" y="97"/>
                    </a:lnTo>
                    <a:lnTo>
                      <a:pt x="202" y="97"/>
                    </a:lnTo>
                    <a:lnTo>
                      <a:pt x="202" y="88"/>
                    </a:lnTo>
                    <a:lnTo>
                      <a:pt x="202" y="79"/>
                    </a:lnTo>
                    <a:lnTo>
                      <a:pt x="202" y="70"/>
                    </a:lnTo>
                    <a:lnTo>
                      <a:pt x="211" y="70"/>
                    </a:lnTo>
                    <a:lnTo>
                      <a:pt x="220" y="70"/>
                    </a:lnTo>
                    <a:lnTo>
                      <a:pt x="220" y="62"/>
                    </a:lnTo>
                    <a:lnTo>
                      <a:pt x="220" y="53"/>
                    </a:lnTo>
                    <a:lnTo>
                      <a:pt x="229" y="53"/>
                    </a:lnTo>
                    <a:lnTo>
                      <a:pt x="229" y="44"/>
                    </a:lnTo>
                    <a:lnTo>
                      <a:pt x="229" y="35"/>
                    </a:lnTo>
                    <a:lnTo>
                      <a:pt x="229" y="35"/>
                    </a:lnTo>
                    <a:lnTo>
                      <a:pt x="229" y="35"/>
                    </a:lnTo>
                    <a:lnTo>
                      <a:pt x="238" y="35"/>
                    </a:lnTo>
                    <a:lnTo>
                      <a:pt x="238" y="35"/>
                    </a:lnTo>
                    <a:lnTo>
                      <a:pt x="255" y="26"/>
                    </a:lnTo>
                    <a:lnTo>
                      <a:pt x="264" y="26"/>
                    </a:lnTo>
                    <a:lnTo>
                      <a:pt x="264" y="17"/>
                    </a:lnTo>
                    <a:lnTo>
                      <a:pt x="255" y="17"/>
                    </a:lnTo>
                    <a:lnTo>
                      <a:pt x="264" y="8"/>
                    </a:lnTo>
                    <a:lnTo>
                      <a:pt x="255" y="0"/>
                    </a:lnTo>
                    <a:lnTo>
                      <a:pt x="255" y="0"/>
                    </a:lnTo>
                    <a:lnTo>
                      <a:pt x="264" y="0"/>
                    </a:lnTo>
                    <a:lnTo>
                      <a:pt x="273" y="0"/>
                    </a:lnTo>
                    <a:lnTo>
                      <a:pt x="282" y="0"/>
                    </a:lnTo>
                    <a:lnTo>
                      <a:pt x="290" y="0"/>
                    </a:lnTo>
                    <a:lnTo>
                      <a:pt x="290" y="8"/>
                    </a:lnTo>
                    <a:lnTo>
                      <a:pt x="299" y="17"/>
                    </a:lnTo>
                    <a:lnTo>
                      <a:pt x="308" y="17"/>
                    </a:lnTo>
                    <a:lnTo>
                      <a:pt x="317" y="17"/>
                    </a:lnTo>
                    <a:lnTo>
                      <a:pt x="317" y="17"/>
                    </a:lnTo>
                    <a:lnTo>
                      <a:pt x="334" y="26"/>
                    </a:lnTo>
                    <a:lnTo>
                      <a:pt x="334" y="26"/>
                    </a:lnTo>
                    <a:lnTo>
                      <a:pt x="343" y="26"/>
                    </a:lnTo>
                    <a:lnTo>
                      <a:pt x="343" y="26"/>
                    </a:lnTo>
                    <a:lnTo>
                      <a:pt x="352" y="26"/>
                    </a:lnTo>
                    <a:lnTo>
                      <a:pt x="352" y="26"/>
                    </a:lnTo>
                    <a:lnTo>
                      <a:pt x="361" y="26"/>
                    </a:lnTo>
                    <a:lnTo>
                      <a:pt x="361" y="26"/>
                    </a:lnTo>
                    <a:lnTo>
                      <a:pt x="370" y="17"/>
                    </a:lnTo>
                    <a:lnTo>
                      <a:pt x="370" y="17"/>
                    </a:lnTo>
                    <a:lnTo>
                      <a:pt x="378" y="8"/>
                    </a:lnTo>
                    <a:lnTo>
                      <a:pt x="387" y="17"/>
                    </a:lnTo>
                    <a:lnTo>
                      <a:pt x="387" y="26"/>
                    </a:lnTo>
                    <a:lnTo>
                      <a:pt x="396" y="26"/>
                    </a:lnTo>
                    <a:lnTo>
                      <a:pt x="396" y="35"/>
                    </a:lnTo>
                    <a:lnTo>
                      <a:pt x="405" y="35"/>
                    </a:lnTo>
                    <a:lnTo>
                      <a:pt x="405" y="35"/>
                    </a:lnTo>
                    <a:lnTo>
                      <a:pt x="405" y="44"/>
                    </a:lnTo>
                    <a:lnTo>
                      <a:pt x="405" y="44"/>
                    </a:lnTo>
                    <a:lnTo>
                      <a:pt x="405" y="53"/>
                    </a:lnTo>
                    <a:lnTo>
                      <a:pt x="414" y="70"/>
                    </a:lnTo>
                    <a:lnTo>
                      <a:pt x="414" y="70"/>
                    </a:lnTo>
                    <a:lnTo>
                      <a:pt x="422" y="79"/>
                    </a:lnTo>
                    <a:lnTo>
                      <a:pt x="431" y="88"/>
                    </a:lnTo>
                    <a:lnTo>
                      <a:pt x="440" y="97"/>
                    </a:lnTo>
                    <a:lnTo>
                      <a:pt x="449" y="97"/>
                    </a:lnTo>
                    <a:lnTo>
                      <a:pt x="431" y="123"/>
                    </a:lnTo>
                    <a:lnTo>
                      <a:pt x="414" y="132"/>
                    </a:lnTo>
                    <a:lnTo>
                      <a:pt x="414" y="141"/>
                    </a:lnTo>
                    <a:lnTo>
                      <a:pt x="414" y="150"/>
                    </a:lnTo>
                    <a:lnTo>
                      <a:pt x="405" y="150"/>
                    </a:lnTo>
                    <a:lnTo>
                      <a:pt x="405" y="159"/>
                    </a:lnTo>
                    <a:lnTo>
                      <a:pt x="396" y="159"/>
                    </a:lnTo>
                    <a:lnTo>
                      <a:pt x="396" y="159"/>
                    </a:lnTo>
                    <a:lnTo>
                      <a:pt x="387" y="168"/>
                    </a:lnTo>
                    <a:lnTo>
                      <a:pt x="387" y="168"/>
                    </a:lnTo>
                    <a:lnTo>
                      <a:pt x="378" y="176"/>
                    </a:lnTo>
                    <a:lnTo>
                      <a:pt x="370" y="176"/>
                    </a:lnTo>
                    <a:lnTo>
                      <a:pt x="370" y="185"/>
                    </a:lnTo>
                    <a:lnTo>
                      <a:pt x="352" y="185"/>
                    </a:lnTo>
                    <a:lnTo>
                      <a:pt x="352" y="194"/>
                    </a:lnTo>
                    <a:lnTo>
                      <a:pt x="326" y="194"/>
                    </a:lnTo>
                    <a:lnTo>
                      <a:pt x="308" y="194"/>
                    </a:lnTo>
                    <a:lnTo>
                      <a:pt x="290" y="194"/>
                    </a:lnTo>
                    <a:lnTo>
                      <a:pt x="255" y="194"/>
                    </a:lnTo>
                    <a:lnTo>
                      <a:pt x="246" y="203"/>
                    </a:lnTo>
                    <a:lnTo>
                      <a:pt x="211" y="203"/>
                    </a:lnTo>
                    <a:lnTo>
                      <a:pt x="185" y="203"/>
                    </a:lnTo>
                    <a:lnTo>
                      <a:pt x="150" y="212"/>
                    </a:lnTo>
                    <a:lnTo>
                      <a:pt x="123" y="212"/>
                    </a:lnTo>
                    <a:lnTo>
                      <a:pt x="97" y="212"/>
                    </a:lnTo>
                    <a:lnTo>
                      <a:pt x="88" y="212"/>
                    </a:lnTo>
                    <a:lnTo>
                      <a:pt x="79" y="212"/>
                    </a:lnTo>
                    <a:lnTo>
                      <a:pt x="88" y="221"/>
                    </a:lnTo>
                    <a:lnTo>
                      <a:pt x="88" y="230"/>
                    </a:lnTo>
                    <a:lnTo>
                      <a:pt x="0" y="238"/>
                    </a:lnTo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133"/>
              <p:cNvSpPr>
                <a:spLocks/>
              </p:cNvSpPr>
              <p:nvPr/>
            </p:nvSpPr>
            <p:spPr bwMode="auto">
              <a:xfrm>
                <a:off x="2547104" y="2733446"/>
                <a:ext cx="625200" cy="332725"/>
              </a:xfrm>
              <a:custGeom>
                <a:avLst/>
                <a:gdLst/>
                <a:ahLst/>
                <a:cxnLst>
                  <a:cxn ang="0">
                    <a:pos x="0" y="239"/>
                  </a:cxn>
                  <a:cxn ang="0">
                    <a:pos x="18" y="0"/>
                  </a:cxn>
                  <a:cxn ang="0">
                    <a:pos x="88" y="9"/>
                  </a:cxn>
                  <a:cxn ang="0">
                    <a:pos x="238" y="9"/>
                  </a:cxn>
                  <a:cxn ang="0">
                    <a:pos x="317" y="9"/>
                  </a:cxn>
                  <a:cxn ang="0">
                    <a:pos x="414" y="9"/>
                  </a:cxn>
                  <a:cxn ang="0">
                    <a:pos x="431" y="18"/>
                  </a:cxn>
                  <a:cxn ang="0">
                    <a:pos x="431" y="18"/>
                  </a:cxn>
                  <a:cxn ang="0">
                    <a:pos x="440" y="18"/>
                  </a:cxn>
                  <a:cxn ang="0">
                    <a:pos x="440" y="27"/>
                  </a:cxn>
                  <a:cxn ang="0">
                    <a:pos x="440" y="27"/>
                  </a:cxn>
                  <a:cxn ang="0">
                    <a:pos x="440" y="36"/>
                  </a:cxn>
                  <a:cxn ang="0">
                    <a:pos x="440" y="27"/>
                  </a:cxn>
                  <a:cxn ang="0">
                    <a:pos x="440" y="36"/>
                  </a:cxn>
                  <a:cxn ang="0">
                    <a:pos x="431" y="44"/>
                  </a:cxn>
                  <a:cxn ang="0">
                    <a:pos x="431" y="53"/>
                  </a:cxn>
                  <a:cxn ang="0">
                    <a:pos x="440" y="53"/>
                  </a:cxn>
                  <a:cxn ang="0">
                    <a:pos x="440" y="62"/>
                  </a:cxn>
                  <a:cxn ang="0">
                    <a:pos x="440" y="62"/>
                  </a:cxn>
                  <a:cxn ang="0">
                    <a:pos x="449" y="71"/>
                  </a:cxn>
                  <a:cxn ang="0">
                    <a:pos x="458" y="80"/>
                  </a:cxn>
                  <a:cxn ang="0">
                    <a:pos x="458" y="80"/>
                  </a:cxn>
                  <a:cxn ang="0">
                    <a:pos x="466" y="248"/>
                  </a:cxn>
                  <a:cxn ang="0">
                    <a:pos x="387" y="248"/>
                  </a:cxn>
                  <a:cxn ang="0">
                    <a:pos x="247" y="248"/>
                  </a:cxn>
                  <a:cxn ang="0">
                    <a:pos x="106" y="248"/>
                  </a:cxn>
                  <a:cxn ang="0">
                    <a:pos x="0" y="239"/>
                  </a:cxn>
                </a:cxnLst>
                <a:rect l="0" t="0" r="r" b="b"/>
                <a:pathLst>
                  <a:path w="466" h="248">
                    <a:moveTo>
                      <a:pt x="0" y="239"/>
                    </a:moveTo>
                    <a:lnTo>
                      <a:pt x="18" y="0"/>
                    </a:lnTo>
                    <a:lnTo>
                      <a:pt x="88" y="9"/>
                    </a:lnTo>
                    <a:lnTo>
                      <a:pt x="238" y="9"/>
                    </a:lnTo>
                    <a:lnTo>
                      <a:pt x="317" y="9"/>
                    </a:lnTo>
                    <a:lnTo>
                      <a:pt x="414" y="9"/>
                    </a:lnTo>
                    <a:lnTo>
                      <a:pt x="431" y="18"/>
                    </a:lnTo>
                    <a:lnTo>
                      <a:pt x="431" y="18"/>
                    </a:lnTo>
                    <a:lnTo>
                      <a:pt x="440" y="18"/>
                    </a:lnTo>
                    <a:lnTo>
                      <a:pt x="440" y="27"/>
                    </a:lnTo>
                    <a:lnTo>
                      <a:pt x="440" y="27"/>
                    </a:lnTo>
                    <a:lnTo>
                      <a:pt x="440" y="36"/>
                    </a:lnTo>
                    <a:lnTo>
                      <a:pt x="440" y="27"/>
                    </a:lnTo>
                    <a:lnTo>
                      <a:pt x="440" y="36"/>
                    </a:lnTo>
                    <a:lnTo>
                      <a:pt x="431" y="44"/>
                    </a:lnTo>
                    <a:lnTo>
                      <a:pt x="431" y="53"/>
                    </a:lnTo>
                    <a:lnTo>
                      <a:pt x="440" y="53"/>
                    </a:lnTo>
                    <a:lnTo>
                      <a:pt x="440" y="62"/>
                    </a:lnTo>
                    <a:lnTo>
                      <a:pt x="440" y="62"/>
                    </a:lnTo>
                    <a:lnTo>
                      <a:pt x="449" y="71"/>
                    </a:lnTo>
                    <a:lnTo>
                      <a:pt x="458" y="80"/>
                    </a:lnTo>
                    <a:lnTo>
                      <a:pt x="458" y="80"/>
                    </a:lnTo>
                    <a:lnTo>
                      <a:pt x="466" y="248"/>
                    </a:lnTo>
                    <a:lnTo>
                      <a:pt x="387" y="248"/>
                    </a:lnTo>
                    <a:lnTo>
                      <a:pt x="247" y="248"/>
                    </a:lnTo>
                    <a:lnTo>
                      <a:pt x="106" y="248"/>
                    </a:lnTo>
                    <a:lnTo>
                      <a:pt x="0" y="239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Freeform 134"/>
              <p:cNvSpPr>
                <a:spLocks/>
              </p:cNvSpPr>
              <p:nvPr/>
            </p:nvSpPr>
            <p:spPr bwMode="auto">
              <a:xfrm>
                <a:off x="2547104" y="2733446"/>
                <a:ext cx="625200" cy="332725"/>
              </a:xfrm>
              <a:custGeom>
                <a:avLst/>
                <a:gdLst/>
                <a:ahLst/>
                <a:cxnLst>
                  <a:cxn ang="0">
                    <a:pos x="0" y="239"/>
                  </a:cxn>
                  <a:cxn ang="0">
                    <a:pos x="18" y="0"/>
                  </a:cxn>
                  <a:cxn ang="0">
                    <a:pos x="88" y="9"/>
                  </a:cxn>
                  <a:cxn ang="0">
                    <a:pos x="238" y="9"/>
                  </a:cxn>
                  <a:cxn ang="0">
                    <a:pos x="317" y="9"/>
                  </a:cxn>
                  <a:cxn ang="0">
                    <a:pos x="414" y="9"/>
                  </a:cxn>
                  <a:cxn ang="0">
                    <a:pos x="431" y="18"/>
                  </a:cxn>
                  <a:cxn ang="0">
                    <a:pos x="431" y="18"/>
                  </a:cxn>
                  <a:cxn ang="0">
                    <a:pos x="440" y="18"/>
                  </a:cxn>
                  <a:cxn ang="0">
                    <a:pos x="440" y="27"/>
                  </a:cxn>
                  <a:cxn ang="0">
                    <a:pos x="440" y="27"/>
                  </a:cxn>
                  <a:cxn ang="0">
                    <a:pos x="440" y="36"/>
                  </a:cxn>
                  <a:cxn ang="0">
                    <a:pos x="440" y="27"/>
                  </a:cxn>
                  <a:cxn ang="0">
                    <a:pos x="440" y="36"/>
                  </a:cxn>
                  <a:cxn ang="0">
                    <a:pos x="431" y="44"/>
                  </a:cxn>
                  <a:cxn ang="0">
                    <a:pos x="431" y="53"/>
                  </a:cxn>
                  <a:cxn ang="0">
                    <a:pos x="440" y="53"/>
                  </a:cxn>
                  <a:cxn ang="0">
                    <a:pos x="440" y="62"/>
                  </a:cxn>
                  <a:cxn ang="0">
                    <a:pos x="440" y="62"/>
                  </a:cxn>
                  <a:cxn ang="0">
                    <a:pos x="449" y="71"/>
                  </a:cxn>
                  <a:cxn ang="0">
                    <a:pos x="458" y="80"/>
                  </a:cxn>
                  <a:cxn ang="0">
                    <a:pos x="458" y="80"/>
                  </a:cxn>
                  <a:cxn ang="0">
                    <a:pos x="466" y="248"/>
                  </a:cxn>
                  <a:cxn ang="0">
                    <a:pos x="387" y="248"/>
                  </a:cxn>
                  <a:cxn ang="0">
                    <a:pos x="247" y="248"/>
                  </a:cxn>
                  <a:cxn ang="0">
                    <a:pos x="106" y="248"/>
                  </a:cxn>
                  <a:cxn ang="0">
                    <a:pos x="0" y="239"/>
                  </a:cxn>
                </a:cxnLst>
                <a:rect l="0" t="0" r="r" b="b"/>
                <a:pathLst>
                  <a:path w="466" h="248">
                    <a:moveTo>
                      <a:pt x="0" y="239"/>
                    </a:moveTo>
                    <a:lnTo>
                      <a:pt x="18" y="0"/>
                    </a:lnTo>
                    <a:lnTo>
                      <a:pt x="88" y="9"/>
                    </a:lnTo>
                    <a:lnTo>
                      <a:pt x="238" y="9"/>
                    </a:lnTo>
                    <a:lnTo>
                      <a:pt x="317" y="9"/>
                    </a:lnTo>
                    <a:lnTo>
                      <a:pt x="414" y="9"/>
                    </a:lnTo>
                    <a:lnTo>
                      <a:pt x="431" y="18"/>
                    </a:lnTo>
                    <a:lnTo>
                      <a:pt x="431" y="18"/>
                    </a:lnTo>
                    <a:lnTo>
                      <a:pt x="440" y="18"/>
                    </a:lnTo>
                    <a:lnTo>
                      <a:pt x="440" y="27"/>
                    </a:lnTo>
                    <a:lnTo>
                      <a:pt x="440" y="27"/>
                    </a:lnTo>
                    <a:lnTo>
                      <a:pt x="440" y="36"/>
                    </a:lnTo>
                    <a:lnTo>
                      <a:pt x="440" y="27"/>
                    </a:lnTo>
                    <a:lnTo>
                      <a:pt x="440" y="36"/>
                    </a:lnTo>
                    <a:lnTo>
                      <a:pt x="431" y="44"/>
                    </a:lnTo>
                    <a:lnTo>
                      <a:pt x="431" y="53"/>
                    </a:lnTo>
                    <a:lnTo>
                      <a:pt x="440" y="53"/>
                    </a:lnTo>
                    <a:lnTo>
                      <a:pt x="440" y="62"/>
                    </a:lnTo>
                    <a:lnTo>
                      <a:pt x="440" y="62"/>
                    </a:lnTo>
                    <a:lnTo>
                      <a:pt x="449" y="71"/>
                    </a:lnTo>
                    <a:lnTo>
                      <a:pt x="458" y="80"/>
                    </a:lnTo>
                    <a:lnTo>
                      <a:pt x="458" y="80"/>
                    </a:lnTo>
                    <a:lnTo>
                      <a:pt x="466" y="248"/>
                    </a:lnTo>
                    <a:lnTo>
                      <a:pt x="387" y="248"/>
                    </a:lnTo>
                    <a:lnTo>
                      <a:pt x="247" y="248"/>
                    </a:lnTo>
                    <a:lnTo>
                      <a:pt x="106" y="248"/>
                    </a:lnTo>
                    <a:lnTo>
                      <a:pt x="0" y="239"/>
                    </a:lnTo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137"/>
              <p:cNvSpPr>
                <a:spLocks/>
              </p:cNvSpPr>
              <p:nvPr/>
            </p:nvSpPr>
            <p:spPr bwMode="auto">
              <a:xfrm>
                <a:off x="3703590" y="2495978"/>
                <a:ext cx="260277" cy="450788"/>
              </a:xfrm>
              <a:custGeom>
                <a:avLst/>
                <a:gdLst/>
                <a:ahLst/>
                <a:cxnLst>
                  <a:cxn ang="0">
                    <a:pos x="0" y="336"/>
                  </a:cxn>
                  <a:cxn ang="0">
                    <a:pos x="0" y="319"/>
                  </a:cxn>
                  <a:cxn ang="0">
                    <a:pos x="9" y="310"/>
                  </a:cxn>
                  <a:cxn ang="0">
                    <a:pos x="9" y="301"/>
                  </a:cxn>
                  <a:cxn ang="0">
                    <a:pos x="18" y="292"/>
                  </a:cxn>
                  <a:cxn ang="0">
                    <a:pos x="18" y="275"/>
                  </a:cxn>
                  <a:cxn ang="0">
                    <a:pos x="27" y="266"/>
                  </a:cxn>
                  <a:cxn ang="0">
                    <a:pos x="27" y="248"/>
                  </a:cxn>
                  <a:cxn ang="0">
                    <a:pos x="27" y="239"/>
                  </a:cxn>
                  <a:cxn ang="0">
                    <a:pos x="18" y="230"/>
                  </a:cxn>
                  <a:cxn ang="0">
                    <a:pos x="18" y="213"/>
                  </a:cxn>
                  <a:cxn ang="0">
                    <a:pos x="9" y="27"/>
                  </a:cxn>
                  <a:cxn ang="0">
                    <a:pos x="9" y="27"/>
                  </a:cxn>
                  <a:cxn ang="0">
                    <a:pos x="27" y="27"/>
                  </a:cxn>
                  <a:cxn ang="0">
                    <a:pos x="44" y="18"/>
                  </a:cxn>
                  <a:cxn ang="0">
                    <a:pos x="80" y="9"/>
                  </a:cxn>
                  <a:cxn ang="0">
                    <a:pos x="168" y="9"/>
                  </a:cxn>
                  <a:cxn ang="0">
                    <a:pos x="185" y="213"/>
                  </a:cxn>
                  <a:cxn ang="0">
                    <a:pos x="194" y="221"/>
                  </a:cxn>
                  <a:cxn ang="0">
                    <a:pos x="194" y="230"/>
                  </a:cxn>
                  <a:cxn ang="0">
                    <a:pos x="185" y="239"/>
                  </a:cxn>
                  <a:cxn ang="0">
                    <a:pos x="168" y="248"/>
                  </a:cxn>
                  <a:cxn ang="0">
                    <a:pos x="159" y="248"/>
                  </a:cxn>
                  <a:cxn ang="0">
                    <a:pos x="159" y="257"/>
                  </a:cxn>
                  <a:cxn ang="0">
                    <a:pos x="150" y="266"/>
                  </a:cxn>
                  <a:cxn ang="0">
                    <a:pos x="150" y="283"/>
                  </a:cxn>
                  <a:cxn ang="0">
                    <a:pos x="132" y="283"/>
                  </a:cxn>
                  <a:cxn ang="0">
                    <a:pos x="132" y="301"/>
                  </a:cxn>
                  <a:cxn ang="0">
                    <a:pos x="124" y="310"/>
                  </a:cxn>
                  <a:cxn ang="0">
                    <a:pos x="115" y="310"/>
                  </a:cxn>
                  <a:cxn ang="0">
                    <a:pos x="106" y="292"/>
                  </a:cxn>
                  <a:cxn ang="0">
                    <a:pos x="97" y="301"/>
                  </a:cxn>
                  <a:cxn ang="0">
                    <a:pos x="97" y="319"/>
                  </a:cxn>
                  <a:cxn ang="0">
                    <a:pos x="88" y="328"/>
                  </a:cxn>
                  <a:cxn ang="0">
                    <a:pos x="80" y="319"/>
                  </a:cxn>
                  <a:cxn ang="0">
                    <a:pos x="71" y="319"/>
                  </a:cxn>
                  <a:cxn ang="0">
                    <a:pos x="62" y="328"/>
                  </a:cxn>
                  <a:cxn ang="0">
                    <a:pos x="62" y="336"/>
                  </a:cxn>
                  <a:cxn ang="0">
                    <a:pos x="44" y="319"/>
                  </a:cxn>
                  <a:cxn ang="0">
                    <a:pos x="27" y="328"/>
                  </a:cxn>
                  <a:cxn ang="0">
                    <a:pos x="27" y="336"/>
                  </a:cxn>
                  <a:cxn ang="0">
                    <a:pos x="18" y="328"/>
                  </a:cxn>
                  <a:cxn ang="0">
                    <a:pos x="9" y="336"/>
                  </a:cxn>
                  <a:cxn ang="0">
                    <a:pos x="9" y="336"/>
                  </a:cxn>
                </a:cxnLst>
                <a:rect l="0" t="0" r="r" b="b"/>
                <a:pathLst>
                  <a:path w="194" h="336">
                    <a:moveTo>
                      <a:pt x="9" y="336"/>
                    </a:moveTo>
                    <a:lnTo>
                      <a:pt x="0" y="336"/>
                    </a:lnTo>
                    <a:lnTo>
                      <a:pt x="0" y="328"/>
                    </a:lnTo>
                    <a:lnTo>
                      <a:pt x="0" y="319"/>
                    </a:lnTo>
                    <a:lnTo>
                      <a:pt x="9" y="319"/>
                    </a:lnTo>
                    <a:lnTo>
                      <a:pt x="9" y="310"/>
                    </a:lnTo>
                    <a:lnTo>
                      <a:pt x="9" y="310"/>
                    </a:lnTo>
                    <a:lnTo>
                      <a:pt x="9" y="301"/>
                    </a:lnTo>
                    <a:lnTo>
                      <a:pt x="9" y="292"/>
                    </a:lnTo>
                    <a:lnTo>
                      <a:pt x="18" y="292"/>
                    </a:lnTo>
                    <a:lnTo>
                      <a:pt x="18" y="283"/>
                    </a:lnTo>
                    <a:lnTo>
                      <a:pt x="18" y="275"/>
                    </a:lnTo>
                    <a:lnTo>
                      <a:pt x="27" y="266"/>
                    </a:lnTo>
                    <a:lnTo>
                      <a:pt x="27" y="266"/>
                    </a:lnTo>
                    <a:lnTo>
                      <a:pt x="27" y="257"/>
                    </a:lnTo>
                    <a:lnTo>
                      <a:pt x="27" y="248"/>
                    </a:lnTo>
                    <a:lnTo>
                      <a:pt x="27" y="248"/>
                    </a:lnTo>
                    <a:lnTo>
                      <a:pt x="27" y="239"/>
                    </a:lnTo>
                    <a:lnTo>
                      <a:pt x="18" y="230"/>
                    </a:lnTo>
                    <a:lnTo>
                      <a:pt x="18" y="230"/>
                    </a:lnTo>
                    <a:lnTo>
                      <a:pt x="18" y="221"/>
                    </a:lnTo>
                    <a:lnTo>
                      <a:pt x="18" y="213"/>
                    </a:lnTo>
                    <a:lnTo>
                      <a:pt x="27" y="213"/>
                    </a:lnTo>
                    <a:lnTo>
                      <a:pt x="9" y="27"/>
                    </a:lnTo>
                    <a:lnTo>
                      <a:pt x="9" y="27"/>
                    </a:lnTo>
                    <a:lnTo>
                      <a:pt x="9" y="27"/>
                    </a:lnTo>
                    <a:lnTo>
                      <a:pt x="18" y="27"/>
                    </a:lnTo>
                    <a:lnTo>
                      <a:pt x="27" y="27"/>
                    </a:lnTo>
                    <a:lnTo>
                      <a:pt x="36" y="27"/>
                    </a:lnTo>
                    <a:lnTo>
                      <a:pt x="44" y="18"/>
                    </a:lnTo>
                    <a:lnTo>
                      <a:pt x="44" y="18"/>
                    </a:lnTo>
                    <a:lnTo>
                      <a:pt x="80" y="9"/>
                    </a:lnTo>
                    <a:lnTo>
                      <a:pt x="159" y="0"/>
                    </a:lnTo>
                    <a:lnTo>
                      <a:pt x="168" y="9"/>
                    </a:lnTo>
                    <a:lnTo>
                      <a:pt x="176" y="80"/>
                    </a:lnTo>
                    <a:lnTo>
                      <a:pt x="185" y="213"/>
                    </a:lnTo>
                    <a:lnTo>
                      <a:pt x="185" y="213"/>
                    </a:lnTo>
                    <a:lnTo>
                      <a:pt x="194" y="221"/>
                    </a:lnTo>
                    <a:lnTo>
                      <a:pt x="185" y="230"/>
                    </a:lnTo>
                    <a:lnTo>
                      <a:pt x="194" y="230"/>
                    </a:lnTo>
                    <a:lnTo>
                      <a:pt x="194" y="239"/>
                    </a:lnTo>
                    <a:lnTo>
                      <a:pt x="185" y="239"/>
                    </a:lnTo>
                    <a:lnTo>
                      <a:pt x="168" y="248"/>
                    </a:lnTo>
                    <a:lnTo>
                      <a:pt x="168" y="248"/>
                    </a:lnTo>
                    <a:lnTo>
                      <a:pt x="159" y="248"/>
                    </a:lnTo>
                    <a:lnTo>
                      <a:pt x="159" y="248"/>
                    </a:lnTo>
                    <a:lnTo>
                      <a:pt x="159" y="248"/>
                    </a:lnTo>
                    <a:lnTo>
                      <a:pt x="159" y="257"/>
                    </a:lnTo>
                    <a:lnTo>
                      <a:pt x="159" y="266"/>
                    </a:lnTo>
                    <a:lnTo>
                      <a:pt x="150" y="266"/>
                    </a:lnTo>
                    <a:lnTo>
                      <a:pt x="150" y="275"/>
                    </a:lnTo>
                    <a:lnTo>
                      <a:pt x="150" y="283"/>
                    </a:lnTo>
                    <a:lnTo>
                      <a:pt x="141" y="283"/>
                    </a:lnTo>
                    <a:lnTo>
                      <a:pt x="132" y="283"/>
                    </a:lnTo>
                    <a:lnTo>
                      <a:pt x="132" y="292"/>
                    </a:lnTo>
                    <a:lnTo>
                      <a:pt x="132" y="301"/>
                    </a:lnTo>
                    <a:lnTo>
                      <a:pt x="132" y="310"/>
                    </a:lnTo>
                    <a:lnTo>
                      <a:pt x="124" y="310"/>
                    </a:lnTo>
                    <a:lnTo>
                      <a:pt x="115" y="310"/>
                    </a:lnTo>
                    <a:lnTo>
                      <a:pt x="115" y="310"/>
                    </a:lnTo>
                    <a:lnTo>
                      <a:pt x="106" y="301"/>
                    </a:lnTo>
                    <a:lnTo>
                      <a:pt x="106" y="292"/>
                    </a:lnTo>
                    <a:lnTo>
                      <a:pt x="106" y="301"/>
                    </a:lnTo>
                    <a:lnTo>
                      <a:pt x="97" y="301"/>
                    </a:lnTo>
                    <a:lnTo>
                      <a:pt x="97" y="310"/>
                    </a:lnTo>
                    <a:lnTo>
                      <a:pt x="97" y="319"/>
                    </a:lnTo>
                    <a:lnTo>
                      <a:pt x="97" y="319"/>
                    </a:lnTo>
                    <a:lnTo>
                      <a:pt x="88" y="328"/>
                    </a:lnTo>
                    <a:lnTo>
                      <a:pt x="88" y="319"/>
                    </a:lnTo>
                    <a:lnTo>
                      <a:pt x="80" y="319"/>
                    </a:lnTo>
                    <a:lnTo>
                      <a:pt x="80" y="319"/>
                    </a:lnTo>
                    <a:lnTo>
                      <a:pt x="71" y="319"/>
                    </a:lnTo>
                    <a:lnTo>
                      <a:pt x="71" y="319"/>
                    </a:lnTo>
                    <a:lnTo>
                      <a:pt x="62" y="328"/>
                    </a:lnTo>
                    <a:lnTo>
                      <a:pt x="62" y="328"/>
                    </a:lnTo>
                    <a:lnTo>
                      <a:pt x="62" y="336"/>
                    </a:lnTo>
                    <a:lnTo>
                      <a:pt x="62" y="328"/>
                    </a:lnTo>
                    <a:lnTo>
                      <a:pt x="44" y="319"/>
                    </a:lnTo>
                    <a:lnTo>
                      <a:pt x="36" y="328"/>
                    </a:lnTo>
                    <a:lnTo>
                      <a:pt x="27" y="328"/>
                    </a:lnTo>
                    <a:lnTo>
                      <a:pt x="36" y="328"/>
                    </a:lnTo>
                    <a:lnTo>
                      <a:pt x="27" y="336"/>
                    </a:lnTo>
                    <a:lnTo>
                      <a:pt x="27" y="328"/>
                    </a:lnTo>
                    <a:lnTo>
                      <a:pt x="18" y="328"/>
                    </a:lnTo>
                    <a:lnTo>
                      <a:pt x="9" y="328"/>
                    </a:lnTo>
                    <a:lnTo>
                      <a:pt x="9" y="336"/>
                    </a:lnTo>
                    <a:lnTo>
                      <a:pt x="9" y="336"/>
                    </a:lnTo>
                    <a:lnTo>
                      <a:pt x="9" y="336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139"/>
              <p:cNvSpPr>
                <a:spLocks/>
              </p:cNvSpPr>
              <p:nvPr/>
            </p:nvSpPr>
            <p:spPr bwMode="auto">
              <a:xfrm>
                <a:off x="3408431" y="2449020"/>
                <a:ext cx="331383" cy="593001"/>
              </a:xfrm>
              <a:custGeom>
                <a:avLst/>
                <a:gdLst/>
                <a:ahLst/>
                <a:cxnLst>
                  <a:cxn ang="0">
                    <a:pos x="9" y="177"/>
                  </a:cxn>
                  <a:cxn ang="0">
                    <a:pos x="18" y="159"/>
                  </a:cxn>
                  <a:cxn ang="0">
                    <a:pos x="27" y="142"/>
                  </a:cxn>
                  <a:cxn ang="0">
                    <a:pos x="18" y="115"/>
                  </a:cxn>
                  <a:cxn ang="0">
                    <a:pos x="44" y="97"/>
                  </a:cxn>
                  <a:cxn ang="0">
                    <a:pos x="62" y="80"/>
                  </a:cxn>
                  <a:cxn ang="0">
                    <a:pos x="71" y="44"/>
                  </a:cxn>
                  <a:cxn ang="0">
                    <a:pos x="62" y="35"/>
                  </a:cxn>
                  <a:cxn ang="0">
                    <a:pos x="44" y="18"/>
                  </a:cxn>
                  <a:cxn ang="0">
                    <a:pos x="132" y="9"/>
                  </a:cxn>
                  <a:cxn ang="0">
                    <a:pos x="203" y="0"/>
                  </a:cxn>
                  <a:cxn ang="0">
                    <a:pos x="212" y="27"/>
                  </a:cxn>
                  <a:cxn ang="0">
                    <a:pos x="220" y="44"/>
                  </a:cxn>
                  <a:cxn ang="0">
                    <a:pos x="229" y="62"/>
                  </a:cxn>
                  <a:cxn ang="0">
                    <a:pos x="238" y="256"/>
                  </a:cxn>
                  <a:cxn ang="0">
                    <a:pos x="247" y="274"/>
                  </a:cxn>
                  <a:cxn ang="0">
                    <a:pos x="247" y="292"/>
                  </a:cxn>
                  <a:cxn ang="0">
                    <a:pos x="238" y="310"/>
                  </a:cxn>
                  <a:cxn ang="0">
                    <a:pos x="229" y="327"/>
                  </a:cxn>
                  <a:cxn ang="0">
                    <a:pos x="229" y="345"/>
                  </a:cxn>
                  <a:cxn ang="0">
                    <a:pos x="220" y="363"/>
                  </a:cxn>
                  <a:cxn ang="0">
                    <a:pos x="229" y="371"/>
                  </a:cxn>
                  <a:cxn ang="0">
                    <a:pos x="220" y="389"/>
                  </a:cxn>
                  <a:cxn ang="0">
                    <a:pos x="212" y="407"/>
                  </a:cxn>
                  <a:cxn ang="0">
                    <a:pos x="203" y="416"/>
                  </a:cxn>
                  <a:cxn ang="0">
                    <a:pos x="203" y="424"/>
                  </a:cxn>
                  <a:cxn ang="0">
                    <a:pos x="194" y="433"/>
                  </a:cxn>
                  <a:cxn ang="0">
                    <a:pos x="176" y="424"/>
                  </a:cxn>
                  <a:cxn ang="0">
                    <a:pos x="159" y="442"/>
                  </a:cxn>
                  <a:cxn ang="0">
                    <a:pos x="150" y="442"/>
                  </a:cxn>
                  <a:cxn ang="0">
                    <a:pos x="141" y="416"/>
                  </a:cxn>
                  <a:cxn ang="0">
                    <a:pos x="132" y="389"/>
                  </a:cxn>
                  <a:cxn ang="0">
                    <a:pos x="124" y="380"/>
                  </a:cxn>
                  <a:cxn ang="0">
                    <a:pos x="106" y="371"/>
                  </a:cxn>
                  <a:cxn ang="0">
                    <a:pos x="80" y="354"/>
                  </a:cxn>
                  <a:cxn ang="0">
                    <a:pos x="80" y="336"/>
                  </a:cxn>
                  <a:cxn ang="0">
                    <a:pos x="88" y="310"/>
                  </a:cxn>
                  <a:cxn ang="0">
                    <a:pos x="80" y="292"/>
                  </a:cxn>
                  <a:cxn ang="0">
                    <a:pos x="71" y="292"/>
                  </a:cxn>
                  <a:cxn ang="0">
                    <a:pos x="53" y="292"/>
                  </a:cxn>
                  <a:cxn ang="0">
                    <a:pos x="44" y="265"/>
                  </a:cxn>
                  <a:cxn ang="0">
                    <a:pos x="27" y="248"/>
                  </a:cxn>
                  <a:cxn ang="0">
                    <a:pos x="9" y="230"/>
                  </a:cxn>
                  <a:cxn ang="0">
                    <a:pos x="0" y="212"/>
                  </a:cxn>
                  <a:cxn ang="0">
                    <a:pos x="0" y="186"/>
                  </a:cxn>
                </a:cxnLst>
                <a:rect l="0" t="0" r="r" b="b"/>
                <a:pathLst>
                  <a:path w="247" h="442">
                    <a:moveTo>
                      <a:pt x="0" y="186"/>
                    </a:moveTo>
                    <a:lnTo>
                      <a:pt x="9" y="177"/>
                    </a:lnTo>
                    <a:lnTo>
                      <a:pt x="9" y="177"/>
                    </a:lnTo>
                    <a:lnTo>
                      <a:pt x="9" y="168"/>
                    </a:lnTo>
                    <a:lnTo>
                      <a:pt x="9" y="168"/>
                    </a:lnTo>
                    <a:lnTo>
                      <a:pt x="18" y="159"/>
                    </a:lnTo>
                    <a:lnTo>
                      <a:pt x="18" y="150"/>
                    </a:lnTo>
                    <a:lnTo>
                      <a:pt x="18" y="150"/>
                    </a:lnTo>
                    <a:lnTo>
                      <a:pt x="27" y="142"/>
                    </a:lnTo>
                    <a:lnTo>
                      <a:pt x="27" y="133"/>
                    </a:lnTo>
                    <a:lnTo>
                      <a:pt x="27" y="124"/>
                    </a:lnTo>
                    <a:lnTo>
                      <a:pt x="18" y="115"/>
                    </a:lnTo>
                    <a:lnTo>
                      <a:pt x="18" y="106"/>
                    </a:lnTo>
                    <a:lnTo>
                      <a:pt x="27" y="97"/>
                    </a:lnTo>
                    <a:lnTo>
                      <a:pt x="44" y="97"/>
                    </a:lnTo>
                    <a:lnTo>
                      <a:pt x="44" y="88"/>
                    </a:lnTo>
                    <a:lnTo>
                      <a:pt x="62" y="88"/>
                    </a:lnTo>
                    <a:lnTo>
                      <a:pt x="62" y="80"/>
                    </a:lnTo>
                    <a:lnTo>
                      <a:pt x="62" y="71"/>
                    </a:lnTo>
                    <a:lnTo>
                      <a:pt x="71" y="62"/>
                    </a:lnTo>
                    <a:lnTo>
                      <a:pt x="71" y="44"/>
                    </a:lnTo>
                    <a:lnTo>
                      <a:pt x="71" y="44"/>
                    </a:lnTo>
                    <a:lnTo>
                      <a:pt x="62" y="35"/>
                    </a:lnTo>
                    <a:lnTo>
                      <a:pt x="62" y="35"/>
                    </a:lnTo>
                    <a:lnTo>
                      <a:pt x="53" y="27"/>
                    </a:lnTo>
                    <a:lnTo>
                      <a:pt x="53" y="27"/>
                    </a:lnTo>
                    <a:lnTo>
                      <a:pt x="44" y="18"/>
                    </a:lnTo>
                    <a:lnTo>
                      <a:pt x="44" y="9"/>
                    </a:lnTo>
                    <a:lnTo>
                      <a:pt x="44" y="9"/>
                    </a:lnTo>
                    <a:lnTo>
                      <a:pt x="132" y="9"/>
                    </a:lnTo>
                    <a:lnTo>
                      <a:pt x="203" y="0"/>
                    </a:lnTo>
                    <a:lnTo>
                      <a:pt x="203" y="0"/>
                    </a:lnTo>
                    <a:lnTo>
                      <a:pt x="203" y="0"/>
                    </a:lnTo>
                    <a:lnTo>
                      <a:pt x="203" y="18"/>
                    </a:lnTo>
                    <a:lnTo>
                      <a:pt x="203" y="18"/>
                    </a:lnTo>
                    <a:lnTo>
                      <a:pt x="212" y="27"/>
                    </a:lnTo>
                    <a:lnTo>
                      <a:pt x="212" y="35"/>
                    </a:lnTo>
                    <a:lnTo>
                      <a:pt x="220" y="44"/>
                    </a:lnTo>
                    <a:lnTo>
                      <a:pt x="220" y="44"/>
                    </a:lnTo>
                    <a:lnTo>
                      <a:pt x="220" y="53"/>
                    </a:lnTo>
                    <a:lnTo>
                      <a:pt x="229" y="62"/>
                    </a:lnTo>
                    <a:lnTo>
                      <a:pt x="229" y="62"/>
                    </a:lnTo>
                    <a:lnTo>
                      <a:pt x="247" y="248"/>
                    </a:lnTo>
                    <a:lnTo>
                      <a:pt x="238" y="248"/>
                    </a:lnTo>
                    <a:lnTo>
                      <a:pt x="238" y="256"/>
                    </a:lnTo>
                    <a:lnTo>
                      <a:pt x="238" y="265"/>
                    </a:lnTo>
                    <a:lnTo>
                      <a:pt x="238" y="265"/>
                    </a:lnTo>
                    <a:lnTo>
                      <a:pt x="247" y="274"/>
                    </a:lnTo>
                    <a:lnTo>
                      <a:pt x="247" y="283"/>
                    </a:lnTo>
                    <a:lnTo>
                      <a:pt x="247" y="283"/>
                    </a:lnTo>
                    <a:lnTo>
                      <a:pt x="247" y="292"/>
                    </a:lnTo>
                    <a:lnTo>
                      <a:pt x="247" y="301"/>
                    </a:lnTo>
                    <a:lnTo>
                      <a:pt x="247" y="301"/>
                    </a:lnTo>
                    <a:lnTo>
                      <a:pt x="238" y="310"/>
                    </a:lnTo>
                    <a:lnTo>
                      <a:pt x="238" y="318"/>
                    </a:lnTo>
                    <a:lnTo>
                      <a:pt x="238" y="327"/>
                    </a:lnTo>
                    <a:lnTo>
                      <a:pt x="229" y="327"/>
                    </a:lnTo>
                    <a:lnTo>
                      <a:pt x="229" y="336"/>
                    </a:lnTo>
                    <a:lnTo>
                      <a:pt x="229" y="345"/>
                    </a:lnTo>
                    <a:lnTo>
                      <a:pt x="229" y="345"/>
                    </a:lnTo>
                    <a:lnTo>
                      <a:pt x="229" y="354"/>
                    </a:lnTo>
                    <a:lnTo>
                      <a:pt x="220" y="354"/>
                    </a:lnTo>
                    <a:lnTo>
                      <a:pt x="220" y="363"/>
                    </a:lnTo>
                    <a:lnTo>
                      <a:pt x="220" y="371"/>
                    </a:lnTo>
                    <a:lnTo>
                      <a:pt x="229" y="371"/>
                    </a:lnTo>
                    <a:lnTo>
                      <a:pt x="229" y="371"/>
                    </a:lnTo>
                    <a:lnTo>
                      <a:pt x="220" y="380"/>
                    </a:lnTo>
                    <a:lnTo>
                      <a:pt x="220" y="380"/>
                    </a:lnTo>
                    <a:lnTo>
                      <a:pt x="220" y="389"/>
                    </a:lnTo>
                    <a:lnTo>
                      <a:pt x="220" y="398"/>
                    </a:lnTo>
                    <a:lnTo>
                      <a:pt x="220" y="398"/>
                    </a:lnTo>
                    <a:lnTo>
                      <a:pt x="212" y="407"/>
                    </a:lnTo>
                    <a:lnTo>
                      <a:pt x="203" y="407"/>
                    </a:lnTo>
                    <a:lnTo>
                      <a:pt x="203" y="407"/>
                    </a:lnTo>
                    <a:lnTo>
                      <a:pt x="203" y="416"/>
                    </a:lnTo>
                    <a:lnTo>
                      <a:pt x="203" y="416"/>
                    </a:lnTo>
                    <a:lnTo>
                      <a:pt x="203" y="424"/>
                    </a:lnTo>
                    <a:lnTo>
                      <a:pt x="203" y="424"/>
                    </a:lnTo>
                    <a:lnTo>
                      <a:pt x="203" y="433"/>
                    </a:lnTo>
                    <a:lnTo>
                      <a:pt x="194" y="433"/>
                    </a:lnTo>
                    <a:lnTo>
                      <a:pt x="194" y="433"/>
                    </a:lnTo>
                    <a:lnTo>
                      <a:pt x="185" y="424"/>
                    </a:lnTo>
                    <a:lnTo>
                      <a:pt x="176" y="424"/>
                    </a:lnTo>
                    <a:lnTo>
                      <a:pt x="176" y="424"/>
                    </a:lnTo>
                    <a:lnTo>
                      <a:pt x="168" y="424"/>
                    </a:lnTo>
                    <a:lnTo>
                      <a:pt x="159" y="433"/>
                    </a:lnTo>
                    <a:lnTo>
                      <a:pt x="159" y="442"/>
                    </a:lnTo>
                    <a:lnTo>
                      <a:pt x="168" y="442"/>
                    </a:lnTo>
                    <a:lnTo>
                      <a:pt x="159" y="442"/>
                    </a:lnTo>
                    <a:lnTo>
                      <a:pt x="150" y="442"/>
                    </a:lnTo>
                    <a:lnTo>
                      <a:pt x="141" y="433"/>
                    </a:lnTo>
                    <a:lnTo>
                      <a:pt x="141" y="424"/>
                    </a:lnTo>
                    <a:lnTo>
                      <a:pt x="141" y="416"/>
                    </a:lnTo>
                    <a:lnTo>
                      <a:pt x="141" y="416"/>
                    </a:lnTo>
                    <a:lnTo>
                      <a:pt x="132" y="398"/>
                    </a:lnTo>
                    <a:lnTo>
                      <a:pt x="132" y="389"/>
                    </a:lnTo>
                    <a:lnTo>
                      <a:pt x="132" y="389"/>
                    </a:lnTo>
                    <a:lnTo>
                      <a:pt x="124" y="389"/>
                    </a:lnTo>
                    <a:lnTo>
                      <a:pt x="124" y="380"/>
                    </a:lnTo>
                    <a:lnTo>
                      <a:pt x="115" y="371"/>
                    </a:lnTo>
                    <a:lnTo>
                      <a:pt x="106" y="380"/>
                    </a:lnTo>
                    <a:lnTo>
                      <a:pt x="106" y="371"/>
                    </a:lnTo>
                    <a:lnTo>
                      <a:pt x="106" y="371"/>
                    </a:lnTo>
                    <a:lnTo>
                      <a:pt x="88" y="363"/>
                    </a:lnTo>
                    <a:lnTo>
                      <a:pt x="80" y="354"/>
                    </a:lnTo>
                    <a:lnTo>
                      <a:pt x="80" y="345"/>
                    </a:lnTo>
                    <a:lnTo>
                      <a:pt x="80" y="336"/>
                    </a:lnTo>
                    <a:lnTo>
                      <a:pt x="80" y="336"/>
                    </a:lnTo>
                    <a:lnTo>
                      <a:pt x="88" y="327"/>
                    </a:lnTo>
                    <a:lnTo>
                      <a:pt x="88" y="318"/>
                    </a:lnTo>
                    <a:lnTo>
                      <a:pt x="88" y="310"/>
                    </a:lnTo>
                    <a:lnTo>
                      <a:pt x="88" y="301"/>
                    </a:lnTo>
                    <a:lnTo>
                      <a:pt x="88" y="301"/>
                    </a:lnTo>
                    <a:lnTo>
                      <a:pt x="80" y="292"/>
                    </a:lnTo>
                    <a:lnTo>
                      <a:pt x="80" y="292"/>
                    </a:lnTo>
                    <a:lnTo>
                      <a:pt x="71" y="292"/>
                    </a:lnTo>
                    <a:lnTo>
                      <a:pt x="71" y="292"/>
                    </a:lnTo>
                    <a:lnTo>
                      <a:pt x="62" y="301"/>
                    </a:lnTo>
                    <a:lnTo>
                      <a:pt x="62" y="301"/>
                    </a:lnTo>
                    <a:lnTo>
                      <a:pt x="53" y="292"/>
                    </a:lnTo>
                    <a:lnTo>
                      <a:pt x="53" y="274"/>
                    </a:lnTo>
                    <a:lnTo>
                      <a:pt x="44" y="265"/>
                    </a:lnTo>
                    <a:lnTo>
                      <a:pt x="44" y="265"/>
                    </a:lnTo>
                    <a:lnTo>
                      <a:pt x="27" y="256"/>
                    </a:lnTo>
                    <a:lnTo>
                      <a:pt x="27" y="248"/>
                    </a:lnTo>
                    <a:lnTo>
                      <a:pt x="27" y="248"/>
                    </a:lnTo>
                    <a:lnTo>
                      <a:pt x="18" y="239"/>
                    </a:lnTo>
                    <a:lnTo>
                      <a:pt x="9" y="239"/>
                    </a:lnTo>
                    <a:lnTo>
                      <a:pt x="9" y="230"/>
                    </a:lnTo>
                    <a:lnTo>
                      <a:pt x="9" y="230"/>
                    </a:lnTo>
                    <a:lnTo>
                      <a:pt x="9" y="212"/>
                    </a:lnTo>
                    <a:lnTo>
                      <a:pt x="0" y="212"/>
                    </a:lnTo>
                    <a:lnTo>
                      <a:pt x="0" y="203"/>
                    </a:lnTo>
                    <a:lnTo>
                      <a:pt x="0" y="195"/>
                    </a:lnTo>
                    <a:lnTo>
                      <a:pt x="0" y="186"/>
                    </a:lnTo>
                    <a:lnTo>
                      <a:pt x="0" y="186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140"/>
              <p:cNvSpPr>
                <a:spLocks/>
              </p:cNvSpPr>
              <p:nvPr/>
            </p:nvSpPr>
            <p:spPr bwMode="auto">
              <a:xfrm>
                <a:off x="3408431" y="2449020"/>
                <a:ext cx="331383" cy="593001"/>
              </a:xfrm>
              <a:custGeom>
                <a:avLst/>
                <a:gdLst/>
                <a:ahLst/>
                <a:cxnLst>
                  <a:cxn ang="0">
                    <a:pos x="9" y="177"/>
                  </a:cxn>
                  <a:cxn ang="0">
                    <a:pos x="18" y="159"/>
                  </a:cxn>
                  <a:cxn ang="0">
                    <a:pos x="27" y="142"/>
                  </a:cxn>
                  <a:cxn ang="0">
                    <a:pos x="18" y="115"/>
                  </a:cxn>
                  <a:cxn ang="0">
                    <a:pos x="44" y="97"/>
                  </a:cxn>
                  <a:cxn ang="0">
                    <a:pos x="62" y="80"/>
                  </a:cxn>
                  <a:cxn ang="0">
                    <a:pos x="71" y="44"/>
                  </a:cxn>
                  <a:cxn ang="0">
                    <a:pos x="62" y="35"/>
                  </a:cxn>
                  <a:cxn ang="0">
                    <a:pos x="44" y="18"/>
                  </a:cxn>
                  <a:cxn ang="0">
                    <a:pos x="132" y="9"/>
                  </a:cxn>
                  <a:cxn ang="0">
                    <a:pos x="203" y="0"/>
                  </a:cxn>
                  <a:cxn ang="0">
                    <a:pos x="212" y="27"/>
                  </a:cxn>
                  <a:cxn ang="0">
                    <a:pos x="220" y="44"/>
                  </a:cxn>
                  <a:cxn ang="0">
                    <a:pos x="229" y="62"/>
                  </a:cxn>
                  <a:cxn ang="0">
                    <a:pos x="238" y="256"/>
                  </a:cxn>
                  <a:cxn ang="0">
                    <a:pos x="247" y="274"/>
                  </a:cxn>
                  <a:cxn ang="0">
                    <a:pos x="247" y="292"/>
                  </a:cxn>
                  <a:cxn ang="0">
                    <a:pos x="238" y="310"/>
                  </a:cxn>
                  <a:cxn ang="0">
                    <a:pos x="229" y="327"/>
                  </a:cxn>
                  <a:cxn ang="0">
                    <a:pos x="229" y="345"/>
                  </a:cxn>
                  <a:cxn ang="0">
                    <a:pos x="220" y="363"/>
                  </a:cxn>
                  <a:cxn ang="0">
                    <a:pos x="229" y="371"/>
                  </a:cxn>
                  <a:cxn ang="0">
                    <a:pos x="220" y="389"/>
                  </a:cxn>
                  <a:cxn ang="0">
                    <a:pos x="212" y="407"/>
                  </a:cxn>
                  <a:cxn ang="0">
                    <a:pos x="203" y="416"/>
                  </a:cxn>
                  <a:cxn ang="0">
                    <a:pos x="203" y="424"/>
                  </a:cxn>
                  <a:cxn ang="0">
                    <a:pos x="194" y="433"/>
                  </a:cxn>
                  <a:cxn ang="0">
                    <a:pos x="176" y="424"/>
                  </a:cxn>
                  <a:cxn ang="0">
                    <a:pos x="159" y="442"/>
                  </a:cxn>
                  <a:cxn ang="0">
                    <a:pos x="150" y="442"/>
                  </a:cxn>
                  <a:cxn ang="0">
                    <a:pos x="141" y="416"/>
                  </a:cxn>
                  <a:cxn ang="0">
                    <a:pos x="132" y="389"/>
                  </a:cxn>
                  <a:cxn ang="0">
                    <a:pos x="124" y="380"/>
                  </a:cxn>
                  <a:cxn ang="0">
                    <a:pos x="106" y="371"/>
                  </a:cxn>
                  <a:cxn ang="0">
                    <a:pos x="80" y="354"/>
                  </a:cxn>
                  <a:cxn ang="0">
                    <a:pos x="80" y="336"/>
                  </a:cxn>
                  <a:cxn ang="0">
                    <a:pos x="88" y="310"/>
                  </a:cxn>
                  <a:cxn ang="0">
                    <a:pos x="80" y="292"/>
                  </a:cxn>
                  <a:cxn ang="0">
                    <a:pos x="71" y="292"/>
                  </a:cxn>
                  <a:cxn ang="0">
                    <a:pos x="53" y="292"/>
                  </a:cxn>
                  <a:cxn ang="0">
                    <a:pos x="44" y="265"/>
                  </a:cxn>
                  <a:cxn ang="0">
                    <a:pos x="27" y="248"/>
                  </a:cxn>
                  <a:cxn ang="0">
                    <a:pos x="9" y="230"/>
                  </a:cxn>
                  <a:cxn ang="0">
                    <a:pos x="0" y="212"/>
                  </a:cxn>
                  <a:cxn ang="0">
                    <a:pos x="0" y="186"/>
                  </a:cxn>
                </a:cxnLst>
                <a:rect l="0" t="0" r="r" b="b"/>
                <a:pathLst>
                  <a:path w="247" h="442">
                    <a:moveTo>
                      <a:pt x="0" y="186"/>
                    </a:moveTo>
                    <a:lnTo>
                      <a:pt x="9" y="177"/>
                    </a:lnTo>
                    <a:lnTo>
                      <a:pt x="9" y="177"/>
                    </a:lnTo>
                    <a:lnTo>
                      <a:pt x="9" y="168"/>
                    </a:lnTo>
                    <a:lnTo>
                      <a:pt x="9" y="168"/>
                    </a:lnTo>
                    <a:lnTo>
                      <a:pt x="18" y="159"/>
                    </a:lnTo>
                    <a:lnTo>
                      <a:pt x="18" y="150"/>
                    </a:lnTo>
                    <a:lnTo>
                      <a:pt x="18" y="150"/>
                    </a:lnTo>
                    <a:lnTo>
                      <a:pt x="27" y="142"/>
                    </a:lnTo>
                    <a:lnTo>
                      <a:pt x="27" y="133"/>
                    </a:lnTo>
                    <a:lnTo>
                      <a:pt x="27" y="124"/>
                    </a:lnTo>
                    <a:lnTo>
                      <a:pt x="18" y="115"/>
                    </a:lnTo>
                    <a:lnTo>
                      <a:pt x="18" y="106"/>
                    </a:lnTo>
                    <a:lnTo>
                      <a:pt x="27" y="97"/>
                    </a:lnTo>
                    <a:lnTo>
                      <a:pt x="44" y="97"/>
                    </a:lnTo>
                    <a:lnTo>
                      <a:pt x="44" y="88"/>
                    </a:lnTo>
                    <a:lnTo>
                      <a:pt x="62" y="88"/>
                    </a:lnTo>
                    <a:lnTo>
                      <a:pt x="62" y="80"/>
                    </a:lnTo>
                    <a:lnTo>
                      <a:pt x="62" y="71"/>
                    </a:lnTo>
                    <a:lnTo>
                      <a:pt x="71" y="62"/>
                    </a:lnTo>
                    <a:lnTo>
                      <a:pt x="71" y="44"/>
                    </a:lnTo>
                    <a:lnTo>
                      <a:pt x="71" y="44"/>
                    </a:lnTo>
                    <a:lnTo>
                      <a:pt x="62" y="35"/>
                    </a:lnTo>
                    <a:lnTo>
                      <a:pt x="62" y="35"/>
                    </a:lnTo>
                    <a:lnTo>
                      <a:pt x="53" y="27"/>
                    </a:lnTo>
                    <a:lnTo>
                      <a:pt x="53" y="27"/>
                    </a:lnTo>
                    <a:lnTo>
                      <a:pt x="44" y="18"/>
                    </a:lnTo>
                    <a:lnTo>
                      <a:pt x="44" y="9"/>
                    </a:lnTo>
                    <a:lnTo>
                      <a:pt x="44" y="9"/>
                    </a:lnTo>
                    <a:lnTo>
                      <a:pt x="132" y="9"/>
                    </a:lnTo>
                    <a:lnTo>
                      <a:pt x="203" y="0"/>
                    </a:lnTo>
                    <a:lnTo>
                      <a:pt x="203" y="0"/>
                    </a:lnTo>
                    <a:lnTo>
                      <a:pt x="203" y="0"/>
                    </a:lnTo>
                    <a:lnTo>
                      <a:pt x="203" y="18"/>
                    </a:lnTo>
                    <a:lnTo>
                      <a:pt x="203" y="18"/>
                    </a:lnTo>
                    <a:lnTo>
                      <a:pt x="212" y="27"/>
                    </a:lnTo>
                    <a:lnTo>
                      <a:pt x="212" y="35"/>
                    </a:lnTo>
                    <a:lnTo>
                      <a:pt x="220" y="44"/>
                    </a:lnTo>
                    <a:lnTo>
                      <a:pt x="220" y="44"/>
                    </a:lnTo>
                    <a:lnTo>
                      <a:pt x="220" y="53"/>
                    </a:lnTo>
                    <a:lnTo>
                      <a:pt x="229" y="62"/>
                    </a:lnTo>
                    <a:lnTo>
                      <a:pt x="229" y="62"/>
                    </a:lnTo>
                    <a:lnTo>
                      <a:pt x="247" y="248"/>
                    </a:lnTo>
                    <a:lnTo>
                      <a:pt x="238" y="248"/>
                    </a:lnTo>
                    <a:lnTo>
                      <a:pt x="238" y="256"/>
                    </a:lnTo>
                    <a:lnTo>
                      <a:pt x="238" y="265"/>
                    </a:lnTo>
                    <a:lnTo>
                      <a:pt x="238" y="265"/>
                    </a:lnTo>
                    <a:lnTo>
                      <a:pt x="247" y="274"/>
                    </a:lnTo>
                    <a:lnTo>
                      <a:pt x="247" y="283"/>
                    </a:lnTo>
                    <a:lnTo>
                      <a:pt x="247" y="283"/>
                    </a:lnTo>
                    <a:lnTo>
                      <a:pt x="247" y="292"/>
                    </a:lnTo>
                    <a:lnTo>
                      <a:pt x="247" y="301"/>
                    </a:lnTo>
                    <a:lnTo>
                      <a:pt x="247" y="301"/>
                    </a:lnTo>
                    <a:lnTo>
                      <a:pt x="238" y="310"/>
                    </a:lnTo>
                    <a:lnTo>
                      <a:pt x="238" y="318"/>
                    </a:lnTo>
                    <a:lnTo>
                      <a:pt x="238" y="327"/>
                    </a:lnTo>
                    <a:lnTo>
                      <a:pt x="229" y="327"/>
                    </a:lnTo>
                    <a:lnTo>
                      <a:pt x="229" y="336"/>
                    </a:lnTo>
                    <a:lnTo>
                      <a:pt x="229" y="345"/>
                    </a:lnTo>
                    <a:lnTo>
                      <a:pt x="229" y="345"/>
                    </a:lnTo>
                    <a:lnTo>
                      <a:pt x="229" y="354"/>
                    </a:lnTo>
                    <a:lnTo>
                      <a:pt x="220" y="354"/>
                    </a:lnTo>
                    <a:lnTo>
                      <a:pt x="220" y="363"/>
                    </a:lnTo>
                    <a:lnTo>
                      <a:pt x="220" y="371"/>
                    </a:lnTo>
                    <a:lnTo>
                      <a:pt x="229" y="371"/>
                    </a:lnTo>
                    <a:lnTo>
                      <a:pt x="229" y="371"/>
                    </a:lnTo>
                    <a:lnTo>
                      <a:pt x="220" y="380"/>
                    </a:lnTo>
                    <a:lnTo>
                      <a:pt x="220" y="380"/>
                    </a:lnTo>
                    <a:lnTo>
                      <a:pt x="220" y="389"/>
                    </a:lnTo>
                    <a:lnTo>
                      <a:pt x="220" y="398"/>
                    </a:lnTo>
                    <a:lnTo>
                      <a:pt x="220" y="398"/>
                    </a:lnTo>
                    <a:lnTo>
                      <a:pt x="212" y="407"/>
                    </a:lnTo>
                    <a:lnTo>
                      <a:pt x="203" y="407"/>
                    </a:lnTo>
                    <a:lnTo>
                      <a:pt x="203" y="407"/>
                    </a:lnTo>
                    <a:lnTo>
                      <a:pt x="203" y="416"/>
                    </a:lnTo>
                    <a:lnTo>
                      <a:pt x="203" y="416"/>
                    </a:lnTo>
                    <a:lnTo>
                      <a:pt x="203" y="424"/>
                    </a:lnTo>
                    <a:lnTo>
                      <a:pt x="203" y="424"/>
                    </a:lnTo>
                    <a:lnTo>
                      <a:pt x="203" y="433"/>
                    </a:lnTo>
                    <a:lnTo>
                      <a:pt x="194" y="433"/>
                    </a:lnTo>
                    <a:lnTo>
                      <a:pt x="194" y="433"/>
                    </a:lnTo>
                    <a:lnTo>
                      <a:pt x="185" y="424"/>
                    </a:lnTo>
                    <a:lnTo>
                      <a:pt x="176" y="424"/>
                    </a:lnTo>
                    <a:lnTo>
                      <a:pt x="176" y="424"/>
                    </a:lnTo>
                    <a:lnTo>
                      <a:pt x="168" y="424"/>
                    </a:lnTo>
                    <a:lnTo>
                      <a:pt x="159" y="433"/>
                    </a:lnTo>
                    <a:lnTo>
                      <a:pt x="159" y="442"/>
                    </a:lnTo>
                    <a:lnTo>
                      <a:pt x="168" y="442"/>
                    </a:lnTo>
                    <a:lnTo>
                      <a:pt x="159" y="442"/>
                    </a:lnTo>
                    <a:lnTo>
                      <a:pt x="150" y="442"/>
                    </a:lnTo>
                    <a:lnTo>
                      <a:pt x="141" y="433"/>
                    </a:lnTo>
                    <a:lnTo>
                      <a:pt x="141" y="424"/>
                    </a:lnTo>
                    <a:lnTo>
                      <a:pt x="141" y="416"/>
                    </a:lnTo>
                    <a:lnTo>
                      <a:pt x="141" y="416"/>
                    </a:lnTo>
                    <a:lnTo>
                      <a:pt x="132" y="398"/>
                    </a:lnTo>
                    <a:lnTo>
                      <a:pt x="132" y="389"/>
                    </a:lnTo>
                    <a:lnTo>
                      <a:pt x="132" y="389"/>
                    </a:lnTo>
                    <a:lnTo>
                      <a:pt x="124" y="389"/>
                    </a:lnTo>
                    <a:lnTo>
                      <a:pt x="124" y="380"/>
                    </a:lnTo>
                    <a:lnTo>
                      <a:pt x="115" y="371"/>
                    </a:lnTo>
                    <a:lnTo>
                      <a:pt x="106" y="380"/>
                    </a:lnTo>
                    <a:lnTo>
                      <a:pt x="106" y="371"/>
                    </a:lnTo>
                    <a:lnTo>
                      <a:pt x="106" y="371"/>
                    </a:lnTo>
                    <a:lnTo>
                      <a:pt x="88" y="363"/>
                    </a:lnTo>
                    <a:lnTo>
                      <a:pt x="80" y="354"/>
                    </a:lnTo>
                    <a:lnTo>
                      <a:pt x="80" y="345"/>
                    </a:lnTo>
                    <a:lnTo>
                      <a:pt x="80" y="336"/>
                    </a:lnTo>
                    <a:lnTo>
                      <a:pt x="80" y="336"/>
                    </a:lnTo>
                    <a:lnTo>
                      <a:pt x="88" y="327"/>
                    </a:lnTo>
                    <a:lnTo>
                      <a:pt x="88" y="318"/>
                    </a:lnTo>
                    <a:lnTo>
                      <a:pt x="88" y="310"/>
                    </a:lnTo>
                    <a:lnTo>
                      <a:pt x="88" y="301"/>
                    </a:lnTo>
                    <a:lnTo>
                      <a:pt x="88" y="301"/>
                    </a:lnTo>
                    <a:lnTo>
                      <a:pt x="80" y="292"/>
                    </a:lnTo>
                    <a:lnTo>
                      <a:pt x="80" y="292"/>
                    </a:lnTo>
                    <a:lnTo>
                      <a:pt x="71" y="292"/>
                    </a:lnTo>
                    <a:lnTo>
                      <a:pt x="71" y="292"/>
                    </a:lnTo>
                    <a:lnTo>
                      <a:pt x="62" y="301"/>
                    </a:lnTo>
                    <a:lnTo>
                      <a:pt x="62" y="301"/>
                    </a:lnTo>
                    <a:lnTo>
                      <a:pt x="53" y="292"/>
                    </a:lnTo>
                    <a:lnTo>
                      <a:pt x="53" y="274"/>
                    </a:lnTo>
                    <a:lnTo>
                      <a:pt x="44" y="265"/>
                    </a:lnTo>
                    <a:lnTo>
                      <a:pt x="44" y="265"/>
                    </a:lnTo>
                    <a:lnTo>
                      <a:pt x="27" y="256"/>
                    </a:lnTo>
                    <a:lnTo>
                      <a:pt x="27" y="248"/>
                    </a:lnTo>
                    <a:lnTo>
                      <a:pt x="27" y="248"/>
                    </a:lnTo>
                    <a:lnTo>
                      <a:pt x="18" y="239"/>
                    </a:lnTo>
                    <a:lnTo>
                      <a:pt x="9" y="239"/>
                    </a:lnTo>
                    <a:lnTo>
                      <a:pt x="9" y="230"/>
                    </a:lnTo>
                    <a:lnTo>
                      <a:pt x="9" y="230"/>
                    </a:lnTo>
                    <a:lnTo>
                      <a:pt x="9" y="212"/>
                    </a:lnTo>
                    <a:lnTo>
                      <a:pt x="0" y="212"/>
                    </a:lnTo>
                    <a:lnTo>
                      <a:pt x="0" y="203"/>
                    </a:lnTo>
                    <a:lnTo>
                      <a:pt x="0" y="195"/>
                    </a:lnTo>
                    <a:lnTo>
                      <a:pt x="0" y="186"/>
                    </a:lnTo>
                    <a:lnTo>
                      <a:pt x="0" y="186"/>
                    </a:lnTo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141"/>
              <p:cNvSpPr>
                <a:spLocks/>
              </p:cNvSpPr>
              <p:nvPr/>
            </p:nvSpPr>
            <p:spPr bwMode="auto">
              <a:xfrm>
                <a:off x="1414766" y="1642700"/>
                <a:ext cx="507137" cy="806321"/>
              </a:xfrm>
              <a:custGeom>
                <a:avLst/>
                <a:gdLst/>
                <a:ahLst/>
                <a:cxnLst>
                  <a:cxn ang="0">
                    <a:pos x="35" y="407"/>
                  </a:cxn>
                  <a:cxn ang="0">
                    <a:pos x="35" y="398"/>
                  </a:cxn>
                  <a:cxn ang="0">
                    <a:pos x="44" y="380"/>
                  </a:cxn>
                  <a:cxn ang="0">
                    <a:pos x="44" y="371"/>
                  </a:cxn>
                  <a:cxn ang="0">
                    <a:pos x="35" y="362"/>
                  </a:cxn>
                  <a:cxn ang="0">
                    <a:pos x="35" y="345"/>
                  </a:cxn>
                  <a:cxn ang="0">
                    <a:pos x="44" y="336"/>
                  </a:cxn>
                  <a:cxn ang="0">
                    <a:pos x="61" y="318"/>
                  </a:cxn>
                  <a:cxn ang="0">
                    <a:pos x="61" y="309"/>
                  </a:cxn>
                  <a:cxn ang="0">
                    <a:pos x="79" y="283"/>
                  </a:cxn>
                  <a:cxn ang="0">
                    <a:pos x="96" y="265"/>
                  </a:cxn>
                  <a:cxn ang="0">
                    <a:pos x="79" y="247"/>
                  </a:cxn>
                  <a:cxn ang="0">
                    <a:pos x="79" y="239"/>
                  </a:cxn>
                  <a:cxn ang="0">
                    <a:pos x="70" y="230"/>
                  </a:cxn>
                  <a:cxn ang="0">
                    <a:pos x="70" y="203"/>
                  </a:cxn>
                  <a:cxn ang="0">
                    <a:pos x="79" y="185"/>
                  </a:cxn>
                  <a:cxn ang="0">
                    <a:pos x="114" y="0"/>
                  </a:cxn>
                  <a:cxn ang="0">
                    <a:pos x="167" y="9"/>
                  </a:cxn>
                  <a:cxn ang="0">
                    <a:pos x="149" y="88"/>
                  </a:cxn>
                  <a:cxn ang="0">
                    <a:pos x="158" y="106"/>
                  </a:cxn>
                  <a:cxn ang="0">
                    <a:pos x="167" y="124"/>
                  </a:cxn>
                  <a:cxn ang="0">
                    <a:pos x="167" y="132"/>
                  </a:cxn>
                  <a:cxn ang="0">
                    <a:pos x="167" y="141"/>
                  </a:cxn>
                  <a:cxn ang="0">
                    <a:pos x="175" y="150"/>
                  </a:cxn>
                  <a:cxn ang="0">
                    <a:pos x="184" y="168"/>
                  </a:cxn>
                  <a:cxn ang="0">
                    <a:pos x="193" y="177"/>
                  </a:cxn>
                  <a:cxn ang="0">
                    <a:pos x="193" y="185"/>
                  </a:cxn>
                  <a:cxn ang="0">
                    <a:pos x="202" y="194"/>
                  </a:cxn>
                  <a:cxn ang="0">
                    <a:pos x="211" y="203"/>
                  </a:cxn>
                  <a:cxn ang="0">
                    <a:pos x="211" y="212"/>
                  </a:cxn>
                  <a:cxn ang="0">
                    <a:pos x="219" y="212"/>
                  </a:cxn>
                  <a:cxn ang="0">
                    <a:pos x="211" y="239"/>
                  </a:cxn>
                  <a:cxn ang="0">
                    <a:pos x="211" y="247"/>
                  </a:cxn>
                  <a:cxn ang="0">
                    <a:pos x="202" y="256"/>
                  </a:cxn>
                  <a:cxn ang="0">
                    <a:pos x="211" y="274"/>
                  </a:cxn>
                  <a:cxn ang="0">
                    <a:pos x="202" y="274"/>
                  </a:cxn>
                  <a:cxn ang="0">
                    <a:pos x="193" y="292"/>
                  </a:cxn>
                  <a:cxn ang="0">
                    <a:pos x="202" y="292"/>
                  </a:cxn>
                  <a:cxn ang="0">
                    <a:pos x="211" y="300"/>
                  </a:cxn>
                  <a:cxn ang="0">
                    <a:pos x="228" y="292"/>
                  </a:cxn>
                  <a:cxn ang="0">
                    <a:pos x="237" y="309"/>
                  </a:cxn>
                  <a:cxn ang="0">
                    <a:pos x="246" y="336"/>
                  </a:cxn>
                  <a:cxn ang="0">
                    <a:pos x="246" y="345"/>
                  </a:cxn>
                  <a:cxn ang="0">
                    <a:pos x="246" y="353"/>
                  </a:cxn>
                  <a:cxn ang="0">
                    <a:pos x="255" y="362"/>
                  </a:cxn>
                  <a:cxn ang="0">
                    <a:pos x="263" y="371"/>
                  </a:cxn>
                  <a:cxn ang="0">
                    <a:pos x="263" y="380"/>
                  </a:cxn>
                  <a:cxn ang="0">
                    <a:pos x="263" y="389"/>
                  </a:cxn>
                  <a:cxn ang="0">
                    <a:pos x="272" y="407"/>
                  </a:cxn>
                  <a:cxn ang="0">
                    <a:pos x="272" y="398"/>
                  </a:cxn>
                  <a:cxn ang="0">
                    <a:pos x="290" y="398"/>
                  </a:cxn>
                  <a:cxn ang="0">
                    <a:pos x="299" y="398"/>
                  </a:cxn>
                  <a:cxn ang="0">
                    <a:pos x="307" y="389"/>
                  </a:cxn>
                  <a:cxn ang="0">
                    <a:pos x="334" y="398"/>
                  </a:cxn>
                  <a:cxn ang="0">
                    <a:pos x="343" y="398"/>
                  </a:cxn>
                  <a:cxn ang="0">
                    <a:pos x="351" y="398"/>
                  </a:cxn>
                  <a:cxn ang="0">
                    <a:pos x="360" y="389"/>
                  </a:cxn>
                  <a:cxn ang="0">
                    <a:pos x="369" y="407"/>
                  </a:cxn>
                  <a:cxn ang="0">
                    <a:pos x="343" y="601"/>
                  </a:cxn>
                  <a:cxn ang="0">
                    <a:pos x="193" y="583"/>
                  </a:cxn>
                  <a:cxn ang="0">
                    <a:pos x="96" y="566"/>
                  </a:cxn>
                </a:cxnLst>
                <a:rect l="0" t="0" r="r" b="b"/>
                <a:pathLst>
                  <a:path w="378" h="601">
                    <a:moveTo>
                      <a:pt x="0" y="548"/>
                    </a:moveTo>
                    <a:lnTo>
                      <a:pt x="35" y="407"/>
                    </a:lnTo>
                    <a:lnTo>
                      <a:pt x="35" y="398"/>
                    </a:lnTo>
                    <a:lnTo>
                      <a:pt x="35" y="398"/>
                    </a:lnTo>
                    <a:lnTo>
                      <a:pt x="44" y="389"/>
                    </a:lnTo>
                    <a:lnTo>
                      <a:pt x="44" y="380"/>
                    </a:lnTo>
                    <a:lnTo>
                      <a:pt x="44" y="371"/>
                    </a:lnTo>
                    <a:lnTo>
                      <a:pt x="44" y="371"/>
                    </a:lnTo>
                    <a:lnTo>
                      <a:pt x="35" y="371"/>
                    </a:lnTo>
                    <a:lnTo>
                      <a:pt x="35" y="362"/>
                    </a:lnTo>
                    <a:lnTo>
                      <a:pt x="35" y="362"/>
                    </a:lnTo>
                    <a:lnTo>
                      <a:pt x="35" y="345"/>
                    </a:lnTo>
                    <a:lnTo>
                      <a:pt x="44" y="345"/>
                    </a:lnTo>
                    <a:lnTo>
                      <a:pt x="44" y="336"/>
                    </a:lnTo>
                    <a:lnTo>
                      <a:pt x="52" y="327"/>
                    </a:lnTo>
                    <a:lnTo>
                      <a:pt x="61" y="318"/>
                    </a:lnTo>
                    <a:lnTo>
                      <a:pt x="61" y="318"/>
                    </a:lnTo>
                    <a:lnTo>
                      <a:pt x="61" y="309"/>
                    </a:lnTo>
                    <a:lnTo>
                      <a:pt x="70" y="300"/>
                    </a:lnTo>
                    <a:lnTo>
                      <a:pt x="79" y="283"/>
                    </a:lnTo>
                    <a:lnTo>
                      <a:pt x="87" y="274"/>
                    </a:lnTo>
                    <a:lnTo>
                      <a:pt x="96" y="265"/>
                    </a:lnTo>
                    <a:lnTo>
                      <a:pt x="87" y="256"/>
                    </a:lnTo>
                    <a:lnTo>
                      <a:pt x="79" y="247"/>
                    </a:lnTo>
                    <a:lnTo>
                      <a:pt x="79" y="247"/>
                    </a:lnTo>
                    <a:lnTo>
                      <a:pt x="79" y="239"/>
                    </a:lnTo>
                    <a:lnTo>
                      <a:pt x="79" y="239"/>
                    </a:lnTo>
                    <a:lnTo>
                      <a:pt x="70" y="230"/>
                    </a:lnTo>
                    <a:lnTo>
                      <a:pt x="79" y="212"/>
                    </a:lnTo>
                    <a:lnTo>
                      <a:pt x="70" y="203"/>
                    </a:lnTo>
                    <a:lnTo>
                      <a:pt x="79" y="203"/>
                    </a:lnTo>
                    <a:lnTo>
                      <a:pt x="79" y="185"/>
                    </a:lnTo>
                    <a:lnTo>
                      <a:pt x="114" y="9"/>
                    </a:lnTo>
                    <a:lnTo>
                      <a:pt x="114" y="0"/>
                    </a:lnTo>
                    <a:lnTo>
                      <a:pt x="158" y="9"/>
                    </a:lnTo>
                    <a:lnTo>
                      <a:pt x="167" y="9"/>
                    </a:lnTo>
                    <a:lnTo>
                      <a:pt x="167" y="17"/>
                    </a:lnTo>
                    <a:lnTo>
                      <a:pt x="149" y="88"/>
                    </a:lnTo>
                    <a:lnTo>
                      <a:pt x="158" y="106"/>
                    </a:lnTo>
                    <a:lnTo>
                      <a:pt x="158" y="106"/>
                    </a:lnTo>
                    <a:lnTo>
                      <a:pt x="167" y="115"/>
                    </a:lnTo>
                    <a:lnTo>
                      <a:pt x="167" y="124"/>
                    </a:lnTo>
                    <a:lnTo>
                      <a:pt x="167" y="132"/>
                    </a:lnTo>
                    <a:lnTo>
                      <a:pt x="167" y="132"/>
                    </a:lnTo>
                    <a:lnTo>
                      <a:pt x="158" y="132"/>
                    </a:lnTo>
                    <a:lnTo>
                      <a:pt x="167" y="141"/>
                    </a:lnTo>
                    <a:lnTo>
                      <a:pt x="167" y="150"/>
                    </a:lnTo>
                    <a:lnTo>
                      <a:pt x="175" y="150"/>
                    </a:lnTo>
                    <a:lnTo>
                      <a:pt x="175" y="159"/>
                    </a:lnTo>
                    <a:lnTo>
                      <a:pt x="184" y="168"/>
                    </a:lnTo>
                    <a:lnTo>
                      <a:pt x="184" y="168"/>
                    </a:lnTo>
                    <a:lnTo>
                      <a:pt x="193" y="177"/>
                    </a:lnTo>
                    <a:lnTo>
                      <a:pt x="193" y="185"/>
                    </a:lnTo>
                    <a:lnTo>
                      <a:pt x="193" y="185"/>
                    </a:lnTo>
                    <a:lnTo>
                      <a:pt x="193" y="194"/>
                    </a:lnTo>
                    <a:lnTo>
                      <a:pt x="202" y="194"/>
                    </a:lnTo>
                    <a:lnTo>
                      <a:pt x="202" y="203"/>
                    </a:lnTo>
                    <a:lnTo>
                      <a:pt x="211" y="203"/>
                    </a:lnTo>
                    <a:lnTo>
                      <a:pt x="211" y="203"/>
                    </a:lnTo>
                    <a:lnTo>
                      <a:pt x="211" y="212"/>
                    </a:lnTo>
                    <a:lnTo>
                      <a:pt x="219" y="212"/>
                    </a:lnTo>
                    <a:lnTo>
                      <a:pt x="219" y="212"/>
                    </a:lnTo>
                    <a:lnTo>
                      <a:pt x="219" y="230"/>
                    </a:lnTo>
                    <a:lnTo>
                      <a:pt x="211" y="239"/>
                    </a:lnTo>
                    <a:lnTo>
                      <a:pt x="211" y="239"/>
                    </a:lnTo>
                    <a:lnTo>
                      <a:pt x="211" y="247"/>
                    </a:lnTo>
                    <a:lnTo>
                      <a:pt x="211" y="247"/>
                    </a:lnTo>
                    <a:lnTo>
                      <a:pt x="202" y="256"/>
                    </a:lnTo>
                    <a:lnTo>
                      <a:pt x="211" y="265"/>
                    </a:lnTo>
                    <a:lnTo>
                      <a:pt x="211" y="274"/>
                    </a:lnTo>
                    <a:lnTo>
                      <a:pt x="202" y="274"/>
                    </a:lnTo>
                    <a:lnTo>
                      <a:pt x="202" y="274"/>
                    </a:lnTo>
                    <a:lnTo>
                      <a:pt x="202" y="283"/>
                    </a:lnTo>
                    <a:lnTo>
                      <a:pt x="193" y="292"/>
                    </a:lnTo>
                    <a:lnTo>
                      <a:pt x="193" y="292"/>
                    </a:lnTo>
                    <a:lnTo>
                      <a:pt x="202" y="292"/>
                    </a:lnTo>
                    <a:lnTo>
                      <a:pt x="202" y="300"/>
                    </a:lnTo>
                    <a:lnTo>
                      <a:pt x="211" y="300"/>
                    </a:lnTo>
                    <a:lnTo>
                      <a:pt x="228" y="292"/>
                    </a:lnTo>
                    <a:lnTo>
                      <a:pt x="228" y="292"/>
                    </a:lnTo>
                    <a:lnTo>
                      <a:pt x="237" y="300"/>
                    </a:lnTo>
                    <a:lnTo>
                      <a:pt x="237" y="309"/>
                    </a:lnTo>
                    <a:lnTo>
                      <a:pt x="237" y="327"/>
                    </a:lnTo>
                    <a:lnTo>
                      <a:pt x="246" y="336"/>
                    </a:lnTo>
                    <a:lnTo>
                      <a:pt x="246" y="336"/>
                    </a:lnTo>
                    <a:lnTo>
                      <a:pt x="246" y="345"/>
                    </a:lnTo>
                    <a:lnTo>
                      <a:pt x="246" y="345"/>
                    </a:lnTo>
                    <a:lnTo>
                      <a:pt x="246" y="353"/>
                    </a:lnTo>
                    <a:lnTo>
                      <a:pt x="246" y="362"/>
                    </a:lnTo>
                    <a:lnTo>
                      <a:pt x="255" y="362"/>
                    </a:lnTo>
                    <a:lnTo>
                      <a:pt x="255" y="362"/>
                    </a:lnTo>
                    <a:lnTo>
                      <a:pt x="263" y="371"/>
                    </a:lnTo>
                    <a:lnTo>
                      <a:pt x="263" y="380"/>
                    </a:lnTo>
                    <a:lnTo>
                      <a:pt x="263" y="380"/>
                    </a:lnTo>
                    <a:lnTo>
                      <a:pt x="263" y="389"/>
                    </a:lnTo>
                    <a:lnTo>
                      <a:pt x="263" y="389"/>
                    </a:lnTo>
                    <a:lnTo>
                      <a:pt x="272" y="398"/>
                    </a:lnTo>
                    <a:lnTo>
                      <a:pt x="272" y="407"/>
                    </a:lnTo>
                    <a:lnTo>
                      <a:pt x="272" y="407"/>
                    </a:lnTo>
                    <a:lnTo>
                      <a:pt x="272" y="398"/>
                    </a:lnTo>
                    <a:lnTo>
                      <a:pt x="281" y="398"/>
                    </a:lnTo>
                    <a:lnTo>
                      <a:pt x="290" y="398"/>
                    </a:lnTo>
                    <a:lnTo>
                      <a:pt x="299" y="398"/>
                    </a:lnTo>
                    <a:lnTo>
                      <a:pt x="299" y="398"/>
                    </a:lnTo>
                    <a:lnTo>
                      <a:pt x="307" y="398"/>
                    </a:lnTo>
                    <a:lnTo>
                      <a:pt x="307" y="389"/>
                    </a:lnTo>
                    <a:lnTo>
                      <a:pt x="316" y="398"/>
                    </a:lnTo>
                    <a:lnTo>
                      <a:pt x="334" y="398"/>
                    </a:lnTo>
                    <a:lnTo>
                      <a:pt x="334" y="398"/>
                    </a:lnTo>
                    <a:lnTo>
                      <a:pt x="343" y="398"/>
                    </a:lnTo>
                    <a:lnTo>
                      <a:pt x="351" y="398"/>
                    </a:lnTo>
                    <a:lnTo>
                      <a:pt x="351" y="398"/>
                    </a:lnTo>
                    <a:lnTo>
                      <a:pt x="360" y="389"/>
                    </a:lnTo>
                    <a:lnTo>
                      <a:pt x="360" y="389"/>
                    </a:lnTo>
                    <a:lnTo>
                      <a:pt x="369" y="398"/>
                    </a:lnTo>
                    <a:lnTo>
                      <a:pt x="369" y="407"/>
                    </a:lnTo>
                    <a:lnTo>
                      <a:pt x="378" y="407"/>
                    </a:lnTo>
                    <a:lnTo>
                      <a:pt x="343" y="601"/>
                    </a:lnTo>
                    <a:lnTo>
                      <a:pt x="281" y="592"/>
                    </a:lnTo>
                    <a:lnTo>
                      <a:pt x="193" y="583"/>
                    </a:lnTo>
                    <a:lnTo>
                      <a:pt x="175" y="575"/>
                    </a:lnTo>
                    <a:lnTo>
                      <a:pt x="96" y="566"/>
                    </a:lnTo>
                    <a:lnTo>
                      <a:pt x="0" y="548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" name="Freeform 142"/>
              <p:cNvSpPr>
                <a:spLocks/>
              </p:cNvSpPr>
              <p:nvPr/>
            </p:nvSpPr>
            <p:spPr bwMode="auto">
              <a:xfrm>
                <a:off x="1414766" y="1642700"/>
                <a:ext cx="507137" cy="806321"/>
              </a:xfrm>
              <a:custGeom>
                <a:avLst/>
                <a:gdLst/>
                <a:ahLst/>
                <a:cxnLst>
                  <a:cxn ang="0">
                    <a:pos x="35" y="407"/>
                  </a:cxn>
                  <a:cxn ang="0">
                    <a:pos x="35" y="398"/>
                  </a:cxn>
                  <a:cxn ang="0">
                    <a:pos x="44" y="380"/>
                  </a:cxn>
                  <a:cxn ang="0">
                    <a:pos x="44" y="371"/>
                  </a:cxn>
                  <a:cxn ang="0">
                    <a:pos x="35" y="362"/>
                  </a:cxn>
                  <a:cxn ang="0">
                    <a:pos x="35" y="345"/>
                  </a:cxn>
                  <a:cxn ang="0">
                    <a:pos x="44" y="336"/>
                  </a:cxn>
                  <a:cxn ang="0">
                    <a:pos x="61" y="318"/>
                  </a:cxn>
                  <a:cxn ang="0">
                    <a:pos x="61" y="309"/>
                  </a:cxn>
                  <a:cxn ang="0">
                    <a:pos x="79" y="283"/>
                  </a:cxn>
                  <a:cxn ang="0">
                    <a:pos x="96" y="265"/>
                  </a:cxn>
                  <a:cxn ang="0">
                    <a:pos x="79" y="247"/>
                  </a:cxn>
                  <a:cxn ang="0">
                    <a:pos x="79" y="239"/>
                  </a:cxn>
                  <a:cxn ang="0">
                    <a:pos x="70" y="230"/>
                  </a:cxn>
                  <a:cxn ang="0">
                    <a:pos x="70" y="203"/>
                  </a:cxn>
                  <a:cxn ang="0">
                    <a:pos x="79" y="185"/>
                  </a:cxn>
                  <a:cxn ang="0">
                    <a:pos x="114" y="0"/>
                  </a:cxn>
                  <a:cxn ang="0">
                    <a:pos x="167" y="9"/>
                  </a:cxn>
                  <a:cxn ang="0">
                    <a:pos x="149" y="88"/>
                  </a:cxn>
                  <a:cxn ang="0">
                    <a:pos x="158" y="106"/>
                  </a:cxn>
                  <a:cxn ang="0">
                    <a:pos x="167" y="124"/>
                  </a:cxn>
                  <a:cxn ang="0">
                    <a:pos x="167" y="132"/>
                  </a:cxn>
                  <a:cxn ang="0">
                    <a:pos x="167" y="141"/>
                  </a:cxn>
                  <a:cxn ang="0">
                    <a:pos x="175" y="150"/>
                  </a:cxn>
                  <a:cxn ang="0">
                    <a:pos x="184" y="168"/>
                  </a:cxn>
                  <a:cxn ang="0">
                    <a:pos x="193" y="177"/>
                  </a:cxn>
                  <a:cxn ang="0">
                    <a:pos x="193" y="185"/>
                  </a:cxn>
                  <a:cxn ang="0">
                    <a:pos x="202" y="194"/>
                  </a:cxn>
                  <a:cxn ang="0">
                    <a:pos x="211" y="203"/>
                  </a:cxn>
                  <a:cxn ang="0">
                    <a:pos x="211" y="212"/>
                  </a:cxn>
                  <a:cxn ang="0">
                    <a:pos x="219" y="212"/>
                  </a:cxn>
                  <a:cxn ang="0">
                    <a:pos x="211" y="239"/>
                  </a:cxn>
                  <a:cxn ang="0">
                    <a:pos x="211" y="247"/>
                  </a:cxn>
                  <a:cxn ang="0">
                    <a:pos x="202" y="256"/>
                  </a:cxn>
                  <a:cxn ang="0">
                    <a:pos x="211" y="274"/>
                  </a:cxn>
                  <a:cxn ang="0">
                    <a:pos x="202" y="274"/>
                  </a:cxn>
                  <a:cxn ang="0">
                    <a:pos x="193" y="292"/>
                  </a:cxn>
                  <a:cxn ang="0">
                    <a:pos x="202" y="292"/>
                  </a:cxn>
                  <a:cxn ang="0">
                    <a:pos x="211" y="300"/>
                  </a:cxn>
                  <a:cxn ang="0">
                    <a:pos x="228" y="292"/>
                  </a:cxn>
                  <a:cxn ang="0">
                    <a:pos x="237" y="309"/>
                  </a:cxn>
                  <a:cxn ang="0">
                    <a:pos x="246" y="336"/>
                  </a:cxn>
                  <a:cxn ang="0">
                    <a:pos x="246" y="345"/>
                  </a:cxn>
                  <a:cxn ang="0">
                    <a:pos x="246" y="353"/>
                  </a:cxn>
                  <a:cxn ang="0">
                    <a:pos x="255" y="362"/>
                  </a:cxn>
                  <a:cxn ang="0">
                    <a:pos x="263" y="371"/>
                  </a:cxn>
                  <a:cxn ang="0">
                    <a:pos x="263" y="380"/>
                  </a:cxn>
                  <a:cxn ang="0">
                    <a:pos x="263" y="389"/>
                  </a:cxn>
                  <a:cxn ang="0">
                    <a:pos x="272" y="407"/>
                  </a:cxn>
                  <a:cxn ang="0">
                    <a:pos x="272" y="398"/>
                  </a:cxn>
                  <a:cxn ang="0">
                    <a:pos x="290" y="398"/>
                  </a:cxn>
                  <a:cxn ang="0">
                    <a:pos x="299" y="398"/>
                  </a:cxn>
                  <a:cxn ang="0">
                    <a:pos x="307" y="389"/>
                  </a:cxn>
                  <a:cxn ang="0">
                    <a:pos x="334" y="398"/>
                  </a:cxn>
                  <a:cxn ang="0">
                    <a:pos x="343" y="398"/>
                  </a:cxn>
                  <a:cxn ang="0">
                    <a:pos x="351" y="398"/>
                  </a:cxn>
                  <a:cxn ang="0">
                    <a:pos x="360" y="389"/>
                  </a:cxn>
                  <a:cxn ang="0">
                    <a:pos x="369" y="407"/>
                  </a:cxn>
                  <a:cxn ang="0">
                    <a:pos x="343" y="601"/>
                  </a:cxn>
                  <a:cxn ang="0">
                    <a:pos x="193" y="583"/>
                  </a:cxn>
                  <a:cxn ang="0">
                    <a:pos x="96" y="566"/>
                  </a:cxn>
                </a:cxnLst>
                <a:rect l="0" t="0" r="r" b="b"/>
                <a:pathLst>
                  <a:path w="378" h="601">
                    <a:moveTo>
                      <a:pt x="0" y="548"/>
                    </a:moveTo>
                    <a:lnTo>
                      <a:pt x="35" y="407"/>
                    </a:lnTo>
                    <a:lnTo>
                      <a:pt x="35" y="398"/>
                    </a:lnTo>
                    <a:lnTo>
                      <a:pt x="35" y="398"/>
                    </a:lnTo>
                    <a:lnTo>
                      <a:pt x="44" y="389"/>
                    </a:lnTo>
                    <a:lnTo>
                      <a:pt x="44" y="380"/>
                    </a:lnTo>
                    <a:lnTo>
                      <a:pt x="44" y="371"/>
                    </a:lnTo>
                    <a:lnTo>
                      <a:pt x="44" y="371"/>
                    </a:lnTo>
                    <a:lnTo>
                      <a:pt x="35" y="371"/>
                    </a:lnTo>
                    <a:lnTo>
                      <a:pt x="35" y="362"/>
                    </a:lnTo>
                    <a:lnTo>
                      <a:pt x="35" y="362"/>
                    </a:lnTo>
                    <a:lnTo>
                      <a:pt x="35" y="345"/>
                    </a:lnTo>
                    <a:lnTo>
                      <a:pt x="44" y="345"/>
                    </a:lnTo>
                    <a:lnTo>
                      <a:pt x="44" y="336"/>
                    </a:lnTo>
                    <a:lnTo>
                      <a:pt x="52" y="327"/>
                    </a:lnTo>
                    <a:lnTo>
                      <a:pt x="61" y="318"/>
                    </a:lnTo>
                    <a:lnTo>
                      <a:pt x="61" y="318"/>
                    </a:lnTo>
                    <a:lnTo>
                      <a:pt x="61" y="309"/>
                    </a:lnTo>
                    <a:lnTo>
                      <a:pt x="70" y="300"/>
                    </a:lnTo>
                    <a:lnTo>
                      <a:pt x="79" y="283"/>
                    </a:lnTo>
                    <a:lnTo>
                      <a:pt x="87" y="274"/>
                    </a:lnTo>
                    <a:lnTo>
                      <a:pt x="96" y="265"/>
                    </a:lnTo>
                    <a:lnTo>
                      <a:pt x="87" y="256"/>
                    </a:lnTo>
                    <a:lnTo>
                      <a:pt x="79" y="247"/>
                    </a:lnTo>
                    <a:lnTo>
                      <a:pt x="79" y="247"/>
                    </a:lnTo>
                    <a:lnTo>
                      <a:pt x="79" y="239"/>
                    </a:lnTo>
                    <a:lnTo>
                      <a:pt x="79" y="239"/>
                    </a:lnTo>
                    <a:lnTo>
                      <a:pt x="70" y="230"/>
                    </a:lnTo>
                    <a:lnTo>
                      <a:pt x="79" y="212"/>
                    </a:lnTo>
                    <a:lnTo>
                      <a:pt x="70" y="203"/>
                    </a:lnTo>
                    <a:lnTo>
                      <a:pt x="79" y="203"/>
                    </a:lnTo>
                    <a:lnTo>
                      <a:pt x="79" y="185"/>
                    </a:lnTo>
                    <a:lnTo>
                      <a:pt x="114" y="9"/>
                    </a:lnTo>
                    <a:lnTo>
                      <a:pt x="114" y="0"/>
                    </a:lnTo>
                    <a:lnTo>
                      <a:pt x="158" y="9"/>
                    </a:lnTo>
                    <a:lnTo>
                      <a:pt x="167" y="9"/>
                    </a:lnTo>
                    <a:lnTo>
                      <a:pt x="167" y="17"/>
                    </a:lnTo>
                    <a:lnTo>
                      <a:pt x="149" y="88"/>
                    </a:lnTo>
                    <a:lnTo>
                      <a:pt x="158" y="106"/>
                    </a:lnTo>
                    <a:lnTo>
                      <a:pt x="158" y="106"/>
                    </a:lnTo>
                    <a:lnTo>
                      <a:pt x="167" y="115"/>
                    </a:lnTo>
                    <a:lnTo>
                      <a:pt x="167" y="124"/>
                    </a:lnTo>
                    <a:lnTo>
                      <a:pt x="167" y="132"/>
                    </a:lnTo>
                    <a:lnTo>
                      <a:pt x="167" y="132"/>
                    </a:lnTo>
                    <a:lnTo>
                      <a:pt x="158" y="132"/>
                    </a:lnTo>
                    <a:lnTo>
                      <a:pt x="167" y="141"/>
                    </a:lnTo>
                    <a:lnTo>
                      <a:pt x="167" y="150"/>
                    </a:lnTo>
                    <a:lnTo>
                      <a:pt x="175" y="150"/>
                    </a:lnTo>
                    <a:lnTo>
                      <a:pt x="175" y="159"/>
                    </a:lnTo>
                    <a:lnTo>
                      <a:pt x="184" y="168"/>
                    </a:lnTo>
                    <a:lnTo>
                      <a:pt x="184" y="168"/>
                    </a:lnTo>
                    <a:lnTo>
                      <a:pt x="193" y="177"/>
                    </a:lnTo>
                    <a:lnTo>
                      <a:pt x="193" y="185"/>
                    </a:lnTo>
                    <a:lnTo>
                      <a:pt x="193" y="185"/>
                    </a:lnTo>
                    <a:lnTo>
                      <a:pt x="193" y="194"/>
                    </a:lnTo>
                    <a:lnTo>
                      <a:pt x="202" y="194"/>
                    </a:lnTo>
                    <a:lnTo>
                      <a:pt x="202" y="203"/>
                    </a:lnTo>
                    <a:lnTo>
                      <a:pt x="211" y="203"/>
                    </a:lnTo>
                    <a:lnTo>
                      <a:pt x="211" y="203"/>
                    </a:lnTo>
                    <a:lnTo>
                      <a:pt x="211" y="212"/>
                    </a:lnTo>
                    <a:lnTo>
                      <a:pt x="219" y="212"/>
                    </a:lnTo>
                    <a:lnTo>
                      <a:pt x="219" y="212"/>
                    </a:lnTo>
                    <a:lnTo>
                      <a:pt x="219" y="230"/>
                    </a:lnTo>
                    <a:lnTo>
                      <a:pt x="211" y="239"/>
                    </a:lnTo>
                    <a:lnTo>
                      <a:pt x="211" y="239"/>
                    </a:lnTo>
                    <a:lnTo>
                      <a:pt x="211" y="247"/>
                    </a:lnTo>
                    <a:lnTo>
                      <a:pt x="211" y="247"/>
                    </a:lnTo>
                    <a:lnTo>
                      <a:pt x="202" y="256"/>
                    </a:lnTo>
                    <a:lnTo>
                      <a:pt x="211" y="265"/>
                    </a:lnTo>
                    <a:lnTo>
                      <a:pt x="211" y="274"/>
                    </a:lnTo>
                    <a:lnTo>
                      <a:pt x="202" y="274"/>
                    </a:lnTo>
                    <a:lnTo>
                      <a:pt x="202" y="274"/>
                    </a:lnTo>
                    <a:lnTo>
                      <a:pt x="202" y="283"/>
                    </a:lnTo>
                    <a:lnTo>
                      <a:pt x="193" y="292"/>
                    </a:lnTo>
                    <a:lnTo>
                      <a:pt x="193" y="292"/>
                    </a:lnTo>
                    <a:lnTo>
                      <a:pt x="202" y="292"/>
                    </a:lnTo>
                    <a:lnTo>
                      <a:pt x="202" y="300"/>
                    </a:lnTo>
                    <a:lnTo>
                      <a:pt x="211" y="300"/>
                    </a:lnTo>
                    <a:lnTo>
                      <a:pt x="228" y="292"/>
                    </a:lnTo>
                    <a:lnTo>
                      <a:pt x="228" y="292"/>
                    </a:lnTo>
                    <a:lnTo>
                      <a:pt x="237" y="300"/>
                    </a:lnTo>
                    <a:lnTo>
                      <a:pt x="237" y="309"/>
                    </a:lnTo>
                    <a:lnTo>
                      <a:pt x="237" y="327"/>
                    </a:lnTo>
                    <a:lnTo>
                      <a:pt x="246" y="336"/>
                    </a:lnTo>
                    <a:lnTo>
                      <a:pt x="246" y="336"/>
                    </a:lnTo>
                    <a:lnTo>
                      <a:pt x="246" y="345"/>
                    </a:lnTo>
                    <a:lnTo>
                      <a:pt x="246" y="345"/>
                    </a:lnTo>
                    <a:lnTo>
                      <a:pt x="246" y="353"/>
                    </a:lnTo>
                    <a:lnTo>
                      <a:pt x="246" y="362"/>
                    </a:lnTo>
                    <a:lnTo>
                      <a:pt x="255" y="362"/>
                    </a:lnTo>
                    <a:lnTo>
                      <a:pt x="255" y="362"/>
                    </a:lnTo>
                    <a:lnTo>
                      <a:pt x="263" y="371"/>
                    </a:lnTo>
                    <a:lnTo>
                      <a:pt x="263" y="380"/>
                    </a:lnTo>
                    <a:lnTo>
                      <a:pt x="263" y="380"/>
                    </a:lnTo>
                    <a:lnTo>
                      <a:pt x="263" y="389"/>
                    </a:lnTo>
                    <a:lnTo>
                      <a:pt x="263" y="389"/>
                    </a:lnTo>
                    <a:lnTo>
                      <a:pt x="272" y="398"/>
                    </a:lnTo>
                    <a:lnTo>
                      <a:pt x="272" y="407"/>
                    </a:lnTo>
                    <a:lnTo>
                      <a:pt x="272" y="407"/>
                    </a:lnTo>
                    <a:lnTo>
                      <a:pt x="272" y="398"/>
                    </a:lnTo>
                    <a:lnTo>
                      <a:pt x="281" y="398"/>
                    </a:lnTo>
                    <a:lnTo>
                      <a:pt x="290" y="398"/>
                    </a:lnTo>
                    <a:lnTo>
                      <a:pt x="299" y="398"/>
                    </a:lnTo>
                    <a:lnTo>
                      <a:pt x="299" y="398"/>
                    </a:lnTo>
                    <a:lnTo>
                      <a:pt x="307" y="398"/>
                    </a:lnTo>
                    <a:lnTo>
                      <a:pt x="307" y="389"/>
                    </a:lnTo>
                    <a:lnTo>
                      <a:pt x="316" y="398"/>
                    </a:lnTo>
                    <a:lnTo>
                      <a:pt x="334" y="398"/>
                    </a:lnTo>
                    <a:lnTo>
                      <a:pt x="334" y="398"/>
                    </a:lnTo>
                    <a:lnTo>
                      <a:pt x="343" y="398"/>
                    </a:lnTo>
                    <a:lnTo>
                      <a:pt x="351" y="398"/>
                    </a:lnTo>
                    <a:lnTo>
                      <a:pt x="351" y="398"/>
                    </a:lnTo>
                    <a:lnTo>
                      <a:pt x="360" y="389"/>
                    </a:lnTo>
                    <a:lnTo>
                      <a:pt x="360" y="389"/>
                    </a:lnTo>
                    <a:lnTo>
                      <a:pt x="369" y="398"/>
                    </a:lnTo>
                    <a:lnTo>
                      <a:pt x="369" y="407"/>
                    </a:lnTo>
                    <a:lnTo>
                      <a:pt x="378" y="407"/>
                    </a:lnTo>
                    <a:lnTo>
                      <a:pt x="343" y="601"/>
                    </a:lnTo>
                    <a:lnTo>
                      <a:pt x="281" y="592"/>
                    </a:lnTo>
                    <a:lnTo>
                      <a:pt x="193" y="583"/>
                    </a:lnTo>
                    <a:lnTo>
                      <a:pt x="175" y="575"/>
                    </a:lnTo>
                    <a:lnTo>
                      <a:pt x="96" y="566"/>
                    </a:lnTo>
                    <a:lnTo>
                      <a:pt x="0" y="548"/>
                    </a:lnTo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Freeform 147"/>
              <p:cNvSpPr>
                <a:spLocks/>
              </p:cNvSpPr>
              <p:nvPr/>
            </p:nvSpPr>
            <p:spPr bwMode="auto">
              <a:xfrm>
                <a:off x="3810921" y="3622949"/>
                <a:ext cx="766072" cy="582268"/>
              </a:xfrm>
              <a:custGeom>
                <a:avLst/>
                <a:gdLst/>
                <a:ahLst/>
                <a:cxnLst>
                  <a:cxn ang="0">
                    <a:pos x="17" y="53"/>
                  </a:cxn>
                  <a:cxn ang="0">
                    <a:pos x="70" y="27"/>
                  </a:cxn>
                  <a:cxn ang="0">
                    <a:pos x="360" y="27"/>
                  </a:cxn>
                  <a:cxn ang="0">
                    <a:pos x="387" y="27"/>
                  </a:cxn>
                  <a:cxn ang="0">
                    <a:pos x="387" y="0"/>
                  </a:cxn>
                  <a:cxn ang="0">
                    <a:pos x="413" y="0"/>
                  </a:cxn>
                  <a:cxn ang="0">
                    <a:pos x="422" y="18"/>
                  </a:cxn>
                  <a:cxn ang="0">
                    <a:pos x="431" y="53"/>
                  </a:cxn>
                  <a:cxn ang="0">
                    <a:pos x="501" y="160"/>
                  </a:cxn>
                  <a:cxn ang="0">
                    <a:pos x="510" y="195"/>
                  </a:cxn>
                  <a:cxn ang="0">
                    <a:pos x="501" y="177"/>
                  </a:cxn>
                  <a:cxn ang="0">
                    <a:pos x="492" y="151"/>
                  </a:cxn>
                  <a:cxn ang="0">
                    <a:pos x="492" y="168"/>
                  </a:cxn>
                  <a:cxn ang="0">
                    <a:pos x="545" y="257"/>
                  </a:cxn>
                  <a:cxn ang="0">
                    <a:pos x="563" y="275"/>
                  </a:cxn>
                  <a:cxn ang="0">
                    <a:pos x="571" y="328"/>
                  </a:cxn>
                  <a:cxn ang="0">
                    <a:pos x="571" y="363"/>
                  </a:cxn>
                  <a:cxn ang="0">
                    <a:pos x="563" y="389"/>
                  </a:cxn>
                  <a:cxn ang="0">
                    <a:pos x="563" y="416"/>
                  </a:cxn>
                  <a:cxn ang="0">
                    <a:pos x="545" y="416"/>
                  </a:cxn>
                  <a:cxn ang="0">
                    <a:pos x="527" y="434"/>
                  </a:cxn>
                  <a:cxn ang="0">
                    <a:pos x="519" y="425"/>
                  </a:cxn>
                  <a:cxn ang="0">
                    <a:pos x="510" y="416"/>
                  </a:cxn>
                  <a:cxn ang="0">
                    <a:pos x="483" y="381"/>
                  </a:cxn>
                  <a:cxn ang="0">
                    <a:pos x="457" y="372"/>
                  </a:cxn>
                  <a:cxn ang="0">
                    <a:pos x="440" y="336"/>
                  </a:cxn>
                  <a:cxn ang="0">
                    <a:pos x="448" y="319"/>
                  </a:cxn>
                  <a:cxn ang="0">
                    <a:pos x="431" y="328"/>
                  </a:cxn>
                  <a:cxn ang="0">
                    <a:pos x="431" y="301"/>
                  </a:cxn>
                  <a:cxn ang="0">
                    <a:pos x="413" y="301"/>
                  </a:cxn>
                  <a:cxn ang="0">
                    <a:pos x="404" y="310"/>
                  </a:cxn>
                  <a:cxn ang="0">
                    <a:pos x="387" y="275"/>
                  </a:cxn>
                  <a:cxn ang="0">
                    <a:pos x="378" y="266"/>
                  </a:cxn>
                  <a:cxn ang="0">
                    <a:pos x="378" y="239"/>
                  </a:cxn>
                  <a:cxn ang="0">
                    <a:pos x="369" y="239"/>
                  </a:cxn>
                  <a:cxn ang="0">
                    <a:pos x="369" y="248"/>
                  </a:cxn>
                  <a:cxn ang="0">
                    <a:pos x="360" y="230"/>
                  </a:cxn>
                  <a:cxn ang="0">
                    <a:pos x="360" y="177"/>
                  </a:cxn>
                  <a:cxn ang="0">
                    <a:pos x="352" y="151"/>
                  </a:cxn>
                  <a:cxn ang="0">
                    <a:pos x="325" y="133"/>
                  </a:cxn>
                  <a:cxn ang="0">
                    <a:pos x="299" y="107"/>
                  </a:cxn>
                  <a:cxn ang="0">
                    <a:pos x="255" y="80"/>
                  </a:cxn>
                  <a:cxn ang="0">
                    <a:pos x="228" y="89"/>
                  </a:cxn>
                  <a:cxn ang="0">
                    <a:pos x="228" y="98"/>
                  </a:cxn>
                  <a:cxn ang="0">
                    <a:pos x="202" y="107"/>
                  </a:cxn>
                  <a:cxn ang="0">
                    <a:pos x="176" y="124"/>
                  </a:cxn>
                  <a:cxn ang="0">
                    <a:pos x="167" y="115"/>
                  </a:cxn>
                  <a:cxn ang="0">
                    <a:pos x="158" y="98"/>
                  </a:cxn>
                  <a:cxn ang="0">
                    <a:pos x="149" y="98"/>
                  </a:cxn>
                  <a:cxn ang="0">
                    <a:pos x="158" y="89"/>
                  </a:cxn>
                  <a:cxn ang="0">
                    <a:pos x="149" y="80"/>
                  </a:cxn>
                  <a:cxn ang="0">
                    <a:pos x="132" y="80"/>
                  </a:cxn>
                  <a:cxn ang="0">
                    <a:pos x="96" y="71"/>
                  </a:cxn>
                  <a:cxn ang="0">
                    <a:pos x="96" y="71"/>
                  </a:cxn>
                  <a:cxn ang="0">
                    <a:pos x="96" y="62"/>
                  </a:cxn>
                  <a:cxn ang="0">
                    <a:pos x="61" y="71"/>
                  </a:cxn>
                  <a:cxn ang="0">
                    <a:pos x="52" y="71"/>
                  </a:cxn>
                  <a:cxn ang="0">
                    <a:pos x="44" y="62"/>
                  </a:cxn>
                  <a:cxn ang="0">
                    <a:pos x="35" y="80"/>
                  </a:cxn>
                  <a:cxn ang="0">
                    <a:pos x="26" y="80"/>
                  </a:cxn>
                </a:cxnLst>
                <a:rect l="0" t="0" r="r" b="b"/>
                <a:pathLst>
                  <a:path w="571" h="434">
                    <a:moveTo>
                      <a:pt x="17" y="71"/>
                    </a:moveTo>
                    <a:lnTo>
                      <a:pt x="17" y="71"/>
                    </a:lnTo>
                    <a:lnTo>
                      <a:pt x="17" y="71"/>
                    </a:lnTo>
                    <a:lnTo>
                      <a:pt x="17" y="62"/>
                    </a:lnTo>
                    <a:lnTo>
                      <a:pt x="17" y="53"/>
                    </a:lnTo>
                    <a:lnTo>
                      <a:pt x="8" y="53"/>
                    </a:lnTo>
                    <a:lnTo>
                      <a:pt x="0" y="45"/>
                    </a:lnTo>
                    <a:lnTo>
                      <a:pt x="8" y="36"/>
                    </a:lnTo>
                    <a:lnTo>
                      <a:pt x="8" y="36"/>
                    </a:lnTo>
                    <a:lnTo>
                      <a:pt x="70" y="27"/>
                    </a:lnTo>
                    <a:lnTo>
                      <a:pt x="176" y="18"/>
                    </a:lnTo>
                    <a:lnTo>
                      <a:pt x="184" y="27"/>
                    </a:lnTo>
                    <a:lnTo>
                      <a:pt x="184" y="27"/>
                    </a:lnTo>
                    <a:lnTo>
                      <a:pt x="193" y="36"/>
                    </a:lnTo>
                    <a:lnTo>
                      <a:pt x="360" y="27"/>
                    </a:lnTo>
                    <a:lnTo>
                      <a:pt x="369" y="27"/>
                    </a:lnTo>
                    <a:lnTo>
                      <a:pt x="369" y="36"/>
                    </a:lnTo>
                    <a:lnTo>
                      <a:pt x="378" y="36"/>
                    </a:lnTo>
                    <a:lnTo>
                      <a:pt x="387" y="36"/>
                    </a:lnTo>
                    <a:lnTo>
                      <a:pt x="387" y="27"/>
                    </a:lnTo>
                    <a:lnTo>
                      <a:pt x="378" y="18"/>
                    </a:lnTo>
                    <a:lnTo>
                      <a:pt x="378" y="9"/>
                    </a:lnTo>
                    <a:lnTo>
                      <a:pt x="378" y="9"/>
                    </a:lnTo>
                    <a:lnTo>
                      <a:pt x="378" y="0"/>
                    </a:lnTo>
                    <a:lnTo>
                      <a:pt x="387" y="0"/>
                    </a:lnTo>
                    <a:lnTo>
                      <a:pt x="387" y="0"/>
                    </a:lnTo>
                    <a:lnTo>
                      <a:pt x="396" y="0"/>
                    </a:lnTo>
                    <a:lnTo>
                      <a:pt x="404" y="0"/>
                    </a:lnTo>
                    <a:lnTo>
                      <a:pt x="413" y="0"/>
                    </a:lnTo>
                    <a:lnTo>
                      <a:pt x="413" y="0"/>
                    </a:lnTo>
                    <a:lnTo>
                      <a:pt x="413" y="0"/>
                    </a:lnTo>
                    <a:lnTo>
                      <a:pt x="422" y="9"/>
                    </a:lnTo>
                    <a:lnTo>
                      <a:pt x="422" y="18"/>
                    </a:lnTo>
                    <a:lnTo>
                      <a:pt x="413" y="9"/>
                    </a:lnTo>
                    <a:lnTo>
                      <a:pt x="422" y="18"/>
                    </a:lnTo>
                    <a:lnTo>
                      <a:pt x="422" y="27"/>
                    </a:lnTo>
                    <a:lnTo>
                      <a:pt x="431" y="27"/>
                    </a:lnTo>
                    <a:lnTo>
                      <a:pt x="431" y="36"/>
                    </a:lnTo>
                    <a:lnTo>
                      <a:pt x="431" y="45"/>
                    </a:lnTo>
                    <a:lnTo>
                      <a:pt x="431" y="53"/>
                    </a:lnTo>
                    <a:lnTo>
                      <a:pt x="440" y="71"/>
                    </a:lnTo>
                    <a:lnTo>
                      <a:pt x="448" y="89"/>
                    </a:lnTo>
                    <a:lnTo>
                      <a:pt x="466" y="115"/>
                    </a:lnTo>
                    <a:lnTo>
                      <a:pt x="492" y="151"/>
                    </a:lnTo>
                    <a:lnTo>
                      <a:pt x="501" y="160"/>
                    </a:lnTo>
                    <a:lnTo>
                      <a:pt x="510" y="160"/>
                    </a:lnTo>
                    <a:lnTo>
                      <a:pt x="510" y="168"/>
                    </a:lnTo>
                    <a:lnTo>
                      <a:pt x="510" y="177"/>
                    </a:lnTo>
                    <a:lnTo>
                      <a:pt x="510" y="186"/>
                    </a:lnTo>
                    <a:lnTo>
                      <a:pt x="510" y="195"/>
                    </a:lnTo>
                    <a:lnTo>
                      <a:pt x="510" y="195"/>
                    </a:lnTo>
                    <a:lnTo>
                      <a:pt x="527" y="213"/>
                    </a:lnTo>
                    <a:lnTo>
                      <a:pt x="519" y="204"/>
                    </a:lnTo>
                    <a:lnTo>
                      <a:pt x="510" y="195"/>
                    </a:lnTo>
                    <a:lnTo>
                      <a:pt x="501" y="177"/>
                    </a:lnTo>
                    <a:lnTo>
                      <a:pt x="510" y="168"/>
                    </a:lnTo>
                    <a:lnTo>
                      <a:pt x="501" y="160"/>
                    </a:lnTo>
                    <a:lnTo>
                      <a:pt x="501" y="160"/>
                    </a:lnTo>
                    <a:lnTo>
                      <a:pt x="492" y="160"/>
                    </a:lnTo>
                    <a:lnTo>
                      <a:pt x="492" y="151"/>
                    </a:lnTo>
                    <a:lnTo>
                      <a:pt x="492" y="151"/>
                    </a:lnTo>
                    <a:lnTo>
                      <a:pt x="483" y="151"/>
                    </a:lnTo>
                    <a:lnTo>
                      <a:pt x="483" y="151"/>
                    </a:lnTo>
                    <a:lnTo>
                      <a:pt x="483" y="160"/>
                    </a:lnTo>
                    <a:lnTo>
                      <a:pt x="492" y="168"/>
                    </a:lnTo>
                    <a:lnTo>
                      <a:pt x="501" y="177"/>
                    </a:lnTo>
                    <a:lnTo>
                      <a:pt x="510" y="204"/>
                    </a:lnTo>
                    <a:lnTo>
                      <a:pt x="527" y="230"/>
                    </a:lnTo>
                    <a:lnTo>
                      <a:pt x="536" y="248"/>
                    </a:lnTo>
                    <a:lnTo>
                      <a:pt x="545" y="257"/>
                    </a:lnTo>
                    <a:lnTo>
                      <a:pt x="545" y="266"/>
                    </a:lnTo>
                    <a:lnTo>
                      <a:pt x="545" y="266"/>
                    </a:lnTo>
                    <a:lnTo>
                      <a:pt x="545" y="266"/>
                    </a:lnTo>
                    <a:lnTo>
                      <a:pt x="554" y="266"/>
                    </a:lnTo>
                    <a:lnTo>
                      <a:pt x="563" y="275"/>
                    </a:lnTo>
                    <a:lnTo>
                      <a:pt x="563" y="283"/>
                    </a:lnTo>
                    <a:lnTo>
                      <a:pt x="563" y="283"/>
                    </a:lnTo>
                    <a:lnTo>
                      <a:pt x="571" y="301"/>
                    </a:lnTo>
                    <a:lnTo>
                      <a:pt x="571" y="328"/>
                    </a:lnTo>
                    <a:lnTo>
                      <a:pt x="571" y="328"/>
                    </a:lnTo>
                    <a:lnTo>
                      <a:pt x="571" y="345"/>
                    </a:lnTo>
                    <a:lnTo>
                      <a:pt x="571" y="354"/>
                    </a:lnTo>
                    <a:lnTo>
                      <a:pt x="571" y="363"/>
                    </a:lnTo>
                    <a:lnTo>
                      <a:pt x="571" y="372"/>
                    </a:lnTo>
                    <a:lnTo>
                      <a:pt x="571" y="363"/>
                    </a:lnTo>
                    <a:lnTo>
                      <a:pt x="571" y="372"/>
                    </a:lnTo>
                    <a:lnTo>
                      <a:pt x="571" y="372"/>
                    </a:lnTo>
                    <a:lnTo>
                      <a:pt x="563" y="381"/>
                    </a:lnTo>
                    <a:lnTo>
                      <a:pt x="563" y="381"/>
                    </a:lnTo>
                    <a:lnTo>
                      <a:pt x="563" y="389"/>
                    </a:lnTo>
                    <a:lnTo>
                      <a:pt x="563" y="389"/>
                    </a:lnTo>
                    <a:lnTo>
                      <a:pt x="563" y="398"/>
                    </a:lnTo>
                    <a:lnTo>
                      <a:pt x="563" y="407"/>
                    </a:lnTo>
                    <a:lnTo>
                      <a:pt x="563" y="407"/>
                    </a:lnTo>
                    <a:lnTo>
                      <a:pt x="563" y="416"/>
                    </a:lnTo>
                    <a:lnTo>
                      <a:pt x="563" y="416"/>
                    </a:lnTo>
                    <a:lnTo>
                      <a:pt x="554" y="416"/>
                    </a:lnTo>
                    <a:lnTo>
                      <a:pt x="563" y="416"/>
                    </a:lnTo>
                    <a:lnTo>
                      <a:pt x="554" y="416"/>
                    </a:lnTo>
                    <a:lnTo>
                      <a:pt x="545" y="416"/>
                    </a:lnTo>
                    <a:lnTo>
                      <a:pt x="545" y="425"/>
                    </a:lnTo>
                    <a:lnTo>
                      <a:pt x="536" y="425"/>
                    </a:lnTo>
                    <a:lnTo>
                      <a:pt x="536" y="425"/>
                    </a:lnTo>
                    <a:lnTo>
                      <a:pt x="527" y="425"/>
                    </a:lnTo>
                    <a:lnTo>
                      <a:pt x="527" y="434"/>
                    </a:lnTo>
                    <a:lnTo>
                      <a:pt x="510" y="434"/>
                    </a:lnTo>
                    <a:lnTo>
                      <a:pt x="510" y="425"/>
                    </a:lnTo>
                    <a:lnTo>
                      <a:pt x="510" y="425"/>
                    </a:lnTo>
                    <a:lnTo>
                      <a:pt x="510" y="416"/>
                    </a:lnTo>
                    <a:lnTo>
                      <a:pt x="519" y="425"/>
                    </a:lnTo>
                    <a:lnTo>
                      <a:pt x="519" y="425"/>
                    </a:lnTo>
                    <a:lnTo>
                      <a:pt x="527" y="416"/>
                    </a:lnTo>
                    <a:lnTo>
                      <a:pt x="519" y="416"/>
                    </a:lnTo>
                    <a:lnTo>
                      <a:pt x="519" y="416"/>
                    </a:lnTo>
                    <a:lnTo>
                      <a:pt x="510" y="416"/>
                    </a:lnTo>
                    <a:lnTo>
                      <a:pt x="501" y="407"/>
                    </a:lnTo>
                    <a:lnTo>
                      <a:pt x="501" y="398"/>
                    </a:lnTo>
                    <a:lnTo>
                      <a:pt x="492" y="389"/>
                    </a:lnTo>
                    <a:lnTo>
                      <a:pt x="483" y="389"/>
                    </a:lnTo>
                    <a:lnTo>
                      <a:pt x="483" y="381"/>
                    </a:lnTo>
                    <a:lnTo>
                      <a:pt x="475" y="381"/>
                    </a:lnTo>
                    <a:lnTo>
                      <a:pt x="475" y="381"/>
                    </a:lnTo>
                    <a:lnTo>
                      <a:pt x="466" y="381"/>
                    </a:lnTo>
                    <a:lnTo>
                      <a:pt x="466" y="381"/>
                    </a:lnTo>
                    <a:lnTo>
                      <a:pt x="457" y="372"/>
                    </a:lnTo>
                    <a:lnTo>
                      <a:pt x="466" y="372"/>
                    </a:lnTo>
                    <a:lnTo>
                      <a:pt x="457" y="372"/>
                    </a:lnTo>
                    <a:lnTo>
                      <a:pt x="448" y="363"/>
                    </a:lnTo>
                    <a:lnTo>
                      <a:pt x="448" y="345"/>
                    </a:lnTo>
                    <a:lnTo>
                      <a:pt x="440" y="336"/>
                    </a:lnTo>
                    <a:lnTo>
                      <a:pt x="440" y="336"/>
                    </a:lnTo>
                    <a:lnTo>
                      <a:pt x="440" y="336"/>
                    </a:lnTo>
                    <a:lnTo>
                      <a:pt x="440" y="328"/>
                    </a:lnTo>
                    <a:lnTo>
                      <a:pt x="440" y="328"/>
                    </a:lnTo>
                    <a:lnTo>
                      <a:pt x="448" y="319"/>
                    </a:lnTo>
                    <a:lnTo>
                      <a:pt x="440" y="328"/>
                    </a:lnTo>
                    <a:lnTo>
                      <a:pt x="440" y="328"/>
                    </a:lnTo>
                    <a:lnTo>
                      <a:pt x="431" y="336"/>
                    </a:lnTo>
                    <a:lnTo>
                      <a:pt x="431" y="336"/>
                    </a:lnTo>
                    <a:lnTo>
                      <a:pt x="431" y="328"/>
                    </a:lnTo>
                    <a:lnTo>
                      <a:pt x="422" y="328"/>
                    </a:lnTo>
                    <a:lnTo>
                      <a:pt x="422" y="319"/>
                    </a:lnTo>
                    <a:lnTo>
                      <a:pt x="422" y="310"/>
                    </a:lnTo>
                    <a:lnTo>
                      <a:pt x="422" y="301"/>
                    </a:lnTo>
                    <a:lnTo>
                      <a:pt x="431" y="301"/>
                    </a:lnTo>
                    <a:lnTo>
                      <a:pt x="431" y="301"/>
                    </a:lnTo>
                    <a:lnTo>
                      <a:pt x="413" y="310"/>
                    </a:lnTo>
                    <a:lnTo>
                      <a:pt x="413" y="301"/>
                    </a:lnTo>
                    <a:lnTo>
                      <a:pt x="413" y="301"/>
                    </a:lnTo>
                    <a:lnTo>
                      <a:pt x="413" y="301"/>
                    </a:lnTo>
                    <a:lnTo>
                      <a:pt x="413" y="310"/>
                    </a:lnTo>
                    <a:lnTo>
                      <a:pt x="422" y="319"/>
                    </a:lnTo>
                    <a:lnTo>
                      <a:pt x="413" y="310"/>
                    </a:lnTo>
                    <a:lnTo>
                      <a:pt x="413" y="319"/>
                    </a:lnTo>
                    <a:lnTo>
                      <a:pt x="404" y="310"/>
                    </a:lnTo>
                    <a:lnTo>
                      <a:pt x="396" y="301"/>
                    </a:lnTo>
                    <a:lnTo>
                      <a:pt x="396" y="301"/>
                    </a:lnTo>
                    <a:lnTo>
                      <a:pt x="387" y="283"/>
                    </a:lnTo>
                    <a:lnTo>
                      <a:pt x="387" y="283"/>
                    </a:lnTo>
                    <a:lnTo>
                      <a:pt x="387" y="275"/>
                    </a:lnTo>
                    <a:lnTo>
                      <a:pt x="369" y="266"/>
                    </a:lnTo>
                    <a:lnTo>
                      <a:pt x="369" y="266"/>
                    </a:lnTo>
                    <a:lnTo>
                      <a:pt x="378" y="266"/>
                    </a:lnTo>
                    <a:lnTo>
                      <a:pt x="378" y="266"/>
                    </a:lnTo>
                    <a:lnTo>
                      <a:pt x="378" y="266"/>
                    </a:lnTo>
                    <a:lnTo>
                      <a:pt x="378" y="257"/>
                    </a:lnTo>
                    <a:lnTo>
                      <a:pt x="387" y="239"/>
                    </a:lnTo>
                    <a:lnTo>
                      <a:pt x="387" y="239"/>
                    </a:lnTo>
                    <a:lnTo>
                      <a:pt x="387" y="230"/>
                    </a:lnTo>
                    <a:lnTo>
                      <a:pt x="378" y="239"/>
                    </a:lnTo>
                    <a:lnTo>
                      <a:pt x="378" y="230"/>
                    </a:lnTo>
                    <a:lnTo>
                      <a:pt x="369" y="221"/>
                    </a:lnTo>
                    <a:lnTo>
                      <a:pt x="369" y="230"/>
                    </a:lnTo>
                    <a:lnTo>
                      <a:pt x="369" y="230"/>
                    </a:lnTo>
                    <a:lnTo>
                      <a:pt x="369" y="239"/>
                    </a:lnTo>
                    <a:lnTo>
                      <a:pt x="369" y="239"/>
                    </a:lnTo>
                    <a:lnTo>
                      <a:pt x="378" y="239"/>
                    </a:lnTo>
                    <a:lnTo>
                      <a:pt x="378" y="248"/>
                    </a:lnTo>
                    <a:lnTo>
                      <a:pt x="369" y="248"/>
                    </a:lnTo>
                    <a:lnTo>
                      <a:pt x="369" y="248"/>
                    </a:lnTo>
                    <a:lnTo>
                      <a:pt x="360" y="239"/>
                    </a:lnTo>
                    <a:lnTo>
                      <a:pt x="369" y="248"/>
                    </a:lnTo>
                    <a:lnTo>
                      <a:pt x="360" y="248"/>
                    </a:lnTo>
                    <a:lnTo>
                      <a:pt x="360" y="239"/>
                    </a:lnTo>
                    <a:lnTo>
                      <a:pt x="360" y="230"/>
                    </a:lnTo>
                    <a:lnTo>
                      <a:pt x="360" y="221"/>
                    </a:lnTo>
                    <a:lnTo>
                      <a:pt x="360" y="221"/>
                    </a:lnTo>
                    <a:lnTo>
                      <a:pt x="360" y="195"/>
                    </a:lnTo>
                    <a:lnTo>
                      <a:pt x="360" y="186"/>
                    </a:lnTo>
                    <a:lnTo>
                      <a:pt x="360" y="177"/>
                    </a:lnTo>
                    <a:lnTo>
                      <a:pt x="360" y="168"/>
                    </a:lnTo>
                    <a:lnTo>
                      <a:pt x="360" y="160"/>
                    </a:lnTo>
                    <a:lnTo>
                      <a:pt x="360" y="160"/>
                    </a:lnTo>
                    <a:lnTo>
                      <a:pt x="352" y="160"/>
                    </a:lnTo>
                    <a:lnTo>
                      <a:pt x="352" y="151"/>
                    </a:lnTo>
                    <a:lnTo>
                      <a:pt x="352" y="142"/>
                    </a:lnTo>
                    <a:lnTo>
                      <a:pt x="343" y="142"/>
                    </a:lnTo>
                    <a:lnTo>
                      <a:pt x="334" y="142"/>
                    </a:lnTo>
                    <a:lnTo>
                      <a:pt x="325" y="142"/>
                    </a:lnTo>
                    <a:lnTo>
                      <a:pt x="325" y="133"/>
                    </a:lnTo>
                    <a:lnTo>
                      <a:pt x="325" y="133"/>
                    </a:lnTo>
                    <a:lnTo>
                      <a:pt x="316" y="124"/>
                    </a:lnTo>
                    <a:lnTo>
                      <a:pt x="299" y="115"/>
                    </a:lnTo>
                    <a:lnTo>
                      <a:pt x="299" y="107"/>
                    </a:lnTo>
                    <a:lnTo>
                      <a:pt x="299" y="107"/>
                    </a:lnTo>
                    <a:lnTo>
                      <a:pt x="290" y="98"/>
                    </a:lnTo>
                    <a:lnTo>
                      <a:pt x="281" y="89"/>
                    </a:lnTo>
                    <a:lnTo>
                      <a:pt x="272" y="80"/>
                    </a:lnTo>
                    <a:lnTo>
                      <a:pt x="264" y="80"/>
                    </a:lnTo>
                    <a:lnTo>
                      <a:pt x="255" y="80"/>
                    </a:lnTo>
                    <a:lnTo>
                      <a:pt x="255" y="80"/>
                    </a:lnTo>
                    <a:lnTo>
                      <a:pt x="246" y="80"/>
                    </a:lnTo>
                    <a:lnTo>
                      <a:pt x="237" y="80"/>
                    </a:lnTo>
                    <a:lnTo>
                      <a:pt x="228" y="80"/>
                    </a:lnTo>
                    <a:lnTo>
                      <a:pt x="228" y="89"/>
                    </a:lnTo>
                    <a:lnTo>
                      <a:pt x="228" y="89"/>
                    </a:lnTo>
                    <a:lnTo>
                      <a:pt x="228" y="89"/>
                    </a:lnTo>
                    <a:lnTo>
                      <a:pt x="228" y="89"/>
                    </a:lnTo>
                    <a:lnTo>
                      <a:pt x="237" y="98"/>
                    </a:lnTo>
                    <a:lnTo>
                      <a:pt x="228" y="98"/>
                    </a:lnTo>
                    <a:lnTo>
                      <a:pt x="228" y="98"/>
                    </a:lnTo>
                    <a:lnTo>
                      <a:pt x="220" y="98"/>
                    </a:lnTo>
                    <a:lnTo>
                      <a:pt x="202" y="107"/>
                    </a:lnTo>
                    <a:lnTo>
                      <a:pt x="202" y="107"/>
                    </a:lnTo>
                    <a:lnTo>
                      <a:pt x="202" y="107"/>
                    </a:lnTo>
                    <a:lnTo>
                      <a:pt x="193" y="115"/>
                    </a:lnTo>
                    <a:lnTo>
                      <a:pt x="193" y="115"/>
                    </a:lnTo>
                    <a:lnTo>
                      <a:pt x="184" y="115"/>
                    </a:lnTo>
                    <a:lnTo>
                      <a:pt x="176" y="115"/>
                    </a:lnTo>
                    <a:lnTo>
                      <a:pt x="176" y="124"/>
                    </a:lnTo>
                    <a:lnTo>
                      <a:pt x="167" y="124"/>
                    </a:lnTo>
                    <a:lnTo>
                      <a:pt x="167" y="115"/>
                    </a:lnTo>
                    <a:lnTo>
                      <a:pt x="167" y="115"/>
                    </a:lnTo>
                    <a:lnTo>
                      <a:pt x="167" y="107"/>
                    </a:lnTo>
                    <a:lnTo>
                      <a:pt x="167" y="115"/>
                    </a:lnTo>
                    <a:lnTo>
                      <a:pt x="167" y="115"/>
                    </a:lnTo>
                    <a:lnTo>
                      <a:pt x="167" y="115"/>
                    </a:lnTo>
                    <a:lnTo>
                      <a:pt x="167" y="115"/>
                    </a:lnTo>
                    <a:lnTo>
                      <a:pt x="167" y="107"/>
                    </a:lnTo>
                    <a:lnTo>
                      <a:pt x="158" y="98"/>
                    </a:lnTo>
                    <a:lnTo>
                      <a:pt x="158" y="98"/>
                    </a:lnTo>
                    <a:lnTo>
                      <a:pt x="149" y="98"/>
                    </a:lnTo>
                    <a:lnTo>
                      <a:pt x="149" y="98"/>
                    </a:lnTo>
                    <a:lnTo>
                      <a:pt x="149" y="98"/>
                    </a:lnTo>
                    <a:lnTo>
                      <a:pt x="149" y="98"/>
                    </a:lnTo>
                    <a:lnTo>
                      <a:pt x="140" y="89"/>
                    </a:lnTo>
                    <a:lnTo>
                      <a:pt x="149" y="89"/>
                    </a:lnTo>
                    <a:lnTo>
                      <a:pt x="158" y="98"/>
                    </a:lnTo>
                    <a:lnTo>
                      <a:pt x="158" y="89"/>
                    </a:lnTo>
                    <a:lnTo>
                      <a:pt x="158" y="89"/>
                    </a:lnTo>
                    <a:lnTo>
                      <a:pt x="149" y="89"/>
                    </a:lnTo>
                    <a:lnTo>
                      <a:pt x="149" y="89"/>
                    </a:lnTo>
                    <a:lnTo>
                      <a:pt x="140" y="80"/>
                    </a:lnTo>
                    <a:lnTo>
                      <a:pt x="140" y="80"/>
                    </a:lnTo>
                    <a:lnTo>
                      <a:pt x="149" y="80"/>
                    </a:lnTo>
                    <a:lnTo>
                      <a:pt x="149" y="71"/>
                    </a:lnTo>
                    <a:lnTo>
                      <a:pt x="140" y="80"/>
                    </a:lnTo>
                    <a:lnTo>
                      <a:pt x="132" y="80"/>
                    </a:lnTo>
                    <a:lnTo>
                      <a:pt x="132" y="80"/>
                    </a:lnTo>
                    <a:lnTo>
                      <a:pt x="132" y="80"/>
                    </a:lnTo>
                    <a:lnTo>
                      <a:pt x="140" y="80"/>
                    </a:lnTo>
                    <a:lnTo>
                      <a:pt x="140" y="89"/>
                    </a:lnTo>
                    <a:lnTo>
                      <a:pt x="132" y="80"/>
                    </a:lnTo>
                    <a:lnTo>
                      <a:pt x="114" y="80"/>
                    </a:lnTo>
                    <a:lnTo>
                      <a:pt x="96" y="71"/>
                    </a:lnTo>
                    <a:lnTo>
                      <a:pt x="88" y="71"/>
                    </a:lnTo>
                    <a:lnTo>
                      <a:pt x="88" y="71"/>
                    </a:lnTo>
                    <a:lnTo>
                      <a:pt x="96" y="71"/>
                    </a:lnTo>
                    <a:lnTo>
                      <a:pt x="96" y="71"/>
                    </a:lnTo>
                    <a:lnTo>
                      <a:pt x="96" y="71"/>
                    </a:lnTo>
                    <a:lnTo>
                      <a:pt x="105" y="71"/>
                    </a:lnTo>
                    <a:lnTo>
                      <a:pt x="114" y="71"/>
                    </a:lnTo>
                    <a:lnTo>
                      <a:pt x="105" y="71"/>
                    </a:lnTo>
                    <a:lnTo>
                      <a:pt x="96" y="62"/>
                    </a:lnTo>
                    <a:lnTo>
                      <a:pt x="96" y="62"/>
                    </a:lnTo>
                    <a:lnTo>
                      <a:pt x="88" y="71"/>
                    </a:lnTo>
                    <a:lnTo>
                      <a:pt x="88" y="62"/>
                    </a:lnTo>
                    <a:lnTo>
                      <a:pt x="79" y="71"/>
                    </a:lnTo>
                    <a:lnTo>
                      <a:pt x="79" y="71"/>
                    </a:lnTo>
                    <a:lnTo>
                      <a:pt x="61" y="71"/>
                    </a:lnTo>
                    <a:lnTo>
                      <a:pt x="44" y="80"/>
                    </a:lnTo>
                    <a:lnTo>
                      <a:pt x="44" y="80"/>
                    </a:lnTo>
                    <a:lnTo>
                      <a:pt x="44" y="80"/>
                    </a:lnTo>
                    <a:lnTo>
                      <a:pt x="52" y="80"/>
                    </a:lnTo>
                    <a:lnTo>
                      <a:pt x="52" y="71"/>
                    </a:lnTo>
                    <a:lnTo>
                      <a:pt x="52" y="71"/>
                    </a:lnTo>
                    <a:lnTo>
                      <a:pt x="44" y="62"/>
                    </a:lnTo>
                    <a:lnTo>
                      <a:pt x="44" y="71"/>
                    </a:lnTo>
                    <a:lnTo>
                      <a:pt x="44" y="71"/>
                    </a:lnTo>
                    <a:lnTo>
                      <a:pt x="44" y="62"/>
                    </a:lnTo>
                    <a:lnTo>
                      <a:pt x="35" y="71"/>
                    </a:lnTo>
                    <a:lnTo>
                      <a:pt x="35" y="71"/>
                    </a:lnTo>
                    <a:lnTo>
                      <a:pt x="35" y="71"/>
                    </a:lnTo>
                    <a:lnTo>
                      <a:pt x="35" y="80"/>
                    </a:lnTo>
                    <a:lnTo>
                      <a:pt x="35" y="80"/>
                    </a:lnTo>
                    <a:lnTo>
                      <a:pt x="26" y="89"/>
                    </a:lnTo>
                    <a:lnTo>
                      <a:pt x="26" y="89"/>
                    </a:lnTo>
                    <a:lnTo>
                      <a:pt x="17" y="89"/>
                    </a:lnTo>
                    <a:lnTo>
                      <a:pt x="17" y="80"/>
                    </a:lnTo>
                    <a:lnTo>
                      <a:pt x="26" y="80"/>
                    </a:lnTo>
                    <a:lnTo>
                      <a:pt x="26" y="80"/>
                    </a:lnTo>
                    <a:lnTo>
                      <a:pt x="17" y="71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105" name="Group 409"/>
              <p:cNvGrpSpPr/>
              <p:nvPr/>
            </p:nvGrpSpPr>
            <p:grpSpPr>
              <a:xfrm>
                <a:off x="4377089" y="2567084"/>
                <a:ext cx="376999" cy="214661"/>
                <a:chOff x="4714875" y="2476501"/>
                <a:chExt cx="446088" cy="254000"/>
              </a:xfrm>
              <a:grpFill/>
            </p:grpSpPr>
            <p:sp>
              <p:nvSpPr>
                <p:cNvPr id="115" name="Freeform 123"/>
                <p:cNvSpPr>
                  <a:spLocks/>
                </p:cNvSpPr>
                <p:nvPr/>
              </p:nvSpPr>
              <p:spPr bwMode="auto">
                <a:xfrm>
                  <a:off x="4714875" y="2505076"/>
                  <a:ext cx="446088" cy="225425"/>
                </a:xfrm>
                <a:custGeom>
                  <a:avLst/>
                  <a:gdLst/>
                  <a:ahLst/>
                  <a:cxnLst>
                    <a:cxn ang="0">
                      <a:pos x="220" y="0"/>
                    </a:cxn>
                    <a:cxn ang="0">
                      <a:pos x="246" y="97"/>
                    </a:cxn>
                    <a:cxn ang="0">
                      <a:pos x="273" y="89"/>
                    </a:cxn>
                    <a:cxn ang="0">
                      <a:pos x="273" y="106"/>
                    </a:cxn>
                    <a:cxn ang="0">
                      <a:pos x="273" y="124"/>
                    </a:cxn>
                    <a:cxn ang="0">
                      <a:pos x="246" y="133"/>
                    </a:cxn>
                    <a:cxn ang="0">
                      <a:pos x="246" y="133"/>
                    </a:cxn>
                    <a:cxn ang="0">
                      <a:pos x="237" y="124"/>
                    </a:cxn>
                    <a:cxn ang="0">
                      <a:pos x="237" y="115"/>
                    </a:cxn>
                    <a:cxn ang="0">
                      <a:pos x="229" y="115"/>
                    </a:cxn>
                    <a:cxn ang="0">
                      <a:pos x="229" y="115"/>
                    </a:cxn>
                    <a:cxn ang="0">
                      <a:pos x="220" y="115"/>
                    </a:cxn>
                    <a:cxn ang="0">
                      <a:pos x="211" y="106"/>
                    </a:cxn>
                    <a:cxn ang="0">
                      <a:pos x="202" y="97"/>
                    </a:cxn>
                    <a:cxn ang="0">
                      <a:pos x="220" y="89"/>
                    </a:cxn>
                    <a:cxn ang="0">
                      <a:pos x="211" y="80"/>
                    </a:cxn>
                    <a:cxn ang="0">
                      <a:pos x="202" y="89"/>
                    </a:cxn>
                    <a:cxn ang="0">
                      <a:pos x="202" y="71"/>
                    </a:cxn>
                    <a:cxn ang="0">
                      <a:pos x="211" y="71"/>
                    </a:cxn>
                    <a:cxn ang="0">
                      <a:pos x="202" y="62"/>
                    </a:cxn>
                    <a:cxn ang="0">
                      <a:pos x="193" y="62"/>
                    </a:cxn>
                    <a:cxn ang="0">
                      <a:pos x="202" y="53"/>
                    </a:cxn>
                    <a:cxn ang="0">
                      <a:pos x="202" y="53"/>
                    </a:cxn>
                    <a:cxn ang="0">
                      <a:pos x="202" y="27"/>
                    </a:cxn>
                    <a:cxn ang="0">
                      <a:pos x="211" y="27"/>
                    </a:cxn>
                    <a:cxn ang="0">
                      <a:pos x="211" y="18"/>
                    </a:cxn>
                    <a:cxn ang="0">
                      <a:pos x="202" y="18"/>
                    </a:cxn>
                    <a:cxn ang="0">
                      <a:pos x="202" y="27"/>
                    </a:cxn>
                    <a:cxn ang="0">
                      <a:pos x="193" y="27"/>
                    </a:cxn>
                    <a:cxn ang="0">
                      <a:pos x="185" y="36"/>
                    </a:cxn>
                    <a:cxn ang="0">
                      <a:pos x="185" y="44"/>
                    </a:cxn>
                    <a:cxn ang="0">
                      <a:pos x="185" y="44"/>
                    </a:cxn>
                    <a:cxn ang="0">
                      <a:pos x="185" y="62"/>
                    </a:cxn>
                    <a:cxn ang="0">
                      <a:pos x="185" y="62"/>
                    </a:cxn>
                    <a:cxn ang="0">
                      <a:pos x="185" y="71"/>
                    </a:cxn>
                    <a:cxn ang="0">
                      <a:pos x="193" y="89"/>
                    </a:cxn>
                    <a:cxn ang="0">
                      <a:pos x="202" y="115"/>
                    </a:cxn>
                    <a:cxn ang="0">
                      <a:pos x="185" y="106"/>
                    </a:cxn>
                    <a:cxn ang="0">
                      <a:pos x="185" y="97"/>
                    </a:cxn>
                    <a:cxn ang="0">
                      <a:pos x="193" y="115"/>
                    </a:cxn>
                    <a:cxn ang="0">
                      <a:pos x="211" y="133"/>
                    </a:cxn>
                    <a:cxn ang="0">
                      <a:pos x="202" y="133"/>
                    </a:cxn>
                    <a:cxn ang="0">
                      <a:pos x="185" y="124"/>
                    </a:cxn>
                    <a:cxn ang="0">
                      <a:pos x="176" y="115"/>
                    </a:cxn>
                    <a:cxn ang="0">
                      <a:pos x="167" y="124"/>
                    </a:cxn>
                    <a:cxn ang="0">
                      <a:pos x="158" y="115"/>
                    </a:cxn>
                    <a:cxn ang="0">
                      <a:pos x="149" y="115"/>
                    </a:cxn>
                    <a:cxn ang="0">
                      <a:pos x="149" y="106"/>
                    </a:cxn>
                    <a:cxn ang="0">
                      <a:pos x="158" y="89"/>
                    </a:cxn>
                    <a:cxn ang="0">
                      <a:pos x="158" y="80"/>
                    </a:cxn>
                    <a:cxn ang="0">
                      <a:pos x="149" y="80"/>
                    </a:cxn>
                    <a:cxn ang="0">
                      <a:pos x="132" y="71"/>
                    </a:cxn>
                    <a:cxn ang="0">
                      <a:pos x="123" y="53"/>
                    </a:cxn>
                    <a:cxn ang="0">
                      <a:pos x="105" y="53"/>
                    </a:cxn>
                    <a:cxn ang="0">
                      <a:pos x="97" y="44"/>
                    </a:cxn>
                    <a:cxn ang="0">
                      <a:pos x="88" y="36"/>
                    </a:cxn>
                    <a:cxn ang="0">
                      <a:pos x="70" y="36"/>
                    </a:cxn>
                    <a:cxn ang="0">
                      <a:pos x="61" y="44"/>
                    </a:cxn>
                    <a:cxn ang="0">
                      <a:pos x="44" y="44"/>
                    </a:cxn>
                    <a:cxn ang="0">
                      <a:pos x="44" y="44"/>
                    </a:cxn>
                    <a:cxn ang="0">
                      <a:pos x="26" y="62"/>
                    </a:cxn>
                    <a:cxn ang="0">
                      <a:pos x="18" y="71"/>
                    </a:cxn>
                    <a:cxn ang="0">
                      <a:pos x="0" y="44"/>
                    </a:cxn>
                  </a:cxnLst>
                  <a:rect l="0" t="0" r="r" b="b"/>
                  <a:pathLst>
                    <a:path w="281" h="142">
                      <a:moveTo>
                        <a:pt x="0" y="44"/>
                      </a:moveTo>
                      <a:lnTo>
                        <a:pt x="97" y="27"/>
                      </a:lnTo>
                      <a:lnTo>
                        <a:pt x="220" y="0"/>
                      </a:lnTo>
                      <a:lnTo>
                        <a:pt x="229" y="53"/>
                      </a:lnTo>
                      <a:lnTo>
                        <a:pt x="237" y="89"/>
                      </a:lnTo>
                      <a:lnTo>
                        <a:pt x="246" y="97"/>
                      </a:lnTo>
                      <a:lnTo>
                        <a:pt x="281" y="89"/>
                      </a:lnTo>
                      <a:lnTo>
                        <a:pt x="281" y="89"/>
                      </a:lnTo>
                      <a:lnTo>
                        <a:pt x="273" y="89"/>
                      </a:lnTo>
                      <a:lnTo>
                        <a:pt x="281" y="97"/>
                      </a:lnTo>
                      <a:lnTo>
                        <a:pt x="281" y="106"/>
                      </a:lnTo>
                      <a:lnTo>
                        <a:pt x="273" y="106"/>
                      </a:lnTo>
                      <a:lnTo>
                        <a:pt x="273" y="115"/>
                      </a:lnTo>
                      <a:lnTo>
                        <a:pt x="273" y="124"/>
                      </a:lnTo>
                      <a:lnTo>
                        <a:pt x="273" y="124"/>
                      </a:lnTo>
                      <a:lnTo>
                        <a:pt x="255" y="133"/>
                      </a:lnTo>
                      <a:lnTo>
                        <a:pt x="255" y="133"/>
                      </a:lnTo>
                      <a:lnTo>
                        <a:pt x="246" y="133"/>
                      </a:lnTo>
                      <a:lnTo>
                        <a:pt x="237" y="142"/>
                      </a:lnTo>
                      <a:lnTo>
                        <a:pt x="237" y="133"/>
                      </a:lnTo>
                      <a:lnTo>
                        <a:pt x="246" y="133"/>
                      </a:lnTo>
                      <a:lnTo>
                        <a:pt x="246" y="124"/>
                      </a:lnTo>
                      <a:lnTo>
                        <a:pt x="237" y="124"/>
                      </a:lnTo>
                      <a:lnTo>
                        <a:pt x="237" y="124"/>
                      </a:lnTo>
                      <a:lnTo>
                        <a:pt x="237" y="124"/>
                      </a:lnTo>
                      <a:lnTo>
                        <a:pt x="237" y="124"/>
                      </a:lnTo>
                      <a:lnTo>
                        <a:pt x="237" y="115"/>
                      </a:lnTo>
                      <a:lnTo>
                        <a:pt x="237" y="115"/>
                      </a:lnTo>
                      <a:lnTo>
                        <a:pt x="237" y="106"/>
                      </a:lnTo>
                      <a:lnTo>
                        <a:pt x="229" y="115"/>
                      </a:lnTo>
                      <a:lnTo>
                        <a:pt x="229" y="115"/>
                      </a:lnTo>
                      <a:lnTo>
                        <a:pt x="229" y="106"/>
                      </a:lnTo>
                      <a:lnTo>
                        <a:pt x="229" y="115"/>
                      </a:lnTo>
                      <a:lnTo>
                        <a:pt x="229" y="115"/>
                      </a:lnTo>
                      <a:lnTo>
                        <a:pt x="220" y="115"/>
                      </a:lnTo>
                      <a:lnTo>
                        <a:pt x="220" y="115"/>
                      </a:lnTo>
                      <a:lnTo>
                        <a:pt x="211" y="106"/>
                      </a:lnTo>
                      <a:lnTo>
                        <a:pt x="211" y="115"/>
                      </a:lnTo>
                      <a:lnTo>
                        <a:pt x="211" y="106"/>
                      </a:lnTo>
                      <a:lnTo>
                        <a:pt x="211" y="106"/>
                      </a:lnTo>
                      <a:lnTo>
                        <a:pt x="211" y="97"/>
                      </a:lnTo>
                      <a:lnTo>
                        <a:pt x="202" y="97"/>
                      </a:lnTo>
                      <a:lnTo>
                        <a:pt x="211" y="89"/>
                      </a:lnTo>
                      <a:lnTo>
                        <a:pt x="220" y="89"/>
                      </a:lnTo>
                      <a:lnTo>
                        <a:pt x="220" y="89"/>
                      </a:lnTo>
                      <a:lnTo>
                        <a:pt x="220" y="89"/>
                      </a:lnTo>
                      <a:lnTo>
                        <a:pt x="211" y="89"/>
                      </a:lnTo>
                      <a:lnTo>
                        <a:pt x="211" y="80"/>
                      </a:lnTo>
                      <a:lnTo>
                        <a:pt x="211" y="80"/>
                      </a:lnTo>
                      <a:lnTo>
                        <a:pt x="202" y="80"/>
                      </a:lnTo>
                      <a:lnTo>
                        <a:pt x="202" y="89"/>
                      </a:lnTo>
                      <a:lnTo>
                        <a:pt x="202" y="80"/>
                      </a:lnTo>
                      <a:lnTo>
                        <a:pt x="202" y="80"/>
                      </a:lnTo>
                      <a:lnTo>
                        <a:pt x="202" y="71"/>
                      </a:lnTo>
                      <a:lnTo>
                        <a:pt x="211" y="80"/>
                      </a:lnTo>
                      <a:lnTo>
                        <a:pt x="211" y="71"/>
                      </a:lnTo>
                      <a:lnTo>
                        <a:pt x="211" y="71"/>
                      </a:lnTo>
                      <a:lnTo>
                        <a:pt x="202" y="71"/>
                      </a:lnTo>
                      <a:lnTo>
                        <a:pt x="202" y="62"/>
                      </a:lnTo>
                      <a:lnTo>
                        <a:pt x="202" y="62"/>
                      </a:lnTo>
                      <a:lnTo>
                        <a:pt x="193" y="71"/>
                      </a:lnTo>
                      <a:lnTo>
                        <a:pt x="193" y="71"/>
                      </a:lnTo>
                      <a:lnTo>
                        <a:pt x="193" y="62"/>
                      </a:lnTo>
                      <a:lnTo>
                        <a:pt x="202" y="62"/>
                      </a:lnTo>
                      <a:lnTo>
                        <a:pt x="202" y="62"/>
                      </a:lnTo>
                      <a:lnTo>
                        <a:pt x="202" y="53"/>
                      </a:lnTo>
                      <a:lnTo>
                        <a:pt x="202" y="53"/>
                      </a:lnTo>
                      <a:lnTo>
                        <a:pt x="202" y="53"/>
                      </a:lnTo>
                      <a:lnTo>
                        <a:pt x="202" y="53"/>
                      </a:lnTo>
                      <a:lnTo>
                        <a:pt x="193" y="53"/>
                      </a:lnTo>
                      <a:lnTo>
                        <a:pt x="202" y="36"/>
                      </a:lnTo>
                      <a:lnTo>
                        <a:pt x="202" y="27"/>
                      </a:lnTo>
                      <a:lnTo>
                        <a:pt x="211" y="27"/>
                      </a:lnTo>
                      <a:lnTo>
                        <a:pt x="211" y="27"/>
                      </a:lnTo>
                      <a:lnTo>
                        <a:pt x="211" y="27"/>
                      </a:lnTo>
                      <a:lnTo>
                        <a:pt x="211" y="18"/>
                      </a:lnTo>
                      <a:lnTo>
                        <a:pt x="211" y="18"/>
                      </a:lnTo>
                      <a:lnTo>
                        <a:pt x="211" y="18"/>
                      </a:lnTo>
                      <a:lnTo>
                        <a:pt x="211" y="9"/>
                      </a:lnTo>
                      <a:lnTo>
                        <a:pt x="202" y="18"/>
                      </a:lnTo>
                      <a:lnTo>
                        <a:pt x="202" y="18"/>
                      </a:lnTo>
                      <a:lnTo>
                        <a:pt x="202" y="18"/>
                      </a:lnTo>
                      <a:lnTo>
                        <a:pt x="202" y="27"/>
                      </a:lnTo>
                      <a:lnTo>
                        <a:pt x="202" y="27"/>
                      </a:lnTo>
                      <a:lnTo>
                        <a:pt x="193" y="27"/>
                      </a:lnTo>
                      <a:lnTo>
                        <a:pt x="193" y="27"/>
                      </a:lnTo>
                      <a:lnTo>
                        <a:pt x="193" y="27"/>
                      </a:lnTo>
                      <a:lnTo>
                        <a:pt x="193" y="36"/>
                      </a:lnTo>
                      <a:lnTo>
                        <a:pt x="185" y="27"/>
                      </a:lnTo>
                      <a:lnTo>
                        <a:pt x="185" y="36"/>
                      </a:lnTo>
                      <a:lnTo>
                        <a:pt x="185" y="36"/>
                      </a:lnTo>
                      <a:lnTo>
                        <a:pt x="185" y="44"/>
                      </a:lnTo>
                      <a:lnTo>
                        <a:pt x="185" y="44"/>
                      </a:lnTo>
                      <a:lnTo>
                        <a:pt x="185" y="44"/>
                      </a:lnTo>
                      <a:lnTo>
                        <a:pt x="185" y="44"/>
                      </a:lnTo>
                      <a:lnTo>
                        <a:pt x="185" y="44"/>
                      </a:lnTo>
                      <a:lnTo>
                        <a:pt x="176" y="44"/>
                      </a:lnTo>
                      <a:lnTo>
                        <a:pt x="185" y="53"/>
                      </a:lnTo>
                      <a:lnTo>
                        <a:pt x="185" y="62"/>
                      </a:lnTo>
                      <a:lnTo>
                        <a:pt x="193" y="62"/>
                      </a:lnTo>
                      <a:lnTo>
                        <a:pt x="193" y="62"/>
                      </a:lnTo>
                      <a:lnTo>
                        <a:pt x="185" y="62"/>
                      </a:lnTo>
                      <a:lnTo>
                        <a:pt x="185" y="62"/>
                      </a:lnTo>
                      <a:lnTo>
                        <a:pt x="185" y="62"/>
                      </a:lnTo>
                      <a:lnTo>
                        <a:pt x="185" y="71"/>
                      </a:lnTo>
                      <a:lnTo>
                        <a:pt x="185" y="80"/>
                      </a:lnTo>
                      <a:lnTo>
                        <a:pt x="185" y="89"/>
                      </a:lnTo>
                      <a:lnTo>
                        <a:pt x="193" y="89"/>
                      </a:lnTo>
                      <a:lnTo>
                        <a:pt x="193" y="97"/>
                      </a:lnTo>
                      <a:lnTo>
                        <a:pt x="202" y="115"/>
                      </a:lnTo>
                      <a:lnTo>
                        <a:pt x="202" y="115"/>
                      </a:lnTo>
                      <a:lnTo>
                        <a:pt x="193" y="115"/>
                      </a:lnTo>
                      <a:lnTo>
                        <a:pt x="193" y="115"/>
                      </a:lnTo>
                      <a:lnTo>
                        <a:pt x="185" y="106"/>
                      </a:lnTo>
                      <a:lnTo>
                        <a:pt x="185" y="97"/>
                      </a:lnTo>
                      <a:lnTo>
                        <a:pt x="185" y="89"/>
                      </a:lnTo>
                      <a:lnTo>
                        <a:pt x="185" y="97"/>
                      </a:lnTo>
                      <a:lnTo>
                        <a:pt x="185" y="106"/>
                      </a:lnTo>
                      <a:lnTo>
                        <a:pt x="185" y="106"/>
                      </a:lnTo>
                      <a:lnTo>
                        <a:pt x="193" y="115"/>
                      </a:lnTo>
                      <a:lnTo>
                        <a:pt x="202" y="115"/>
                      </a:lnTo>
                      <a:lnTo>
                        <a:pt x="202" y="124"/>
                      </a:lnTo>
                      <a:lnTo>
                        <a:pt x="211" y="133"/>
                      </a:lnTo>
                      <a:lnTo>
                        <a:pt x="211" y="133"/>
                      </a:lnTo>
                      <a:lnTo>
                        <a:pt x="202" y="133"/>
                      </a:lnTo>
                      <a:lnTo>
                        <a:pt x="202" y="133"/>
                      </a:lnTo>
                      <a:lnTo>
                        <a:pt x="202" y="133"/>
                      </a:lnTo>
                      <a:lnTo>
                        <a:pt x="193" y="124"/>
                      </a:lnTo>
                      <a:lnTo>
                        <a:pt x="185" y="124"/>
                      </a:lnTo>
                      <a:lnTo>
                        <a:pt x="185" y="124"/>
                      </a:lnTo>
                      <a:lnTo>
                        <a:pt x="176" y="124"/>
                      </a:lnTo>
                      <a:lnTo>
                        <a:pt x="176" y="115"/>
                      </a:lnTo>
                      <a:lnTo>
                        <a:pt x="176" y="124"/>
                      </a:lnTo>
                      <a:lnTo>
                        <a:pt x="176" y="124"/>
                      </a:lnTo>
                      <a:lnTo>
                        <a:pt x="167" y="124"/>
                      </a:lnTo>
                      <a:lnTo>
                        <a:pt x="167" y="115"/>
                      </a:lnTo>
                      <a:lnTo>
                        <a:pt x="167" y="115"/>
                      </a:lnTo>
                      <a:lnTo>
                        <a:pt x="158" y="115"/>
                      </a:lnTo>
                      <a:lnTo>
                        <a:pt x="158" y="115"/>
                      </a:lnTo>
                      <a:lnTo>
                        <a:pt x="158" y="124"/>
                      </a:lnTo>
                      <a:lnTo>
                        <a:pt x="149" y="115"/>
                      </a:lnTo>
                      <a:lnTo>
                        <a:pt x="149" y="115"/>
                      </a:lnTo>
                      <a:lnTo>
                        <a:pt x="149" y="106"/>
                      </a:lnTo>
                      <a:lnTo>
                        <a:pt x="149" y="106"/>
                      </a:lnTo>
                      <a:lnTo>
                        <a:pt x="158" y="106"/>
                      </a:lnTo>
                      <a:lnTo>
                        <a:pt x="158" y="97"/>
                      </a:lnTo>
                      <a:lnTo>
                        <a:pt x="158" y="89"/>
                      </a:lnTo>
                      <a:lnTo>
                        <a:pt x="158" y="89"/>
                      </a:lnTo>
                      <a:lnTo>
                        <a:pt x="158" y="80"/>
                      </a:lnTo>
                      <a:lnTo>
                        <a:pt x="158" y="80"/>
                      </a:lnTo>
                      <a:lnTo>
                        <a:pt x="158" y="71"/>
                      </a:lnTo>
                      <a:lnTo>
                        <a:pt x="149" y="80"/>
                      </a:lnTo>
                      <a:lnTo>
                        <a:pt x="149" y="80"/>
                      </a:lnTo>
                      <a:lnTo>
                        <a:pt x="141" y="71"/>
                      </a:lnTo>
                      <a:lnTo>
                        <a:pt x="132" y="71"/>
                      </a:lnTo>
                      <a:lnTo>
                        <a:pt x="132" y="71"/>
                      </a:lnTo>
                      <a:lnTo>
                        <a:pt x="123" y="71"/>
                      </a:lnTo>
                      <a:lnTo>
                        <a:pt x="123" y="62"/>
                      </a:lnTo>
                      <a:lnTo>
                        <a:pt x="123" y="53"/>
                      </a:lnTo>
                      <a:lnTo>
                        <a:pt x="114" y="53"/>
                      </a:lnTo>
                      <a:lnTo>
                        <a:pt x="105" y="53"/>
                      </a:lnTo>
                      <a:lnTo>
                        <a:pt x="105" y="53"/>
                      </a:lnTo>
                      <a:lnTo>
                        <a:pt x="105" y="44"/>
                      </a:lnTo>
                      <a:lnTo>
                        <a:pt x="105" y="44"/>
                      </a:lnTo>
                      <a:lnTo>
                        <a:pt x="97" y="44"/>
                      </a:lnTo>
                      <a:lnTo>
                        <a:pt x="97" y="36"/>
                      </a:lnTo>
                      <a:lnTo>
                        <a:pt x="97" y="36"/>
                      </a:lnTo>
                      <a:lnTo>
                        <a:pt x="88" y="36"/>
                      </a:lnTo>
                      <a:lnTo>
                        <a:pt x="79" y="36"/>
                      </a:lnTo>
                      <a:lnTo>
                        <a:pt x="79" y="27"/>
                      </a:lnTo>
                      <a:lnTo>
                        <a:pt x="70" y="36"/>
                      </a:lnTo>
                      <a:lnTo>
                        <a:pt x="70" y="36"/>
                      </a:lnTo>
                      <a:lnTo>
                        <a:pt x="61" y="36"/>
                      </a:lnTo>
                      <a:lnTo>
                        <a:pt x="61" y="44"/>
                      </a:lnTo>
                      <a:lnTo>
                        <a:pt x="61" y="44"/>
                      </a:lnTo>
                      <a:lnTo>
                        <a:pt x="53" y="44"/>
                      </a:lnTo>
                      <a:lnTo>
                        <a:pt x="44" y="44"/>
                      </a:lnTo>
                      <a:lnTo>
                        <a:pt x="44" y="44"/>
                      </a:lnTo>
                      <a:lnTo>
                        <a:pt x="44" y="44"/>
                      </a:lnTo>
                      <a:lnTo>
                        <a:pt x="44" y="44"/>
                      </a:lnTo>
                      <a:lnTo>
                        <a:pt x="35" y="62"/>
                      </a:lnTo>
                      <a:lnTo>
                        <a:pt x="26" y="53"/>
                      </a:lnTo>
                      <a:lnTo>
                        <a:pt x="26" y="62"/>
                      </a:lnTo>
                      <a:lnTo>
                        <a:pt x="26" y="62"/>
                      </a:lnTo>
                      <a:lnTo>
                        <a:pt x="18" y="71"/>
                      </a:lnTo>
                      <a:lnTo>
                        <a:pt x="18" y="71"/>
                      </a:lnTo>
                      <a:lnTo>
                        <a:pt x="9" y="80"/>
                      </a:lnTo>
                      <a:lnTo>
                        <a:pt x="9" y="89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grpFill/>
                <a:ln w="9525">
                  <a:solidFill>
                    <a:schemeClr val="tx1">
                      <a:lumMod val="25000"/>
                      <a:lumOff val="75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6" name="Freeform 149"/>
                <p:cNvSpPr>
                  <a:spLocks/>
                </p:cNvSpPr>
                <p:nvPr/>
              </p:nvSpPr>
              <p:spPr bwMode="auto">
                <a:xfrm>
                  <a:off x="5064125" y="2476501"/>
                  <a:ext cx="96838" cy="182563"/>
                </a:xfrm>
                <a:custGeom>
                  <a:avLst/>
                  <a:gdLst/>
                  <a:ahLst/>
                  <a:cxnLst>
                    <a:cxn ang="0">
                      <a:pos x="0" y="18"/>
                    </a:cxn>
                    <a:cxn ang="0">
                      <a:pos x="0" y="9"/>
                    </a:cxn>
                    <a:cxn ang="0">
                      <a:pos x="0" y="9"/>
                    </a:cxn>
                    <a:cxn ang="0">
                      <a:pos x="9" y="0"/>
                    </a:cxn>
                    <a:cxn ang="0">
                      <a:pos x="9" y="0"/>
                    </a:cxn>
                    <a:cxn ang="0">
                      <a:pos x="17" y="0"/>
                    </a:cxn>
                    <a:cxn ang="0">
                      <a:pos x="17" y="9"/>
                    </a:cxn>
                    <a:cxn ang="0">
                      <a:pos x="17" y="9"/>
                    </a:cxn>
                    <a:cxn ang="0">
                      <a:pos x="9" y="9"/>
                    </a:cxn>
                    <a:cxn ang="0">
                      <a:pos x="9" y="18"/>
                    </a:cxn>
                    <a:cxn ang="0">
                      <a:pos x="9" y="18"/>
                    </a:cxn>
                    <a:cxn ang="0">
                      <a:pos x="9" y="27"/>
                    </a:cxn>
                    <a:cxn ang="0">
                      <a:pos x="9" y="27"/>
                    </a:cxn>
                    <a:cxn ang="0">
                      <a:pos x="17" y="36"/>
                    </a:cxn>
                    <a:cxn ang="0">
                      <a:pos x="17" y="45"/>
                    </a:cxn>
                    <a:cxn ang="0">
                      <a:pos x="26" y="45"/>
                    </a:cxn>
                    <a:cxn ang="0">
                      <a:pos x="26" y="54"/>
                    </a:cxn>
                    <a:cxn ang="0">
                      <a:pos x="26" y="54"/>
                    </a:cxn>
                    <a:cxn ang="0">
                      <a:pos x="35" y="62"/>
                    </a:cxn>
                    <a:cxn ang="0">
                      <a:pos x="35" y="71"/>
                    </a:cxn>
                    <a:cxn ang="0">
                      <a:pos x="35" y="71"/>
                    </a:cxn>
                    <a:cxn ang="0">
                      <a:pos x="44" y="80"/>
                    </a:cxn>
                    <a:cxn ang="0">
                      <a:pos x="53" y="80"/>
                    </a:cxn>
                    <a:cxn ang="0">
                      <a:pos x="53" y="80"/>
                    </a:cxn>
                    <a:cxn ang="0">
                      <a:pos x="53" y="89"/>
                    </a:cxn>
                    <a:cxn ang="0">
                      <a:pos x="53" y="89"/>
                    </a:cxn>
                    <a:cxn ang="0">
                      <a:pos x="53" y="89"/>
                    </a:cxn>
                    <a:cxn ang="0">
                      <a:pos x="53" y="98"/>
                    </a:cxn>
                    <a:cxn ang="0">
                      <a:pos x="53" y="98"/>
                    </a:cxn>
                    <a:cxn ang="0">
                      <a:pos x="61" y="98"/>
                    </a:cxn>
                    <a:cxn ang="0">
                      <a:pos x="61" y="107"/>
                    </a:cxn>
                    <a:cxn ang="0">
                      <a:pos x="61" y="107"/>
                    </a:cxn>
                    <a:cxn ang="0">
                      <a:pos x="61" y="107"/>
                    </a:cxn>
                    <a:cxn ang="0">
                      <a:pos x="26" y="115"/>
                    </a:cxn>
                    <a:cxn ang="0">
                      <a:pos x="17" y="107"/>
                    </a:cxn>
                    <a:cxn ang="0">
                      <a:pos x="9" y="71"/>
                    </a:cxn>
                    <a:cxn ang="0">
                      <a:pos x="0" y="18"/>
                    </a:cxn>
                  </a:cxnLst>
                  <a:rect l="0" t="0" r="r" b="b"/>
                  <a:pathLst>
                    <a:path w="61" h="115">
                      <a:moveTo>
                        <a:pt x="0" y="18"/>
                      </a:move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17" y="0"/>
                      </a:lnTo>
                      <a:lnTo>
                        <a:pt x="17" y="9"/>
                      </a:lnTo>
                      <a:lnTo>
                        <a:pt x="17" y="9"/>
                      </a:lnTo>
                      <a:lnTo>
                        <a:pt x="9" y="9"/>
                      </a:lnTo>
                      <a:lnTo>
                        <a:pt x="9" y="18"/>
                      </a:lnTo>
                      <a:lnTo>
                        <a:pt x="9" y="18"/>
                      </a:lnTo>
                      <a:lnTo>
                        <a:pt x="9" y="27"/>
                      </a:lnTo>
                      <a:lnTo>
                        <a:pt x="9" y="27"/>
                      </a:lnTo>
                      <a:lnTo>
                        <a:pt x="17" y="36"/>
                      </a:lnTo>
                      <a:lnTo>
                        <a:pt x="17" y="45"/>
                      </a:lnTo>
                      <a:lnTo>
                        <a:pt x="26" y="45"/>
                      </a:lnTo>
                      <a:lnTo>
                        <a:pt x="26" y="54"/>
                      </a:lnTo>
                      <a:lnTo>
                        <a:pt x="26" y="54"/>
                      </a:lnTo>
                      <a:lnTo>
                        <a:pt x="35" y="62"/>
                      </a:lnTo>
                      <a:lnTo>
                        <a:pt x="35" y="71"/>
                      </a:lnTo>
                      <a:lnTo>
                        <a:pt x="35" y="71"/>
                      </a:lnTo>
                      <a:lnTo>
                        <a:pt x="44" y="80"/>
                      </a:lnTo>
                      <a:lnTo>
                        <a:pt x="53" y="80"/>
                      </a:lnTo>
                      <a:lnTo>
                        <a:pt x="53" y="80"/>
                      </a:lnTo>
                      <a:lnTo>
                        <a:pt x="53" y="89"/>
                      </a:lnTo>
                      <a:lnTo>
                        <a:pt x="53" y="89"/>
                      </a:lnTo>
                      <a:lnTo>
                        <a:pt x="53" y="89"/>
                      </a:lnTo>
                      <a:lnTo>
                        <a:pt x="53" y="98"/>
                      </a:lnTo>
                      <a:lnTo>
                        <a:pt x="53" y="98"/>
                      </a:lnTo>
                      <a:lnTo>
                        <a:pt x="61" y="98"/>
                      </a:lnTo>
                      <a:lnTo>
                        <a:pt x="61" y="107"/>
                      </a:lnTo>
                      <a:lnTo>
                        <a:pt x="61" y="107"/>
                      </a:lnTo>
                      <a:lnTo>
                        <a:pt x="61" y="107"/>
                      </a:lnTo>
                      <a:lnTo>
                        <a:pt x="26" y="115"/>
                      </a:lnTo>
                      <a:lnTo>
                        <a:pt x="17" y="107"/>
                      </a:lnTo>
                      <a:lnTo>
                        <a:pt x="9" y="71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grpFill/>
                <a:ln w="9525">
                  <a:solidFill>
                    <a:schemeClr val="tx1">
                      <a:lumMod val="25000"/>
                      <a:lumOff val="75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06" name="Freeform 151"/>
              <p:cNvSpPr>
                <a:spLocks/>
              </p:cNvSpPr>
              <p:nvPr/>
            </p:nvSpPr>
            <p:spPr bwMode="auto">
              <a:xfrm>
                <a:off x="4790312" y="2270584"/>
                <a:ext cx="140872" cy="143555"/>
              </a:xfrm>
              <a:custGeom>
                <a:avLst/>
                <a:gdLst/>
                <a:ahLst/>
                <a:cxnLst>
                  <a:cxn ang="0">
                    <a:pos x="0" y="27"/>
                  </a:cxn>
                  <a:cxn ang="0">
                    <a:pos x="35" y="18"/>
                  </a:cxn>
                  <a:cxn ang="0">
                    <a:pos x="35" y="18"/>
                  </a:cxn>
                  <a:cxn ang="0">
                    <a:pos x="44" y="18"/>
                  </a:cxn>
                  <a:cxn ang="0">
                    <a:pos x="53" y="18"/>
                  </a:cxn>
                  <a:cxn ang="0">
                    <a:pos x="53" y="9"/>
                  </a:cxn>
                  <a:cxn ang="0">
                    <a:pos x="79" y="9"/>
                  </a:cxn>
                  <a:cxn ang="0">
                    <a:pos x="88" y="0"/>
                  </a:cxn>
                  <a:cxn ang="0">
                    <a:pos x="97" y="0"/>
                  </a:cxn>
                  <a:cxn ang="0">
                    <a:pos x="105" y="45"/>
                  </a:cxn>
                  <a:cxn ang="0">
                    <a:pos x="105" y="53"/>
                  </a:cxn>
                  <a:cxn ang="0">
                    <a:pos x="105" y="53"/>
                  </a:cxn>
                  <a:cxn ang="0">
                    <a:pos x="105" y="53"/>
                  </a:cxn>
                  <a:cxn ang="0">
                    <a:pos x="105" y="62"/>
                  </a:cxn>
                  <a:cxn ang="0">
                    <a:pos x="105" y="53"/>
                  </a:cxn>
                  <a:cxn ang="0">
                    <a:pos x="88" y="62"/>
                  </a:cxn>
                  <a:cxn ang="0">
                    <a:pos x="79" y="71"/>
                  </a:cxn>
                  <a:cxn ang="0">
                    <a:pos x="79" y="62"/>
                  </a:cxn>
                  <a:cxn ang="0">
                    <a:pos x="79" y="62"/>
                  </a:cxn>
                  <a:cxn ang="0">
                    <a:pos x="70" y="62"/>
                  </a:cxn>
                  <a:cxn ang="0">
                    <a:pos x="79" y="71"/>
                  </a:cxn>
                  <a:cxn ang="0">
                    <a:pos x="79" y="71"/>
                  </a:cxn>
                  <a:cxn ang="0">
                    <a:pos x="61" y="71"/>
                  </a:cxn>
                  <a:cxn ang="0">
                    <a:pos x="61" y="80"/>
                  </a:cxn>
                  <a:cxn ang="0">
                    <a:pos x="53" y="80"/>
                  </a:cxn>
                  <a:cxn ang="0">
                    <a:pos x="44" y="80"/>
                  </a:cxn>
                  <a:cxn ang="0">
                    <a:pos x="44" y="80"/>
                  </a:cxn>
                  <a:cxn ang="0">
                    <a:pos x="35" y="89"/>
                  </a:cxn>
                  <a:cxn ang="0">
                    <a:pos x="35" y="89"/>
                  </a:cxn>
                  <a:cxn ang="0">
                    <a:pos x="26" y="98"/>
                  </a:cxn>
                  <a:cxn ang="0">
                    <a:pos x="26" y="98"/>
                  </a:cxn>
                  <a:cxn ang="0">
                    <a:pos x="17" y="107"/>
                  </a:cxn>
                  <a:cxn ang="0">
                    <a:pos x="9" y="107"/>
                  </a:cxn>
                  <a:cxn ang="0">
                    <a:pos x="0" y="107"/>
                  </a:cxn>
                  <a:cxn ang="0">
                    <a:pos x="0" y="98"/>
                  </a:cxn>
                  <a:cxn ang="0">
                    <a:pos x="9" y="89"/>
                  </a:cxn>
                  <a:cxn ang="0">
                    <a:pos x="9" y="89"/>
                  </a:cxn>
                  <a:cxn ang="0">
                    <a:pos x="9" y="80"/>
                  </a:cxn>
                  <a:cxn ang="0">
                    <a:pos x="0" y="27"/>
                  </a:cxn>
                </a:cxnLst>
                <a:rect l="0" t="0" r="r" b="b"/>
                <a:pathLst>
                  <a:path w="105" h="107">
                    <a:moveTo>
                      <a:pt x="0" y="27"/>
                    </a:moveTo>
                    <a:lnTo>
                      <a:pt x="35" y="18"/>
                    </a:lnTo>
                    <a:lnTo>
                      <a:pt x="35" y="18"/>
                    </a:lnTo>
                    <a:lnTo>
                      <a:pt x="44" y="18"/>
                    </a:lnTo>
                    <a:lnTo>
                      <a:pt x="53" y="18"/>
                    </a:lnTo>
                    <a:lnTo>
                      <a:pt x="53" y="9"/>
                    </a:lnTo>
                    <a:lnTo>
                      <a:pt x="79" y="9"/>
                    </a:lnTo>
                    <a:lnTo>
                      <a:pt x="88" y="0"/>
                    </a:lnTo>
                    <a:lnTo>
                      <a:pt x="97" y="0"/>
                    </a:lnTo>
                    <a:lnTo>
                      <a:pt x="105" y="45"/>
                    </a:lnTo>
                    <a:lnTo>
                      <a:pt x="105" y="53"/>
                    </a:lnTo>
                    <a:lnTo>
                      <a:pt x="105" y="53"/>
                    </a:lnTo>
                    <a:lnTo>
                      <a:pt x="105" y="53"/>
                    </a:lnTo>
                    <a:lnTo>
                      <a:pt x="105" y="62"/>
                    </a:lnTo>
                    <a:lnTo>
                      <a:pt x="105" y="53"/>
                    </a:lnTo>
                    <a:lnTo>
                      <a:pt x="88" y="62"/>
                    </a:lnTo>
                    <a:lnTo>
                      <a:pt x="79" y="71"/>
                    </a:lnTo>
                    <a:lnTo>
                      <a:pt x="79" y="62"/>
                    </a:lnTo>
                    <a:lnTo>
                      <a:pt x="79" y="62"/>
                    </a:lnTo>
                    <a:lnTo>
                      <a:pt x="70" y="62"/>
                    </a:lnTo>
                    <a:lnTo>
                      <a:pt x="79" y="71"/>
                    </a:lnTo>
                    <a:lnTo>
                      <a:pt x="79" y="71"/>
                    </a:lnTo>
                    <a:lnTo>
                      <a:pt x="61" y="71"/>
                    </a:lnTo>
                    <a:lnTo>
                      <a:pt x="61" y="80"/>
                    </a:lnTo>
                    <a:lnTo>
                      <a:pt x="53" y="80"/>
                    </a:lnTo>
                    <a:lnTo>
                      <a:pt x="44" y="80"/>
                    </a:lnTo>
                    <a:lnTo>
                      <a:pt x="44" y="80"/>
                    </a:lnTo>
                    <a:lnTo>
                      <a:pt x="35" y="89"/>
                    </a:lnTo>
                    <a:lnTo>
                      <a:pt x="35" y="89"/>
                    </a:lnTo>
                    <a:lnTo>
                      <a:pt x="26" y="98"/>
                    </a:lnTo>
                    <a:lnTo>
                      <a:pt x="26" y="98"/>
                    </a:lnTo>
                    <a:lnTo>
                      <a:pt x="17" y="107"/>
                    </a:lnTo>
                    <a:lnTo>
                      <a:pt x="9" y="107"/>
                    </a:lnTo>
                    <a:lnTo>
                      <a:pt x="0" y="107"/>
                    </a:lnTo>
                    <a:lnTo>
                      <a:pt x="0" y="98"/>
                    </a:lnTo>
                    <a:lnTo>
                      <a:pt x="9" y="89"/>
                    </a:lnTo>
                    <a:lnTo>
                      <a:pt x="9" y="89"/>
                    </a:lnTo>
                    <a:lnTo>
                      <a:pt x="9" y="80"/>
                    </a:lnTo>
                    <a:lnTo>
                      <a:pt x="0" y="27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Freeform 157"/>
              <p:cNvSpPr>
                <a:spLocks/>
              </p:cNvSpPr>
              <p:nvPr/>
            </p:nvSpPr>
            <p:spPr bwMode="auto">
              <a:xfrm>
                <a:off x="1402692" y="2946766"/>
                <a:ext cx="566169" cy="665449"/>
              </a:xfrm>
              <a:custGeom>
                <a:avLst/>
                <a:gdLst/>
                <a:ahLst/>
                <a:cxnLst>
                  <a:cxn ang="0">
                    <a:pos x="9" y="328"/>
                  </a:cxn>
                  <a:cxn ang="0">
                    <a:pos x="17" y="328"/>
                  </a:cxn>
                  <a:cxn ang="0">
                    <a:pos x="26" y="319"/>
                  </a:cxn>
                  <a:cxn ang="0">
                    <a:pos x="26" y="310"/>
                  </a:cxn>
                  <a:cxn ang="0">
                    <a:pos x="26" y="301"/>
                  </a:cxn>
                  <a:cxn ang="0">
                    <a:pos x="17" y="292"/>
                  </a:cxn>
                  <a:cxn ang="0">
                    <a:pos x="17" y="283"/>
                  </a:cxn>
                  <a:cxn ang="0">
                    <a:pos x="17" y="275"/>
                  </a:cxn>
                  <a:cxn ang="0">
                    <a:pos x="35" y="257"/>
                  </a:cxn>
                  <a:cxn ang="0">
                    <a:pos x="35" y="248"/>
                  </a:cxn>
                  <a:cxn ang="0">
                    <a:pos x="44" y="230"/>
                  </a:cxn>
                  <a:cxn ang="0">
                    <a:pos x="53" y="221"/>
                  </a:cxn>
                  <a:cxn ang="0">
                    <a:pos x="70" y="204"/>
                  </a:cxn>
                  <a:cxn ang="0">
                    <a:pos x="53" y="195"/>
                  </a:cxn>
                  <a:cxn ang="0">
                    <a:pos x="53" y="177"/>
                  </a:cxn>
                  <a:cxn ang="0">
                    <a:pos x="53" y="168"/>
                  </a:cxn>
                  <a:cxn ang="0">
                    <a:pos x="44" y="151"/>
                  </a:cxn>
                  <a:cxn ang="0">
                    <a:pos x="53" y="133"/>
                  </a:cxn>
                  <a:cxn ang="0">
                    <a:pos x="53" y="124"/>
                  </a:cxn>
                  <a:cxn ang="0">
                    <a:pos x="53" y="107"/>
                  </a:cxn>
                  <a:cxn ang="0">
                    <a:pos x="53" y="89"/>
                  </a:cxn>
                  <a:cxn ang="0">
                    <a:pos x="61" y="80"/>
                  </a:cxn>
                  <a:cxn ang="0">
                    <a:pos x="61" y="62"/>
                  </a:cxn>
                  <a:cxn ang="0">
                    <a:pos x="70" y="53"/>
                  </a:cxn>
                  <a:cxn ang="0">
                    <a:pos x="79" y="62"/>
                  </a:cxn>
                  <a:cxn ang="0">
                    <a:pos x="88" y="71"/>
                  </a:cxn>
                  <a:cxn ang="0">
                    <a:pos x="96" y="62"/>
                  </a:cxn>
                  <a:cxn ang="0">
                    <a:pos x="114" y="0"/>
                  </a:cxn>
                  <a:cxn ang="0">
                    <a:pos x="255" y="18"/>
                  </a:cxn>
                  <a:cxn ang="0">
                    <a:pos x="422" y="45"/>
                  </a:cxn>
                  <a:cxn ang="0">
                    <a:pos x="360" y="496"/>
                  </a:cxn>
                  <a:cxn ang="0">
                    <a:pos x="228" y="478"/>
                  </a:cxn>
                  <a:cxn ang="0">
                    <a:pos x="17" y="354"/>
                  </a:cxn>
                  <a:cxn ang="0">
                    <a:pos x="0" y="336"/>
                  </a:cxn>
                </a:cxnLst>
                <a:rect l="0" t="0" r="r" b="b"/>
                <a:pathLst>
                  <a:path w="422" h="496">
                    <a:moveTo>
                      <a:pt x="9" y="328"/>
                    </a:moveTo>
                    <a:lnTo>
                      <a:pt x="9" y="328"/>
                    </a:lnTo>
                    <a:lnTo>
                      <a:pt x="17" y="328"/>
                    </a:lnTo>
                    <a:lnTo>
                      <a:pt x="17" y="328"/>
                    </a:lnTo>
                    <a:lnTo>
                      <a:pt x="17" y="328"/>
                    </a:lnTo>
                    <a:lnTo>
                      <a:pt x="26" y="319"/>
                    </a:lnTo>
                    <a:lnTo>
                      <a:pt x="26" y="319"/>
                    </a:lnTo>
                    <a:lnTo>
                      <a:pt x="26" y="310"/>
                    </a:lnTo>
                    <a:lnTo>
                      <a:pt x="26" y="301"/>
                    </a:lnTo>
                    <a:lnTo>
                      <a:pt x="26" y="301"/>
                    </a:lnTo>
                    <a:lnTo>
                      <a:pt x="17" y="301"/>
                    </a:lnTo>
                    <a:lnTo>
                      <a:pt x="17" y="292"/>
                    </a:lnTo>
                    <a:lnTo>
                      <a:pt x="17" y="292"/>
                    </a:lnTo>
                    <a:lnTo>
                      <a:pt x="17" y="283"/>
                    </a:lnTo>
                    <a:lnTo>
                      <a:pt x="17" y="283"/>
                    </a:lnTo>
                    <a:lnTo>
                      <a:pt x="17" y="275"/>
                    </a:lnTo>
                    <a:lnTo>
                      <a:pt x="26" y="275"/>
                    </a:lnTo>
                    <a:lnTo>
                      <a:pt x="35" y="257"/>
                    </a:lnTo>
                    <a:lnTo>
                      <a:pt x="35" y="257"/>
                    </a:lnTo>
                    <a:lnTo>
                      <a:pt x="35" y="248"/>
                    </a:lnTo>
                    <a:lnTo>
                      <a:pt x="35" y="239"/>
                    </a:lnTo>
                    <a:lnTo>
                      <a:pt x="44" y="230"/>
                    </a:lnTo>
                    <a:lnTo>
                      <a:pt x="44" y="230"/>
                    </a:lnTo>
                    <a:lnTo>
                      <a:pt x="53" y="221"/>
                    </a:lnTo>
                    <a:lnTo>
                      <a:pt x="61" y="213"/>
                    </a:lnTo>
                    <a:lnTo>
                      <a:pt x="70" y="204"/>
                    </a:lnTo>
                    <a:lnTo>
                      <a:pt x="70" y="204"/>
                    </a:lnTo>
                    <a:lnTo>
                      <a:pt x="53" y="195"/>
                    </a:lnTo>
                    <a:lnTo>
                      <a:pt x="61" y="186"/>
                    </a:lnTo>
                    <a:lnTo>
                      <a:pt x="53" y="177"/>
                    </a:lnTo>
                    <a:lnTo>
                      <a:pt x="53" y="177"/>
                    </a:lnTo>
                    <a:lnTo>
                      <a:pt x="53" y="168"/>
                    </a:lnTo>
                    <a:lnTo>
                      <a:pt x="44" y="160"/>
                    </a:lnTo>
                    <a:lnTo>
                      <a:pt x="44" y="151"/>
                    </a:lnTo>
                    <a:lnTo>
                      <a:pt x="44" y="151"/>
                    </a:lnTo>
                    <a:lnTo>
                      <a:pt x="53" y="133"/>
                    </a:lnTo>
                    <a:lnTo>
                      <a:pt x="53" y="133"/>
                    </a:lnTo>
                    <a:lnTo>
                      <a:pt x="53" y="124"/>
                    </a:lnTo>
                    <a:lnTo>
                      <a:pt x="53" y="115"/>
                    </a:lnTo>
                    <a:lnTo>
                      <a:pt x="53" y="107"/>
                    </a:lnTo>
                    <a:lnTo>
                      <a:pt x="53" y="98"/>
                    </a:lnTo>
                    <a:lnTo>
                      <a:pt x="53" y="89"/>
                    </a:lnTo>
                    <a:lnTo>
                      <a:pt x="53" y="80"/>
                    </a:lnTo>
                    <a:lnTo>
                      <a:pt x="61" y="80"/>
                    </a:lnTo>
                    <a:lnTo>
                      <a:pt x="53" y="71"/>
                    </a:lnTo>
                    <a:lnTo>
                      <a:pt x="61" y="62"/>
                    </a:lnTo>
                    <a:lnTo>
                      <a:pt x="61" y="62"/>
                    </a:lnTo>
                    <a:lnTo>
                      <a:pt x="70" y="53"/>
                    </a:lnTo>
                    <a:lnTo>
                      <a:pt x="70" y="62"/>
                    </a:lnTo>
                    <a:lnTo>
                      <a:pt x="79" y="62"/>
                    </a:lnTo>
                    <a:lnTo>
                      <a:pt x="79" y="62"/>
                    </a:lnTo>
                    <a:lnTo>
                      <a:pt x="88" y="71"/>
                    </a:lnTo>
                    <a:lnTo>
                      <a:pt x="88" y="71"/>
                    </a:lnTo>
                    <a:lnTo>
                      <a:pt x="96" y="62"/>
                    </a:lnTo>
                    <a:lnTo>
                      <a:pt x="105" y="62"/>
                    </a:lnTo>
                    <a:lnTo>
                      <a:pt x="114" y="0"/>
                    </a:lnTo>
                    <a:lnTo>
                      <a:pt x="167" y="9"/>
                    </a:lnTo>
                    <a:lnTo>
                      <a:pt x="255" y="18"/>
                    </a:lnTo>
                    <a:lnTo>
                      <a:pt x="334" y="36"/>
                    </a:lnTo>
                    <a:lnTo>
                      <a:pt x="422" y="45"/>
                    </a:lnTo>
                    <a:lnTo>
                      <a:pt x="360" y="487"/>
                    </a:lnTo>
                    <a:lnTo>
                      <a:pt x="360" y="496"/>
                    </a:lnTo>
                    <a:lnTo>
                      <a:pt x="334" y="487"/>
                    </a:lnTo>
                    <a:lnTo>
                      <a:pt x="228" y="478"/>
                    </a:lnTo>
                    <a:lnTo>
                      <a:pt x="149" y="425"/>
                    </a:lnTo>
                    <a:lnTo>
                      <a:pt x="17" y="354"/>
                    </a:lnTo>
                    <a:lnTo>
                      <a:pt x="0" y="336"/>
                    </a:lnTo>
                    <a:lnTo>
                      <a:pt x="0" y="336"/>
                    </a:lnTo>
                    <a:lnTo>
                      <a:pt x="9" y="328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" name="Freeform 158"/>
              <p:cNvSpPr>
                <a:spLocks/>
              </p:cNvSpPr>
              <p:nvPr/>
            </p:nvSpPr>
            <p:spPr bwMode="auto">
              <a:xfrm>
                <a:off x="1402692" y="2946766"/>
                <a:ext cx="566169" cy="665449"/>
              </a:xfrm>
              <a:custGeom>
                <a:avLst/>
                <a:gdLst/>
                <a:ahLst/>
                <a:cxnLst>
                  <a:cxn ang="0">
                    <a:pos x="9" y="328"/>
                  </a:cxn>
                  <a:cxn ang="0">
                    <a:pos x="17" y="328"/>
                  </a:cxn>
                  <a:cxn ang="0">
                    <a:pos x="26" y="319"/>
                  </a:cxn>
                  <a:cxn ang="0">
                    <a:pos x="26" y="310"/>
                  </a:cxn>
                  <a:cxn ang="0">
                    <a:pos x="26" y="301"/>
                  </a:cxn>
                  <a:cxn ang="0">
                    <a:pos x="17" y="292"/>
                  </a:cxn>
                  <a:cxn ang="0">
                    <a:pos x="17" y="283"/>
                  </a:cxn>
                  <a:cxn ang="0">
                    <a:pos x="17" y="275"/>
                  </a:cxn>
                  <a:cxn ang="0">
                    <a:pos x="35" y="257"/>
                  </a:cxn>
                  <a:cxn ang="0">
                    <a:pos x="35" y="248"/>
                  </a:cxn>
                  <a:cxn ang="0">
                    <a:pos x="44" y="230"/>
                  </a:cxn>
                  <a:cxn ang="0">
                    <a:pos x="53" y="221"/>
                  </a:cxn>
                  <a:cxn ang="0">
                    <a:pos x="70" y="204"/>
                  </a:cxn>
                  <a:cxn ang="0">
                    <a:pos x="53" y="195"/>
                  </a:cxn>
                  <a:cxn ang="0">
                    <a:pos x="53" y="177"/>
                  </a:cxn>
                  <a:cxn ang="0">
                    <a:pos x="53" y="168"/>
                  </a:cxn>
                  <a:cxn ang="0">
                    <a:pos x="44" y="151"/>
                  </a:cxn>
                  <a:cxn ang="0">
                    <a:pos x="53" y="133"/>
                  </a:cxn>
                  <a:cxn ang="0">
                    <a:pos x="53" y="124"/>
                  </a:cxn>
                  <a:cxn ang="0">
                    <a:pos x="53" y="107"/>
                  </a:cxn>
                  <a:cxn ang="0">
                    <a:pos x="53" y="89"/>
                  </a:cxn>
                  <a:cxn ang="0">
                    <a:pos x="61" y="80"/>
                  </a:cxn>
                  <a:cxn ang="0">
                    <a:pos x="61" y="62"/>
                  </a:cxn>
                  <a:cxn ang="0">
                    <a:pos x="70" y="53"/>
                  </a:cxn>
                  <a:cxn ang="0">
                    <a:pos x="79" y="62"/>
                  </a:cxn>
                  <a:cxn ang="0">
                    <a:pos x="88" y="71"/>
                  </a:cxn>
                  <a:cxn ang="0">
                    <a:pos x="96" y="62"/>
                  </a:cxn>
                  <a:cxn ang="0">
                    <a:pos x="114" y="0"/>
                  </a:cxn>
                  <a:cxn ang="0">
                    <a:pos x="255" y="18"/>
                  </a:cxn>
                  <a:cxn ang="0">
                    <a:pos x="422" y="45"/>
                  </a:cxn>
                  <a:cxn ang="0">
                    <a:pos x="360" y="496"/>
                  </a:cxn>
                  <a:cxn ang="0">
                    <a:pos x="228" y="478"/>
                  </a:cxn>
                  <a:cxn ang="0">
                    <a:pos x="17" y="354"/>
                  </a:cxn>
                  <a:cxn ang="0">
                    <a:pos x="0" y="336"/>
                  </a:cxn>
                </a:cxnLst>
                <a:rect l="0" t="0" r="r" b="b"/>
                <a:pathLst>
                  <a:path w="422" h="496">
                    <a:moveTo>
                      <a:pt x="9" y="328"/>
                    </a:moveTo>
                    <a:lnTo>
                      <a:pt x="9" y="328"/>
                    </a:lnTo>
                    <a:lnTo>
                      <a:pt x="17" y="328"/>
                    </a:lnTo>
                    <a:lnTo>
                      <a:pt x="17" y="328"/>
                    </a:lnTo>
                    <a:lnTo>
                      <a:pt x="17" y="328"/>
                    </a:lnTo>
                    <a:lnTo>
                      <a:pt x="26" y="319"/>
                    </a:lnTo>
                    <a:lnTo>
                      <a:pt x="26" y="319"/>
                    </a:lnTo>
                    <a:lnTo>
                      <a:pt x="26" y="310"/>
                    </a:lnTo>
                    <a:lnTo>
                      <a:pt x="26" y="301"/>
                    </a:lnTo>
                    <a:lnTo>
                      <a:pt x="26" y="301"/>
                    </a:lnTo>
                    <a:lnTo>
                      <a:pt x="17" y="301"/>
                    </a:lnTo>
                    <a:lnTo>
                      <a:pt x="17" y="292"/>
                    </a:lnTo>
                    <a:lnTo>
                      <a:pt x="17" y="292"/>
                    </a:lnTo>
                    <a:lnTo>
                      <a:pt x="17" y="283"/>
                    </a:lnTo>
                    <a:lnTo>
                      <a:pt x="17" y="283"/>
                    </a:lnTo>
                    <a:lnTo>
                      <a:pt x="17" y="275"/>
                    </a:lnTo>
                    <a:lnTo>
                      <a:pt x="26" y="275"/>
                    </a:lnTo>
                    <a:lnTo>
                      <a:pt x="35" y="257"/>
                    </a:lnTo>
                    <a:lnTo>
                      <a:pt x="35" y="257"/>
                    </a:lnTo>
                    <a:lnTo>
                      <a:pt x="35" y="248"/>
                    </a:lnTo>
                    <a:lnTo>
                      <a:pt x="35" y="239"/>
                    </a:lnTo>
                    <a:lnTo>
                      <a:pt x="44" y="230"/>
                    </a:lnTo>
                    <a:lnTo>
                      <a:pt x="44" y="230"/>
                    </a:lnTo>
                    <a:lnTo>
                      <a:pt x="53" y="221"/>
                    </a:lnTo>
                    <a:lnTo>
                      <a:pt x="61" y="213"/>
                    </a:lnTo>
                    <a:lnTo>
                      <a:pt x="70" y="204"/>
                    </a:lnTo>
                    <a:lnTo>
                      <a:pt x="70" y="204"/>
                    </a:lnTo>
                    <a:lnTo>
                      <a:pt x="53" y="195"/>
                    </a:lnTo>
                    <a:lnTo>
                      <a:pt x="61" y="186"/>
                    </a:lnTo>
                    <a:lnTo>
                      <a:pt x="53" y="177"/>
                    </a:lnTo>
                    <a:lnTo>
                      <a:pt x="53" y="177"/>
                    </a:lnTo>
                    <a:lnTo>
                      <a:pt x="53" y="168"/>
                    </a:lnTo>
                    <a:lnTo>
                      <a:pt x="44" y="160"/>
                    </a:lnTo>
                    <a:lnTo>
                      <a:pt x="44" y="151"/>
                    </a:lnTo>
                    <a:lnTo>
                      <a:pt x="44" y="151"/>
                    </a:lnTo>
                    <a:lnTo>
                      <a:pt x="53" y="133"/>
                    </a:lnTo>
                    <a:lnTo>
                      <a:pt x="53" y="133"/>
                    </a:lnTo>
                    <a:lnTo>
                      <a:pt x="53" y="124"/>
                    </a:lnTo>
                    <a:lnTo>
                      <a:pt x="53" y="115"/>
                    </a:lnTo>
                    <a:lnTo>
                      <a:pt x="53" y="107"/>
                    </a:lnTo>
                    <a:lnTo>
                      <a:pt x="53" y="98"/>
                    </a:lnTo>
                    <a:lnTo>
                      <a:pt x="53" y="89"/>
                    </a:lnTo>
                    <a:lnTo>
                      <a:pt x="53" y="80"/>
                    </a:lnTo>
                    <a:lnTo>
                      <a:pt x="61" y="80"/>
                    </a:lnTo>
                    <a:lnTo>
                      <a:pt x="53" y="71"/>
                    </a:lnTo>
                    <a:lnTo>
                      <a:pt x="61" y="62"/>
                    </a:lnTo>
                    <a:lnTo>
                      <a:pt x="61" y="62"/>
                    </a:lnTo>
                    <a:lnTo>
                      <a:pt x="70" y="53"/>
                    </a:lnTo>
                    <a:lnTo>
                      <a:pt x="70" y="62"/>
                    </a:lnTo>
                    <a:lnTo>
                      <a:pt x="79" y="62"/>
                    </a:lnTo>
                    <a:lnTo>
                      <a:pt x="79" y="62"/>
                    </a:lnTo>
                    <a:lnTo>
                      <a:pt x="88" y="71"/>
                    </a:lnTo>
                    <a:lnTo>
                      <a:pt x="88" y="71"/>
                    </a:lnTo>
                    <a:lnTo>
                      <a:pt x="96" y="62"/>
                    </a:lnTo>
                    <a:lnTo>
                      <a:pt x="105" y="62"/>
                    </a:lnTo>
                    <a:lnTo>
                      <a:pt x="114" y="0"/>
                    </a:lnTo>
                    <a:lnTo>
                      <a:pt x="167" y="9"/>
                    </a:lnTo>
                    <a:lnTo>
                      <a:pt x="255" y="18"/>
                    </a:lnTo>
                    <a:lnTo>
                      <a:pt x="334" y="36"/>
                    </a:lnTo>
                    <a:lnTo>
                      <a:pt x="422" y="45"/>
                    </a:lnTo>
                    <a:lnTo>
                      <a:pt x="360" y="487"/>
                    </a:lnTo>
                    <a:lnTo>
                      <a:pt x="360" y="496"/>
                    </a:lnTo>
                    <a:lnTo>
                      <a:pt x="334" y="487"/>
                    </a:lnTo>
                    <a:lnTo>
                      <a:pt x="228" y="478"/>
                    </a:lnTo>
                    <a:lnTo>
                      <a:pt x="149" y="425"/>
                    </a:lnTo>
                    <a:lnTo>
                      <a:pt x="17" y="354"/>
                    </a:lnTo>
                    <a:lnTo>
                      <a:pt x="0" y="336"/>
                    </a:lnTo>
                    <a:lnTo>
                      <a:pt x="0" y="336"/>
                    </a:lnTo>
                    <a:lnTo>
                      <a:pt x="9" y="328"/>
                    </a:lnTo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" name="Freeform 159"/>
              <p:cNvSpPr>
                <a:spLocks/>
              </p:cNvSpPr>
              <p:nvPr/>
            </p:nvSpPr>
            <p:spPr bwMode="auto">
              <a:xfrm>
                <a:off x="3172304" y="3101053"/>
                <a:ext cx="413223" cy="391756"/>
              </a:xfrm>
              <a:custGeom>
                <a:avLst/>
                <a:gdLst/>
                <a:ahLst/>
                <a:cxnLst>
                  <a:cxn ang="0">
                    <a:pos x="62" y="9"/>
                  </a:cxn>
                  <a:cxn ang="0">
                    <a:pos x="273" y="0"/>
                  </a:cxn>
                  <a:cxn ang="0">
                    <a:pos x="282" y="9"/>
                  </a:cxn>
                  <a:cxn ang="0">
                    <a:pos x="282" y="18"/>
                  </a:cxn>
                  <a:cxn ang="0">
                    <a:pos x="273" y="27"/>
                  </a:cxn>
                  <a:cxn ang="0">
                    <a:pos x="273" y="36"/>
                  </a:cxn>
                  <a:cxn ang="0">
                    <a:pos x="308" y="36"/>
                  </a:cxn>
                  <a:cxn ang="0">
                    <a:pos x="308" y="45"/>
                  </a:cxn>
                  <a:cxn ang="0">
                    <a:pos x="308" y="53"/>
                  </a:cxn>
                  <a:cxn ang="0">
                    <a:pos x="300" y="62"/>
                  </a:cxn>
                  <a:cxn ang="0">
                    <a:pos x="300" y="62"/>
                  </a:cxn>
                  <a:cxn ang="0">
                    <a:pos x="300" y="71"/>
                  </a:cxn>
                  <a:cxn ang="0">
                    <a:pos x="291" y="80"/>
                  </a:cxn>
                  <a:cxn ang="0">
                    <a:pos x="291" y="89"/>
                  </a:cxn>
                  <a:cxn ang="0">
                    <a:pos x="282" y="89"/>
                  </a:cxn>
                  <a:cxn ang="0">
                    <a:pos x="291" y="89"/>
                  </a:cxn>
                  <a:cxn ang="0">
                    <a:pos x="291" y="106"/>
                  </a:cxn>
                  <a:cxn ang="0">
                    <a:pos x="282" y="115"/>
                  </a:cxn>
                  <a:cxn ang="0">
                    <a:pos x="273" y="124"/>
                  </a:cxn>
                  <a:cxn ang="0">
                    <a:pos x="282" y="124"/>
                  </a:cxn>
                  <a:cxn ang="0">
                    <a:pos x="273" y="133"/>
                  </a:cxn>
                  <a:cxn ang="0">
                    <a:pos x="264" y="133"/>
                  </a:cxn>
                  <a:cxn ang="0">
                    <a:pos x="264" y="142"/>
                  </a:cxn>
                  <a:cxn ang="0">
                    <a:pos x="264" y="142"/>
                  </a:cxn>
                  <a:cxn ang="0">
                    <a:pos x="264" y="151"/>
                  </a:cxn>
                  <a:cxn ang="0">
                    <a:pos x="264" y="151"/>
                  </a:cxn>
                  <a:cxn ang="0">
                    <a:pos x="264" y="160"/>
                  </a:cxn>
                  <a:cxn ang="0">
                    <a:pos x="256" y="168"/>
                  </a:cxn>
                  <a:cxn ang="0">
                    <a:pos x="256" y="177"/>
                  </a:cxn>
                  <a:cxn ang="0">
                    <a:pos x="247" y="186"/>
                  </a:cxn>
                  <a:cxn ang="0">
                    <a:pos x="238" y="186"/>
                  </a:cxn>
                  <a:cxn ang="0">
                    <a:pos x="247" y="186"/>
                  </a:cxn>
                  <a:cxn ang="0">
                    <a:pos x="247" y="204"/>
                  </a:cxn>
                  <a:cxn ang="0">
                    <a:pos x="238" y="204"/>
                  </a:cxn>
                  <a:cxn ang="0">
                    <a:pos x="238" y="221"/>
                  </a:cxn>
                  <a:cxn ang="0">
                    <a:pos x="229" y="221"/>
                  </a:cxn>
                  <a:cxn ang="0">
                    <a:pos x="238" y="221"/>
                  </a:cxn>
                  <a:cxn ang="0">
                    <a:pos x="229" y="230"/>
                  </a:cxn>
                  <a:cxn ang="0">
                    <a:pos x="229" y="230"/>
                  </a:cxn>
                  <a:cxn ang="0">
                    <a:pos x="229" y="239"/>
                  </a:cxn>
                  <a:cxn ang="0">
                    <a:pos x="229" y="239"/>
                  </a:cxn>
                  <a:cxn ang="0">
                    <a:pos x="229" y="248"/>
                  </a:cxn>
                  <a:cxn ang="0">
                    <a:pos x="229" y="248"/>
                  </a:cxn>
                  <a:cxn ang="0">
                    <a:pos x="229" y="266"/>
                  </a:cxn>
                  <a:cxn ang="0">
                    <a:pos x="238" y="274"/>
                  </a:cxn>
                  <a:cxn ang="0">
                    <a:pos x="229" y="274"/>
                  </a:cxn>
                  <a:cxn ang="0">
                    <a:pos x="229" y="283"/>
                  </a:cxn>
                  <a:cxn ang="0">
                    <a:pos x="44" y="292"/>
                  </a:cxn>
                  <a:cxn ang="0">
                    <a:pos x="27" y="248"/>
                  </a:cxn>
                  <a:cxn ang="0">
                    <a:pos x="18" y="248"/>
                  </a:cxn>
                  <a:cxn ang="0">
                    <a:pos x="9" y="239"/>
                  </a:cxn>
                  <a:cxn ang="0">
                    <a:pos x="9" y="80"/>
                  </a:cxn>
                </a:cxnLst>
                <a:rect l="0" t="0" r="r" b="b"/>
                <a:pathLst>
                  <a:path w="308" h="292">
                    <a:moveTo>
                      <a:pt x="0" y="18"/>
                    </a:moveTo>
                    <a:lnTo>
                      <a:pt x="62" y="9"/>
                    </a:lnTo>
                    <a:lnTo>
                      <a:pt x="159" y="9"/>
                    </a:lnTo>
                    <a:lnTo>
                      <a:pt x="273" y="0"/>
                    </a:lnTo>
                    <a:lnTo>
                      <a:pt x="282" y="0"/>
                    </a:lnTo>
                    <a:lnTo>
                      <a:pt x="282" y="9"/>
                    </a:lnTo>
                    <a:lnTo>
                      <a:pt x="282" y="18"/>
                    </a:lnTo>
                    <a:lnTo>
                      <a:pt x="282" y="18"/>
                    </a:lnTo>
                    <a:lnTo>
                      <a:pt x="282" y="27"/>
                    </a:lnTo>
                    <a:lnTo>
                      <a:pt x="273" y="27"/>
                    </a:lnTo>
                    <a:lnTo>
                      <a:pt x="273" y="36"/>
                    </a:lnTo>
                    <a:lnTo>
                      <a:pt x="273" y="36"/>
                    </a:lnTo>
                    <a:lnTo>
                      <a:pt x="273" y="45"/>
                    </a:lnTo>
                    <a:lnTo>
                      <a:pt x="308" y="36"/>
                    </a:lnTo>
                    <a:lnTo>
                      <a:pt x="308" y="45"/>
                    </a:lnTo>
                    <a:lnTo>
                      <a:pt x="308" y="45"/>
                    </a:lnTo>
                    <a:lnTo>
                      <a:pt x="308" y="45"/>
                    </a:lnTo>
                    <a:lnTo>
                      <a:pt x="308" y="53"/>
                    </a:lnTo>
                    <a:lnTo>
                      <a:pt x="300" y="62"/>
                    </a:lnTo>
                    <a:lnTo>
                      <a:pt x="300" y="62"/>
                    </a:lnTo>
                    <a:lnTo>
                      <a:pt x="300" y="62"/>
                    </a:lnTo>
                    <a:lnTo>
                      <a:pt x="300" y="62"/>
                    </a:lnTo>
                    <a:lnTo>
                      <a:pt x="300" y="71"/>
                    </a:lnTo>
                    <a:lnTo>
                      <a:pt x="300" y="71"/>
                    </a:lnTo>
                    <a:lnTo>
                      <a:pt x="291" y="80"/>
                    </a:lnTo>
                    <a:lnTo>
                      <a:pt x="291" y="80"/>
                    </a:lnTo>
                    <a:lnTo>
                      <a:pt x="291" y="80"/>
                    </a:lnTo>
                    <a:lnTo>
                      <a:pt x="291" y="89"/>
                    </a:lnTo>
                    <a:lnTo>
                      <a:pt x="291" y="80"/>
                    </a:lnTo>
                    <a:lnTo>
                      <a:pt x="282" y="89"/>
                    </a:lnTo>
                    <a:lnTo>
                      <a:pt x="282" y="89"/>
                    </a:lnTo>
                    <a:lnTo>
                      <a:pt x="291" y="89"/>
                    </a:lnTo>
                    <a:lnTo>
                      <a:pt x="291" y="98"/>
                    </a:lnTo>
                    <a:lnTo>
                      <a:pt x="291" y="106"/>
                    </a:lnTo>
                    <a:lnTo>
                      <a:pt x="291" y="106"/>
                    </a:lnTo>
                    <a:lnTo>
                      <a:pt x="282" y="115"/>
                    </a:lnTo>
                    <a:lnTo>
                      <a:pt x="282" y="115"/>
                    </a:lnTo>
                    <a:lnTo>
                      <a:pt x="273" y="124"/>
                    </a:lnTo>
                    <a:lnTo>
                      <a:pt x="273" y="124"/>
                    </a:lnTo>
                    <a:lnTo>
                      <a:pt x="282" y="124"/>
                    </a:lnTo>
                    <a:lnTo>
                      <a:pt x="282" y="124"/>
                    </a:lnTo>
                    <a:lnTo>
                      <a:pt x="273" y="133"/>
                    </a:lnTo>
                    <a:lnTo>
                      <a:pt x="273" y="133"/>
                    </a:lnTo>
                    <a:lnTo>
                      <a:pt x="264" y="133"/>
                    </a:lnTo>
                    <a:lnTo>
                      <a:pt x="264" y="142"/>
                    </a:lnTo>
                    <a:lnTo>
                      <a:pt x="264" y="142"/>
                    </a:lnTo>
                    <a:lnTo>
                      <a:pt x="264" y="142"/>
                    </a:lnTo>
                    <a:lnTo>
                      <a:pt x="264" y="142"/>
                    </a:lnTo>
                    <a:lnTo>
                      <a:pt x="264" y="151"/>
                    </a:lnTo>
                    <a:lnTo>
                      <a:pt x="264" y="151"/>
                    </a:lnTo>
                    <a:lnTo>
                      <a:pt x="264" y="142"/>
                    </a:lnTo>
                    <a:lnTo>
                      <a:pt x="264" y="151"/>
                    </a:lnTo>
                    <a:lnTo>
                      <a:pt x="264" y="160"/>
                    </a:lnTo>
                    <a:lnTo>
                      <a:pt x="264" y="160"/>
                    </a:lnTo>
                    <a:lnTo>
                      <a:pt x="264" y="168"/>
                    </a:lnTo>
                    <a:lnTo>
                      <a:pt x="256" y="168"/>
                    </a:lnTo>
                    <a:lnTo>
                      <a:pt x="256" y="177"/>
                    </a:lnTo>
                    <a:lnTo>
                      <a:pt x="256" y="177"/>
                    </a:lnTo>
                    <a:lnTo>
                      <a:pt x="256" y="177"/>
                    </a:lnTo>
                    <a:lnTo>
                      <a:pt x="247" y="186"/>
                    </a:lnTo>
                    <a:lnTo>
                      <a:pt x="247" y="186"/>
                    </a:lnTo>
                    <a:lnTo>
                      <a:pt x="238" y="186"/>
                    </a:lnTo>
                    <a:lnTo>
                      <a:pt x="247" y="186"/>
                    </a:lnTo>
                    <a:lnTo>
                      <a:pt x="247" y="186"/>
                    </a:lnTo>
                    <a:lnTo>
                      <a:pt x="247" y="195"/>
                    </a:lnTo>
                    <a:lnTo>
                      <a:pt x="247" y="204"/>
                    </a:lnTo>
                    <a:lnTo>
                      <a:pt x="229" y="204"/>
                    </a:lnTo>
                    <a:lnTo>
                      <a:pt x="238" y="204"/>
                    </a:lnTo>
                    <a:lnTo>
                      <a:pt x="238" y="213"/>
                    </a:lnTo>
                    <a:lnTo>
                      <a:pt x="238" y="221"/>
                    </a:lnTo>
                    <a:lnTo>
                      <a:pt x="238" y="221"/>
                    </a:lnTo>
                    <a:lnTo>
                      <a:pt x="229" y="221"/>
                    </a:lnTo>
                    <a:lnTo>
                      <a:pt x="229" y="221"/>
                    </a:lnTo>
                    <a:lnTo>
                      <a:pt x="238" y="221"/>
                    </a:lnTo>
                    <a:lnTo>
                      <a:pt x="229" y="230"/>
                    </a:lnTo>
                    <a:lnTo>
                      <a:pt x="229" y="230"/>
                    </a:lnTo>
                    <a:lnTo>
                      <a:pt x="229" y="230"/>
                    </a:lnTo>
                    <a:lnTo>
                      <a:pt x="229" y="230"/>
                    </a:lnTo>
                    <a:lnTo>
                      <a:pt x="220" y="239"/>
                    </a:lnTo>
                    <a:lnTo>
                      <a:pt x="229" y="239"/>
                    </a:lnTo>
                    <a:lnTo>
                      <a:pt x="220" y="248"/>
                    </a:lnTo>
                    <a:lnTo>
                      <a:pt x="229" y="239"/>
                    </a:lnTo>
                    <a:lnTo>
                      <a:pt x="229" y="248"/>
                    </a:lnTo>
                    <a:lnTo>
                      <a:pt x="229" y="248"/>
                    </a:lnTo>
                    <a:lnTo>
                      <a:pt x="229" y="248"/>
                    </a:lnTo>
                    <a:lnTo>
                      <a:pt x="229" y="248"/>
                    </a:lnTo>
                    <a:lnTo>
                      <a:pt x="229" y="257"/>
                    </a:lnTo>
                    <a:lnTo>
                      <a:pt x="229" y="266"/>
                    </a:lnTo>
                    <a:lnTo>
                      <a:pt x="238" y="266"/>
                    </a:lnTo>
                    <a:lnTo>
                      <a:pt x="238" y="274"/>
                    </a:lnTo>
                    <a:lnTo>
                      <a:pt x="238" y="274"/>
                    </a:lnTo>
                    <a:lnTo>
                      <a:pt x="229" y="274"/>
                    </a:lnTo>
                    <a:lnTo>
                      <a:pt x="229" y="274"/>
                    </a:lnTo>
                    <a:lnTo>
                      <a:pt x="229" y="283"/>
                    </a:lnTo>
                    <a:lnTo>
                      <a:pt x="124" y="292"/>
                    </a:lnTo>
                    <a:lnTo>
                      <a:pt x="44" y="292"/>
                    </a:lnTo>
                    <a:lnTo>
                      <a:pt x="44" y="248"/>
                    </a:lnTo>
                    <a:lnTo>
                      <a:pt x="27" y="248"/>
                    </a:lnTo>
                    <a:lnTo>
                      <a:pt x="18" y="248"/>
                    </a:lnTo>
                    <a:lnTo>
                      <a:pt x="18" y="248"/>
                    </a:lnTo>
                    <a:lnTo>
                      <a:pt x="18" y="239"/>
                    </a:lnTo>
                    <a:lnTo>
                      <a:pt x="9" y="239"/>
                    </a:lnTo>
                    <a:lnTo>
                      <a:pt x="9" y="106"/>
                    </a:lnTo>
                    <a:lnTo>
                      <a:pt x="9" y="8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" name="Freeform 160"/>
              <p:cNvSpPr>
                <a:spLocks/>
              </p:cNvSpPr>
              <p:nvPr/>
            </p:nvSpPr>
            <p:spPr bwMode="auto">
              <a:xfrm>
                <a:off x="3172304" y="3101053"/>
                <a:ext cx="413223" cy="391756"/>
              </a:xfrm>
              <a:custGeom>
                <a:avLst/>
                <a:gdLst/>
                <a:ahLst/>
                <a:cxnLst>
                  <a:cxn ang="0">
                    <a:pos x="62" y="9"/>
                  </a:cxn>
                  <a:cxn ang="0">
                    <a:pos x="273" y="0"/>
                  </a:cxn>
                  <a:cxn ang="0">
                    <a:pos x="282" y="9"/>
                  </a:cxn>
                  <a:cxn ang="0">
                    <a:pos x="282" y="18"/>
                  </a:cxn>
                  <a:cxn ang="0">
                    <a:pos x="273" y="27"/>
                  </a:cxn>
                  <a:cxn ang="0">
                    <a:pos x="273" y="36"/>
                  </a:cxn>
                  <a:cxn ang="0">
                    <a:pos x="308" y="36"/>
                  </a:cxn>
                  <a:cxn ang="0">
                    <a:pos x="308" y="45"/>
                  </a:cxn>
                  <a:cxn ang="0">
                    <a:pos x="308" y="53"/>
                  </a:cxn>
                  <a:cxn ang="0">
                    <a:pos x="300" y="62"/>
                  </a:cxn>
                  <a:cxn ang="0">
                    <a:pos x="300" y="62"/>
                  </a:cxn>
                  <a:cxn ang="0">
                    <a:pos x="300" y="71"/>
                  </a:cxn>
                  <a:cxn ang="0">
                    <a:pos x="291" y="80"/>
                  </a:cxn>
                  <a:cxn ang="0">
                    <a:pos x="291" y="89"/>
                  </a:cxn>
                  <a:cxn ang="0">
                    <a:pos x="282" y="89"/>
                  </a:cxn>
                  <a:cxn ang="0">
                    <a:pos x="291" y="89"/>
                  </a:cxn>
                  <a:cxn ang="0">
                    <a:pos x="291" y="106"/>
                  </a:cxn>
                  <a:cxn ang="0">
                    <a:pos x="282" y="115"/>
                  </a:cxn>
                  <a:cxn ang="0">
                    <a:pos x="273" y="124"/>
                  </a:cxn>
                  <a:cxn ang="0">
                    <a:pos x="282" y="124"/>
                  </a:cxn>
                  <a:cxn ang="0">
                    <a:pos x="273" y="133"/>
                  </a:cxn>
                  <a:cxn ang="0">
                    <a:pos x="264" y="133"/>
                  </a:cxn>
                  <a:cxn ang="0">
                    <a:pos x="264" y="142"/>
                  </a:cxn>
                  <a:cxn ang="0">
                    <a:pos x="264" y="142"/>
                  </a:cxn>
                  <a:cxn ang="0">
                    <a:pos x="264" y="151"/>
                  </a:cxn>
                  <a:cxn ang="0">
                    <a:pos x="264" y="151"/>
                  </a:cxn>
                  <a:cxn ang="0">
                    <a:pos x="264" y="160"/>
                  </a:cxn>
                  <a:cxn ang="0">
                    <a:pos x="256" y="168"/>
                  </a:cxn>
                  <a:cxn ang="0">
                    <a:pos x="256" y="177"/>
                  </a:cxn>
                  <a:cxn ang="0">
                    <a:pos x="247" y="186"/>
                  </a:cxn>
                  <a:cxn ang="0">
                    <a:pos x="238" y="186"/>
                  </a:cxn>
                  <a:cxn ang="0">
                    <a:pos x="247" y="186"/>
                  </a:cxn>
                  <a:cxn ang="0">
                    <a:pos x="247" y="204"/>
                  </a:cxn>
                  <a:cxn ang="0">
                    <a:pos x="238" y="204"/>
                  </a:cxn>
                  <a:cxn ang="0">
                    <a:pos x="238" y="221"/>
                  </a:cxn>
                  <a:cxn ang="0">
                    <a:pos x="229" y="221"/>
                  </a:cxn>
                  <a:cxn ang="0">
                    <a:pos x="238" y="221"/>
                  </a:cxn>
                  <a:cxn ang="0">
                    <a:pos x="229" y="230"/>
                  </a:cxn>
                  <a:cxn ang="0">
                    <a:pos x="229" y="230"/>
                  </a:cxn>
                  <a:cxn ang="0">
                    <a:pos x="229" y="239"/>
                  </a:cxn>
                  <a:cxn ang="0">
                    <a:pos x="229" y="239"/>
                  </a:cxn>
                  <a:cxn ang="0">
                    <a:pos x="229" y="248"/>
                  </a:cxn>
                  <a:cxn ang="0">
                    <a:pos x="229" y="248"/>
                  </a:cxn>
                  <a:cxn ang="0">
                    <a:pos x="229" y="266"/>
                  </a:cxn>
                  <a:cxn ang="0">
                    <a:pos x="238" y="274"/>
                  </a:cxn>
                  <a:cxn ang="0">
                    <a:pos x="229" y="274"/>
                  </a:cxn>
                  <a:cxn ang="0">
                    <a:pos x="229" y="283"/>
                  </a:cxn>
                  <a:cxn ang="0">
                    <a:pos x="44" y="292"/>
                  </a:cxn>
                  <a:cxn ang="0">
                    <a:pos x="27" y="248"/>
                  </a:cxn>
                  <a:cxn ang="0">
                    <a:pos x="18" y="248"/>
                  </a:cxn>
                  <a:cxn ang="0">
                    <a:pos x="9" y="239"/>
                  </a:cxn>
                  <a:cxn ang="0">
                    <a:pos x="9" y="80"/>
                  </a:cxn>
                </a:cxnLst>
                <a:rect l="0" t="0" r="r" b="b"/>
                <a:pathLst>
                  <a:path w="308" h="292">
                    <a:moveTo>
                      <a:pt x="0" y="18"/>
                    </a:moveTo>
                    <a:lnTo>
                      <a:pt x="62" y="9"/>
                    </a:lnTo>
                    <a:lnTo>
                      <a:pt x="159" y="9"/>
                    </a:lnTo>
                    <a:lnTo>
                      <a:pt x="273" y="0"/>
                    </a:lnTo>
                    <a:lnTo>
                      <a:pt x="282" y="0"/>
                    </a:lnTo>
                    <a:lnTo>
                      <a:pt x="282" y="9"/>
                    </a:lnTo>
                    <a:lnTo>
                      <a:pt x="282" y="18"/>
                    </a:lnTo>
                    <a:lnTo>
                      <a:pt x="282" y="18"/>
                    </a:lnTo>
                    <a:lnTo>
                      <a:pt x="282" y="27"/>
                    </a:lnTo>
                    <a:lnTo>
                      <a:pt x="273" y="27"/>
                    </a:lnTo>
                    <a:lnTo>
                      <a:pt x="273" y="36"/>
                    </a:lnTo>
                    <a:lnTo>
                      <a:pt x="273" y="36"/>
                    </a:lnTo>
                    <a:lnTo>
                      <a:pt x="273" y="45"/>
                    </a:lnTo>
                    <a:lnTo>
                      <a:pt x="308" y="36"/>
                    </a:lnTo>
                    <a:lnTo>
                      <a:pt x="308" y="45"/>
                    </a:lnTo>
                    <a:lnTo>
                      <a:pt x="308" y="45"/>
                    </a:lnTo>
                    <a:lnTo>
                      <a:pt x="308" y="45"/>
                    </a:lnTo>
                    <a:lnTo>
                      <a:pt x="308" y="53"/>
                    </a:lnTo>
                    <a:lnTo>
                      <a:pt x="300" y="62"/>
                    </a:lnTo>
                    <a:lnTo>
                      <a:pt x="300" y="62"/>
                    </a:lnTo>
                    <a:lnTo>
                      <a:pt x="300" y="62"/>
                    </a:lnTo>
                    <a:lnTo>
                      <a:pt x="300" y="62"/>
                    </a:lnTo>
                    <a:lnTo>
                      <a:pt x="300" y="71"/>
                    </a:lnTo>
                    <a:lnTo>
                      <a:pt x="300" y="71"/>
                    </a:lnTo>
                    <a:lnTo>
                      <a:pt x="291" y="80"/>
                    </a:lnTo>
                    <a:lnTo>
                      <a:pt x="291" y="80"/>
                    </a:lnTo>
                    <a:lnTo>
                      <a:pt x="291" y="80"/>
                    </a:lnTo>
                    <a:lnTo>
                      <a:pt x="291" y="89"/>
                    </a:lnTo>
                    <a:lnTo>
                      <a:pt x="291" y="80"/>
                    </a:lnTo>
                    <a:lnTo>
                      <a:pt x="282" y="89"/>
                    </a:lnTo>
                    <a:lnTo>
                      <a:pt x="282" y="89"/>
                    </a:lnTo>
                    <a:lnTo>
                      <a:pt x="291" y="89"/>
                    </a:lnTo>
                    <a:lnTo>
                      <a:pt x="291" y="98"/>
                    </a:lnTo>
                    <a:lnTo>
                      <a:pt x="291" y="106"/>
                    </a:lnTo>
                    <a:lnTo>
                      <a:pt x="291" y="106"/>
                    </a:lnTo>
                    <a:lnTo>
                      <a:pt x="282" y="115"/>
                    </a:lnTo>
                    <a:lnTo>
                      <a:pt x="282" y="115"/>
                    </a:lnTo>
                    <a:lnTo>
                      <a:pt x="273" y="124"/>
                    </a:lnTo>
                    <a:lnTo>
                      <a:pt x="273" y="124"/>
                    </a:lnTo>
                    <a:lnTo>
                      <a:pt x="282" y="124"/>
                    </a:lnTo>
                    <a:lnTo>
                      <a:pt x="282" y="124"/>
                    </a:lnTo>
                    <a:lnTo>
                      <a:pt x="273" y="133"/>
                    </a:lnTo>
                    <a:lnTo>
                      <a:pt x="273" y="133"/>
                    </a:lnTo>
                    <a:lnTo>
                      <a:pt x="264" y="133"/>
                    </a:lnTo>
                    <a:lnTo>
                      <a:pt x="264" y="142"/>
                    </a:lnTo>
                    <a:lnTo>
                      <a:pt x="264" y="142"/>
                    </a:lnTo>
                    <a:lnTo>
                      <a:pt x="264" y="142"/>
                    </a:lnTo>
                    <a:lnTo>
                      <a:pt x="264" y="142"/>
                    </a:lnTo>
                    <a:lnTo>
                      <a:pt x="264" y="151"/>
                    </a:lnTo>
                    <a:lnTo>
                      <a:pt x="264" y="151"/>
                    </a:lnTo>
                    <a:lnTo>
                      <a:pt x="264" y="142"/>
                    </a:lnTo>
                    <a:lnTo>
                      <a:pt x="264" y="151"/>
                    </a:lnTo>
                    <a:lnTo>
                      <a:pt x="264" y="160"/>
                    </a:lnTo>
                    <a:lnTo>
                      <a:pt x="264" y="160"/>
                    </a:lnTo>
                    <a:lnTo>
                      <a:pt x="264" y="168"/>
                    </a:lnTo>
                    <a:lnTo>
                      <a:pt x="256" y="168"/>
                    </a:lnTo>
                    <a:lnTo>
                      <a:pt x="256" y="177"/>
                    </a:lnTo>
                    <a:lnTo>
                      <a:pt x="256" y="177"/>
                    </a:lnTo>
                    <a:lnTo>
                      <a:pt x="256" y="177"/>
                    </a:lnTo>
                    <a:lnTo>
                      <a:pt x="247" y="186"/>
                    </a:lnTo>
                    <a:lnTo>
                      <a:pt x="247" y="186"/>
                    </a:lnTo>
                    <a:lnTo>
                      <a:pt x="238" y="186"/>
                    </a:lnTo>
                    <a:lnTo>
                      <a:pt x="247" y="186"/>
                    </a:lnTo>
                    <a:lnTo>
                      <a:pt x="247" y="186"/>
                    </a:lnTo>
                    <a:lnTo>
                      <a:pt x="247" y="195"/>
                    </a:lnTo>
                    <a:lnTo>
                      <a:pt x="247" y="204"/>
                    </a:lnTo>
                    <a:lnTo>
                      <a:pt x="229" y="204"/>
                    </a:lnTo>
                    <a:lnTo>
                      <a:pt x="238" y="204"/>
                    </a:lnTo>
                    <a:lnTo>
                      <a:pt x="238" y="213"/>
                    </a:lnTo>
                    <a:lnTo>
                      <a:pt x="238" y="221"/>
                    </a:lnTo>
                    <a:lnTo>
                      <a:pt x="238" y="221"/>
                    </a:lnTo>
                    <a:lnTo>
                      <a:pt x="229" y="221"/>
                    </a:lnTo>
                    <a:lnTo>
                      <a:pt x="229" y="221"/>
                    </a:lnTo>
                    <a:lnTo>
                      <a:pt x="238" y="221"/>
                    </a:lnTo>
                    <a:lnTo>
                      <a:pt x="229" y="230"/>
                    </a:lnTo>
                    <a:lnTo>
                      <a:pt x="229" y="230"/>
                    </a:lnTo>
                    <a:lnTo>
                      <a:pt x="229" y="230"/>
                    </a:lnTo>
                    <a:lnTo>
                      <a:pt x="229" y="230"/>
                    </a:lnTo>
                    <a:lnTo>
                      <a:pt x="220" y="239"/>
                    </a:lnTo>
                    <a:lnTo>
                      <a:pt x="229" y="239"/>
                    </a:lnTo>
                    <a:lnTo>
                      <a:pt x="220" y="248"/>
                    </a:lnTo>
                    <a:lnTo>
                      <a:pt x="229" y="239"/>
                    </a:lnTo>
                    <a:lnTo>
                      <a:pt x="229" y="248"/>
                    </a:lnTo>
                    <a:lnTo>
                      <a:pt x="229" y="248"/>
                    </a:lnTo>
                    <a:lnTo>
                      <a:pt x="229" y="248"/>
                    </a:lnTo>
                    <a:lnTo>
                      <a:pt x="229" y="248"/>
                    </a:lnTo>
                    <a:lnTo>
                      <a:pt x="229" y="257"/>
                    </a:lnTo>
                    <a:lnTo>
                      <a:pt x="229" y="266"/>
                    </a:lnTo>
                    <a:lnTo>
                      <a:pt x="238" y="266"/>
                    </a:lnTo>
                    <a:lnTo>
                      <a:pt x="238" y="274"/>
                    </a:lnTo>
                    <a:lnTo>
                      <a:pt x="238" y="274"/>
                    </a:lnTo>
                    <a:lnTo>
                      <a:pt x="229" y="274"/>
                    </a:lnTo>
                    <a:lnTo>
                      <a:pt x="229" y="274"/>
                    </a:lnTo>
                    <a:lnTo>
                      <a:pt x="229" y="283"/>
                    </a:lnTo>
                    <a:lnTo>
                      <a:pt x="124" y="292"/>
                    </a:lnTo>
                    <a:lnTo>
                      <a:pt x="44" y="292"/>
                    </a:lnTo>
                    <a:lnTo>
                      <a:pt x="44" y="248"/>
                    </a:lnTo>
                    <a:lnTo>
                      <a:pt x="27" y="248"/>
                    </a:lnTo>
                    <a:lnTo>
                      <a:pt x="18" y="248"/>
                    </a:lnTo>
                    <a:lnTo>
                      <a:pt x="18" y="248"/>
                    </a:lnTo>
                    <a:lnTo>
                      <a:pt x="18" y="239"/>
                    </a:lnTo>
                    <a:lnTo>
                      <a:pt x="9" y="239"/>
                    </a:lnTo>
                    <a:lnTo>
                      <a:pt x="9" y="106"/>
                    </a:lnTo>
                    <a:lnTo>
                      <a:pt x="9" y="80"/>
                    </a:lnTo>
                    <a:lnTo>
                      <a:pt x="0" y="18"/>
                    </a:lnTo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" name="Freeform 161"/>
              <p:cNvSpPr>
                <a:spLocks/>
              </p:cNvSpPr>
              <p:nvPr/>
            </p:nvSpPr>
            <p:spPr bwMode="auto">
              <a:xfrm>
                <a:off x="3727740" y="3220459"/>
                <a:ext cx="319308" cy="533969"/>
              </a:xfrm>
              <a:custGeom>
                <a:avLst/>
                <a:gdLst/>
                <a:ahLst/>
                <a:cxnLst>
                  <a:cxn ang="0">
                    <a:pos x="0" y="17"/>
                  </a:cxn>
                  <a:cxn ang="0">
                    <a:pos x="158" y="0"/>
                  </a:cxn>
                  <a:cxn ang="0">
                    <a:pos x="211" y="168"/>
                  </a:cxn>
                  <a:cxn ang="0">
                    <a:pos x="211" y="177"/>
                  </a:cxn>
                  <a:cxn ang="0">
                    <a:pos x="220" y="185"/>
                  </a:cxn>
                  <a:cxn ang="0">
                    <a:pos x="229" y="194"/>
                  </a:cxn>
                  <a:cxn ang="0">
                    <a:pos x="229" y="212"/>
                  </a:cxn>
                  <a:cxn ang="0">
                    <a:pos x="238" y="221"/>
                  </a:cxn>
                  <a:cxn ang="0">
                    <a:pos x="229" y="230"/>
                  </a:cxn>
                  <a:cxn ang="0">
                    <a:pos x="229" y="239"/>
                  </a:cxn>
                  <a:cxn ang="0">
                    <a:pos x="229" y="256"/>
                  </a:cxn>
                  <a:cxn ang="0">
                    <a:pos x="229" y="274"/>
                  </a:cxn>
                  <a:cxn ang="0">
                    <a:pos x="229" y="283"/>
                  </a:cxn>
                  <a:cxn ang="0">
                    <a:pos x="229" y="300"/>
                  </a:cxn>
                  <a:cxn ang="0">
                    <a:pos x="238" y="309"/>
                  </a:cxn>
                  <a:cxn ang="0">
                    <a:pos x="132" y="327"/>
                  </a:cxn>
                  <a:cxn ang="0">
                    <a:pos x="70" y="336"/>
                  </a:cxn>
                  <a:cxn ang="0">
                    <a:pos x="70" y="353"/>
                  </a:cxn>
                  <a:cxn ang="0">
                    <a:pos x="79" y="362"/>
                  </a:cxn>
                  <a:cxn ang="0">
                    <a:pos x="79" y="371"/>
                  </a:cxn>
                  <a:cxn ang="0">
                    <a:pos x="79" y="380"/>
                  </a:cxn>
                  <a:cxn ang="0">
                    <a:pos x="70" y="389"/>
                  </a:cxn>
                  <a:cxn ang="0">
                    <a:pos x="70" y="389"/>
                  </a:cxn>
                  <a:cxn ang="0">
                    <a:pos x="44" y="398"/>
                  </a:cxn>
                  <a:cxn ang="0">
                    <a:pos x="53" y="398"/>
                  </a:cxn>
                  <a:cxn ang="0">
                    <a:pos x="62" y="389"/>
                  </a:cxn>
                  <a:cxn ang="0">
                    <a:pos x="53" y="389"/>
                  </a:cxn>
                  <a:cxn ang="0">
                    <a:pos x="44" y="380"/>
                  </a:cxn>
                  <a:cxn ang="0">
                    <a:pos x="53" y="371"/>
                  </a:cxn>
                  <a:cxn ang="0">
                    <a:pos x="44" y="362"/>
                  </a:cxn>
                  <a:cxn ang="0">
                    <a:pos x="44" y="362"/>
                  </a:cxn>
                  <a:cxn ang="0">
                    <a:pos x="35" y="371"/>
                  </a:cxn>
                  <a:cxn ang="0">
                    <a:pos x="35" y="389"/>
                  </a:cxn>
                  <a:cxn ang="0">
                    <a:pos x="18" y="389"/>
                  </a:cxn>
                  <a:cxn ang="0">
                    <a:pos x="0" y="265"/>
                  </a:cxn>
                  <a:cxn ang="0">
                    <a:pos x="0" y="26"/>
                  </a:cxn>
                </a:cxnLst>
                <a:rect l="0" t="0" r="r" b="b"/>
                <a:pathLst>
                  <a:path w="238" h="398">
                    <a:moveTo>
                      <a:pt x="0" y="17"/>
                    </a:moveTo>
                    <a:lnTo>
                      <a:pt x="0" y="17"/>
                    </a:lnTo>
                    <a:lnTo>
                      <a:pt x="88" y="9"/>
                    </a:lnTo>
                    <a:lnTo>
                      <a:pt x="158" y="0"/>
                    </a:lnTo>
                    <a:lnTo>
                      <a:pt x="185" y="79"/>
                    </a:lnTo>
                    <a:lnTo>
                      <a:pt x="211" y="168"/>
                    </a:lnTo>
                    <a:lnTo>
                      <a:pt x="211" y="168"/>
                    </a:lnTo>
                    <a:lnTo>
                      <a:pt x="211" y="177"/>
                    </a:lnTo>
                    <a:lnTo>
                      <a:pt x="211" y="177"/>
                    </a:lnTo>
                    <a:lnTo>
                      <a:pt x="220" y="185"/>
                    </a:lnTo>
                    <a:lnTo>
                      <a:pt x="229" y="194"/>
                    </a:lnTo>
                    <a:lnTo>
                      <a:pt x="229" y="194"/>
                    </a:lnTo>
                    <a:lnTo>
                      <a:pt x="229" y="203"/>
                    </a:lnTo>
                    <a:lnTo>
                      <a:pt x="229" y="212"/>
                    </a:lnTo>
                    <a:lnTo>
                      <a:pt x="229" y="212"/>
                    </a:lnTo>
                    <a:lnTo>
                      <a:pt x="238" y="221"/>
                    </a:lnTo>
                    <a:lnTo>
                      <a:pt x="229" y="221"/>
                    </a:lnTo>
                    <a:lnTo>
                      <a:pt x="229" y="230"/>
                    </a:lnTo>
                    <a:lnTo>
                      <a:pt x="229" y="239"/>
                    </a:lnTo>
                    <a:lnTo>
                      <a:pt x="229" y="239"/>
                    </a:lnTo>
                    <a:lnTo>
                      <a:pt x="220" y="247"/>
                    </a:lnTo>
                    <a:lnTo>
                      <a:pt x="229" y="256"/>
                    </a:lnTo>
                    <a:lnTo>
                      <a:pt x="229" y="265"/>
                    </a:lnTo>
                    <a:lnTo>
                      <a:pt x="229" y="274"/>
                    </a:lnTo>
                    <a:lnTo>
                      <a:pt x="229" y="274"/>
                    </a:lnTo>
                    <a:lnTo>
                      <a:pt x="229" y="283"/>
                    </a:lnTo>
                    <a:lnTo>
                      <a:pt x="229" y="292"/>
                    </a:lnTo>
                    <a:lnTo>
                      <a:pt x="229" y="300"/>
                    </a:lnTo>
                    <a:lnTo>
                      <a:pt x="238" y="300"/>
                    </a:lnTo>
                    <a:lnTo>
                      <a:pt x="238" y="309"/>
                    </a:lnTo>
                    <a:lnTo>
                      <a:pt x="238" y="318"/>
                    </a:lnTo>
                    <a:lnTo>
                      <a:pt x="132" y="327"/>
                    </a:lnTo>
                    <a:lnTo>
                      <a:pt x="70" y="336"/>
                    </a:lnTo>
                    <a:lnTo>
                      <a:pt x="70" y="336"/>
                    </a:lnTo>
                    <a:lnTo>
                      <a:pt x="62" y="345"/>
                    </a:lnTo>
                    <a:lnTo>
                      <a:pt x="70" y="353"/>
                    </a:lnTo>
                    <a:lnTo>
                      <a:pt x="79" y="353"/>
                    </a:lnTo>
                    <a:lnTo>
                      <a:pt x="79" y="362"/>
                    </a:lnTo>
                    <a:lnTo>
                      <a:pt x="79" y="371"/>
                    </a:lnTo>
                    <a:lnTo>
                      <a:pt x="79" y="371"/>
                    </a:lnTo>
                    <a:lnTo>
                      <a:pt x="79" y="371"/>
                    </a:lnTo>
                    <a:lnTo>
                      <a:pt x="79" y="380"/>
                    </a:lnTo>
                    <a:lnTo>
                      <a:pt x="79" y="389"/>
                    </a:lnTo>
                    <a:lnTo>
                      <a:pt x="70" y="389"/>
                    </a:lnTo>
                    <a:lnTo>
                      <a:pt x="70" y="389"/>
                    </a:lnTo>
                    <a:lnTo>
                      <a:pt x="70" y="389"/>
                    </a:lnTo>
                    <a:lnTo>
                      <a:pt x="62" y="398"/>
                    </a:lnTo>
                    <a:lnTo>
                      <a:pt x="44" y="398"/>
                    </a:lnTo>
                    <a:lnTo>
                      <a:pt x="53" y="398"/>
                    </a:lnTo>
                    <a:lnTo>
                      <a:pt x="53" y="398"/>
                    </a:lnTo>
                    <a:lnTo>
                      <a:pt x="62" y="398"/>
                    </a:lnTo>
                    <a:lnTo>
                      <a:pt x="62" y="389"/>
                    </a:lnTo>
                    <a:lnTo>
                      <a:pt x="53" y="380"/>
                    </a:lnTo>
                    <a:lnTo>
                      <a:pt x="53" y="389"/>
                    </a:lnTo>
                    <a:lnTo>
                      <a:pt x="53" y="380"/>
                    </a:lnTo>
                    <a:lnTo>
                      <a:pt x="44" y="380"/>
                    </a:lnTo>
                    <a:lnTo>
                      <a:pt x="53" y="371"/>
                    </a:lnTo>
                    <a:lnTo>
                      <a:pt x="53" y="371"/>
                    </a:lnTo>
                    <a:lnTo>
                      <a:pt x="44" y="362"/>
                    </a:lnTo>
                    <a:lnTo>
                      <a:pt x="44" y="362"/>
                    </a:lnTo>
                    <a:lnTo>
                      <a:pt x="44" y="362"/>
                    </a:lnTo>
                    <a:lnTo>
                      <a:pt x="44" y="362"/>
                    </a:lnTo>
                    <a:lnTo>
                      <a:pt x="35" y="362"/>
                    </a:lnTo>
                    <a:lnTo>
                      <a:pt x="35" y="371"/>
                    </a:lnTo>
                    <a:lnTo>
                      <a:pt x="35" y="389"/>
                    </a:lnTo>
                    <a:lnTo>
                      <a:pt x="35" y="389"/>
                    </a:lnTo>
                    <a:lnTo>
                      <a:pt x="26" y="389"/>
                    </a:lnTo>
                    <a:lnTo>
                      <a:pt x="18" y="389"/>
                    </a:lnTo>
                    <a:lnTo>
                      <a:pt x="18" y="389"/>
                    </a:lnTo>
                    <a:lnTo>
                      <a:pt x="0" y="265"/>
                    </a:lnTo>
                    <a:lnTo>
                      <a:pt x="9" y="26"/>
                    </a:lnTo>
                    <a:lnTo>
                      <a:pt x="0" y="26"/>
                    </a:lnTo>
                    <a:lnTo>
                      <a:pt x="0" y="17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" name="Freeform 163"/>
              <p:cNvSpPr>
                <a:spLocks/>
              </p:cNvSpPr>
              <p:nvPr/>
            </p:nvSpPr>
            <p:spPr bwMode="auto">
              <a:xfrm>
                <a:off x="3762622" y="3754429"/>
                <a:ext cx="12075" cy="1342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9" y="0"/>
                  </a:cxn>
                  <a:cxn ang="0">
                    <a:pos x="0" y="0"/>
                  </a:cxn>
                  <a:cxn ang="0">
                    <a:pos x="9" y="0"/>
                  </a:cxn>
                </a:cxnLst>
                <a:rect l="0" t="0" r="r" b="b"/>
                <a:pathLst>
                  <a:path w="9">
                    <a:moveTo>
                      <a:pt x="9" y="0"/>
                    </a:moveTo>
                    <a:lnTo>
                      <a:pt x="9" y="0"/>
                    </a:lnTo>
                    <a:lnTo>
                      <a:pt x="0" y="0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3" name="Freeform 164"/>
              <p:cNvSpPr>
                <a:spLocks/>
              </p:cNvSpPr>
              <p:nvPr/>
            </p:nvSpPr>
            <p:spPr bwMode="auto">
              <a:xfrm>
                <a:off x="3762622" y="3754429"/>
                <a:ext cx="12075" cy="1342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9" y="0"/>
                  </a:cxn>
                  <a:cxn ang="0">
                    <a:pos x="0" y="0"/>
                  </a:cxn>
                  <a:cxn ang="0">
                    <a:pos x="9" y="0"/>
                  </a:cxn>
                </a:cxnLst>
                <a:rect l="0" t="0" r="r" b="b"/>
                <a:pathLst>
                  <a:path w="9">
                    <a:moveTo>
                      <a:pt x="9" y="0"/>
                    </a:moveTo>
                    <a:lnTo>
                      <a:pt x="9" y="0"/>
                    </a:lnTo>
                    <a:lnTo>
                      <a:pt x="0" y="0"/>
                    </a:lnTo>
                    <a:lnTo>
                      <a:pt x="9" y="0"/>
                    </a:lnTo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" name="Freeform 57"/>
              <p:cNvSpPr>
                <a:spLocks/>
              </p:cNvSpPr>
              <p:nvPr/>
            </p:nvSpPr>
            <p:spPr bwMode="auto">
              <a:xfrm>
                <a:off x="3928984" y="2424871"/>
                <a:ext cx="342117" cy="403832"/>
              </a:xfrm>
              <a:custGeom>
                <a:avLst/>
                <a:gdLst/>
                <a:ahLst/>
                <a:cxnLst>
                  <a:cxn ang="0">
                    <a:pos x="52" y="53"/>
                  </a:cxn>
                  <a:cxn ang="0">
                    <a:pos x="79" y="45"/>
                  </a:cxn>
                  <a:cxn ang="0">
                    <a:pos x="88" y="53"/>
                  </a:cxn>
                  <a:cxn ang="0">
                    <a:pos x="105" y="62"/>
                  </a:cxn>
                  <a:cxn ang="0">
                    <a:pos x="114" y="53"/>
                  </a:cxn>
                  <a:cxn ang="0">
                    <a:pos x="114" y="62"/>
                  </a:cxn>
                  <a:cxn ang="0">
                    <a:pos x="114" y="62"/>
                  </a:cxn>
                  <a:cxn ang="0">
                    <a:pos x="123" y="62"/>
                  </a:cxn>
                  <a:cxn ang="0">
                    <a:pos x="132" y="62"/>
                  </a:cxn>
                  <a:cxn ang="0">
                    <a:pos x="149" y="62"/>
                  </a:cxn>
                  <a:cxn ang="0">
                    <a:pos x="158" y="53"/>
                  </a:cxn>
                  <a:cxn ang="0">
                    <a:pos x="176" y="53"/>
                  </a:cxn>
                  <a:cxn ang="0">
                    <a:pos x="193" y="36"/>
                  </a:cxn>
                  <a:cxn ang="0">
                    <a:pos x="202" y="27"/>
                  </a:cxn>
                  <a:cxn ang="0">
                    <a:pos x="237" y="0"/>
                  </a:cxn>
                  <a:cxn ang="0">
                    <a:pos x="255" y="106"/>
                  </a:cxn>
                  <a:cxn ang="0">
                    <a:pos x="255" y="106"/>
                  </a:cxn>
                  <a:cxn ang="0">
                    <a:pos x="255" y="115"/>
                  </a:cxn>
                  <a:cxn ang="0">
                    <a:pos x="255" y="142"/>
                  </a:cxn>
                  <a:cxn ang="0">
                    <a:pos x="255" y="160"/>
                  </a:cxn>
                  <a:cxn ang="0">
                    <a:pos x="255" y="168"/>
                  </a:cxn>
                  <a:cxn ang="0">
                    <a:pos x="255" y="177"/>
                  </a:cxn>
                  <a:cxn ang="0">
                    <a:pos x="246" y="195"/>
                  </a:cxn>
                  <a:cxn ang="0">
                    <a:pos x="237" y="204"/>
                  </a:cxn>
                  <a:cxn ang="0">
                    <a:pos x="220" y="213"/>
                  </a:cxn>
                  <a:cxn ang="0">
                    <a:pos x="211" y="221"/>
                  </a:cxn>
                  <a:cxn ang="0">
                    <a:pos x="202" y="230"/>
                  </a:cxn>
                  <a:cxn ang="0">
                    <a:pos x="202" y="239"/>
                  </a:cxn>
                  <a:cxn ang="0">
                    <a:pos x="202" y="257"/>
                  </a:cxn>
                  <a:cxn ang="0">
                    <a:pos x="193" y="248"/>
                  </a:cxn>
                  <a:cxn ang="0">
                    <a:pos x="184" y="257"/>
                  </a:cxn>
                  <a:cxn ang="0">
                    <a:pos x="184" y="266"/>
                  </a:cxn>
                  <a:cxn ang="0">
                    <a:pos x="184" y="274"/>
                  </a:cxn>
                  <a:cxn ang="0">
                    <a:pos x="184" y="283"/>
                  </a:cxn>
                  <a:cxn ang="0">
                    <a:pos x="176" y="292"/>
                  </a:cxn>
                  <a:cxn ang="0">
                    <a:pos x="167" y="301"/>
                  </a:cxn>
                  <a:cxn ang="0">
                    <a:pos x="167" y="301"/>
                  </a:cxn>
                  <a:cxn ang="0">
                    <a:pos x="158" y="292"/>
                  </a:cxn>
                  <a:cxn ang="0">
                    <a:pos x="149" y="283"/>
                  </a:cxn>
                  <a:cxn ang="0">
                    <a:pos x="132" y="283"/>
                  </a:cxn>
                  <a:cxn ang="0">
                    <a:pos x="123" y="292"/>
                  </a:cxn>
                  <a:cxn ang="0">
                    <a:pos x="114" y="292"/>
                  </a:cxn>
                  <a:cxn ang="0">
                    <a:pos x="105" y="292"/>
                  </a:cxn>
                  <a:cxn ang="0">
                    <a:pos x="96" y="292"/>
                  </a:cxn>
                  <a:cxn ang="0">
                    <a:pos x="79" y="283"/>
                  </a:cxn>
                  <a:cxn ang="0">
                    <a:pos x="70" y="283"/>
                  </a:cxn>
                  <a:cxn ang="0">
                    <a:pos x="52" y="274"/>
                  </a:cxn>
                  <a:cxn ang="0">
                    <a:pos x="44" y="266"/>
                  </a:cxn>
                  <a:cxn ang="0">
                    <a:pos x="26" y="266"/>
                  </a:cxn>
                  <a:cxn ang="0">
                    <a:pos x="8" y="133"/>
                  </a:cxn>
                </a:cxnLst>
                <a:rect l="0" t="0" r="r" b="b"/>
                <a:pathLst>
                  <a:path w="255" h="301">
                    <a:moveTo>
                      <a:pt x="0" y="62"/>
                    </a:moveTo>
                    <a:lnTo>
                      <a:pt x="52" y="53"/>
                    </a:lnTo>
                    <a:lnTo>
                      <a:pt x="70" y="45"/>
                    </a:lnTo>
                    <a:lnTo>
                      <a:pt x="79" y="45"/>
                    </a:lnTo>
                    <a:lnTo>
                      <a:pt x="88" y="53"/>
                    </a:lnTo>
                    <a:lnTo>
                      <a:pt x="88" y="53"/>
                    </a:lnTo>
                    <a:lnTo>
                      <a:pt x="96" y="53"/>
                    </a:lnTo>
                    <a:lnTo>
                      <a:pt x="105" y="62"/>
                    </a:lnTo>
                    <a:lnTo>
                      <a:pt x="105" y="62"/>
                    </a:lnTo>
                    <a:lnTo>
                      <a:pt x="114" y="53"/>
                    </a:lnTo>
                    <a:lnTo>
                      <a:pt x="114" y="62"/>
                    </a:lnTo>
                    <a:lnTo>
                      <a:pt x="114" y="62"/>
                    </a:lnTo>
                    <a:lnTo>
                      <a:pt x="105" y="62"/>
                    </a:lnTo>
                    <a:lnTo>
                      <a:pt x="114" y="62"/>
                    </a:lnTo>
                    <a:lnTo>
                      <a:pt x="114" y="62"/>
                    </a:lnTo>
                    <a:lnTo>
                      <a:pt x="123" y="62"/>
                    </a:lnTo>
                    <a:lnTo>
                      <a:pt x="132" y="62"/>
                    </a:lnTo>
                    <a:lnTo>
                      <a:pt x="132" y="62"/>
                    </a:lnTo>
                    <a:lnTo>
                      <a:pt x="140" y="62"/>
                    </a:lnTo>
                    <a:lnTo>
                      <a:pt x="149" y="62"/>
                    </a:lnTo>
                    <a:lnTo>
                      <a:pt x="149" y="53"/>
                    </a:lnTo>
                    <a:lnTo>
                      <a:pt x="158" y="53"/>
                    </a:lnTo>
                    <a:lnTo>
                      <a:pt x="167" y="53"/>
                    </a:lnTo>
                    <a:lnTo>
                      <a:pt x="176" y="53"/>
                    </a:lnTo>
                    <a:lnTo>
                      <a:pt x="184" y="45"/>
                    </a:lnTo>
                    <a:lnTo>
                      <a:pt x="193" y="36"/>
                    </a:lnTo>
                    <a:lnTo>
                      <a:pt x="193" y="27"/>
                    </a:lnTo>
                    <a:lnTo>
                      <a:pt x="202" y="27"/>
                    </a:lnTo>
                    <a:lnTo>
                      <a:pt x="211" y="18"/>
                    </a:lnTo>
                    <a:lnTo>
                      <a:pt x="237" y="0"/>
                    </a:lnTo>
                    <a:lnTo>
                      <a:pt x="237" y="0"/>
                    </a:lnTo>
                    <a:lnTo>
                      <a:pt x="255" y="106"/>
                    </a:lnTo>
                    <a:lnTo>
                      <a:pt x="255" y="106"/>
                    </a:lnTo>
                    <a:lnTo>
                      <a:pt x="255" y="106"/>
                    </a:lnTo>
                    <a:lnTo>
                      <a:pt x="255" y="115"/>
                    </a:lnTo>
                    <a:lnTo>
                      <a:pt x="255" y="115"/>
                    </a:lnTo>
                    <a:lnTo>
                      <a:pt x="255" y="133"/>
                    </a:lnTo>
                    <a:lnTo>
                      <a:pt x="255" y="142"/>
                    </a:lnTo>
                    <a:lnTo>
                      <a:pt x="255" y="151"/>
                    </a:lnTo>
                    <a:lnTo>
                      <a:pt x="255" y="160"/>
                    </a:lnTo>
                    <a:lnTo>
                      <a:pt x="255" y="168"/>
                    </a:lnTo>
                    <a:lnTo>
                      <a:pt x="255" y="168"/>
                    </a:lnTo>
                    <a:lnTo>
                      <a:pt x="255" y="168"/>
                    </a:lnTo>
                    <a:lnTo>
                      <a:pt x="255" y="177"/>
                    </a:lnTo>
                    <a:lnTo>
                      <a:pt x="255" y="177"/>
                    </a:lnTo>
                    <a:lnTo>
                      <a:pt x="246" y="195"/>
                    </a:lnTo>
                    <a:lnTo>
                      <a:pt x="246" y="195"/>
                    </a:lnTo>
                    <a:lnTo>
                      <a:pt x="237" y="204"/>
                    </a:lnTo>
                    <a:lnTo>
                      <a:pt x="228" y="213"/>
                    </a:lnTo>
                    <a:lnTo>
                      <a:pt x="220" y="213"/>
                    </a:lnTo>
                    <a:lnTo>
                      <a:pt x="211" y="221"/>
                    </a:lnTo>
                    <a:lnTo>
                      <a:pt x="211" y="221"/>
                    </a:lnTo>
                    <a:lnTo>
                      <a:pt x="211" y="230"/>
                    </a:lnTo>
                    <a:lnTo>
                      <a:pt x="202" y="230"/>
                    </a:lnTo>
                    <a:lnTo>
                      <a:pt x="202" y="239"/>
                    </a:lnTo>
                    <a:lnTo>
                      <a:pt x="202" y="239"/>
                    </a:lnTo>
                    <a:lnTo>
                      <a:pt x="202" y="248"/>
                    </a:lnTo>
                    <a:lnTo>
                      <a:pt x="202" y="257"/>
                    </a:lnTo>
                    <a:lnTo>
                      <a:pt x="202" y="257"/>
                    </a:lnTo>
                    <a:lnTo>
                      <a:pt x="193" y="248"/>
                    </a:lnTo>
                    <a:lnTo>
                      <a:pt x="193" y="248"/>
                    </a:lnTo>
                    <a:lnTo>
                      <a:pt x="184" y="257"/>
                    </a:lnTo>
                    <a:lnTo>
                      <a:pt x="184" y="257"/>
                    </a:lnTo>
                    <a:lnTo>
                      <a:pt x="184" y="266"/>
                    </a:lnTo>
                    <a:lnTo>
                      <a:pt x="184" y="266"/>
                    </a:lnTo>
                    <a:lnTo>
                      <a:pt x="184" y="274"/>
                    </a:lnTo>
                    <a:lnTo>
                      <a:pt x="184" y="274"/>
                    </a:lnTo>
                    <a:lnTo>
                      <a:pt x="184" y="283"/>
                    </a:lnTo>
                    <a:lnTo>
                      <a:pt x="176" y="283"/>
                    </a:lnTo>
                    <a:lnTo>
                      <a:pt x="176" y="292"/>
                    </a:lnTo>
                    <a:lnTo>
                      <a:pt x="176" y="301"/>
                    </a:lnTo>
                    <a:lnTo>
                      <a:pt x="167" y="301"/>
                    </a:lnTo>
                    <a:lnTo>
                      <a:pt x="167" y="301"/>
                    </a:lnTo>
                    <a:lnTo>
                      <a:pt x="167" y="301"/>
                    </a:lnTo>
                    <a:lnTo>
                      <a:pt x="158" y="301"/>
                    </a:lnTo>
                    <a:lnTo>
                      <a:pt x="158" y="292"/>
                    </a:lnTo>
                    <a:lnTo>
                      <a:pt x="149" y="292"/>
                    </a:lnTo>
                    <a:lnTo>
                      <a:pt x="149" y="283"/>
                    </a:lnTo>
                    <a:lnTo>
                      <a:pt x="140" y="274"/>
                    </a:lnTo>
                    <a:lnTo>
                      <a:pt x="132" y="283"/>
                    </a:lnTo>
                    <a:lnTo>
                      <a:pt x="132" y="283"/>
                    </a:lnTo>
                    <a:lnTo>
                      <a:pt x="123" y="292"/>
                    </a:lnTo>
                    <a:lnTo>
                      <a:pt x="123" y="292"/>
                    </a:lnTo>
                    <a:lnTo>
                      <a:pt x="114" y="292"/>
                    </a:lnTo>
                    <a:lnTo>
                      <a:pt x="114" y="292"/>
                    </a:lnTo>
                    <a:lnTo>
                      <a:pt x="105" y="292"/>
                    </a:lnTo>
                    <a:lnTo>
                      <a:pt x="105" y="292"/>
                    </a:lnTo>
                    <a:lnTo>
                      <a:pt x="96" y="292"/>
                    </a:lnTo>
                    <a:lnTo>
                      <a:pt x="96" y="292"/>
                    </a:lnTo>
                    <a:lnTo>
                      <a:pt x="79" y="283"/>
                    </a:lnTo>
                    <a:lnTo>
                      <a:pt x="79" y="283"/>
                    </a:lnTo>
                    <a:lnTo>
                      <a:pt x="70" y="283"/>
                    </a:lnTo>
                    <a:lnTo>
                      <a:pt x="61" y="283"/>
                    </a:lnTo>
                    <a:lnTo>
                      <a:pt x="52" y="274"/>
                    </a:lnTo>
                    <a:lnTo>
                      <a:pt x="52" y="266"/>
                    </a:lnTo>
                    <a:lnTo>
                      <a:pt x="44" y="266"/>
                    </a:lnTo>
                    <a:lnTo>
                      <a:pt x="35" y="266"/>
                    </a:lnTo>
                    <a:lnTo>
                      <a:pt x="26" y="266"/>
                    </a:lnTo>
                    <a:lnTo>
                      <a:pt x="17" y="266"/>
                    </a:lnTo>
                    <a:lnTo>
                      <a:pt x="8" y="133"/>
                    </a:lnTo>
                    <a:lnTo>
                      <a:pt x="0" y="62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2" name="Group 127"/>
            <p:cNvGrpSpPr/>
            <p:nvPr/>
          </p:nvGrpSpPr>
          <p:grpSpPr>
            <a:xfrm>
              <a:off x="812374" y="1547444"/>
              <a:ext cx="4367012" cy="2700705"/>
              <a:chOff x="812374" y="1547444"/>
              <a:chExt cx="4367012" cy="2700705"/>
            </a:xfrm>
            <a:grpFill/>
          </p:grpSpPr>
          <p:sp>
            <p:nvSpPr>
              <p:cNvPr id="13" name="Freeform 138"/>
              <p:cNvSpPr>
                <a:spLocks/>
              </p:cNvSpPr>
              <p:nvPr/>
            </p:nvSpPr>
            <p:spPr bwMode="auto">
              <a:xfrm>
                <a:off x="3703590" y="2495978"/>
                <a:ext cx="260277" cy="450788"/>
              </a:xfrm>
              <a:custGeom>
                <a:avLst/>
                <a:gdLst/>
                <a:ahLst/>
                <a:cxnLst>
                  <a:cxn ang="0">
                    <a:pos x="0" y="336"/>
                  </a:cxn>
                  <a:cxn ang="0">
                    <a:pos x="0" y="319"/>
                  </a:cxn>
                  <a:cxn ang="0">
                    <a:pos x="9" y="310"/>
                  </a:cxn>
                  <a:cxn ang="0">
                    <a:pos x="9" y="301"/>
                  </a:cxn>
                  <a:cxn ang="0">
                    <a:pos x="18" y="292"/>
                  </a:cxn>
                  <a:cxn ang="0">
                    <a:pos x="18" y="275"/>
                  </a:cxn>
                  <a:cxn ang="0">
                    <a:pos x="27" y="266"/>
                  </a:cxn>
                  <a:cxn ang="0">
                    <a:pos x="27" y="248"/>
                  </a:cxn>
                  <a:cxn ang="0">
                    <a:pos x="27" y="239"/>
                  </a:cxn>
                  <a:cxn ang="0">
                    <a:pos x="18" y="230"/>
                  </a:cxn>
                  <a:cxn ang="0">
                    <a:pos x="18" y="213"/>
                  </a:cxn>
                  <a:cxn ang="0">
                    <a:pos x="9" y="27"/>
                  </a:cxn>
                  <a:cxn ang="0">
                    <a:pos x="9" y="27"/>
                  </a:cxn>
                  <a:cxn ang="0">
                    <a:pos x="27" y="27"/>
                  </a:cxn>
                  <a:cxn ang="0">
                    <a:pos x="44" y="18"/>
                  </a:cxn>
                  <a:cxn ang="0">
                    <a:pos x="80" y="9"/>
                  </a:cxn>
                  <a:cxn ang="0">
                    <a:pos x="168" y="9"/>
                  </a:cxn>
                  <a:cxn ang="0">
                    <a:pos x="185" y="213"/>
                  </a:cxn>
                  <a:cxn ang="0">
                    <a:pos x="194" y="221"/>
                  </a:cxn>
                  <a:cxn ang="0">
                    <a:pos x="194" y="230"/>
                  </a:cxn>
                  <a:cxn ang="0">
                    <a:pos x="185" y="239"/>
                  </a:cxn>
                  <a:cxn ang="0">
                    <a:pos x="168" y="248"/>
                  </a:cxn>
                  <a:cxn ang="0">
                    <a:pos x="159" y="248"/>
                  </a:cxn>
                  <a:cxn ang="0">
                    <a:pos x="159" y="257"/>
                  </a:cxn>
                  <a:cxn ang="0">
                    <a:pos x="150" y="266"/>
                  </a:cxn>
                  <a:cxn ang="0">
                    <a:pos x="150" y="283"/>
                  </a:cxn>
                  <a:cxn ang="0">
                    <a:pos x="132" y="283"/>
                  </a:cxn>
                  <a:cxn ang="0">
                    <a:pos x="132" y="301"/>
                  </a:cxn>
                  <a:cxn ang="0">
                    <a:pos x="124" y="310"/>
                  </a:cxn>
                  <a:cxn ang="0">
                    <a:pos x="115" y="310"/>
                  </a:cxn>
                  <a:cxn ang="0">
                    <a:pos x="106" y="292"/>
                  </a:cxn>
                  <a:cxn ang="0">
                    <a:pos x="97" y="301"/>
                  </a:cxn>
                  <a:cxn ang="0">
                    <a:pos x="97" y="319"/>
                  </a:cxn>
                  <a:cxn ang="0">
                    <a:pos x="88" y="328"/>
                  </a:cxn>
                  <a:cxn ang="0">
                    <a:pos x="80" y="319"/>
                  </a:cxn>
                  <a:cxn ang="0">
                    <a:pos x="71" y="319"/>
                  </a:cxn>
                  <a:cxn ang="0">
                    <a:pos x="62" y="328"/>
                  </a:cxn>
                  <a:cxn ang="0">
                    <a:pos x="62" y="336"/>
                  </a:cxn>
                  <a:cxn ang="0">
                    <a:pos x="44" y="319"/>
                  </a:cxn>
                  <a:cxn ang="0">
                    <a:pos x="27" y="328"/>
                  </a:cxn>
                  <a:cxn ang="0">
                    <a:pos x="27" y="336"/>
                  </a:cxn>
                  <a:cxn ang="0">
                    <a:pos x="18" y="328"/>
                  </a:cxn>
                  <a:cxn ang="0">
                    <a:pos x="9" y="336"/>
                  </a:cxn>
                  <a:cxn ang="0">
                    <a:pos x="9" y="336"/>
                  </a:cxn>
                </a:cxnLst>
                <a:rect l="0" t="0" r="r" b="b"/>
                <a:pathLst>
                  <a:path w="194" h="336">
                    <a:moveTo>
                      <a:pt x="9" y="336"/>
                    </a:moveTo>
                    <a:lnTo>
                      <a:pt x="0" y="336"/>
                    </a:lnTo>
                    <a:lnTo>
                      <a:pt x="0" y="328"/>
                    </a:lnTo>
                    <a:lnTo>
                      <a:pt x="0" y="319"/>
                    </a:lnTo>
                    <a:lnTo>
                      <a:pt x="9" y="319"/>
                    </a:lnTo>
                    <a:lnTo>
                      <a:pt x="9" y="310"/>
                    </a:lnTo>
                    <a:lnTo>
                      <a:pt x="9" y="310"/>
                    </a:lnTo>
                    <a:lnTo>
                      <a:pt x="9" y="301"/>
                    </a:lnTo>
                    <a:lnTo>
                      <a:pt x="9" y="292"/>
                    </a:lnTo>
                    <a:lnTo>
                      <a:pt x="18" y="292"/>
                    </a:lnTo>
                    <a:lnTo>
                      <a:pt x="18" y="283"/>
                    </a:lnTo>
                    <a:lnTo>
                      <a:pt x="18" y="275"/>
                    </a:lnTo>
                    <a:lnTo>
                      <a:pt x="27" y="266"/>
                    </a:lnTo>
                    <a:lnTo>
                      <a:pt x="27" y="266"/>
                    </a:lnTo>
                    <a:lnTo>
                      <a:pt x="27" y="257"/>
                    </a:lnTo>
                    <a:lnTo>
                      <a:pt x="27" y="248"/>
                    </a:lnTo>
                    <a:lnTo>
                      <a:pt x="27" y="248"/>
                    </a:lnTo>
                    <a:lnTo>
                      <a:pt x="27" y="239"/>
                    </a:lnTo>
                    <a:lnTo>
                      <a:pt x="18" y="230"/>
                    </a:lnTo>
                    <a:lnTo>
                      <a:pt x="18" y="230"/>
                    </a:lnTo>
                    <a:lnTo>
                      <a:pt x="18" y="221"/>
                    </a:lnTo>
                    <a:lnTo>
                      <a:pt x="18" y="213"/>
                    </a:lnTo>
                    <a:lnTo>
                      <a:pt x="27" y="213"/>
                    </a:lnTo>
                    <a:lnTo>
                      <a:pt x="9" y="27"/>
                    </a:lnTo>
                    <a:lnTo>
                      <a:pt x="9" y="27"/>
                    </a:lnTo>
                    <a:lnTo>
                      <a:pt x="9" y="27"/>
                    </a:lnTo>
                    <a:lnTo>
                      <a:pt x="18" y="27"/>
                    </a:lnTo>
                    <a:lnTo>
                      <a:pt x="27" y="27"/>
                    </a:lnTo>
                    <a:lnTo>
                      <a:pt x="36" y="27"/>
                    </a:lnTo>
                    <a:lnTo>
                      <a:pt x="44" y="18"/>
                    </a:lnTo>
                    <a:lnTo>
                      <a:pt x="44" y="18"/>
                    </a:lnTo>
                    <a:lnTo>
                      <a:pt x="80" y="9"/>
                    </a:lnTo>
                    <a:lnTo>
                      <a:pt x="159" y="0"/>
                    </a:lnTo>
                    <a:lnTo>
                      <a:pt x="168" y="9"/>
                    </a:lnTo>
                    <a:lnTo>
                      <a:pt x="176" y="80"/>
                    </a:lnTo>
                    <a:lnTo>
                      <a:pt x="185" y="213"/>
                    </a:lnTo>
                    <a:lnTo>
                      <a:pt x="185" y="213"/>
                    </a:lnTo>
                    <a:lnTo>
                      <a:pt x="194" y="221"/>
                    </a:lnTo>
                    <a:lnTo>
                      <a:pt x="185" y="230"/>
                    </a:lnTo>
                    <a:lnTo>
                      <a:pt x="194" y="230"/>
                    </a:lnTo>
                    <a:lnTo>
                      <a:pt x="194" y="239"/>
                    </a:lnTo>
                    <a:lnTo>
                      <a:pt x="185" y="239"/>
                    </a:lnTo>
                    <a:lnTo>
                      <a:pt x="168" y="248"/>
                    </a:lnTo>
                    <a:lnTo>
                      <a:pt x="168" y="248"/>
                    </a:lnTo>
                    <a:lnTo>
                      <a:pt x="159" y="248"/>
                    </a:lnTo>
                    <a:lnTo>
                      <a:pt x="159" y="248"/>
                    </a:lnTo>
                    <a:lnTo>
                      <a:pt x="159" y="248"/>
                    </a:lnTo>
                    <a:lnTo>
                      <a:pt x="159" y="257"/>
                    </a:lnTo>
                    <a:lnTo>
                      <a:pt x="159" y="266"/>
                    </a:lnTo>
                    <a:lnTo>
                      <a:pt x="150" y="266"/>
                    </a:lnTo>
                    <a:lnTo>
                      <a:pt x="150" y="275"/>
                    </a:lnTo>
                    <a:lnTo>
                      <a:pt x="150" y="283"/>
                    </a:lnTo>
                    <a:lnTo>
                      <a:pt x="141" y="283"/>
                    </a:lnTo>
                    <a:lnTo>
                      <a:pt x="132" y="283"/>
                    </a:lnTo>
                    <a:lnTo>
                      <a:pt x="132" y="292"/>
                    </a:lnTo>
                    <a:lnTo>
                      <a:pt x="132" y="301"/>
                    </a:lnTo>
                    <a:lnTo>
                      <a:pt x="132" y="310"/>
                    </a:lnTo>
                    <a:lnTo>
                      <a:pt x="124" y="310"/>
                    </a:lnTo>
                    <a:lnTo>
                      <a:pt x="115" y="310"/>
                    </a:lnTo>
                    <a:lnTo>
                      <a:pt x="115" y="310"/>
                    </a:lnTo>
                    <a:lnTo>
                      <a:pt x="106" y="301"/>
                    </a:lnTo>
                    <a:lnTo>
                      <a:pt x="106" y="292"/>
                    </a:lnTo>
                    <a:lnTo>
                      <a:pt x="106" y="301"/>
                    </a:lnTo>
                    <a:lnTo>
                      <a:pt x="97" y="301"/>
                    </a:lnTo>
                    <a:lnTo>
                      <a:pt x="97" y="310"/>
                    </a:lnTo>
                    <a:lnTo>
                      <a:pt x="97" y="319"/>
                    </a:lnTo>
                    <a:lnTo>
                      <a:pt x="97" y="319"/>
                    </a:lnTo>
                    <a:lnTo>
                      <a:pt x="88" y="328"/>
                    </a:lnTo>
                    <a:lnTo>
                      <a:pt x="88" y="319"/>
                    </a:lnTo>
                    <a:lnTo>
                      <a:pt x="80" y="319"/>
                    </a:lnTo>
                    <a:lnTo>
                      <a:pt x="80" y="319"/>
                    </a:lnTo>
                    <a:lnTo>
                      <a:pt x="71" y="319"/>
                    </a:lnTo>
                    <a:lnTo>
                      <a:pt x="71" y="319"/>
                    </a:lnTo>
                    <a:lnTo>
                      <a:pt x="62" y="328"/>
                    </a:lnTo>
                    <a:lnTo>
                      <a:pt x="62" y="328"/>
                    </a:lnTo>
                    <a:lnTo>
                      <a:pt x="62" y="336"/>
                    </a:lnTo>
                    <a:lnTo>
                      <a:pt x="62" y="328"/>
                    </a:lnTo>
                    <a:lnTo>
                      <a:pt x="44" y="319"/>
                    </a:lnTo>
                    <a:lnTo>
                      <a:pt x="36" y="328"/>
                    </a:lnTo>
                    <a:lnTo>
                      <a:pt x="27" y="328"/>
                    </a:lnTo>
                    <a:lnTo>
                      <a:pt x="36" y="328"/>
                    </a:lnTo>
                    <a:lnTo>
                      <a:pt x="27" y="336"/>
                    </a:lnTo>
                    <a:lnTo>
                      <a:pt x="27" y="328"/>
                    </a:lnTo>
                    <a:lnTo>
                      <a:pt x="18" y="328"/>
                    </a:lnTo>
                    <a:lnTo>
                      <a:pt x="9" y="328"/>
                    </a:lnTo>
                    <a:lnTo>
                      <a:pt x="9" y="336"/>
                    </a:lnTo>
                    <a:lnTo>
                      <a:pt x="9" y="336"/>
                    </a:lnTo>
                    <a:lnTo>
                      <a:pt x="9" y="336"/>
                    </a:lnTo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13"/>
              <p:cNvSpPr>
                <a:spLocks/>
              </p:cNvSpPr>
              <p:nvPr/>
            </p:nvSpPr>
            <p:spPr bwMode="auto">
              <a:xfrm>
                <a:off x="3279634" y="1998232"/>
                <a:ext cx="413223" cy="462863"/>
              </a:xfrm>
              <a:custGeom>
                <a:avLst/>
                <a:gdLst/>
                <a:ahLst/>
                <a:cxnLst>
                  <a:cxn ang="0">
                    <a:pos x="44" y="18"/>
                  </a:cxn>
                  <a:cxn ang="0">
                    <a:pos x="79" y="9"/>
                  </a:cxn>
                  <a:cxn ang="0">
                    <a:pos x="96" y="0"/>
                  </a:cxn>
                  <a:cxn ang="0">
                    <a:pos x="105" y="9"/>
                  </a:cxn>
                  <a:cxn ang="0">
                    <a:pos x="105" y="18"/>
                  </a:cxn>
                  <a:cxn ang="0">
                    <a:pos x="105" y="18"/>
                  </a:cxn>
                  <a:cxn ang="0">
                    <a:pos x="132" y="27"/>
                  </a:cxn>
                  <a:cxn ang="0">
                    <a:pos x="140" y="35"/>
                  </a:cxn>
                  <a:cxn ang="0">
                    <a:pos x="220" y="62"/>
                  </a:cxn>
                  <a:cxn ang="0">
                    <a:pos x="237" y="62"/>
                  </a:cxn>
                  <a:cxn ang="0">
                    <a:pos x="255" y="71"/>
                  </a:cxn>
                  <a:cxn ang="0">
                    <a:pos x="272" y="80"/>
                  </a:cxn>
                  <a:cxn ang="0">
                    <a:pos x="281" y="88"/>
                  </a:cxn>
                  <a:cxn ang="0">
                    <a:pos x="272" y="106"/>
                  </a:cxn>
                  <a:cxn ang="0">
                    <a:pos x="281" y="115"/>
                  </a:cxn>
                  <a:cxn ang="0">
                    <a:pos x="290" y="124"/>
                  </a:cxn>
                  <a:cxn ang="0">
                    <a:pos x="290" y="133"/>
                  </a:cxn>
                  <a:cxn ang="0">
                    <a:pos x="281" y="150"/>
                  </a:cxn>
                  <a:cxn ang="0">
                    <a:pos x="272" y="168"/>
                  </a:cxn>
                  <a:cxn ang="0">
                    <a:pos x="281" y="168"/>
                  </a:cxn>
                  <a:cxn ang="0">
                    <a:pos x="290" y="150"/>
                  </a:cxn>
                  <a:cxn ang="0">
                    <a:pos x="299" y="142"/>
                  </a:cxn>
                  <a:cxn ang="0">
                    <a:pos x="308" y="159"/>
                  </a:cxn>
                  <a:cxn ang="0">
                    <a:pos x="299" y="186"/>
                  </a:cxn>
                  <a:cxn ang="0">
                    <a:pos x="299" y="203"/>
                  </a:cxn>
                  <a:cxn ang="0">
                    <a:pos x="290" y="230"/>
                  </a:cxn>
                  <a:cxn ang="0">
                    <a:pos x="290" y="248"/>
                  </a:cxn>
                  <a:cxn ang="0">
                    <a:pos x="290" y="265"/>
                  </a:cxn>
                  <a:cxn ang="0">
                    <a:pos x="290" y="292"/>
                  </a:cxn>
                  <a:cxn ang="0">
                    <a:pos x="299" y="310"/>
                  </a:cxn>
                  <a:cxn ang="0">
                    <a:pos x="299" y="327"/>
                  </a:cxn>
                  <a:cxn ang="0">
                    <a:pos x="228" y="345"/>
                  </a:cxn>
                  <a:cxn ang="0">
                    <a:pos x="114" y="336"/>
                  </a:cxn>
                  <a:cxn ang="0">
                    <a:pos x="105" y="318"/>
                  </a:cxn>
                  <a:cxn ang="0">
                    <a:pos x="105" y="301"/>
                  </a:cxn>
                  <a:cxn ang="0">
                    <a:pos x="105" y="283"/>
                  </a:cxn>
                  <a:cxn ang="0">
                    <a:pos x="96" y="274"/>
                  </a:cxn>
                  <a:cxn ang="0">
                    <a:pos x="96" y="256"/>
                  </a:cxn>
                  <a:cxn ang="0">
                    <a:pos x="88" y="230"/>
                  </a:cxn>
                  <a:cxn ang="0">
                    <a:pos x="70" y="230"/>
                  </a:cxn>
                  <a:cxn ang="0">
                    <a:pos x="44" y="203"/>
                  </a:cxn>
                  <a:cxn ang="0">
                    <a:pos x="35" y="195"/>
                  </a:cxn>
                  <a:cxn ang="0">
                    <a:pos x="8" y="186"/>
                  </a:cxn>
                  <a:cxn ang="0">
                    <a:pos x="8" y="159"/>
                  </a:cxn>
                  <a:cxn ang="0">
                    <a:pos x="8" y="133"/>
                  </a:cxn>
                  <a:cxn ang="0">
                    <a:pos x="0" y="115"/>
                  </a:cxn>
                  <a:cxn ang="0">
                    <a:pos x="0" y="97"/>
                  </a:cxn>
                  <a:cxn ang="0">
                    <a:pos x="17" y="80"/>
                  </a:cxn>
                  <a:cxn ang="0">
                    <a:pos x="26" y="62"/>
                  </a:cxn>
                  <a:cxn ang="0">
                    <a:pos x="35" y="18"/>
                  </a:cxn>
                </a:cxnLst>
                <a:rect l="0" t="0" r="r" b="b"/>
                <a:pathLst>
                  <a:path w="308" h="345">
                    <a:moveTo>
                      <a:pt x="35" y="18"/>
                    </a:moveTo>
                    <a:lnTo>
                      <a:pt x="44" y="18"/>
                    </a:lnTo>
                    <a:lnTo>
                      <a:pt x="44" y="18"/>
                    </a:lnTo>
                    <a:lnTo>
                      <a:pt x="52" y="18"/>
                    </a:lnTo>
                    <a:lnTo>
                      <a:pt x="70" y="9"/>
                    </a:lnTo>
                    <a:lnTo>
                      <a:pt x="79" y="9"/>
                    </a:lnTo>
                    <a:lnTo>
                      <a:pt x="88" y="9"/>
                    </a:lnTo>
                    <a:lnTo>
                      <a:pt x="88" y="0"/>
                    </a:lnTo>
                    <a:lnTo>
                      <a:pt x="96" y="0"/>
                    </a:lnTo>
                    <a:lnTo>
                      <a:pt x="105" y="0"/>
                    </a:lnTo>
                    <a:lnTo>
                      <a:pt x="105" y="0"/>
                    </a:lnTo>
                    <a:lnTo>
                      <a:pt x="105" y="9"/>
                    </a:lnTo>
                    <a:lnTo>
                      <a:pt x="105" y="9"/>
                    </a:lnTo>
                    <a:lnTo>
                      <a:pt x="105" y="18"/>
                    </a:lnTo>
                    <a:lnTo>
                      <a:pt x="105" y="18"/>
                    </a:lnTo>
                    <a:lnTo>
                      <a:pt x="96" y="27"/>
                    </a:lnTo>
                    <a:lnTo>
                      <a:pt x="105" y="27"/>
                    </a:lnTo>
                    <a:lnTo>
                      <a:pt x="105" y="18"/>
                    </a:lnTo>
                    <a:lnTo>
                      <a:pt x="114" y="18"/>
                    </a:lnTo>
                    <a:lnTo>
                      <a:pt x="123" y="27"/>
                    </a:lnTo>
                    <a:lnTo>
                      <a:pt x="132" y="27"/>
                    </a:lnTo>
                    <a:lnTo>
                      <a:pt x="132" y="27"/>
                    </a:lnTo>
                    <a:lnTo>
                      <a:pt x="132" y="27"/>
                    </a:lnTo>
                    <a:lnTo>
                      <a:pt x="140" y="35"/>
                    </a:lnTo>
                    <a:lnTo>
                      <a:pt x="149" y="44"/>
                    </a:lnTo>
                    <a:lnTo>
                      <a:pt x="202" y="53"/>
                    </a:lnTo>
                    <a:lnTo>
                      <a:pt x="220" y="62"/>
                    </a:lnTo>
                    <a:lnTo>
                      <a:pt x="220" y="62"/>
                    </a:lnTo>
                    <a:lnTo>
                      <a:pt x="228" y="62"/>
                    </a:lnTo>
                    <a:lnTo>
                      <a:pt x="237" y="62"/>
                    </a:lnTo>
                    <a:lnTo>
                      <a:pt x="237" y="62"/>
                    </a:lnTo>
                    <a:lnTo>
                      <a:pt x="255" y="62"/>
                    </a:lnTo>
                    <a:lnTo>
                      <a:pt x="255" y="71"/>
                    </a:lnTo>
                    <a:lnTo>
                      <a:pt x="255" y="80"/>
                    </a:lnTo>
                    <a:lnTo>
                      <a:pt x="264" y="80"/>
                    </a:lnTo>
                    <a:lnTo>
                      <a:pt x="272" y="80"/>
                    </a:lnTo>
                    <a:lnTo>
                      <a:pt x="272" y="80"/>
                    </a:lnTo>
                    <a:lnTo>
                      <a:pt x="272" y="88"/>
                    </a:lnTo>
                    <a:lnTo>
                      <a:pt x="281" y="88"/>
                    </a:lnTo>
                    <a:lnTo>
                      <a:pt x="272" y="97"/>
                    </a:lnTo>
                    <a:lnTo>
                      <a:pt x="272" y="106"/>
                    </a:lnTo>
                    <a:lnTo>
                      <a:pt x="272" y="106"/>
                    </a:lnTo>
                    <a:lnTo>
                      <a:pt x="281" y="106"/>
                    </a:lnTo>
                    <a:lnTo>
                      <a:pt x="290" y="106"/>
                    </a:lnTo>
                    <a:lnTo>
                      <a:pt x="281" y="115"/>
                    </a:lnTo>
                    <a:lnTo>
                      <a:pt x="281" y="124"/>
                    </a:lnTo>
                    <a:lnTo>
                      <a:pt x="290" y="124"/>
                    </a:lnTo>
                    <a:lnTo>
                      <a:pt x="290" y="124"/>
                    </a:lnTo>
                    <a:lnTo>
                      <a:pt x="290" y="124"/>
                    </a:lnTo>
                    <a:lnTo>
                      <a:pt x="290" y="133"/>
                    </a:lnTo>
                    <a:lnTo>
                      <a:pt x="290" y="133"/>
                    </a:lnTo>
                    <a:lnTo>
                      <a:pt x="290" y="142"/>
                    </a:lnTo>
                    <a:lnTo>
                      <a:pt x="281" y="142"/>
                    </a:lnTo>
                    <a:lnTo>
                      <a:pt x="281" y="150"/>
                    </a:lnTo>
                    <a:lnTo>
                      <a:pt x="281" y="150"/>
                    </a:lnTo>
                    <a:lnTo>
                      <a:pt x="272" y="159"/>
                    </a:lnTo>
                    <a:lnTo>
                      <a:pt x="272" y="168"/>
                    </a:lnTo>
                    <a:lnTo>
                      <a:pt x="272" y="177"/>
                    </a:lnTo>
                    <a:lnTo>
                      <a:pt x="281" y="177"/>
                    </a:lnTo>
                    <a:lnTo>
                      <a:pt x="281" y="168"/>
                    </a:lnTo>
                    <a:lnTo>
                      <a:pt x="281" y="168"/>
                    </a:lnTo>
                    <a:lnTo>
                      <a:pt x="290" y="159"/>
                    </a:lnTo>
                    <a:lnTo>
                      <a:pt x="290" y="150"/>
                    </a:lnTo>
                    <a:lnTo>
                      <a:pt x="290" y="150"/>
                    </a:lnTo>
                    <a:lnTo>
                      <a:pt x="299" y="150"/>
                    </a:lnTo>
                    <a:lnTo>
                      <a:pt x="299" y="142"/>
                    </a:lnTo>
                    <a:lnTo>
                      <a:pt x="308" y="150"/>
                    </a:lnTo>
                    <a:lnTo>
                      <a:pt x="308" y="150"/>
                    </a:lnTo>
                    <a:lnTo>
                      <a:pt x="308" y="159"/>
                    </a:lnTo>
                    <a:lnTo>
                      <a:pt x="299" y="177"/>
                    </a:lnTo>
                    <a:lnTo>
                      <a:pt x="299" y="186"/>
                    </a:lnTo>
                    <a:lnTo>
                      <a:pt x="299" y="186"/>
                    </a:lnTo>
                    <a:lnTo>
                      <a:pt x="308" y="203"/>
                    </a:lnTo>
                    <a:lnTo>
                      <a:pt x="308" y="203"/>
                    </a:lnTo>
                    <a:lnTo>
                      <a:pt x="299" y="203"/>
                    </a:lnTo>
                    <a:lnTo>
                      <a:pt x="299" y="212"/>
                    </a:lnTo>
                    <a:lnTo>
                      <a:pt x="290" y="221"/>
                    </a:lnTo>
                    <a:lnTo>
                      <a:pt x="290" y="230"/>
                    </a:lnTo>
                    <a:lnTo>
                      <a:pt x="299" y="239"/>
                    </a:lnTo>
                    <a:lnTo>
                      <a:pt x="299" y="239"/>
                    </a:lnTo>
                    <a:lnTo>
                      <a:pt x="290" y="248"/>
                    </a:lnTo>
                    <a:lnTo>
                      <a:pt x="290" y="256"/>
                    </a:lnTo>
                    <a:lnTo>
                      <a:pt x="290" y="256"/>
                    </a:lnTo>
                    <a:lnTo>
                      <a:pt x="290" y="265"/>
                    </a:lnTo>
                    <a:lnTo>
                      <a:pt x="290" y="274"/>
                    </a:lnTo>
                    <a:lnTo>
                      <a:pt x="290" y="292"/>
                    </a:lnTo>
                    <a:lnTo>
                      <a:pt x="290" y="292"/>
                    </a:lnTo>
                    <a:lnTo>
                      <a:pt x="299" y="301"/>
                    </a:lnTo>
                    <a:lnTo>
                      <a:pt x="299" y="301"/>
                    </a:lnTo>
                    <a:lnTo>
                      <a:pt x="299" y="310"/>
                    </a:lnTo>
                    <a:lnTo>
                      <a:pt x="299" y="318"/>
                    </a:lnTo>
                    <a:lnTo>
                      <a:pt x="299" y="318"/>
                    </a:lnTo>
                    <a:lnTo>
                      <a:pt x="299" y="327"/>
                    </a:lnTo>
                    <a:lnTo>
                      <a:pt x="299" y="336"/>
                    </a:lnTo>
                    <a:lnTo>
                      <a:pt x="299" y="336"/>
                    </a:lnTo>
                    <a:lnTo>
                      <a:pt x="228" y="345"/>
                    </a:lnTo>
                    <a:lnTo>
                      <a:pt x="140" y="345"/>
                    </a:lnTo>
                    <a:lnTo>
                      <a:pt x="132" y="336"/>
                    </a:lnTo>
                    <a:lnTo>
                      <a:pt x="114" y="336"/>
                    </a:lnTo>
                    <a:lnTo>
                      <a:pt x="114" y="327"/>
                    </a:lnTo>
                    <a:lnTo>
                      <a:pt x="114" y="327"/>
                    </a:lnTo>
                    <a:lnTo>
                      <a:pt x="105" y="318"/>
                    </a:lnTo>
                    <a:lnTo>
                      <a:pt x="105" y="318"/>
                    </a:lnTo>
                    <a:lnTo>
                      <a:pt x="105" y="310"/>
                    </a:lnTo>
                    <a:lnTo>
                      <a:pt x="105" y="301"/>
                    </a:lnTo>
                    <a:lnTo>
                      <a:pt x="105" y="292"/>
                    </a:lnTo>
                    <a:lnTo>
                      <a:pt x="105" y="283"/>
                    </a:lnTo>
                    <a:lnTo>
                      <a:pt x="105" y="283"/>
                    </a:lnTo>
                    <a:lnTo>
                      <a:pt x="96" y="274"/>
                    </a:lnTo>
                    <a:lnTo>
                      <a:pt x="96" y="274"/>
                    </a:lnTo>
                    <a:lnTo>
                      <a:pt x="96" y="274"/>
                    </a:lnTo>
                    <a:lnTo>
                      <a:pt x="96" y="265"/>
                    </a:lnTo>
                    <a:lnTo>
                      <a:pt x="96" y="265"/>
                    </a:lnTo>
                    <a:lnTo>
                      <a:pt x="96" y="256"/>
                    </a:lnTo>
                    <a:lnTo>
                      <a:pt x="96" y="248"/>
                    </a:lnTo>
                    <a:lnTo>
                      <a:pt x="88" y="239"/>
                    </a:lnTo>
                    <a:lnTo>
                      <a:pt x="88" y="230"/>
                    </a:lnTo>
                    <a:lnTo>
                      <a:pt x="79" y="230"/>
                    </a:lnTo>
                    <a:lnTo>
                      <a:pt x="79" y="230"/>
                    </a:lnTo>
                    <a:lnTo>
                      <a:pt x="70" y="230"/>
                    </a:lnTo>
                    <a:lnTo>
                      <a:pt x="61" y="221"/>
                    </a:lnTo>
                    <a:lnTo>
                      <a:pt x="52" y="203"/>
                    </a:lnTo>
                    <a:lnTo>
                      <a:pt x="44" y="203"/>
                    </a:lnTo>
                    <a:lnTo>
                      <a:pt x="35" y="203"/>
                    </a:lnTo>
                    <a:lnTo>
                      <a:pt x="35" y="195"/>
                    </a:lnTo>
                    <a:lnTo>
                      <a:pt x="35" y="195"/>
                    </a:lnTo>
                    <a:lnTo>
                      <a:pt x="26" y="186"/>
                    </a:lnTo>
                    <a:lnTo>
                      <a:pt x="17" y="186"/>
                    </a:lnTo>
                    <a:lnTo>
                      <a:pt x="8" y="186"/>
                    </a:lnTo>
                    <a:lnTo>
                      <a:pt x="0" y="177"/>
                    </a:lnTo>
                    <a:lnTo>
                      <a:pt x="8" y="168"/>
                    </a:lnTo>
                    <a:lnTo>
                      <a:pt x="8" y="159"/>
                    </a:lnTo>
                    <a:lnTo>
                      <a:pt x="0" y="150"/>
                    </a:lnTo>
                    <a:lnTo>
                      <a:pt x="8" y="142"/>
                    </a:lnTo>
                    <a:lnTo>
                      <a:pt x="8" y="133"/>
                    </a:lnTo>
                    <a:lnTo>
                      <a:pt x="8" y="124"/>
                    </a:lnTo>
                    <a:lnTo>
                      <a:pt x="8" y="115"/>
                    </a:lnTo>
                    <a:lnTo>
                      <a:pt x="0" y="115"/>
                    </a:lnTo>
                    <a:lnTo>
                      <a:pt x="0" y="106"/>
                    </a:lnTo>
                    <a:lnTo>
                      <a:pt x="0" y="97"/>
                    </a:lnTo>
                    <a:lnTo>
                      <a:pt x="0" y="97"/>
                    </a:lnTo>
                    <a:lnTo>
                      <a:pt x="0" y="88"/>
                    </a:lnTo>
                    <a:lnTo>
                      <a:pt x="0" y="88"/>
                    </a:lnTo>
                    <a:lnTo>
                      <a:pt x="17" y="80"/>
                    </a:lnTo>
                    <a:lnTo>
                      <a:pt x="26" y="71"/>
                    </a:lnTo>
                    <a:lnTo>
                      <a:pt x="26" y="71"/>
                    </a:lnTo>
                    <a:lnTo>
                      <a:pt x="26" y="62"/>
                    </a:lnTo>
                    <a:lnTo>
                      <a:pt x="26" y="27"/>
                    </a:lnTo>
                    <a:lnTo>
                      <a:pt x="26" y="27"/>
                    </a:lnTo>
                    <a:lnTo>
                      <a:pt x="35" y="18"/>
                    </a:lnTo>
                    <a:lnTo>
                      <a:pt x="35" y="18"/>
                    </a:lnTo>
                    <a:lnTo>
                      <a:pt x="35" y="18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17"/>
              <p:cNvSpPr>
                <a:spLocks/>
              </p:cNvSpPr>
              <p:nvPr/>
            </p:nvSpPr>
            <p:spPr bwMode="auto">
              <a:xfrm>
                <a:off x="1012277" y="1547444"/>
                <a:ext cx="555436" cy="415906"/>
              </a:xfrm>
              <a:custGeom>
                <a:avLst/>
                <a:gdLst/>
                <a:ahLst/>
                <a:cxnLst>
                  <a:cxn ang="0">
                    <a:pos x="18" y="195"/>
                  </a:cxn>
                  <a:cxn ang="0">
                    <a:pos x="9" y="159"/>
                  </a:cxn>
                  <a:cxn ang="0">
                    <a:pos x="18" y="186"/>
                  </a:cxn>
                  <a:cxn ang="0">
                    <a:pos x="18" y="168"/>
                  </a:cxn>
                  <a:cxn ang="0">
                    <a:pos x="18" y="159"/>
                  </a:cxn>
                  <a:cxn ang="0">
                    <a:pos x="9" y="142"/>
                  </a:cxn>
                  <a:cxn ang="0">
                    <a:pos x="27" y="142"/>
                  </a:cxn>
                  <a:cxn ang="0">
                    <a:pos x="9" y="133"/>
                  </a:cxn>
                  <a:cxn ang="0">
                    <a:pos x="18" y="80"/>
                  </a:cxn>
                  <a:cxn ang="0">
                    <a:pos x="9" y="53"/>
                  </a:cxn>
                  <a:cxn ang="0">
                    <a:pos x="9" y="35"/>
                  </a:cxn>
                  <a:cxn ang="0">
                    <a:pos x="18" y="18"/>
                  </a:cxn>
                  <a:cxn ang="0">
                    <a:pos x="44" y="44"/>
                  </a:cxn>
                  <a:cxn ang="0">
                    <a:pos x="71" y="53"/>
                  </a:cxn>
                  <a:cxn ang="0">
                    <a:pos x="88" y="62"/>
                  </a:cxn>
                  <a:cxn ang="0">
                    <a:pos x="97" y="71"/>
                  </a:cxn>
                  <a:cxn ang="0">
                    <a:pos x="106" y="88"/>
                  </a:cxn>
                  <a:cxn ang="0">
                    <a:pos x="97" y="88"/>
                  </a:cxn>
                  <a:cxn ang="0">
                    <a:pos x="71" y="115"/>
                  </a:cxn>
                  <a:cxn ang="0">
                    <a:pos x="80" y="124"/>
                  </a:cxn>
                  <a:cxn ang="0">
                    <a:pos x="97" y="97"/>
                  </a:cxn>
                  <a:cxn ang="0">
                    <a:pos x="106" y="97"/>
                  </a:cxn>
                  <a:cxn ang="0">
                    <a:pos x="97" y="106"/>
                  </a:cxn>
                  <a:cxn ang="0">
                    <a:pos x="97" y="133"/>
                  </a:cxn>
                  <a:cxn ang="0">
                    <a:pos x="88" y="133"/>
                  </a:cxn>
                  <a:cxn ang="0">
                    <a:pos x="88" y="133"/>
                  </a:cxn>
                  <a:cxn ang="0">
                    <a:pos x="71" y="133"/>
                  </a:cxn>
                  <a:cxn ang="0">
                    <a:pos x="80" y="142"/>
                  </a:cxn>
                  <a:cxn ang="0">
                    <a:pos x="97" y="142"/>
                  </a:cxn>
                  <a:cxn ang="0">
                    <a:pos x="115" y="115"/>
                  </a:cxn>
                  <a:cxn ang="0">
                    <a:pos x="115" y="97"/>
                  </a:cxn>
                  <a:cxn ang="0">
                    <a:pos x="124" y="80"/>
                  </a:cxn>
                  <a:cxn ang="0">
                    <a:pos x="124" y="53"/>
                  </a:cxn>
                  <a:cxn ang="0">
                    <a:pos x="124" y="44"/>
                  </a:cxn>
                  <a:cxn ang="0">
                    <a:pos x="132" y="44"/>
                  </a:cxn>
                  <a:cxn ang="0">
                    <a:pos x="124" y="27"/>
                  </a:cxn>
                  <a:cxn ang="0">
                    <a:pos x="124" y="9"/>
                  </a:cxn>
                  <a:cxn ang="0">
                    <a:pos x="370" y="62"/>
                  </a:cxn>
                  <a:cxn ang="0">
                    <a:pos x="379" y="274"/>
                  </a:cxn>
                  <a:cxn ang="0">
                    <a:pos x="379" y="310"/>
                  </a:cxn>
                  <a:cxn ang="0">
                    <a:pos x="256" y="283"/>
                  </a:cxn>
                  <a:cxn ang="0">
                    <a:pos x="229" y="283"/>
                  </a:cxn>
                  <a:cxn ang="0">
                    <a:pos x="185" y="283"/>
                  </a:cxn>
                  <a:cxn ang="0">
                    <a:pos x="159" y="283"/>
                  </a:cxn>
                  <a:cxn ang="0">
                    <a:pos x="132" y="274"/>
                  </a:cxn>
                  <a:cxn ang="0">
                    <a:pos x="106" y="265"/>
                  </a:cxn>
                  <a:cxn ang="0">
                    <a:pos x="88" y="274"/>
                  </a:cxn>
                  <a:cxn ang="0">
                    <a:pos x="62" y="265"/>
                  </a:cxn>
                  <a:cxn ang="0">
                    <a:pos x="53" y="221"/>
                  </a:cxn>
                  <a:cxn ang="0">
                    <a:pos x="36" y="212"/>
                  </a:cxn>
                  <a:cxn ang="0">
                    <a:pos x="27" y="195"/>
                  </a:cxn>
                </a:cxnLst>
                <a:rect l="0" t="0" r="r" b="b"/>
                <a:pathLst>
                  <a:path w="414" h="310">
                    <a:moveTo>
                      <a:pt x="27" y="195"/>
                    </a:moveTo>
                    <a:lnTo>
                      <a:pt x="27" y="195"/>
                    </a:lnTo>
                    <a:lnTo>
                      <a:pt x="27" y="195"/>
                    </a:lnTo>
                    <a:lnTo>
                      <a:pt x="18" y="195"/>
                    </a:lnTo>
                    <a:lnTo>
                      <a:pt x="9" y="195"/>
                    </a:lnTo>
                    <a:lnTo>
                      <a:pt x="9" y="186"/>
                    </a:lnTo>
                    <a:lnTo>
                      <a:pt x="0" y="186"/>
                    </a:lnTo>
                    <a:lnTo>
                      <a:pt x="9" y="159"/>
                    </a:lnTo>
                    <a:lnTo>
                      <a:pt x="9" y="168"/>
                    </a:lnTo>
                    <a:lnTo>
                      <a:pt x="9" y="177"/>
                    </a:lnTo>
                    <a:lnTo>
                      <a:pt x="9" y="177"/>
                    </a:lnTo>
                    <a:lnTo>
                      <a:pt x="18" y="186"/>
                    </a:lnTo>
                    <a:lnTo>
                      <a:pt x="18" y="177"/>
                    </a:lnTo>
                    <a:lnTo>
                      <a:pt x="9" y="177"/>
                    </a:lnTo>
                    <a:lnTo>
                      <a:pt x="18" y="168"/>
                    </a:lnTo>
                    <a:lnTo>
                      <a:pt x="18" y="168"/>
                    </a:lnTo>
                    <a:lnTo>
                      <a:pt x="18" y="159"/>
                    </a:lnTo>
                    <a:lnTo>
                      <a:pt x="27" y="159"/>
                    </a:lnTo>
                    <a:lnTo>
                      <a:pt x="27" y="159"/>
                    </a:lnTo>
                    <a:lnTo>
                      <a:pt x="18" y="159"/>
                    </a:lnTo>
                    <a:lnTo>
                      <a:pt x="9" y="150"/>
                    </a:lnTo>
                    <a:lnTo>
                      <a:pt x="9" y="159"/>
                    </a:lnTo>
                    <a:lnTo>
                      <a:pt x="9" y="150"/>
                    </a:lnTo>
                    <a:lnTo>
                      <a:pt x="9" y="142"/>
                    </a:lnTo>
                    <a:lnTo>
                      <a:pt x="9" y="142"/>
                    </a:lnTo>
                    <a:lnTo>
                      <a:pt x="18" y="142"/>
                    </a:lnTo>
                    <a:lnTo>
                      <a:pt x="27" y="142"/>
                    </a:lnTo>
                    <a:lnTo>
                      <a:pt x="27" y="142"/>
                    </a:lnTo>
                    <a:lnTo>
                      <a:pt x="18" y="133"/>
                    </a:lnTo>
                    <a:lnTo>
                      <a:pt x="18" y="133"/>
                    </a:lnTo>
                    <a:lnTo>
                      <a:pt x="9" y="133"/>
                    </a:lnTo>
                    <a:lnTo>
                      <a:pt x="9" y="133"/>
                    </a:lnTo>
                    <a:lnTo>
                      <a:pt x="9" y="124"/>
                    </a:lnTo>
                    <a:lnTo>
                      <a:pt x="18" y="115"/>
                    </a:lnTo>
                    <a:lnTo>
                      <a:pt x="9" y="97"/>
                    </a:lnTo>
                    <a:lnTo>
                      <a:pt x="18" y="80"/>
                    </a:lnTo>
                    <a:lnTo>
                      <a:pt x="18" y="71"/>
                    </a:lnTo>
                    <a:lnTo>
                      <a:pt x="9" y="62"/>
                    </a:lnTo>
                    <a:lnTo>
                      <a:pt x="9" y="62"/>
                    </a:lnTo>
                    <a:lnTo>
                      <a:pt x="9" y="53"/>
                    </a:lnTo>
                    <a:lnTo>
                      <a:pt x="9" y="44"/>
                    </a:lnTo>
                    <a:lnTo>
                      <a:pt x="9" y="44"/>
                    </a:lnTo>
                    <a:lnTo>
                      <a:pt x="9" y="35"/>
                    </a:lnTo>
                    <a:lnTo>
                      <a:pt x="9" y="35"/>
                    </a:lnTo>
                    <a:lnTo>
                      <a:pt x="9" y="27"/>
                    </a:lnTo>
                    <a:lnTo>
                      <a:pt x="18" y="27"/>
                    </a:lnTo>
                    <a:lnTo>
                      <a:pt x="9" y="18"/>
                    </a:lnTo>
                    <a:lnTo>
                      <a:pt x="18" y="18"/>
                    </a:lnTo>
                    <a:lnTo>
                      <a:pt x="27" y="35"/>
                    </a:lnTo>
                    <a:lnTo>
                      <a:pt x="36" y="35"/>
                    </a:lnTo>
                    <a:lnTo>
                      <a:pt x="36" y="35"/>
                    </a:lnTo>
                    <a:lnTo>
                      <a:pt x="44" y="44"/>
                    </a:lnTo>
                    <a:lnTo>
                      <a:pt x="44" y="44"/>
                    </a:lnTo>
                    <a:lnTo>
                      <a:pt x="62" y="53"/>
                    </a:lnTo>
                    <a:lnTo>
                      <a:pt x="62" y="53"/>
                    </a:lnTo>
                    <a:lnTo>
                      <a:pt x="71" y="53"/>
                    </a:lnTo>
                    <a:lnTo>
                      <a:pt x="80" y="62"/>
                    </a:lnTo>
                    <a:lnTo>
                      <a:pt x="88" y="62"/>
                    </a:lnTo>
                    <a:lnTo>
                      <a:pt x="88" y="62"/>
                    </a:lnTo>
                    <a:lnTo>
                      <a:pt x="88" y="62"/>
                    </a:lnTo>
                    <a:lnTo>
                      <a:pt x="88" y="71"/>
                    </a:lnTo>
                    <a:lnTo>
                      <a:pt x="97" y="71"/>
                    </a:lnTo>
                    <a:lnTo>
                      <a:pt x="97" y="71"/>
                    </a:lnTo>
                    <a:lnTo>
                      <a:pt x="97" y="71"/>
                    </a:lnTo>
                    <a:lnTo>
                      <a:pt x="106" y="62"/>
                    </a:lnTo>
                    <a:lnTo>
                      <a:pt x="106" y="71"/>
                    </a:lnTo>
                    <a:lnTo>
                      <a:pt x="106" y="80"/>
                    </a:lnTo>
                    <a:lnTo>
                      <a:pt x="106" y="88"/>
                    </a:lnTo>
                    <a:lnTo>
                      <a:pt x="97" y="97"/>
                    </a:lnTo>
                    <a:lnTo>
                      <a:pt x="97" y="97"/>
                    </a:lnTo>
                    <a:lnTo>
                      <a:pt x="97" y="97"/>
                    </a:lnTo>
                    <a:lnTo>
                      <a:pt x="97" y="88"/>
                    </a:lnTo>
                    <a:lnTo>
                      <a:pt x="88" y="97"/>
                    </a:lnTo>
                    <a:lnTo>
                      <a:pt x="88" y="106"/>
                    </a:lnTo>
                    <a:lnTo>
                      <a:pt x="80" y="115"/>
                    </a:lnTo>
                    <a:lnTo>
                      <a:pt x="71" y="115"/>
                    </a:lnTo>
                    <a:lnTo>
                      <a:pt x="80" y="124"/>
                    </a:lnTo>
                    <a:lnTo>
                      <a:pt x="88" y="124"/>
                    </a:lnTo>
                    <a:lnTo>
                      <a:pt x="80" y="124"/>
                    </a:lnTo>
                    <a:lnTo>
                      <a:pt x="80" y="124"/>
                    </a:lnTo>
                    <a:lnTo>
                      <a:pt x="80" y="115"/>
                    </a:lnTo>
                    <a:lnTo>
                      <a:pt x="88" y="106"/>
                    </a:lnTo>
                    <a:lnTo>
                      <a:pt x="97" y="106"/>
                    </a:lnTo>
                    <a:lnTo>
                      <a:pt x="97" y="97"/>
                    </a:lnTo>
                    <a:lnTo>
                      <a:pt x="115" y="88"/>
                    </a:lnTo>
                    <a:lnTo>
                      <a:pt x="115" y="88"/>
                    </a:lnTo>
                    <a:lnTo>
                      <a:pt x="115" y="97"/>
                    </a:lnTo>
                    <a:lnTo>
                      <a:pt x="106" y="97"/>
                    </a:lnTo>
                    <a:lnTo>
                      <a:pt x="106" y="97"/>
                    </a:lnTo>
                    <a:lnTo>
                      <a:pt x="106" y="106"/>
                    </a:lnTo>
                    <a:lnTo>
                      <a:pt x="106" y="106"/>
                    </a:lnTo>
                    <a:lnTo>
                      <a:pt x="97" y="106"/>
                    </a:lnTo>
                    <a:lnTo>
                      <a:pt x="97" y="115"/>
                    </a:lnTo>
                    <a:lnTo>
                      <a:pt x="106" y="115"/>
                    </a:lnTo>
                    <a:lnTo>
                      <a:pt x="106" y="115"/>
                    </a:lnTo>
                    <a:lnTo>
                      <a:pt x="97" y="133"/>
                    </a:lnTo>
                    <a:lnTo>
                      <a:pt x="97" y="133"/>
                    </a:lnTo>
                    <a:lnTo>
                      <a:pt x="97" y="124"/>
                    </a:lnTo>
                    <a:lnTo>
                      <a:pt x="97" y="124"/>
                    </a:lnTo>
                    <a:lnTo>
                      <a:pt x="88" y="133"/>
                    </a:lnTo>
                    <a:lnTo>
                      <a:pt x="88" y="142"/>
                    </a:lnTo>
                    <a:lnTo>
                      <a:pt x="88" y="142"/>
                    </a:lnTo>
                    <a:lnTo>
                      <a:pt x="88" y="133"/>
                    </a:lnTo>
                    <a:lnTo>
                      <a:pt x="88" y="133"/>
                    </a:lnTo>
                    <a:lnTo>
                      <a:pt x="88" y="124"/>
                    </a:lnTo>
                    <a:lnTo>
                      <a:pt x="80" y="133"/>
                    </a:lnTo>
                    <a:lnTo>
                      <a:pt x="80" y="133"/>
                    </a:lnTo>
                    <a:lnTo>
                      <a:pt x="71" y="133"/>
                    </a:lnTo>
                    <a:lnTo>
                      <a:pt x="80" y="142"/>
                    </a:lnTo>
                    <a:lnTo>
                      <a:pt x="80" y="142"/>
                    </a:lnTo>
                    <a:lnTo>
                      <a:pt x="80" y="150"/>
                    </a:lnTo>
                    <a:lnTo>
                      <a:pt x="80" y="142"/>
                    </a:lnTo>
                    <a:lnTo>
                      <a:pt x="88" y="142"/>
                    </a:lnTo>
                    <a:lnTo>
                      <a:pt x="88" y="142"/>
                    </a:lnTo>
                    <a:lnTo>
                      <a:pt x="88" y="142"/>
                    </a:lnTo>
                    <a:lnTo>
                      <a:pt x="97" y="142"/>
                    </a:lnTo>
                    <a:lnTo>
                      <a:pt x="97" y="133"/>
                    </a:lnTo>
                    <a:lnTo>
                      <a:pt x="106" y="133"/>
                    </a:lnTo>
                    <a:lnTo>
                      <a:pt x="115" y="124"/>
                    </a:lnTo>
                    <a:lnTo>
                      <a:pt x="115" y="115"/>
                    </a:lnTo>
                    <a:lnTo>
                      <a:pt x="115" y="115"/>
                    </a:lnTo>
                    <a:lnTo>
                      <a:pt x="115" y="106"/>
                    </a:lnTo>
                    <a:lnTo>
                      <a:pt x="124" y="106"/>
                    </a:lnTo>
                    <a:lnTo>
                      <a:pt x="115" y="97"/>
                    </a:lnTo>
                    <a:lnTo>
                      <a:pt x="124" y="88"/>
                    </a:lnTo>
                    <a:lnTo>
                      <a:pt x="132" y="88"/>
                    </a:lnTo>
                    <a:lnTo>
                      <a:pt x="132" y="80"/>
                    </a:lnTo>
                    <a:lnTo>
                      <a:pt x="124" y="80"/>
                    </a:lnTo>
                    <a:lnTo>
                      <a:pt x="124" y="71"/>
                    </a:lnTo>
                    <a:lnTo>
                      <a:pt x="124" y="62"/>
                    </a:lnTo>
                    <a:lnTo>
                      <a:pt x="132" y="62"/>
                    </a:lnTo>
                    <a:lnTo>
                      <a:pt x="124" y="53"/>
                    </a:lnTo>
                    <a:lnTo>
                      <a:pt x="124" y="53"/>
                    </a:lnTo>
                    <a:lnTo>
                      <a:pt x="115" y="53"/>
                    </a:lnTo>
                    <a:lnTo>
                      <a:pt x="115" y="44"/>
                    </a:lnTo>
                    <a:lnTo>
                      <a:pt x="124" y="44"/>
                    </a:lnTo>
                    <a:lnTo>
                      <a:pt x="124" y="44"/>
                    </a:lnTo>
                    <a:lnTo>
                      <a:pt x="132" y="44"/>
                    </a:lnTo>
                    <a:lnTo>
                      <a:pt x="124" y="35"/>
                    </a:lnTo>
                    <a:lnTo>
                      <a:pt x="132" y="44"/>
                    </a:lnTo>
                    <a:lnTo>
                      <a:pt x="132" y="35"/>
                    </a:lnTo>
                    <a:lnTo>
                      <a:pt x="132" y="27"/>
                    </a:lnTo>
                    <a:lnTo>
                      <a:pt x="132" y="27"/>
                    </a:lnTo>
                    <a:lnTo>
                      <a:pt x="124" y="27"/>
                    </a:lnTo>
                    <a:lnTo>
                      <a:pt x="124" y="18"/>
                    </a:lnTo>
                    <a:lnTo>
                      <a:pt x="124" y="18"/>
                    </a:lnTo>
                    <a:lnTo>
                      <a:pt x="124" y="9"/>
                    </a:lnTo>
                    <a:lnTo>
                      <a:pt x="124" y="9"/>
                    </a:lnTo>
                    <a:lnTo>
                      <a:pt x="124" y="0"/>
                    </a:lnTo>
                    <a:lnTo>
                      <a:pt x="194" y="18"/>
                    </a:lnTo>
                    <a:lnTo>
                      <a:pt x="273" y="44"/>
                    </a:lnTo>
                    <a:lnTo>
                      <a:pt x="370" y="62"/>
                    </a:lnTo>
                    <a:lnTo>
                      <a:pt x="414" y="71"/>
                    </a:lnTo>
                    <a:lnTo>
                      <a:pt x="414" y="80"/>
                    </a:lnTo>
                    <a:lnTo>
                      <a:pt x="379" y="256"/>
                    </a:lnTo>
                    <a:lnTo>
                      <a:pt x="379" y="274"/>
                    </a:lnTo>
                    <a:lnTo>
                      <a:pt x="370" y="274"/>
                    </a:lnTo>
                    <a:lnTo>
                      <a:pt x="379" y="283"/>
                    </a:lnTo>
                    <a:lnTo>
                      <a:pt x="370" y="301"/>
                    </a:lnTo>
                    <a:lnTo>
                      <a:pt x="379" y="310"/>
                    </a:lnTo>
                    <a:lnTo>
                      <a:pt x="308" y="292"/>
                    </a:lnTo>
                    <a:lnTo>
                      <a:pt x="264" y="283"/>
                    </a:lnTo>
                    <a:lnTo>
                      <a:pt x="256" y="283"/>
                    </a:lnTo>
                    <a:lnTo>
                      <a:pt x="256" y="283"/>
                    </a:lnTo>
                    <a:lnTo>
                      <a:pt x="247" y="283"/>
                    </a:lnTo>
                    <a:lnTo>
                      <a:pt x="238" y="283"/>
                    </a:lnTo>
                    <a:lnTo>
                      <a:pt x="229" y="283"/>
                    </a:lnTo>
                    <a:lnTo>
                      <a:pt x="229" y="283"/>
                    </a:lnTo>
                    <a:lnTo>
                      <a:pt x="212" y="283"/>
                    </a:lnTo>
                    <a:lnTo>
                      <a:pt x="203" y="283"/>
                    </a:lnTo>
                    <a:lnTo>
                      <a:pt x="194" y="283"/>
                    </a:lnTo>
                    <a:lnTo>
                      <a:pt x="185" y="283"/>
                    </a:lnTo>
                    <a:lnTo>
                      <a:pt x="176" y="283"/>
                    </a:lnTo>
                    <a:lnTo>
                      <a:pt x="176" y="283"/>
                    </a:lnTo>
                    <a:lnTo>
                      <a:pt x="168" y="274"/>
                    </a:lnTo>
                    <a:lnTo>
                      <a:pt x="159" y="283"/>
                    </a:lnTo>
                    <a:lnTo>
                      <a:pt x="150" y="283"/>
                    </a:lnTo>
                    <a:lnTo>
                      <a:pt x="141" y="283"/>
                    </a:lnTo>
                    <a:lnTo>
                      <a:pt x="141" y="274"/>
                    </a:lnTo>
                    <a:lnTo>
                      <a:pt x="132" y="274"/>
                    </a:lnTo>
                    <a:lnTo>
                      <a:pt x="132" y="274"/>
                    </a:lnTo>
                    <a:lnTo>
                      <a:pt x="124" y="265"/>
                    </a:lnTo>
                    <a:lnTo>
                      <a:pt x="115" y="265"/>
                    </a:lnTo>
                    <a:lnTo>
                      <a:pt x="106" y="265"/>
                    </a:lnTo>
                    <a:lnTo>
                      <a:pt x="106" y="265"/>
                    </a:lnTo>
                    <a:lnTo>
                      <a:pt x="97" y="265"/>
                    </a:lnTo>
                    <a:lnTo>
                      <a:pt x="97" y="265"/>
                    </a:lnTo>
                    <a:lnTo>
                      <a:pt x="88" y="274"/>
                    </a:lnTo>
                    <a:lnTo>
                      <a:pt x="80" y="274"/>
                    </a:lnTo>
                    <a:lnTo>
                      <a:pt x="71" y="265"/>
                    </a:lnTo>
                    <a:lnTo>
                      <a:pt x="71" y="265"/>
                    </a:lnTo>
                    <a:lnTo>
                      <a:pt x="62" y="265"/>
                    </a:lnTo>
                    <a:lnTo>
                      <a:pt x="62" y="256"/>
                    </a:lnTo>
                    <a:lnTo>
                      <a:pt x="53" y="256"/>
                    </a:lnTo>
                    <a:lnTo>
                      <a:pt x="62" y="230"/>
                    </a:lnTo>
                    <a:lnTo>
                      <a:pt x="53" y="221"/>
                    </a:lnTo>
                    <a:lnTo>
                      <a:pt x="53" y="212"/>
                    </a:lnTo>
                    <a:lnTo>
                      <a:pt x="44" y="212"/>
                    </a:lnTo>
                    <a:lnTo>
                      <a:pt x="44" y="212"/>
                    </a:lnTo>
                    <a:lnTo>
                      <a:pt x="36" y="212"/>
                    </a:lnTo>
                    <a:lnTo>
                      <a:pt x="36" y="203"/>
                    </a:lnTo>
                    <a:lnTo>
                      <a:pt x="36" y="203"/>
                    </a:lnTo>
                    <a:lnTo>
                      <a:pt x="36" y="203"/>
                    </a:lnTo>
                    <a:lnTo>
                      <a:pt x="27" y="195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Freeform 51"/>
              <p:cNvSpPr>
                <a:spLocks/>
              </p:cNvSpPr>
              <p:nvPr/>
            </p:nvSpPr>
            <p:spPr bwMode="auto">
              <a:xfrm>
                <a:off x="4246951" y="2341690"/>
                <a:ext cx="496404" cy="320650"/>
              </a:xfrm>
              <a:custGeom>
                <a:avLst/>
                <a:gdLst/>
                <a:ahLst/>
                <a:cxnLst>
                  <a:cxn ang="0">
                    <a:pos x="9" y="62"/>
                  </a:cxn>
                  <a:cxn ang="0">
                    <a:pos x="27" y="45"/>
                  </a:cxn>
                  <a:cxn ang="0">
                    <a:pos x="44" y="36"/>
                  </a:cxn>
                  <a:cxn ang="0">
                    <a:pos x="44" y="54"/>
                  </a:cxn>
                  <a:cxn ang="0">
                    <a:pos x="167" y="27"/>
                  </a:cxn>
                  <a:cxn ang="0">
                    <a:pos x="299" y="0"/>
                  </a:cxn>
                  <a:cxn ang="0">
                    <a:pos x="299" y="9"/>
                  </a:cxn>
                  <a:cxn ang="0">
                    <a:pos x="308" y="9"/>
                  </a:cxn>
                  <a:cxn ang="0">
                    <a:pos x="317" y="27"/>
                  </a:cxn>
                  <a:cxn ang="0">
                    <a:pos x="326" y="36"/>
                  </a:cxn>
                  <a:cxn ang="0">
                    <a:pos x="343" y="36"/>
                  </a:cxn>
                  <a:cxn ang="0">
                    <a:pos x="343" y="45"/>
                  </a:cxn>
                  <a:cxn ang="0">
                    <a:pos x="343" y="54"/>
                  </a:cxn>
                  <a:cxn ang="0">
                    <a:pos x="334" y="71"/>
                  </a:cxn>
                  <a:cxn ang="0">
                    <a:pos x="334" y="80"/>
                  </a:cxn>
                  <a:cxn ang="0">
                    <a:pos x="334" y="89"/>
                  </a:cxn>
                  <a:cxn ang="0">
                    <a:pos x="326" y="98"/>
                  </a:cxn>
                  <a:cxn ang="0">
                    <a:pos x="334" y="107"/>
                  </a:cxn>
                  <a:cxn ang="0">
                    <a:pos x="343" y="115"/>
                  </a:cxn>
                  <a:cxn ang="0">
                    <a:pos x="352" y="124"/>
                  </a:cxn>
                  <a:cxn ang="0">
                    <a:pos x="370" y="133"/>
                  </a:cxn>
                  <a:cxn ang="0">
                    <a:pos x="361" y="142"/>
                  </a:cxn>
                  <a:cxn ang="0">
                    <a:pos x="352" y="151"/>
                  </a:cxn>
                  <a:cxn ang="0">
                    <a:pos x="352" y="151"/>
                  </a:cxn>
                  <a:cxn ang="0">
                    <a:pos x="343" y="160"/>
                  </a:cxn>
                  <a:cxn ang="0">
                    <a:pos x="334" y="168"/>
                  </a:cxn>
                  <a:cxn ang="0">
                    <a:pos x="334" y="168"/>
                  </a:cxn>
                  <a:cxn ang="0">
                    <a:pos x="326" y="168"/>
                  </a:cxn>
                  <a:cxn ang="0">
                    <a:pos x="317" y="177"/>
                  </a:cxn>
                  <a:cxn ang="0">
                    <a:pos x="194" y="213"/>
                  </a:cxn>
                  <a:cxn ang="0">
                    <a:pos x="35" y="239"/>
                  </a:cxn>
                  <a:cxn ang="0">
                    <a:pos x="0" y="62"/>
                  </a:cxn>
                </a:cxnLst>
                <a:rect l="0" t="0" r="r" b="b"/>
                <a:pathLst>
                  <a:path w="370" h="239">
                    <a:moveTo>
                      <a:pt x="0" y="62"/>
                    </a:moveTo>
                    <a:lnTo>
                      <a:pt x="9" y="62"/>
                    </a:lnTo>
                    <a:lnTo>
                      <a:pt x="18" y="54"/>
                    </a:lnTo>
                    <a:lnTo>
                      <a:pt x="27" y="45"/>
                    </a:lnTo>
                    <a:lnTo>
                      <a:pt x="27" y="45"/>
                    </a:lnTo>
                    <a:lnTo>
                      <a:pt x="44" y="36"/>
                    </a:lnTo>
                    <a:lnTo>
                      <a:pt x="44" y="36"/>
                    </a:lnTo>
                    <a:lnTo>
                      <a:pt x="44" y="54"/>
                    </a:lnTo>
                    <a:lnTo>
                      <a:pt x="97" y="45"/>
                    </a:lnTo>
                    <a:lnTo>
                      <a:pt x="167" y="27"/>
                    </a:lnTo>
                    <a:lnTo>
                      <a:pt x="246" y="18"/>
                    </a:lnTo>
                    <a:lnTo>
                      <a:pt x="299" y="0"/>
                    </a:lnTo>
                    <a:lnTo>
                      <a:pt x="299" y="0"/>
                    </a:lnTo>
                    <a:lnTo>
                      <a:pt x="299" y="9"/>
                    </a:lnTo>
                    <a:lnTo>
                      <a:pt x="308" y="9"/>
                    </a:lnTo>
                    <a:lnTo>
                      <a:pt x="308" y="9"/>
                    </a:lnTo>
                    <a:lnTo>
                      <a:pt x="317" y="18"/>
                    </a:lnTo>
                    <a:lnTo>
                      <a:pt x="317" y="27"/>
                    </a:lnTo>
                    <a:lnTo>
                      <a:pt x="326" y="27"/>
                    </a:lnTo>
                    <a:lnTo>
                      <a:pt x="326" y="36"/>
                    </a:lnTo>
                    <a:lnTo>
                      <a:pt x="334" y="36"/>
                    </a:lnTo>
                    <a:lnTo>
                      <a:pt x="343" y="36"/>
                    </a:lnTo>
                    <a:lnTo>
                      <a:pt x="343" y="45"/>
                    </a:lnTo>
                    <a:lnTo>
                      <a:pt x="343" y="45"/>
                    </a:lnTo>
                    <a:lnTo>
                      <a:pt x="343" y="54"/>
                    </a:lnTo>
                    <a:lnTo>
                      <a:pt x="343" y="54"/>
                    </a:lnTo>
                    <a:lnTo>
                      <a:pt x="343" y="62"/>
                    </a:lnTo>
                    <a:lnTo>
                      <a:pt x="334" y="71"/>
                    </a:lnTo>
                    <a:lnTo>
                      <a:pt x="326" y="80"/>
                    </a:lnTo>
                    <a:lnTo>
                      <a:pt x="334" y="80"/>
                    </a:lnTo>
                    <a:lnTo>
                      <a:pt x="334" y="80"/>
                    </a:lnTo>
                    <a:lnTo>
                      <a:pt x="334" y="89"/>
                    </a:lnTo>
                    <a:lnTo>
                      <a:pt x="334" y="89"/>
                    </a:lnTo>
                    <a:lnTo>
                      <a:pt x="326" y="98"/>
                    </a:lnTo>
                    <a:lnTo>
                      <a:pt x="334" y="107"/>
                    </a:lnTo>
                    <a:lnTo>
                      <a:pt x="334" y="107"/>
                    </a:lnTo>
                    <a:lnTo>
                      <a:pt x="343" y="115"/>
                    </a:lnTo>
                    <a:lnTo>
                      <a:pt x="343" y="115"/>
                    </a:lnTo>
                    <a:lnTo>
                      <a:pt x="343" y="124"/>
                    </a:lnTo>
                    <a:lnTo>
                      <a:pt x="352" y="124"/>
                    </a:lnTo>
                    <a:lnTo>
                      <a:pt x="352" y="124"/>
                    </a:lnTo>
                    <a:lnTo>
                      <a:pt x="370" y="133"/>
                    </a:lnTo>
                    <a:lnTo>
                      <a:pt x="361" y="142"/>
                    </a:lnTo>
                    <a:lnTo>
                      <a:pt x="361" y="142"/>
                    </a:lnTo>
                    <a:lnTo>
                      <a:pt x="352" y="151"/>
                    </a:lnTo>
                    <a:lnTo>
                      <a:pt x="352" y="151"/>
                    </a:lnTo>
                    <a:lnTo>
                      <a:pt x="352" y="151"/>
                    </a:lnTo>
                    <a:lnTo>
                      <a:pt x="352" y="151"/>
                    </a:lnTo>
                    <a:lnTo>
                      <a:pt x="343" y="160"/>
                    </a:lnTo>
                    <a:lnTo>
                      <a:pt x="343" y="160"/>
                    </a:lnTo>
                    <a:lnTo>
                      <a:pt x="343" y="168"/>
                    </a:lnTo>
                    <a:lnTo>
                      <a:pt x="334" y="168"/>
                    </a:lnTo>
                    <a:lnTo>
                      <a:pt x="334" y="177"/>
                    </a:lnTo>
                    <a:lnTo>
                      <a:pt x="334" y="168"/>
                    </a:lnTo>
                    <a:lnTo>
                      <a:pt x="326" y="168"/>
                    </a:lnTo>
                    <a:lnTo>
                      <a:pt x="326" y="168"/>
                    </a:lnTo>
                    <a:lnTo>
                      <a:pt x="317" y="177"/>
                    </a:lnTo>
                    <a:lnTo>
                      <a:pt x="317" y="177"/>
                    </a:lnTo>
                    <a:lnTo>
                      <a:pt x="317" y="186"/>
                    </a:lnTo>
                    <a:lnTo>
                      <a:pt x="194" y="213"/>
                    </a:lnTo>
                    <a:lnTo>
                      <a:pt x="97" y="230"/>
                    </a:lnTo>
                    <a:lnTo>
                      <a:pt x="35" y="239"/>
                    </a:lnTo>
                    <a:lnTo>
                      <a:pt x="18" y="168"/>
                    </a:lnTo>
                    <a:lnTo>
                      <a:pt x="0" y="62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" name="Freeform 59"/>
              <p:cNvSpPr>
                <a:spLocks/>
              </p:cNvSpPr>
              <p:nvPr/>
            </p:nvSpPr>
            <p:spPr bwMode="auto">
              <a:xfrm>
                <a:off x="2453189" y="1772838"/>
                <a:ext cx="554094" cy="343458"/>
              </a:xfrm>
              <a:custGeom>
                <a:avLst/>
                <a:gdLst/>
                <a:ahLst/>
                <a:cxnLst>
                  <a:cxn ang="0">
                    <a:pos x="0" y="239"/>
                  </a:cxn>
                  <a:cxn ang="0">
                    <a:pos x="17" y="0"/>
                  </a:cxn>
                  <a:cxn ang="0">
                    <a:pos x="17" y="0"/>
                  </a:cxn>
                  <a:cxn ang="0">
                    <a:pos x="97" y="9"/>
                  </a:cxn>
                  <a:cxn ang="0">
                    <a:pos x="220" y="9"/>
                  </a:cxn>
                  <a:cxn ang="0">
                    <a:pos x="325" y="18"/>
                  </a:cxn>
                  <a:cxn ang="0">
                    <a:pos x="378" y="18"/>
                  </a:cxn>
                  <a:cxn ang="0">
                    <a:pos x="369" y="18"/>
                  </a:cxn>
                  <a:cxn ang="0">
                    <a:pos x="369" y="18"/>
                  </a:cxn>
                  <a:cxn ang="0">
                    <a:pos x="378" y="18"/>
                  </a:cxn>
                  <a:cxn ang="0">
                    <a:pos x="378" y="35"/>
                  </a:cxn>
                  <a:cxn ang="0">
                    <a:pos x="378" y="44"/>
                  </a:cxn>
                  <a:cxn ang="0">
                    <a:pos x="378" y="53"/>
                  </a:cxn>
                  <a:cxn ang="0">
                    <a:pos x="378" y="62"/>
                  </a:cxn>
                  <a:cxn ang="0">
                    <a:pos x="378" y="62"/>
                  </a:cxn>
                  <a:cxn ang="0">
                    <a:pos x="378" y="71"/>
                  </a:cxn>
                  <a:cxn ang="0">
                    <a:pos x="378" y="80"/>
                  </a:cxn>
                  <a:cxn ang="0">
                    <a:pos x="378" y="80"/>
                  </a:cxn>
                  <a:cxn ang="0">
                    <a:pos x="387" y="97"/>
                  </a:cxn>
                  <a:cxn ang="0">
                    <a:pos x="387" y="106"/>
                  </a:cxn>
                  <a:cxn ang="0">
                    <a:pos x="396" y="115"/>
                  </a:cxn>
                  <a:cxn ang="0">
                    <a:pos x="396" y="133"/>
                  </a:cxn>
                  <a:cxn ang="0">
                    <a:pos x="396" y="133"/>
                  </a:cxn>
                  <a:cxn ang="0">
                    <a:pos x="396" y="142"/>
                  </a:cxn>
                  <a:cxn ang="0">
                    <a:pos x="396" y="142"/>
                  </a:cxn>
                  <a:cxn ang="0">
                    <a:pos x="396" y="150"/>
                  </a:cxn>
                  <a:cxn ang="0">
                    <a:pos x="396" y="168"/>
                  </a:cxn>
                  <a:cxn ang="0">
                    <a:pos x="396" y="168"/>
                  </a:cxn>
                  <a:cxn ang="0">
                    <a:pos x="396" y="177"/>
                  </a:cxn>
                  <a:cxn ang="0">
                    <a:pos x="396" y="186"/>
                  </a:cxn>
                  <a:cxn ang="0">
                    <a:pos x="396" y="203"/>
                  </a:cxn>
                  <a:cxn ang="0">
                    <a:pos x="396" y="203"/>
                  </a:cxn>
                  <a:cxn ang="0">
                    <a:pos x="396" y="212"/>
                  </a:cxn>
                  <a:cxn ang="0">
                    <a:pos x="404" y="212"/>
                  </a:cxn>
                  <a:cxn ang="0">
                    <a:pos x="404" y="221"/>
                  </a:cxn>
                  <a:cxn ang="0">
                    <a:pos x="404" y="230"/>
                  </a:cxn>
                  <a:cxn ang="0">
                    <a:pos x="404" y="239"/>
                  </a:cxn>
                  <a:cxn ang="0">
                    <a:pos x="413" y="248"/>
                  </a:cxn>
                  <a:cxn ang="0">
                    <a:pos x="413" y="248"/>
                  </a:cxn>
                  <a:cxn ang="0">
                    <a:pos x="413" y="256"/>
                  </a:cxn>
                  <a:cxn ang="0">
                    <a:pos x="308" y="256"/>
                  </a:cxn>
                  <a:cxn ang="0">
                    <a:pos x="211" y="256"/>
                  </a:cxn>
                  <a:cxn ang="0">
                    <a:pos x="97" y="248"/>
                  </a:cxn>
                  <a:cxn ang="0">
                    <a:pos x="0" y="239"/>
                  </a:cxn>
                </a:cxnLst>
                <a:rect l="0" t="0" r="r" b="b"/>
                <a:pathLst>
                  <a:path w="413" h="256">
                    <a:moveTo>
                      <a:pt x="0" y="239"/>
                    </a:moveTo>
                    <a:lnTo>
                      <a:pt x="17" y="0"/>
                    </a:lnTo>
                    <a:lnTo>
                      <a:pt x="17" y="0"/>
                    </a:lnTo>
                    <a:lnTo>
                      <a:pt x="97" y="9"/>
                    </a:lnTo>
                    <a:lnTo>
                      <a:pt x="220" y="9"/>
                    </a:lnTo>
                    <a:lnTo>
                      <a:pt x="325" y="18"/>
                    </a:lnTo>
                    <a:lnTo>
                      <a:pt x="378" y="18"/>
                    </a:lnTo>
                    <a:lnTo>
                      <a:pt x="369" y="18"/>
                    </a:lnTo>
                    <a:lnTo>
                      <a:pt x="369" y="18"/>
                    </a:lnTo>
                    <a:lnTo>
                      <a:pt x="378" y="18"/>
                    </a:lnTo>
                    <a:lnTo>
                      <a:pt x="378" y="35"/>
                    </a:lnTo>
                    <a:lnTo>
                      <a:pt x="378" y="44"/>
                    </a:lnTo>
                    <a:lnTo>
                      <a:pt x="378" y="53"/>
                    </a:lnTo>
                    <a:lnTo>
                      <a:pt x="378" y="62"/>
                    </a:lnTo>
                    <a:lnTo>
                      <a:pt x="378" y="62"/>
                    </a:lnTo>
                    <a:lnTo>
                      <a:pt x="378" y="71"/>
                    </a:lnTo>
                    <a:lnTo>
                      <a:pt x="378" y="80"/>
                    </a:lnTo>
                    <a:lnTo>
                      <a:pt x="378" y="80"/>
                    </a:lnTo>
                    <a:lnTo>
                      <a:pt x="387" y="97"/>
                    </a:lnTo>
                    <a:lnTo>
                      <a:pt x="387" y="106"/>
                    </a:lnTo>
                    <a:lnTo>
                      <a:pt x="396" y="115"/>
                    </a:lnTo>
                    <a:lnTo>
                      <a:pt x="396" y="133"/>
                    </a:lnTo>
                    <a:lnTo>
                      <a:pt x="396" y="133"/>
                    </a:lnTo>
                    <a:lnTo>
                      <a:pt x="396" y="142"/>
                    </a:lnTo>
                    <a:lnTo>
                      <a:pt x="396" y="142"/>
                    </a:lnTo>
                    <a:lnTo>
                      <a:pt x="396" y="150"/>
                    </a:lnTo>
                    <a:lnTo>
                      <a:pt x="396" y="168"/>
                    </a:lnTo>
                    <a:lnTo>
                      <a:pt x="396" y="168"/>
                    </a:lnTo>
                    <a:lnTo>
                      <a:pt x="396" y="177"/>
                    </a:lnTo>
                    <a:lnTo>
                      <a:pt x="396" y="186"/>
                    </a:lnTo>
                    <a:lnTo>
                      <a:pt x="396" y="203"/>
                    </a:lnTo>
                    <a:lnTo>
                      <a:pt x="396" y="203"/>
                    </a:lnTo>
                    <a:lnTo>
                      <a:pt x="396" y="212"/>
                    </a:lnTo>
                    <a:lnTo>
                      <a:pt x="404" y="212"/>
                    </a:lnTo>
                    <a:lnTo>
                      <a:pt x="404" y="221"/>
                    </a:lnTo>
                    <a:lnTo>
                      <a:pt x="404" y="230"/>
                    </a:lnTo>
                    <a:lnTo>
                      <a:pt x="404" y="239"/>
                    </a:lnTo>
                    <a:lnTo>
                      <a:pt x="413" y="248"/>
                    </a:lnTo>
                    <a:lnTo>
                      <a:pt x="413" y="248"/>
                    </a:lnTo>
                    <a:lnTo>
                      <a:pt x="413" y="256"/>
                    </a:lnTo>
                    <a:lnTo>
                      <a:pt x="308" y="256"/>
                    </a:lnTo>
                    <a:lnTo>
                      <a:pt x="211" y="256"/>
                    </a:lnTo>
                    <a:lnTo>
                      <a:pt x="97" y="248"/>
                    </a:lnTo>
                    <a:lnTo>
                      <a:pt x="0" y="239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18" name="Group 655"/>
              <p:cNvGrpSpPr/>
              <p:nvPr/>
            </p:nvGrpSpPr>
            <p:grpSpPr>
              <a:xfrm>
                <a:off x="4305977" y="1998232"/>
                <a:ext cx="625199" cy="474938"/>
                <a:chOff x="4630738" y="1803401"/>
                <a:chExt cx="739775" cy="561976"/>
              </a:xfrm>
              <a:grpFill/>
            </p:grpSpPr>
            <p:sp>
              <p:nvSpPr>
                <p:cNvPr id="26" name="Freeform 75"/>
                <p:cNvSpPr>
                  <a:spLocks/>
                </p:cNvSpPr>
                <p:nvPr/>
              </p:nvSpPr>
              <p:spPr bwMode="auto">
                <a:xfrm>
                  <a:off x="4630738" y="1803401"/>
                  <a:ext cx="587375" cy="533400"/>
                </a:xfrm>
                <a:custGeom>
                  <a:avLst/>
                  <a:gdLst/>
                  <a:ahLst/>
                  <a:cxnLst>
                    <a:cxn ang="0">
                      <a:pos x="0" y="292"/>
                    </a:cxn>
                    <a:cxn ang="0">
                      <a:pos x="18" y="265"/>
                    </a:cxn>
                    <a:cxn ang="0">
                      <a:pos x="27" y="256"/>
                    </a:cxn>
                    <a:cxn ang="0">
                      <a:pos x="44" y="239"/>
                    </a:cxn>
                    <a:cxn ang="0">
                      <a:pos x="35" y="221"/>
                    </a:cxn>
                    <a:cxn ang="0">
                      <a:pos x="35" y="221"/>
                    </a:cxn>
                    <a:cxn ang="0">
                      <a:pos x="27" y="212"/>
                    </a:cxn>
                    <a:cxn ang="0">
                      <a:pos x="27" y="203"/>
                    </a:cxn>
                    <a:cxn ang="0">
                      <a:pos x="35" y="195"/>
                    </a:cxn>
                    <a:cxn ang="0">
                      <a:pos x="44" y="195"/>
                    </a:cxn>
                    <a:cxn ang="0">
                      <a:pos x="71" y="186"/>
                    </a:cxn>
                    <a:cxn ang="0">
                      <a:pos x="106" y="186"/>
                    </a:cxn>
                    <a:cxn ang="0">
                      <a:pos x="132" y="177"/>
                    </a:cxn>
                    <a:cxn ang="0">
                      <a:pos x="141" y="177"/>
                    </a:cxn>
                    <a:cxn ang="0">
                      <a:pos x="150" y="177"/>
                    </a:cxn>
                    <a:cxn ang="0">
                      <a:pos x="158" y="159"/>
                    </a:cxn>
                    <a:cxn ang="0">
                      <a:pos x="167" y="150"/>
                    </a:cxn>
                    <a:cxn ang="0">
                      <a:pos x="176" y="150"/>
                    </a:cxn>
                    <a:cxn ang="0">
                      <a:pos x="176" y="142"/>
                    </a:cxn>
                    <a:cxn ang="0">
                      <a:pos x="167" y="124"/>
                    </a:cxn>
                    <a:cxn ang="0">
                      <a:pos x="176" y="115"/>
                    </a:cxn>
                    <a:cxn ang="0">
                      <a:pos x="176" y="115"/>
                    </a:cxn>
                    <a:cxn ang="0">
                      <a:pos x="167" y="106"/>
                    </a:cxn>
                    <a:cxn ang="0">
                      <a:pos x="167" y="115"/>
                    </a:cxn>
                    <a:cxn ang="0">
                      <a:pos x="158" y="106"/>
                    </a:cxn>
                    <a:cxn ang="0">
                      <a:pos x="176" y="88"/>
                    </a:cxn>
                    <a:cxn ang="0">
                      <a:pos x="185" y="80"/>
                    </a:cxn>
                    <a:cxn ang="0">
                      <a:pos x="202" y="44"/>
                    </a:cxn>
                    <a:cxn ang="0">
                      <a:pos x="229" y="18"/>
                    </a:cxn>
                    <a:cxn ang="0">
                      <a:pos x="273" y="9"/>
                    </a:cxn>
                    <a:cxn ang="0">
                      <a:pos x="308" y="0"/>
                    </a:cxn>
                    <a:cxn ang="0">
                      <a:pos x="308" y="9"/>
                    </a:cxn>
                    <a:cxn ang="0">
                      <a:pos x="317" y="27"/>
                    </a:cxn>
                    <a:cxn ang="0">
                      <a:pos x="326" y="35"/>
                    </a:cxn>
                    <a:cxn ang="0">
                      <a:pos x="326" y="44"/>
                    </a:cxn>
                    <a:cxn ang="0">
                      <a:pos x="326" y="62"/>
                    </a:cxn>
                    <a:cxn ang="0">
                      <a:pos x="326" y="71"/>
                    </a:cxn>
                    <a:cxn ang="0">
                      <a:pos x="326" y="88"/>
                    </a:cxn>
                    <a:cxn ang="0">
                      <a:pos x="334" y="106"/>
                    </a:cxn>
                    <a:cxn ang="0">
                      <a:pos x="334" y="106"/>
                    </a:cxn>
                    <a:cxn ang="0">
                      <a:pos x="352" y="159"/>
                    </a:cxn>
                    <a:cxn ang="0">
                      <a:pos x="361" y="168"/>
                    </a:cxn>
                    <a:cxn ang="0">
                      <a:pos x="361" y="221"/>
                    </a:cxn>
                    <a:cxn ang="0">
                      <a:pos x="370" y="283"/>
                    </a:cxn>
                    <a:cxn ang="0">
                      <a:pos x="370" y="292"/>
                    </a:cxn>
                    <a:cxn ang="0">
                      <a:pos x="361" y="310"/>
                    </a:cxn>
                    <a:cxn ang="0">
                      <a:pos x="361" y="318"/>
                    </a:cxn>
                    <a:cxn ang="0">
                      <a:pos x="361" y="327"/>
                    </a:cxn>
                    <a:cxn ang="0">
                      <a:pos x="352" y="336"/>
                    </a:cxn>
                    <a:cxn ang="0">
                      <a:pos x="352" y="310"/>
                    </a:cxn>
                    <a:cxn ang="0">
                      <a:pos x="343" y="301"/>
                    </a:cxn>
                    <a:cxn ang="0">
                      <a:pos x="343" y="292"/>
                    </a:cxn>
                    <a:cxn ang="0">
                      <a:pos x="352" y="301"/>
                    </a:cxn>
                    <a:cxn ang="0">
                      <a:pos x="299" y="301"/>
                    </a:cxn>
                    <a:cxn ang="0">
                      <a:pos x="299" y="292"/>
                    </a:cxn>
                    <a:cxn ang="0">
                      <a:pos x="282" y="292"/>
                    </a:cxn>
                    <a:cxn ang="0">
                      <a:pos x="273" y="283"/>
                    </a:cxn>
                    <a:cxn ang="0">
                      <a:pos x="264" y="265"/>
                    </a:cxn>
                    <a:cxn ang="0">
                      <a:pos x="255" y="265"/>
                    </a:cxn>
                    <a:cxn ang="0">
                      <a:pos x="255" y="256"/>
                    </a:cxn>
                    <a:cxn ang="0">
                      <a:pos x="123" y="283"/>
                    </a:cxn>
                    <a:cxn ang="0">
                      <a:pos x="0" y="310"/>
                    </a:cxn>
                    <a:cxn ang="0">
                      <a:pos x="0" y="292"/>
                    </a:cxn>
                  </a:cxnLst>
                  <a:rect l="0" t="0" r="r" b="b"/>
                  <a:pathLst>
                    <a:path w="370" h="336">
                      <a:moveTo>
                        <a:pt x="0" y="292"/>
                      </a:moveTo>
                      <a:lnTo>
                        <a:pt x="0" y="292"/>
                      </a:lnTo>
                      <a:lnTo>
                        <a:pt x="9" y="274"/>
                      </a:lnTo>
                      <a:lnTo>
                        <a:pt x="18" y="265"/>
                      </a:lnTo>
                      <a:lnTo>
                        <a:pt x="27" y="256"/>
                      </a:lnTo>
                      <a:lnTo>
                        <a:pt x="27" y="256"/>
                      </a:lnTo>
                      <a:lnTo>
                        <a:pt x="35" y="248"/>
                      </a:lnTo>
                      <a:lnTo>
                        <a:pt x="44" y="239"/>
                      </a:lnTo>
                      <a:lnTo>
                        <a:pt x="44" y="239"/>
                      </a:lnTo>
                      <a:lnTo>
                        <a:pt x="35" y="221"/>
                      </a:lnTo>
                      <a:lnTo>
                        <a:pt x="35" y="221"/>
                      </a:lnTo>
                      <a:lnTo>
                        <a:pt x="35" y="221"/>
                      </a:lnTo>
                      <a:lnTo>
                        <a:pt x="27" y="212"/>
                      </a:lnTo>
                      <a:lnTo>
                        <a:pt x="27" y="212"/>
                      </a:lnTo>
                      <a:lnTo>
                        <a:pt x="27" y="203"/>
                      </a:lnTo>
                      <a:lnTo>
                        <a:pt x="27" y="203"/>
                      </a:lnTo>
                      <a:lnTo>
                        <a:pt x="27" y="203"/>
                      </a:lnTo>
                      <a:lnTo>
                        <a:pt x="35" y="195"/>
                      </a:lnTo>
                      <a:lnTo>
                        <a:pt x="35" y="195"/>
                      </a:lnTo>
                      <a:lnTo>
                        <a:pt x="44" y="195"/>
                      </a:lnTo>
                      <a:lnTo>
                        <a:pt x="53" y="186"/>
                      </a:lnTo>
                      <a:lnTo>
                        <a:pt x="71" y="186"/>
                      </a:lnTo>
                      <a:lnTo>
                        <a:pt x="97" y="186"/>
                      </a:lnTo>
                      <a:lnTo>
                        <a:pt x="106" y="186"/>
                      </a:lnTo>
                      <a:lnTo>
                        <a:pt x="114" y="186"/>
                      </a:lnTo>
                      <a:lnTo>
                        <a:pt x="132" y="177"/>
                      </a:lnTo>
                      <a:lnTo>
                        <a:pt x="141" y="177"/>
                      </a:lnTo>
                      <a:lnTo>
                        <a:pt x="141" y="177"/>
                      </a:lnTo>
                      <a:lnTo>
                        <a:pt x="150" y="177"/>
                      </a:lnTo>
                      <a:lnTo>
                        <a:pt x="150" y="177"/>
                      </a:lnTo>
                      <a:lnTo>
                        <a:pt x="158" y="168"/>
                      </a:lnTo>
                      <a:lnTo>
                        <a:pt x="158" y="159"/>
                      </a:lnTo>
                      <a:lnTo>
                        <a:pt x="167" y="159"/>
                      </a:lnTo>
                      <a:lnTo>
                        <a:pt x="167" y="150"/>
                      </a:lnTo>
                      <a:lnTo>
                        <a:pt x="176" y="150"/>
                      </a:lnTo>
                      <a:lnTo>
                        <a:pt x="176" y="150"/>
                      </a:lnTo>
                      <a:lnTo>
                        <a:pt x="176" y="142"/>
                      </a:lnTo>
                      <a:lnTo>
                        <a:pt x="176" y="142"/>
                      </a:lnTo>
                      <a:lnTo>
                        <a:pt x="176" y="133"/>
                      </a:lnTo>
                      <a:lnTo>
                        <a:pt x="167" y="124"/>
                      </a:lnTo>
                      <a:lnTo>
                        <a:pt x="176" y="124"/>
                      </a:lnTo>
                      <a:lnTo>
                        <a:pt x="176" y="115"/>
                      </a:lnTo>
                      <a:lnTo>
                        <a:pt x="176" y="115"/>
                      </a:lnTo>
                      <a:lnTo>
                        <a:pt x="176" y="115"/>
                      </a:lnTo>
                      <a:lnTo>
                        <a:pt x="167" y="106"/>
                      </a:lnTo>
                      <a:lnTo>
                        <a:pt x="167" y="106"/>
                      </a:lnTo>
                      <a:lnTo>
                        <a:pt x="167" y="115"/>
                      </a:lnTo>
                      <a:lnTo>
                        <a:pt x="167" y="115"/>
                      </a:lnTo>
                      <a:lnTo>
                        <a:pt x="158" y="106"/>
                      </a:lnTo>
                      <a:lnTo>
                        <a:pt x="158" y="106"/>
                      </a:lnTo>
                      <a:lnTo>
                        <a:pt x="167" y="97"/>
                      </a:lnTo>
                      <a:lnTo>
                        <a:pt x="176" y="88"/>
                      </a:lnTo>
                      <a:lnTo>
                        <a:pt x="176" y="88"/>
                      </a:lnTo>
                      <a:lnTo>
                        <a:pt x="185" y="80"/>
                      </a:lnTo>
                      <a:lnTo>
                        <a:pt x="185" y="71"/>
                      </a:lnTo>
                      <a:lnTo>
                        <a:pt x="202" y="44"/>
                      </a:lnTo>
                      <a:lnTo>
                        <a:pt x="220" y="27"/>
                      </a:lnTo>
                      <a:lnTo>
                        <a:pt x="229" y="18"/>
                      </a:lnTo>
                      <a:lnTo>
                        <a:pt x="238" y="18"/>
                      </a:lnTo>
                      <a:lnTo>
                        <a:pt x="273" y="9"/>
                      </a:lnTo>
                      <a:lnTo>
                        <a:pt x="308" y="0"/>
                      </a:lnTo>
                      <a:lnTo>
                        <a:pt x="308" y="0"/>
                      </a:lnTo>
                      <a:lnTo>
                        <a:pt x="308" y="9"/>
                      </a:lnTo>
                      <a:lnTo>
                        <a:pt x="308" y="9"/>
                      </a:lnTo>
                      <a:lnTo>
                        <a:pt x="317" y="18"/>
                      </a:lnTo>
                      <a:lnTo>
                        <a:pt x="317" y="27"/>
                      </a:lnTo>
                      <a:lnTo>
                        <a:pt x="317" y="35"/>
                      </a:lnTo>
                      <a:lnTo>
                        <a:pt x="326" y="35"/>
                      </a:lnTo>
                      <a:lnTo>
                        <a:pt x="326" y="44"/>
                      </a:lnTo>
                      <a:lnTo>
                        <a:pt x="326" y="44"/>
                      </a:lnTo>
                      <a:lnTo>
                        <a:pt x="326" y="53"/>
                      </a:lnTo>
                      <a:lnTo>
                        <a:pt x="326" y="62"/>
                      </a:lnTo>
                      <a:lnTo>
                        <a:pt x="326" y="62"/>
                      </a:lnTo>
                      <a:lnTo>
                        <a:pt x="326" y="71"/>
                      </a:lnTo>
                      <a:lnTo>
                        <a:pt x="326" y="80"/>
                      </a:lnTo>
                      <a:lnTo>
                        <a:pt x="326" y="88"/>
                      </a:lnTo>
                      <a:lnTo>
                        <a:pt x="334" y="97"/>
                      </a:lnTo>
                      <a:lnTo>
                        <a:pt x="334" y="106"/>
                      </a:lnTo>
                      <a:lnTo>
                        <a:pt x="334" y="115"/>
                      </a:lnTo>
                      <a:lnTo>
                        <a:pt x="334" y="106"/>
                      </a:lnTo>
                      <a:lnTo>
                        <a:pt x="343" y="115"/>
                      </a:lnTo>
                      <a:lnTo>
                        <a:pt x="352" y="159"/>
                      </a:lnTo>
                      <a:lnTo>
                        <a:pt x="352" y="168"/>
                      </a:lnTo>
                      <a:lnTo>
                        <a:pt x="361" y="168"/>
                      </a:lnTo>
                      <a:lnTo>
                        <a:pt x="361" y="177"/>
                      </a:lnTo>
                      <a:lnTo>
                        <a:pt x="361" y="221"/>
                      </a:lnTo>
                      <a:lnTo>
                        <a:pt x="361" y="230"/>
                      </a:lnTo>
                      <a:lnTo>
                        <a:pt x="370" y="283"/>
                      </a:lnTo>
                      <a:lnTo>
                        <a:pt x="370" y="292"/>
                      </a:lnTo>
                      <a:lnTo>
                        <a:pt x="370" y="292"/>
                      </a:lnTo>
                      <a:lnTo>
                        <a:pt x="361" y="301"/>
                      </a:lnTo>
                      <a:lnTo>
                        <a:pt x="361" y="310"/>
                      </a:lnTo>
                      <a:lnTo>
                        <a:pt x="370" y="310"/>
                      </a:lnTo>
                      <a:lnTo>
                        <a:pt x="361" y="318"/>
                      </a:lnTo>
                      <a:lnTo>
                        <a:pt x="361" y="327"/>
                      </a:lnTo>
                      <a:lnTo>
                        <a:pt x="361" y="327"/>
                      </a:lnTo>
                      <a:lnTo>
                        <a:pt x="352" y="336"/>
                      </a:lnTo>
                      <a:lnTo>
                        <a:pt x="352" y="336"/>
                      </a:lnTo>
                      <a:lnTo>
                        <a:pt x="352" y="327"/>
                      </a:lnTo>
                      <a:lnTo>
                        <a:pt x="352" y="310"/>
                      </a:lnTo>
                      <a:lnTo>
                        <a:pt x="352" y="301"/>
                      </a:lnTo>
                      <a:lnTo>
                        <a:pt x="343" y="301"/>
                      </a:lnTo>
                      <a:lnTo>
                        <a:pt x="343" y="292"/>
                      </a:lnTo>
                      <a:lnTo>
                        <a:pt x="343" y="292"/>
                      </a:lnTo>
                      <a:lnTo>
                        <a:pt x="343" y="301"/>
                      </a:lnTo>
                      <a:lnTo>
                        <a:pt x="352" y="301"/>
                      </a:lnTo>
                      <a:lnTo>
                        <a:pt x="352" y="318"/>
                      </a:lnTo>
                      <a:lnTo>
                        <a:pt x="299" y="301"/>
                      </a:lnTo>
                      <a:lnTo>
                        <a:pt x="299" y="301"/>
                      </a:lnTo>
                      <a:lnTo>
                        <a:pt x="299" y="292"/>
                      </a:lnTo>
                      <a:lnTo>
                        <a:pt x="290" y="292"/>
                      </a:lnTo>
                      <a:lnTo>
                        <a:pt x="282" y="292"/>
                      </a:lnTo>
                      <a:lnTo>
                        <a:pt x="282" y="283"/>
                      </a:lnTo>
                      <a:lnTo>
                        <a:pt x="273" y="283"/>
                      </a:lnTo>
                      <a:lnTo>
                        <a:pt x="273" y="274"/>
                      </a:lnTo>
                      <a:lnTo>
                        <a:pt x="264" y="265"/>
                      </a:lnTo>
                      <a:lnTo>
                        <a:pt x="264" y="265"/>
                      </a:lnTo>
                      <a:lnTo>
                        <a:pt x="255" y="265"/>
                      </a:lnTo>
                      <a:lnTo>
                        <a:pt x="255" y="256"/>
                      </a:lnTo>
                      <a:lnTo>
                        <a:pt x="255" y="256"/>
                      </a:lnTo>
                      <a:lnTo>
                        <a:pt x="202" y="274"/>
                      </a:lnTo>
                      <a:lnTo>
                        <a:pt x="123" y="283"/>
                      </a:lnTo>
                      <a:lnTo>
                        <a:pt x="53" y="301"/>
                      </a:lnTo>
                      <a:lnTo>
                        <a:pt x="0" y="310"/>
                      </a:lnTo>
                      <a:lnTo>
                        <a:pt x="0" y="292"/>
                      </a:lnTo>
                      <a:lnTo>
                        <a:pt x="0" y="292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>
                      <a:lumMod val="25000"/>
                      <a:lumOff val="75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Freeform 77"/>
                <p:cNvSpPr>
                  <a:spLocks/>
                </p:cNvSpPr>
                <p:nvPr/>
              </p:nvSpPr>
              <p:spPr bwMode="auto">
                <a:xfrm>
                  <a:off x="5189538" y="2252664"/>
                  <a:ext cx="180975" cy="112713"/>
                </a:xfrm>
                <a:custGeom>
                  <a:avLst/>
                  <a:gdLst/>
                  <a:ahLst/>
                  <a:cxnLst>
                    <a:cxn ang="0">
                      <a:pos x="35" y="53"/>
                    </a:cxn>
                    <a:cxn ang="0">
                      <a:pos x="18" y="62"/>
                    </a:cxn>
                    <a:cxn ang="0">
                      <a:pos x="9" y="71"/>
                    </a:cxn>
                    <a:cxn ang="0">
                      <a:pos x="18" y="62"/>
                    </a:cxn>
                    <a:cxn ang="0">
                      <a:pos x="0" y="62"/>
                    </a:cxn>
                    <a:cxn ang="0">
                      <a:pos x="0" y="62"/>
                    </a:cxn>
                    <a:cxn ang="0">
                      <a:pos x="0" y="62"/>
                    </a:cxn>
                    <a:cxn ang="0">
                      <a:pos x="9" y="53"/>
                    </a:cxn>
                    <a:cxn ang="0">
                      <a:pos x="18" y="44"/>
                    </a:cxn>
                    <a:cxn ang="0">
                      <a:pos x="18" y="44"/>
                    </a:cxn>
                    <a:cxn ang="0">
                      <a:pos x="18" y="44"/>
                    </a:cxn>
                    <a:cxn ang="0">
                      <a:pos x="18" y="35"/>
                    </a:cxn>
                    <a:cxn ang="0">
                      <a:pos x="26" y="35"/>
                    </a:cxn>
                    <a:cxn ang="0">
                      <a:pos x="26" y="35"/>
                    </a:cxn>
                    <a:cxn ang="0">
                      <a:pos x="35" y="27"/>
                    </a:cxn>
                    <a:cxn ang="0">
                      <a:pos x="44" y="27"/>
                    </a:cxn>
                    <a:cxn ang="0">
                      <a:pos x="44" y="27"/>
                    </a:cxn>
                    <a:cxn ang="0">
                      <a:pos x="53" y="27"/>
                    </a:cxn>
                    <a:cxn ang="0">
                      <a:pos x="70" y="18"/>
                    </a:cxn>
                    <a:cxn ang="0">
                      <a:pos x="79" y="18"/>
                    </a:cxn>
                    <a:cxn ang="0">
                      <a:pos x="88" y="0"/>
                    </a:cxn>
                    <a:cxn ang="0">
                      <a:pos x="88" y="9"/>
                    </a:cxn>
                    <a:cxn ang="0">
                      <a:pos x="88" y="9"/>
                    </a:cxn>
                    <a:cxn ang="0">
                      <a:pos x="79" y="18"/>
                    </a:cxn>
                    <a:cxn ang="0">
                      <a:pos x="79" y="18"/>
                    </a:cxn>
                    <a:cxn ang="0">
                      <a:pos x="79" y="18"/>
                    </a:cxn>
                    <a:cxn ang="0">
                      <a:pos x="88" y="18"/>
                    </a:cxn>
                    <a:cxn ang="0">
                      <a:pos x="88" y="9"/>
                    </a:cxn>
                    <a:cxn ang="0">
                      <a:pos x="97" y="9"/>
                    </a:cxn>
                    <a:cxn ang="0">
                      <a:pos x="106" y="0"/>
                    </a:cxn>
                    <a:cxn ang="0">
                      <a:pos x="106" y="9"/>
                    </a:cxn>
                    <a:cxn ang="0">
                      <a:pos x="106" y="0"/>
                    </a:cxn>
                    <a:cxn ang="0">
                      <a:pos x="114" y="0"/>
                    </a:cxn>
                    <a:cxn ang="0">
                      <a:pos x="106" y="9"/>
                    </a:cxn>
                    <a:cxn ang="0">
                      <a:pos x="106" y="9"/>
                    </a:cxn>
                    <a:cxn ang="0">
                      <a:pos x="88" y="18"/>
                    </a:cxn>
                    <a:cxn ang="0">
                      <a:pos x="88" y="18"/>
                    </a:cxn>
                    <a:cxn ang="0">
                      <a:pos x="88" y="27"/>
                    </a:cxn>
                    <a:cxn ang="0">
                      <a:pos x="79" y="35"/>
                    </a:cxn>
                    <a:cxn ang="0">
                      <a:pos x="70" y="35"/>
                    </a:cxn>
                    <a:cxn ang="0">
                      <a:pos x="62" y="35"/>
                    </a:cxn>
                    <a:cxn ang="0">
                      <a:pos x="62" y="35"/>
                    </a:cxn>
                    <a:cxn ang="0">
                      <a:pos x="53" y="44"/>
                    </a:cxn>
                    <a:cxn ang="0">
                      <a:pos x="44" y="44"/>
                    </a:cxn>
                    <a:cxn ang="0">
                      <a:pos x="35" y="53"/>
                    </a:cxn>
                    <a:cxn ang="0">
                      <a:pos x="35" y="53"/>
                    </a:cxn>
                  </a:cxnLst>
                  <a:rect l="0" t="0" r="r" b="b"/>
                  <a:pathLst>
                    <a:path w="114" h="71">
                      <a:moveTo>
                        <a:pt x="35" y="53"/>
                      </a:moveTo>
                      <a:lnTo>
                        <a:pt x="18" y="62"/>
                      </a:lnTo>
                      <a:lnTo>
                        <a:pt x="9" y="71"/>
                      </a:lnTo>
                      <a:lnTo>
                        <a:pt x="18" y="62"/>
                      </a:lnTo>
                      <a:lnTo>
                        <a:pt x="0" y="62"/>
                      </a:lnTo>
                      <a:lnTo>
                        <a:pt x="0" y="62"/>
                      </a:lnTo>
                      <a:lnTo>
                        <a:pt x="0" y="62"/>
                      </a:lnTo>
                      <a:lnTo>
                        <a:pt x="9" y="53"/>
                      </a:lnTo>
                      <a:lnTo>
                        <a:pt x="18" y="44"/>
                      </a:lnTo>
                      <a:lnTo>
                        <a:pt x="18" y="44"/>
                      </a:lnTo>
                      <a:lnTo>
                        <a:pt x="18" y="44"/>
                      </a:lnTo>
                      <a:lnTo>
                        <a:pt x="18" y="35"/>
                      </a:lnTo>
                      <a:lnTo>
                        <a:pt x="26" y="35"/>
                      </a:lnTo>
                      <a:lnTo>
                        <a:pt x="26" y="35"/>
                      </a:lnTo>
                      <a:lnTo>
                        <a:pt x="35" y="27"/>
                      </a:lnTo>
                      <a:lnTo>
                        <a:pt x="44" y="27"/>
                      </a:lnTo>
                      <a:lnTo>
                        <a:pt x="44" y="27"/>
                      </a:lnTo>
                      <a:lnTo>
                        <a:pt x="53" y="27"/>
                      </a:lnTo>
                      <a:lnTo>
                        <a:pt x="70" y="18"/>
                      </a:lnTo>
                      <a:lnTo>
                        <a:pt x="79" y="18"/>
                      </a:lnTo>
                      <a:lnTo>
                        <a:pt x="88" y="0"/>
                      </a:lnTo>
                      <a:lnTo>
                        <a:pt x="88" y="9"/>
                      </a:lnTo>
                      <a:lnTo>
                        <a:pt x="88" y="9"/>
                      </a:lnTo>
                      <a:lnTo>
                        <a:pt x="79" y="18"/>
                      </a:lnTo>
                      <a:lnTo>
                        <a:pt x="79" y="18"/>
                      </a:lnTo>
                      <a:lnTo>
                        <a:pt x="79" y="18"/>
                      </a:lnTo>
                      <a:lnTo>
                        <a:pt x="88" y="18"/>
                      </a:lnTo>
                      <a:lnTo>
                        <a:pt x="88" y="9"/>
                      </a:lnTo>
                      <a:lnTo>
                        <a:pt x="97" y="9"/>
                      </a:lnTo>
                      <a:lnTo>
                        <a:pt x="106" y="0"/>
                      </a:lnTo>
                      <a:lnTo>
                        <a:pt x="106" y="9"/>
                      </a:lnTo>
                      <a:lnTo>
                        <a:pt x="106" y="0"/>
                      </a:lnTo>
                      <a:lnTo>
                        <a:pt x="114" y="0"/>
                      </a:lnTo>
                      <a:lnTo>
                        <a:pt x="106" y="9"/>
                      </a:lnTo>
                      <a:lnTo>
                        <a:pt x="106" y="9"/>
                      </a:lnTo>
                      <a:lnTo>
                        <a:pt x="88" y="18"/>
                      </a:lnTo>
                      <a:lnTo>
                        <a:pt x="88" y="18"/>
                      </a:lnTo>
                      <a:lnTo>
                        <a:pt x="88" y="27"/>
                      </a:lnTo>
                      <a:lnTo>
                        <a:pt x="79" y="35"/>
                      </a:lnTo>
                      <a:lnTo>
                        <a:pt x="70" y="35"/>
                      </a:lnTo>
                      <a:lnTo>
                        <a:pt x="62" y="35"/>
                      </a:lnTo>
                      <a:lnTo>
                        <a:pt x="62" y="35"/>
                      </a:lnTo>
                      <a:lnTo>
                        <a:pt x="53" y="44"/>
                      </a:lnTo>
                      <a:lnTo>
                        <a:pt x="44" y="44"/>
                      </a:lnTo>
                      <a:lnTo>
                        <a:pt x="35" y="53"/>
                      </a:lnTo>
                      <a:lnTo>
                        <a:pt x="35" y="53"/>
                      </a:lnTo>
                      <a:close/>
                    </a:path>
                  </a:pathLst>
                </a:custGeom>
                <a:grpFill/>
                <a:ln w="9525">
                  <a:solidFill>
                    <a:schemeClr val="tx1">
                      <a:lumMod val="25000"/>
                      <a:lumOff val="75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9" name="Freeform 91"/>
              <p:cNvSpPr>
                <a:spLocks/>
              </p:cNvSpPr>
              <p:nvPr/>
            </p:nvSpPr>
            <p:spPr bwMode="auto">
              <a:xfrm>
                <a:off x="1614670" y="1654775"/>
                <a:ext cx="861328" cy="544702"/>
              </a:xfrm>
              <a:custGeom>
                <a:avLst/>
                <a:gdLst/>
                <a:ahLst/>
                <a:cxnLst>
                  <a:cxn ang="0">
                    <a:pos x="18" y="115"/>
                  </a:cxn>
                  <a:cxn ang="0">
                    <a:pos x="9" y="97"/>
                  </a:cxn>
                  <a:cxn ang="0">
                    <a:pos x="0" y="79"/>
                  </a:cxn>
                  <a:cxn ang="0">
                    <a:pos x="18" y="0"/>
                  </a:cxn>
                  <a:cxn ang="0">
                    <a:pos x="229" y="44"/>
                  </a:cxn>
                  <a:cxn ang="0">
                    <a:pos x="422" y="70"/>
                  </a:cxn>
                  <a:cxn ang="0">
                    <a:pos x="607" y="88"/>
                  </a:cxn>
                  <a:cxn ang="0">
                    <a:pos x="642" y="88"/>
                  </a:cxn>
                  <a:cxn ang="0">
                    <a:pos x="625" y="398"/>
                  </a:cxn>
                  <a:cxn ang="0">
                    <a:pos x="546" y="398"/>
                  </a:cxn>
                  <a:cxn ang="0">
                    <a:pos x="334" y="371"/>
                  </a:cxn>
                  <a:cxn ang="0">
                    <a:pos x="229" y="362"/>
                  </a:cxn>
                  <a:cxn ang="0">
                    <a:pos x="220" y="398"/>
                  </a:cxn>
                  <a:cxn ang="0">
                    <a:pos x="211" y="380"/>
                  </a:cxn>
                  <a:cxn ang="0">
                    <a:pos x="202" y="389"/>
                  </a:cxn>
                  <a:cxn ang="0">
                    <a:pos x="194" y="389"/>
                  </a:cxn>
                  <a:cxn ang="0">
                    <a:pos x="185" y="389"/>
                  </a:cxn>
                  <a:cxn ang="0">
                    <a:pos x="158" y="380"/>
                  </a:cxn>
                  <a:cxn ang="0">
                    <a:pos x="150" y="389"/>
                  </a:cxn>
                  <a:cxn ang="0">
                    <a:pos x="141" y="389"/>
                  </a:cxn>
                  <a:cxn ang="0">
                    <a:pos x="123" y="389"/>
                  </a:cxn>
                  <a:cxn ang="0">
                    <a:pos x="123" y="398"/>
                  </a:cxn>
                  <a:cxn ang="0">
                    <a:pos x="114" y="380"/>
                  </a:cxn>
                  <a:cxn ang="0">
                    <a:pos x="114" y="371"/>
                  </a:cxn>
                  <a:cxn ang="0">
                    <a:pos x="114" y="362"/>
                  </a:cxn>
                  <a:cxn ang="0">
                    <a:pos x="106" y="353"/>
                  </a:cxn>
                  <a:cxn ang="0">
                    <a:pos x="97" y="344"/>
                  </a:cxn>
                  <a:cxn ang="0">
                    <a:pos x="97" y="336"/>
                  </a:cxn>
                  <a:cxn ang="0">
                    <a:pos x="97" y="327"/>
                  </a:cxn>
                  <a:cxn ang="0">
                    <a:pos x="88" y="300"/>
                  </a:cxn>
                  <a:cxn ang="0">
                    <a:pos x="79" y="283"/>
                  </a:cxn>
                  <a:cxn ang="0">
                    <a:pos x="62" y="291"/>
                  </a:cxn>
                  <a:cxn ang="0">
                    <a:pos x="53" y="283"/>
                  </a:cxn>
                  <a:cxn ang="0">
                    <a:pos x="44" y="283"/>
                  </a:cxn>
                  <a:cxn ang="0">
                    <a:pos x="53" y="265"/>
                  </a:cxn>
                  <a:cxn ang="0">
                    <a:pos x="62" y="265"/>
                  </a:cxn>
                  <a:cxn ang="0">
                    <a:pos x="53" y="247"/>
                  </a:cxn>
                  <a:cxn ang="0">
                    <a:pos x="62" y="238"/>
                  </a:cxn>
                  <a:cxn ang="0">
                    <a:pos x="62" y="230"/>
                  </a:cxn>
                  <a:cxn ang="0">
                    <a:pos x="70" y="203"/>
                  </a:cxn>
                  <a:cxn ang="0">
                    <a:pos x="62" y="203"/>
                  </a:cxn>
                  <a:cxn ang="0">
                    <a:pos x="62" y="194"/>
                  </a:cxn>
                  <a:cxn ang="0">
                    <a:pos x="53" y="185"/>
                  </a:cxn>
                  <a:cxn ang="0">
                    <a:pos x="44" y="176"/>
                  </a:cxn>
                  <a:cxn ang="0">
                    <a:pos x="44" y="168"/>
                  </a:cxn>
                  <a:cxn ang="0">
                    <a:pos x="35" y="159"/>
                  </a:cxn>
                  <a:cxn ang="0">
                    <a:pos x="26" y="141"/>
                  </a:cxn>
                  <a:cxn ang="0">
                    <a:pos x="18" y="132"/>
                  </a:cxn>
                  <a:cxn ang="0">
                    <a:pos x="18" y="123"/>
                  </a:cxn>
                </a:cxnLst>
                <a:rect l="0" t="0" r="r" b="b"/>
                <a:pathLst>
                  <a:path w="642" h="406">
                    <a:moveTo>
                      <a:pt x="18" y="123"/>
                    </a:moveTo>
                    <a:lnTo>
                      <a:pt x="18" y="115"/>
                    </a:lnTo>
                    <a:lnTo>
                      <a:pt x="18" y="106"/>
                    </a:lnTo>
                    <a:lnTo>
                      <a:pt x="9" y="97"/>
                    </a:lnTo>
                    <a:lnTo>
                      <a:pt x="9" y="97"/>
                    </a:lnTo>
                    <a:lnTo>
                      <a:pt x="0" y="79"/>
                    </a:lnTo>
                    <a:lnTo>
                      <a:pt x="18" y="8"/>
                    </a:lnTo>
                    <a:lnTo>
                      <a:pt x="18" y="0"/>
                    </a:lnTo>
                    <a:lnTo>
                      <a:pt x="97" y="17"/>
                    </a:lnTo>
                    <a:lnTo>
                      <a:pt x="229" y="44"/>
                    </a:lnTo>
                    <a:lnTo>
                      <a:pt x="343" y="62"/>
                    </a:lnTo>
                    <a:lnTo>
                      <a:pt x="422" y="70"/>
                    </a:lnTo>
                    <a:lnTo>
                      <a:pt x="502" y="79"/>
                    </a:lnTo>
                    <a:lnTo>
                      <a:pt x="607" y="88"/>
                    </a:lnTo>
                    <a:lnTo>
                      <a:pt x="642" y="88"/>
                    </a:lnTo>
                    <a:lnTo>
                      <a:pt x="642" y="88"/>
                    </a:lnTo>
                    <a:lnTo>
                      <a:pt x="625" y="327"/>
                    </a:lnTo>
                    <a:lnTo>
                      <a:pt x="625" y="398"/>
                    </a:lnTo>
                    <a:lnTo>
                      <a:pt x="616" y="406"/>
                    </a:lnTo>
                    <a:lnTo>
                      <a:pt x="546" y="398"/>
                    </a:lnTo>
                    <a:lnTo>
                      <a:pt x="431" y="389"/>
                    </a:lnTo>
                    <a:lnTo>
                      <a:pt x="334" y="371"/>
                    </a:lnTo>
                    <a:lnTo>
                      <a:pt x="238" y="362"/>
                    </a:lnTo>
                    <a:lnTo>
                      <a:pt x="229" y="362"/>
                    </a:lnTo>
                    <a:lnTo>
                      <a:pt x="229" y="398"/>
                    </a:lnTo>
                    <a:lnTo>
                      <a:pt x="220" y="398"/>
                    </a:lnTo>
                    <a:lnTo>
                      <a:pt x="220" y="389"/>
                    </a:lnTo>
                    <a:lnTo>
                      <a:pt x="211" y="380"/>
                    </a:lnTo>
                    <a:lnTo>
                      <a:pt x="211" y="380"/>
                    </a:lnTo>
                    <a:lnTo>
                      <a:pt x="202" y="389"/>
                    </a:lnTo>
                    <a:lnTo>
                      <a:pt x="202" y="389"/>
                    </a:lnTo>
                    <a:lnTo>
                      <a:pt x="194" y="389"/>
                    </a:lnTo>
                    <a:lnTo>
                      <a:pt x="185" y="389"/>
                    </a:lnTo>
                    <a:lnTo>
                      <a:pt x="185" y="389"/>
                    </a:lnTo>
                    <a:lnTo>
                      <a:pt x="167" y="389"/>
                    </a:lnTo>
                    <a:lnTo>
                      <a:pt x="158" y="380"/>
                    </a:lnTo>
                    <a:lnTo>
                      <a:pt x="158" y="389"/>
                    </a:lnTo>
                    <a:lnTo>
                      <a:pt x="150" y="389"/>
                    </a:lnTo>
                    <a:lnTo>
                      <a:pt x="150" y="389"/>
                    </a:lnTo>
                    <a:lnTo>
                      <a:pt x="141" y="389"/>
                    </a:lnTo>
                    <a:lnTo>
                      <a:pt x="132" y="389"/>
                    </a:lnTo>
                    <a:lnTo>
                      <a:pt x="123" y="389"/>
                    </a:lnTo>
                    <a:lnTo>
                      <a:pt x="123" y="398"/>
                    </a:lnTo>
                    <a:lnTo>
                      <a:pt x="123" y="398"/>
                    </a:lnTo>
                    <a:lnTo>
                      <a:pt x="123" y="389"/>
                    </a:lnTo>
                    <a:lnTo>
                      <a:pt x="114" y="380"/>
                    </a:lnTo>
                    <a:lnTo>
                      <a:pt x="114" y="380"/>
                    </a:lnTo>
                    <a:lnTo>
                      <a:pt x="114" y="371"/>
                    </a:lnTo>
                    <a:lnTo>
                      <a:pt x="114" y="371"/>
                    </a:lnTo>
                    <a:lnTo>
                      <a:pt x="114" y="362"/>
                    </a:lnTo>
                    <a:lnTo>
                      <a:pt x="106" y="353"/>
                    </a:lnTo>
                    <a:lnTo>
                      <a:pt x="106" y="353"/>
                    </a:lnTo>
                    <a:lnTo>
                      <a:pt x="97" y="353"/>
                    </a:lnTo>
                    <a:lnTo>
                      <a:pt x="97" y="344"/>
                    </a:lnTo>
                    <a:lnTo>
                      <a:pt x="97" y="336"/>
                    </a:lnTo>
                    <a:lnTo>
                      <a:pt x="97" y="336"/>
                    </a:lnTo>
                    <a:lnTo>
                      <a:pt x="97" y="327"/>
                    </a:lnTo>
                    <a:lnTo>
                      <a:pt x="97" y="327"/>
                    </a:lnTo>
                    <a:lnTo>
                      <a:pt x="88" y="318"/>
                    </a:lnTo>
                    <a:lnTo>
                      <a:pt x="88" y="300"/>
                    </a:lnTo>
                    <a:lnTo>
                      <a:pt x="88" y="291"/>
                    </a:lnTo>
                    <a:lnTo>
                      <a:pt x="79" y="283"/>
                    </a:lnTo>
                    <a:lnTo>
                      <a:pt x="79" y="283"/>
                    </a:lnTo>
                    <a:lnTo>
                      <a:pt x="62" y="291"/>
                    </a:lnTo>
                    <a:lnTo>
                      <a:pt x="53" y="291"/>
                    </a:lnTo>
                    <a:lnTo>
                      <a:pt x="53" y="283"/>
                    </a:lnTo>
                    <a:lnTo>
                      <a:pt x="44" y="283"/>
                    </a:lnTo>
                    <a:lnTo>
                      <a:pt x="44" y="283"/>
                    </a:lnTo>
                    <a:lnTo>
                      <a:pt x="53" y="274"/>
                    </a:lnTo>
                    <a:lnTo>
                      <a:pt x="53" y="265"/>
                    </a:lnTo>
                    <a:lnTo>
                      <a:pt x="53" y="265"/>
                    </a:lnTo>
                    <a:lnTo>
                      <a:pt x="62" y="265"/>
                    </a:lnTo>
                    <a:lnTo>
                      <a:pt x="62" y="256"/>
                    </a:lnTo>
                    <a:lnTo>
                      <a:pt x="53" y="247"/>
                    </a:lnTo>
                    <a:lnTo>
                      <a:pt x="62" y="238"/>
                    </a:lnTo>
                    <a:lnTo>
                      <a:pt x="62" y="238"/>
                    </a:lnTo>
                    <a:lnTo>
                      <a:pt x="62" y="230"/>
                    </a:lnTo>
                    <a:lnTo>
                      <a:pt x="62" y="230"/>
                    </a:lnTo>
                    <a:lnTo>
                      <a:pt x="70" y="221"/>
                    </a:lnTo>
                    <a:lnTo>
                      <a:pt x="70" y="203"/>
                    </a:lnTo>
                    <a:lnTo>
                      <a:pt x="70" y="203"/>
                    </a:lnTo>
                    <a:lnTo>
                      <a:pt x="62" y="203"/>
                    </a:lnTo>
                    <a:lnTo>
                      <a:pt x="62" y="194"/>
                    </a:lnTo>
                    <a:lnTo>
                      <a:pt x="62" y="194"/>
                    </a:lnTo>
                    <a:lnTo>
                      <a:pt x="53" y="194"/>
                    </a:lnTo>
                    <a:lnTo>
                      <a:pt x="53" y="185"/>
                    </a:lnTo>
                    <a:lnTo>
                      <a:pt x="44" y="185"/>
                    </a:lnTo>
                    <a:lnTo>
                      <a:pt x="44" y="176"/>
                    </a:lnTo>
                    <a:lnTo>
                      <a:pt x="44" y="176"/>
                    </a:lnTo>
                    <a:lnTo>
                      <a:pt x="44" y="168"/>
                    </a:lnTo>
                    <a:lnTo>
                      <a:pt x="35" y="159"/>
                    </a:lnTo>
                    <a:lnTo>
                      <a:pt x="35" y="159"/>
                    </a:lnTo>
                    <a:lnTo>
                      <a:pt x="26" y="150"/>
                    </a:lnTo>
                    <a:lnTo>
                      <a:pt x="26" y="141"/>
                    </a:lnTo>
                    <a:lnTo>
                      <a:pt x="18" y="141"/>
                    </a:lnTo>
                    <a:lnTo>
                      <a:pt x="18" y="132"/>
                    </a:lnTo>
                    <a:lnTo>
                      <a:pt x="9" y="123"/>
                    </a:lnTo>
                    <a:lnTo>
                      <a:pt x="18" y="123"/>
                    </a:lnTo>
                    <a:lnTo>
                      <a:pt x="18" y="123"/>
                    </a:ln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Freeform 125"/>
              <p:cNvSpPr>
                <a:spLocks/>
              </p:cNvSpPr>
              <p:nvPr/>
            </p:nvSpPr>
            <p:spPr bwMode="auto">
              <a:xfrm>
                <a:off x="4872152" y="1654775"/>
                <a:ext cx="307234" cy="485671"/>
              </a:xfrm>
              <a:custGeom>
                <a:avLst/>
                <a:gdLst/>
                <a:ahLst/>
                <a:cxnLst>
                  <a:cxn ang="0">
                    <a:pos x="9" y="194"/>
                  </a:cxn>
                  <a:cxn ang="0">
                    <a:pos x="18" y="185"/>
                  </a:cxn>
                  <a:cxn ang="0">
                    <a:pos x="18" y="176"/>
                  </a:cxn>
                  <a:cxn ang="0">
                    <a:pos x="18" y="168"/>
                  </a:cxn>
                  <a:cxn ang="0">
                    <a:pos x="36" y="141"/>
                  </a:cxn>
                  <a:cxn ang="0">
                    <a:pos x="27" y="123"/>
                  </a:cxn>
                  <a:cxn ang="0">
                    <a:pos x="27" y="79"/>
                  </a:cxn>
                  <a:cxn ang="0">
                    <a:pos x="62" y="8"/>
                  </a:cxn>
                  <a:cxn ang="0">
                    <a:pos x="80" y="26"/>
                  </a:cxn>
                  <a:cxn ang="0">
                    <a:pos x="88" y="8"/>
                  </a:cxn>
                  <a:cxn ang="0">
                    <a:pos x="106" y="0"/>
                  </a:cxn>
                  <a:cxn ang="0">
                    <a:pos x="132" y="17"/>
                  </a:cxn>
                  <a:cxn ang="0">
                    <a:pos x="168" y="97"/>
                  </a:cxn>
                  <a:cxn ang="0">
                    <a:pos x="168" y="115"/>
                  </a:cxn>
                  <a:cxn ang="0">
                    <a:pos x="176" y="123"/>
                  </a:cxn>
                  <a:cxn ang="0">
                    <a:pos x="194" y="123"/>
                  </a:cxn>
                  <a:cxn ang="0">
                    <a:pos x="194" y="141"/>
                  </a:cxn>
                  <a:cxn ang="0">
                    <a:pos x="203" y="150"/>
                  </a:cxn>
                  <a:cxn ang="0">
                    <a:pos x="212" y="150"/>
                  </a:cxn>
                  <a:cxn ang="0">
                    <a:pos x="229" y="159"/>
                  </a:cxn>
                  <a:cxn ang="0">
                    <a:pos x="229" y="168"/>
                  </a:cxn>
                  <a:cxn ang="0">
                    <a:pos x="229" y="176"/>
                  </a:cxn>
                  <a:cxn ang="0">
                    <a:pos x="212" y="185"/>
                  </a:cxn>
                  <a:cxn ang="0">
                    <a:pos x="212" y="194"/>
                  </a:cxn>
                  <a:cxn ang="0">
                    <a:pos x="212" y="203"/>
                  </a:cxn>
                  <a:cxn ang="0">
                    <a:pos x="203" y="203"/>
                  </a:cxn>
                  <a:cxn ang="0">
                    <a:pos x="194" y="212"/>
                  </a:cxn>
                  <a:cxn ang="0">
                    <a:pos x="194" y="221"/>
                  </a:cxn>
                  <a:cxn ang="0">
                    <a:pos x="185" y="221"/>
                  </a:cxn>
                  <a:cxn ang="0">
                    <a:pos x="168" y="212"/>
                  </a:cxn>
                  <a:cxn ang="0">
                    <a:pos x="159" y="221"/>
                  </a:cxn>
                  <a:cxn ang="0">
                    <a:pos x="159" y="238"/>
                  </a:cxn>
                  <a:cxn ang="0">
                    <a:pos x="150" y="238"/>
                  </a:cxn>
                  <a:cxn ang="0">
                    <a:pos x="141" y="230"/>
                  </a:cxn>
                  <a:cxn ang="0">
                    <a:pos x="141" y="230"/>
                  </a:cxn>
                  <a:cxn ang="0">
                    <a:pos x="141" y="247"/>
                  </a:cxn>
                  <a:cxn ang="0">
                    <a:pos x="132" y="256"/>
                  </a:cxn>
                  <a:cxn ang="0">
                    <a:pos x="132" y="274"/>
                  </a:cxn>
                  <a:cxn ang="0">
                    <a:pos x="124" y="274"/>
                  </a:cxn>
                  <a:cxn ang="0">
                    <a:pos x="115" y="283"/>
                  </a:cxn>
                  <a:cxn ang="0">
                    <a:pos x="115" y="274"/>
                  </a:cxn>
                  <a:cxn ang="0">
                    <a:pos x="106" y="291"/>
                  </a:cxn>
                  <a:cxn ang="0">
                    <a:pos x="106" y="283"/>
                  </a:cxn>
                  <a:cxn ang="0">
                    <a:pos x="106" y="291"/>
                  </a:cxn>
                  <a:cxn ang="0">
                    <a:pos x="97" y="283"/>
                  </a:cxn>
                  <a:cxn ang="0">
                    <a:pos x="106" y="300"/>
                  </a:cxn>
                  <a:cxn ang="0">
                    <a:pos x="97" y="291"/>
                  </a:cxn>
                  <a:cxn ang="0">
                    <a:pos x="97" y="300"/>
                  </a:cxn>
                  <a:cxn ang="0">
                    <a:pos x="88" y="300"/>
                  </a:cxn>
                  <a:cxn ang="0">
                    <a:pos x="88" y="318"/>
                  </a:cxn>
                  <a:cxn ang="0">
                    <a:pos x="80" y="336"/>
                  </a:cxn>
                  <a:cxn ang="0">
                    <a:pos x="80" y="353"/>
                  </a:cxn>
                  <a:cxn ang="0">
                    <a:pos x="71" y="362"/>
                  </a:cxn>
                  <a:cxn ang="0">
                    <a:pos x="53" y="353"/>
                  </a:cxn>
                  <a:cxn ang="0">
                    <a:pos x="44" y="336"/>
                  </a:cxn>
                  <a:cxn ang="0">
                    <a:pos x="0" y="203"/>
                  </a:cxn>
                </a:cxnLst>
                <a:rect l="0" t="0" r="r" b="b"/>
                <a:pathLst>
                  <a:path w="229" h="362">
                    <a:moveTo>
                      <a:pt x="0" y="203"/>
                    </a:moveTo>
                    <a:lnTo>
                      <a:pt x="9" y="194"/>
                    </a:lnTo>
                    <a:lnTo>
                      <a:pt x="9" y="194"/>
                    </a:lnTo>
                    <a:lnTo>
                      <a:pt x="18" y="194"/>
                    </a:lnTo>
                    <a:lnTo>
                      <a:pt x="18" y="194"/>
                    </a:lnTo>
                    <a:lnTo>
                      <a:pt x="18" y="185"/>
                    </a:lnTo>
                    <a:lnTo>
                      <a:pt x="18" y="185"/>
                    </a:lnTo>
                    <a:lnTo>
                      <a:pt x="27" y="185"/>
                    </a:lnTo>
                    <a:lnTo>
                      <a:pt x="18" y="176"/>
                    </a:lnTo>
                    <a:lnTo>
                      <a:pt x="18" y="176"/>
                    </a:lnTo>
                    <a:lnTo>
                      <a:pt x="18" y="168"/>
                    </a:lnTo>
                    <a:lnTo>
                      <a:pt x="18" y="168"/>
                    </a:lnTo>
                    <a:lnTo>
                      <a:pt x="27" y="159"/>
                    </a:lnTo>
                    <a:lnTo>
                      <a:pt x="27" y="150"/>
                    </a:lnTo>
                    <a:lnTo>
                      <a:pt x="36" y="141"/>
                    </a:lnTo>
                    <a:lnTo>
                      <a:pt x="27" y="132"/>
                    </a:lnTo>
                    <a:lnTo>
                      <a:pt x="27" y="123"/>
                    </a:lnTo>
                    <a:lnTo>
                      <a:pt x="27" y="123"/>
                    </a:lnTo>
                    <a:lnTo>
                      <a:pt x="27" y="106"/>
                    </a:lnTo>
                    <a:lnTo>
                      <a:pt x="36" y="97"/>
                    </a:lnTo>
                    <a:lnTo>
                      <a:pt x="27" y="79"/>
                    </a:lnTo>
                    <a:lnTo>
                      <a:pt x="53" y="8"/>
                    </a:lnTo>
                    <a:lnTo>
                      <a:pt x="62" y="8"/>
                    </a:lnTo>
                    <a:lnTo>
                      <a:pt x="62" y="8"/>
                    </a:lnTo>
                    <a:lnTo>
                      <a:pt x="62" y="17"/>
                    </a:lnTo>
                    <a:lnTo>
                      <a:pt x="71" y="26"/>
                    </a:lnTo>
                    <a:lnTo>
                      <a:pt x="80" y="26"/>
                    </a:lnTo>
                    <a:lnTo>
                      <a:pt x="80" y="17"/>
                    </a:lnTo>
                    <a:lnTo>
                      <a:pt x="88" y="17"/>
                    </a:lnTo>
                    <a:lnTo>
                      <a:pt x="88" y="8"/>
                    </a:lnTo>
                    <a:lnTo>
                      <a:pt x="97" y="8"/>
                    </a:lnTo>
                    <a:lnTo>
                      <a:pt x="97" y="0"/>
                    </a:lnTo>
                    <a:lnTo>
                      <a:pt x="106" y="0"/>
                    </a:lnTo>
                    <a:lnTo>
                      <a:pt x="115" y="0"/>
                    </a:lnTo>
                    <a:lnTo>
                      <a:pt x="124" y="8"/>
                    </a:lnTo>
                    <a:lnTo>
                      <a:pt x="132" y="17"/>
                    </a:lnTo>
                    <a:lnTo>
                      <a:pt x="132" y="17"/>
                    </a:lnTo>
                    <a:lnTo>
                      <a:pt x="159" y="79"/>
                    </a:lnTo>
                    <a:lnTo>
                      <a:pt x="168" y="97"/>
                    </a:lnTo>
                    <a:lnTo>
                      <a:pt x="168" y="106"/>
                    </a:lnTo>
                    <a:lnTo>
                      <a:pt x="168" y="106"/>
                    </a:lnTo>
                    <a:lnTo>
                      <a:pt x="168" y="115"/>
                    </a:lnTo>
                    <a:lnTo>
                      <a:pt x="168" y="115"/>
                    </a:lnTo>
                    <a:lnTo>
                      <a:pt x="176" y="115"/>
                    </a:lnTo>
                    <a:lnTo>
                      <a:pt x="176" y="123"/>
                    </a:lnTo>
                    <a:lnTo>
                      <a:pt x="185" y="123"/>
                    </a:lnTo>
                    <a:lnTo>
                      <a:pt x="185" y="123"/>
                    </a:lnTo>
                    <a:lnTo>
                      <a:pt x="194" y="123"/>
                    </a:lnTo>
                    <a:lnTo>
                      <a:pt x="194" y="123"/>
                    </a:lnTo>
                    <a:lnTo>
                      <a:pt x="194" y="132"/>
                    </a:lnTo>
                    <a:lnTo>
                      <a:pt x="194" y="141"/>
                    </a:lnTo>
                    <a:lnTo>
                      <a:pt x="194" y="141"/>
                    </a:lnTo>
                    <a:lnTo>
                      <a:pt x="203" y="150"/>
                    </a:lnTo>
                    <a:lnTo>
                      <a:pt x="203" y="150"/>
                    </a:lnTo>
                    <a:lnTo>
                      <a:pt x="212" y="150"/>
                    </a:lnTo>
                    <a:lnTo>
                      <a:pt x="212" y="150"/>
                    </a:lnTo>
                    <a:lnTo>
                      <a:pt x="212" y="150"/>
                    </a:lnTo>
                    <a:lnTo>
                      <a:pt x="220" y="150"/>
                    </a:lnTo>
                    <a:lnTo>
                      <a:pt x="220" y="150"/>
                    </a:lnTo>
                    <a:lnTo>
                      <a:pt x="229" y="159"/>
                    </a:lnTo>
                    <a:lnTo>
                      <a:pt x="220" y="168"/>
                    </a:lnTo>
                    <a:lnTo>
                      <a:pt x="220" y="176"/>
                    </a:lnTo>
                    <a:lnTo>
                      <a:pt x="229" y="168"/>
                    </a:lnTo>
                    <a:lnTo>
                      <a:pt x="229" y="168"/>
                    </a:lnTo>
                    <a:lnTo>
                      <a:pt x="229" y="168"/>
                    </a:lnTo>
                    <a:lnTo>
                      <a:pt x="229" y="176"/>
                    </a:lnTo>
                    <a:lnTo>
                      <a:pt x="229" y="185"/>
                    </a:lnTo>
                    <a:lnTo>
                      <a:pt x="220" y="185"/>
                    </a:lnTo>
                    <a:lnTo>
                      <a:pt x="212" y="185"/>
                    </a:lnTo>
                    <a:lnTo>
                      <a:pt x="220" y="194"/>
                    </a:lnTo>
                    <a:lnTo>
                      <a:pt x="212" y="194"/>
                    </a:lnTo>
                    <a:lnTo>
                      <a:pt x="212" y="194"/>
                    </a:lnTo>
                    <a:lnTo>
                      <a:pt x="212" y="194"/>
                    </a:lnTo>
                    <a:lnTo>
                      <a:pt x="212" y="194"/>
                    </a:lnTo>
                    <a:lnTo>
                      <a:pt x="212" y="203"/>
                    </a:lnTo>
                    <a:lnTo>
                      <a:pt x="203" y="203"/>
                    </a:lnTo>
                    <a:lnTo>
                      <a:pt x="203" y="203"/>
                    </a:lnTo>
                    <a:lnTo>
                      <a:pt x="203" y="203"/>
                    </a:lnTo>
                    <a:lnTo>
                      <a:pt x="194" y="203"/>
                    </a:lnTo>
                    <a:lnTo>
                      <a:pt x="194" y="203"/>
                    </a:lnTo>
                    <a:lnTo>
                      <a:pt x="194" y="212"/>
                    </a:lnTo>
                    <a:lnTo>
                      <a:pt x="194" y="221"/>
                    </a:lnTo>
                    <a:lnTo>
                      <a:pt x="194" y="212"/>
                    </a:lnTo>
                    <a:lnTo>
                      <a:pt x="194" y="221"/>
                    </a:lnTo>
                    <a:lnTo>
                      <a:pt x="185" y="212"/>
                    </a:lnTo>
                    <a:lnTo>
                      <a:pt x="185" y="212"/>
                    </a:lnTo>
                    <a:lnTo>
                      <a:pt x="185" y="221"/>
                    </a:lnTo>
                    <a:lnTo>
                      <a:pt x="185" y="221"/>
                    </a:lnTo>
                    <a:lnTo>
                      <a:pt x="185" y="221"/>
                    </a:lnTo>
                    <a:lnTo>
                      <a:pt x="168" y="212"/>
                    </a:lnTo>
                    <a:lnTo>
                      <a:pt x="168" y="221"/>
                    </a:lnTo>
                    <a:lnTo>
                      <a:pt x="168" y="221"/>
                    </a:lnTo>
                    <a:lnTo>
                      <a:pt x="159" y="221"/>
                    </a:lnTo>
                    <a:lnTo>
                      <a:pt x="159" y="221"/>
                    </a:lnTo>
                    <a:lnTo>
                      <a:pt x="159" y="230"/>
                    </a:lnTo>
                    <a:lnTo>
                      <a:pt x="159" y="238"/>
                    </a:lnTo>
                    <a:lnTo>
                      <a:pt x="168" y="238"/>
                    </a:lnTo>
                    <a:lnTo>
                      <a:pt x="159" y="238"/>
                    </a:lnTo>
                    <a:lnTo>
                      <a:pt x="150" y="238"/>
                    </a:lnTo>
                    <a:lnTo>
                      <a:pt x="150" y="238"/>
                    </a:lnTo>
                    <a:lnTo>
                      <a:pt x="150" y="230"/>
                    </a:lnTo>
                    <a:lnTo>
                      <a:pt x="141" y="230"/>
                    </a:lnTo>
                    <a:lnTo>
                      <a:pt x="141" y="221"/>
                    </a:lnTo>
                    <a:lnTo>
                      <a:pt x="141" y="221"/>
                    </a:lnTo>
                    <a:lnTo>
                      <a:pt x="141" y="230"/>
                    </a:lnTo>
                    <a:lnTo>
                      <a:pt x="132" y="230"/>
                    </a:lnTo>
                    <a:lnTo>
                      <a:pt x="141" y="238"/>
                    </a:lnTo>
                    <a:lnTo>
                      <a:pt x="141" y="247"/>
                    </a:lnTo>
                    <a:lnTo>
                      <a:pt x="132" y="247"/>
                    </a:lnTo>
                    <a:lnTo>
                      <a:pt x="141" y="256"/>
                    </a:lnTo>
                    <a:lnTo>
                      <a:pt x="132" y="256"/>
                    </a:lnTo>
                    <a:lnTo>
                      <a:pt x="141" y="265"/>
                    </a:lnTo>
                    <a:lnTo>
                      <a:pt x="132" y="265"/>
                    </a:lnTo>
                    <a:lnTo>
                      <a:pt x="132" y="274"/>
                    </a:lnTo>
                    <a:lnTo>
                      <a:pt x="124" y="274"/>
                    </a:lnTo>
                    <a:lnTo>
                      <a:pt x="124" y="274"/>
                    </a:lnTo>
                    <a:lnTo>
                      <a:pt x="124" y="274"/>
                    </a:lnTo>
                    <a:lnTo>
                      <a:pt x="124" y="283"/>
                    </a:lnTo>
                    <a:lnTo>
                      <a:pt x="124" y="283"/>
                    </a:lnTo>
                    <a:lnTo>
                      <a:pt x="115" y="283"/>
                    </a:lnTo>
                    <a:lnTo>
                      <a:pt x="115" y="283"/>
                    </a:lnTo>
                    <a:lnTo>
                      <a:pt x="115" y="274"/>
                    </a:lnTo>
                    <a:lnTo>
                      <a:pt x="115" y="274"/>
                    </a:lnTo>
                    <a:lnTo>
                      <a:pt x="115" y="283"/>
                    </a:lnTo>
                    <a:lnTo>
                      <a:pt x="115" y="291"/>
                    </a:lnTo>
                    <a:lnTo>
                      <a:pt x="106" y="291"/>
                    </a:lnTo>
                    <a:lnTo>
                      <a:pt x="115" y="283"/>
                    </a:lnTo>
                    <a:lnTo>
                      <a:pt x="106" y="274"/>
                    </a:lnTo>
                    <a:lnTo>
                      <a:pt x="106" y="283"/>
                    </a:lnTo>
                    <a:lnTo>
                      <a:pt x="106" y="283"/>
                    </a:lnTo>
                    <a:lnTo>
                      <a:pt x="106" y="291"/>
                    </a:lnTo>
                    <a:lnTo>
                      <a:pt x="106" y="291"/>
                    </a:lnTo>
                    <a:lnTo>
                      <a:pt x="97" y="283"/>
                    </a:lnTo>
                    <a:lnTo>
                      <a:pt x="97" y="274"/>
                    </a:lnTo>
                    <a:lnTo>
                      <a:pt x="97" y="283"/>
                    </a:lnTo>
                    <a:lnTo>
                      <a:pt x="97" y="283"/>
                    </a:lnTo>
                    <a:lnTo>
                      <a:pt x="97" y="283"/>
                    </a:lnTo>
                    <a:lnTo>
                      <a:pt x="106" y="300"/>
                    </a:lnTo>
                    <a:lnTo>
                      <a:pt x="106" y="300"/>
                    </a:lnTo>
                    <a:lnTo>
                      <a:pt x="97" y="291"/>
                    </a:lnTo>
                    <a:lnTo>
                      <a:pt x="97" y="291"/>
                    </a:lnTo>
                    <a:lnTo>
                      <a:pt x="97" y="300"/>
                    </a:lnTo>
                    <a:lnTo>
                      <a:pt x="97" y="300"/>
                    </a:lnTo>
                    <a:lnTo>
                      <a:pt x="97" y="300"/>
                    </a:lnTo>
                    <a:lnTo>
                      <a:pt x="97" y="300"/>
                    </a:lnTo>
                    <a:lnTo>
                      <a:pt x="88" y="291"/>
                    </a:lnTo>
                    <a:lnTo>
                      <a:pt x="88" y="300"/>
                    </a:lnTo>
                    <a:lnTo>
                      <a:pt x="80" y="309"/>
                    </a:lnTo>
                    <a:lnTo>
                      <a:pt x="80" y="318"/>
                    </a:lnTo>
                    <a:lnTo>
                      <a:pt x="88" y="318"/>
                    </a:lnTo>
                    <a:lnTo>
                      <a:pt x="80" y="327"/>
                    </a:lnTo>
                    <a:lnTo>
                      <a:pt x="80" y="327"/>
                    </a:lnTo>
                    <a:lnTo>
                      <a:pt x="80" y="336"/>
                    </a:lnTo>
                    <a:lnTo>
                      <a:pt x="71" y="344"/>
                    </a:lnTo>
                    <a:lnTo>
                      <a:pt x="71" y="353"/>
                    </a:lnTo>
                    <a:lnTo>
                      <a:pt x="80" y="353"/>
                    </a:lnTo>
                    <a:lnTo>
                      <a:pt x="71" y="362"/>
                    </a:lnTo>
                    <a:lnTo>
                      <a:pt x="71" y="362"/>
                    </a:lnTo>
                    <a:lnTo>
                      <a:pt x="71" y="362"/>
                    </a:lnTo>
                    <a:lnTo>
                      <a:pt x="62" y="362"/>
                    </a:lnTo>
                    <a:lnTo>
                      <a:pt x="62" y="353"/>
                    </a:lnTo>
                    <a:lnTo>
                      <a:pt x="53" y="353"/>
                    </a:lnTo>
                    <a:lnTo>
                      <a:pt x="53" y="344"/>
                    </a:lnTo>
                    <a:lnTo>
                      <a:pt x="44" y="344"/>
                    </a:lnTo>
                    <a:lnTo>
                      <a:pt x="44" y="336"/>
                    </a:lnTo>
                    <a:lnTo>
                      <a:pt x="44" y="336"/>
                    </a:lnTo>
                    <a:lnTo>
                      <a:pt x="44" y="318"/>
                    </a:lnTo>
                    <a:lnTo>
                      <a:pt x="0" y="203"/>
                    </a:lnTo>
                    <a:lnTo>
                      <a:pt x="0" y="203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135"/>
              <p:cNvSpPr>
                <a:spLocks/>
              </p:cNvSpPr>
              <p:nvPr/>
            </p:nvSpPr>
            <p:spPr bwMode="auto">
              <a:xfrm>
                <a:off x="2995209" y="2365839"/>
                <a:ext cx="508479" cy="332725"/>
              </a:xfrm>
              <a:custGeom>
                <a:avLst/>
                <a:gdLst/>
                <a:ahLst/>
                <a:cxnLst>
                  <a:cxn ang="0">
                    <a:pos x="9" y="71"/>
                  </a:cxn>
                  <a:cxn ang="0">
                    <a:pos x="0" y="62"/>
                  </a:cxn>
                  <a:cxn ang="0">
                    <a:pos x="9" y="62"/>
                  </a:cxn>
                  <a:cxn ang="0">
                    <a:pos x="9" y="44"/>
                  </a:cxn>
                  <a:cxn ang="0">
                    <a:pos x="9" y="36"/>
                  </a:cxn>
                  <a:cxn ang="0">
                    <a:pos x="9" y="27"/>
                  </a:cxn>
                  <a:cxn ang="0">
                    <a:pos x="9" y="18"/>
                  </a:cxn>
                  <a:cxn ang="0">
                    <a:pos x="0" y="9"/>
                  </a:cxn>
                  <a:cxn ang="0">
                    <a:pos x="71" y="9"/>
                  </a:cxn>
                  <a:cxn ang="0">
                    <a:pos x="256" y="0"/>
                  </a:cxn>
                  <a:cxn ang="0">
                    <a:pos x="308" y="0"/>
                  </a:cxn>
                  <a:cxn ang="0">
                    <a:pos x="317" y="9"/>
                  </a:cxn>
                  <a:cxn ang="0">
                    <a:pos x="317" y="18"/>
                  </a:cxn>
                  <a:cxn ang="0">
                    <a:pos x="317" y="36"/>
                  </a:cxn>
                  <a:cxn ang="0">
                    <a:pos x="317" y="44"/>
                  </a:cxn>
                  <a:cxn ang="0">
                    <a:pos x="326" y="53"/>
                  </a:cxn>
                  <a:cxn ang="0">
                    <a:pos x="344" y="62"/>
                  </a:cxn>
                  <a:cxn ang="0">
                    <a:pos x="352" y="71"/>
                  </a:cxn>
                  <a:cxn ang="0">
                    <a:pos x="361" y="89"/>
                  </a:cxn>
                  <a:cxn ang="0">
                    <a:pos x="370" y="97"/>
                  </a:cxn>
                  <a:cxn ang="0">
                    <a:pos x="379" y="106"/>
                  </a:cxn>
                  <a:cxn ang="0">
                    <a:pos x="379" y="124"/>
                  </a:cxn>
                  <a:cxn ang="0">
                    <a:pos x="370" y="142"/>
                  </a:cxn>
                  <a:cxn ang="0">
                    <a:pos x="352" y="150"/>
                  </a:cxn>
                  <a:cxn ang="0">
                    <a:pos x="335" y="159"/>
                  </a:cxn>
                  <a:cxn ang="0">
                    <a:pos x="326" y="177"/>
                  </a:cxn>
                  <a:cxn ang="0">
                    <a:pos x="335" y="195"/>
                  </a:cxn>
                  <a:cxn ang="0">
                    <a:pos x="326" y="212"/>
                  </a:cxn>
                  <a:cxn ang="0">
                    <a:pos x="326" y="221"/>
                  </a:cxn>
                  <a:cxn ang="0">
                    <a:pos x="317" y="230"/>
                  </a:cxn>
                  <a:cxn ang="0">
                    <a:pos x="317" y="239"/>
                  </a:cxn>
                  <a:cxn ang="0">
                    <a:pos x="308" y="248"/>
                  </a:cxn>
                  <a:cxn ang="0">
                    <a:pos x="300" y="230"/>
                  </a:cxn>
                  <a:cxn ang="0">
                    <a:pos x="256" y="230"/>
                  </a:cxn>
                  <a:cxn ang="0">
                    <a:pos x="124" y="239"/>
                  </a:cxn>
                  <a:cxn ang="0">
                    <a:pos x="53" y="230"/>
                  </a:cxn>
                  <a:cxn ang="0">
                    <a:pos x="53" y="212"/>
                  </a:cxn>
                  <a:cxn ang="0">
                    <a:pos x="44" y="195"/>
                  </a:cxn>
                  <a:cxn ang="0">
                    <a:pos x="44" y="186"/>
                  </a:cxn>
                  <a:cxn ang="0">
                    <a:pos x="44" y="177"/>
                  </a:cxn>
                  <a:cxn ang="0">
                    <a:pos x="44" y="168"/>
                  </a:cxn>
                  <a:cxn ang="0">
                    <a:pos x="36" y="159"/>
                  </a:cxn>
                  <a:cxn ang="0">
                    <a:pos x="36" y="150"/>
                  </a:cxn>
                  <a:cxn ang="0">
                    <a:pos x="36" y="142"/>
                  </a:cxn>
                  <a:cxn ang="0">
                    <a:pos x="36" y="133"/>
                  </a:cxn>
                  <a:cxn ang="0">
                    <a:pos x="27" y="124"/>
                  </a:cxn>
                  <a:cxn ang="0">
                    <a:pos x="18" y="106"/>
                  </a:cxn>
                  <a:cxn ang="0">
                    <a:pos x="18" y="97"/>
                  </a:cxn>
                  <a:cxn ang="0">
                    <a:pos x="18" y="89"/>
                  </a:cxn>
                  <a:cxn ang="0">
                    <a:pos x="9" y="89"/>
                  </a:cxn>
                </a:cxnLst>
                <a:rect l="0" t="0" r="r" b="b"/>
                <a:pathLst>
                  <a:path w="379" h="248">
                    <a:moveTo>
                      <a:pt x="9" y="89"/>
                    </a:moveTo>
                    <a:lnTo>
                      <a:pt x="9" y="71"/>
                    </a:lnTo>
                    <a:lnTo>
                      <a:pt x="0" y="71"/>
                    </a:lnTo>
                    <a:lnTo>
                      <a:pt x="0" y="62"/>
                    </a:lnTo>
                    <a:lnTo>
                      <a:pt x="9" y="62"/>
                    </a:lnTo>
                    <a:lnTo>
                      <a:pt x="9" y="62"/>
                    </a:lnTo>
                    <a:lnTo>
                      <a:pt x="9" y="53"/>
                    </a:lnTo>
                    <a:lnTo>
                      <a:pt x="9" y="44"/>
                    </a:lnTo>
                    <a:lnTo>
                      <a:pt x="9" y="36"/>
                    </a:lnTo>
                    <a:lnTo>
                      <a:pt x="9" y="36"/>
                    </a:lnTo>
                    <a:lnTo>
                      <a:pt x="9" y="27"/>
                    </a:lnTo>
                    <a:lnTo>
                      <a:pt x="9" y="27"/>
                    </a:lnTo>
                    <a:lnTo>
                      <a:pt x="9" y="27"/>
                    </a:lnTo>
                    <a:lnTo>
                      <a:pt x="9" y="18"/>
                    </a:lnTo>
                    <a:lnTo>
                      <a:pt x="9" y="9"/>
                    </a:lnTo>
                    <a:lnTo>
                      <a:pt x="0" y="9"/>
                    </a:lnTo>
                    <a:lnTo>
                      <a:pt x="9" y="9"/>
                    </a:lnTo>
                    <a:lnTo>
                      <a:pt x="71" y="9"/>
                    </a:lnTo>
                    <a:lnTo>
                      <a:pt x="168" y="0"/>
                    </a:lnTo>
                    <a:lnTo>
                      <a:pt x="256" y="0"/>
                    </a:lnTo>
                    <a:lnTo>
                      <a:pt x="308" y="0"/>
                    </a:lnTo>
                    <a:lnTo>
                      <a:pt x="308" y="0"/>
                    </a:lnTo>
                    <a:lnTo>
                      <a:pt x="308" y="0"/>
                    </a:lnTo>
                    <a:lnTo>
                      <a:pt x="317" y="9"/>
                    </a:lnTo>
                    <a:lnTo>
                      <a:pt x="317" y="9"/>
                    </a:lnTo>
                    <a:lnTo>
                      <a:pt x="317" y="18"/>
                    </a:lnTo>
                    <a:lnTo>
                      <a:pt x="317" y="27"/>
                    </a:lnTo>
                    <a:lnTo>
                      <a:pt x="317" y="36"/>
                    </a:lnTo>
                    <a:lnTo>
                      <a:pt x="317" y="44"/>
                    </a:lnTo>
                    <a:lnTo>
                      <a:pt x="317" y="44"/>
                    </a:lnTo>
                    <a:lnTo>
                      <a:pt x="326" y="53"/>
                    </a:lnTo>
                    <a:lnTo>
                      <a:pt x="326" y="53"/>
                    </a:lnTo>
                    <a:lnTo>
                      <a:pt x="326" y="62"/>
                    </a:lnTo>
                    <a:lnTo>
                      <a:pt x="344" y="62"/>
                    </a:lnTo>
                    <a:lnTo>
                      <a:pt x="352" y="71"/>
                    </a:lnTo>
                    <a:lnTo>
                      <a:pt x="352" y="71"/>
                    </a:lnTo>
                    <a:lnTo>
                      <a:pt x="352" y="80"/>
                    </a:lnTo>
                    <a:lnTo>
                      <a:pt x="361" y="89"/>
                    </a:lnTo>
                    <a:lnTo>
                      <a:pt x="361" y="89"/>
                    </a:lnTo>
                    <a:lnTo>
                      <a:pt x="370" y="97"/>
                    </a:lnTo>
                    <a:lnTo>
                      <a:pt x="370" y="97"/>
                    </a:lnTo>
                    <a:lnTo>
                      <a:pt x="379" y="106"/>
                    </a:lnTo>
                    <a:lnTo>
                      <a:pt x="379" y="106"/>
                    </a:lnTo>
                    <a:lnTo>
                      <a:pt x="379" y="124"/>
                    </a:lnTo>
                    <a:lnTo>
                      <a:pt x="370" y="133"/>
                    </a:lnTo>
                    <a:lnTo>
                      <a:pt x="370" y="142"/>
                    </a:lnTo>
                    <a:lnTo>
                      <a:pt x="370" y="150"/>
                    </a:lnTo>
                    <a:lnTo>
                      <a:pt x="352" y="150"/>
                    </a:lnTo>
                    <a:lnTo>
                      <a:pt x="352" y="159"/>
                    </a:lnTo>
                    <a:lnTo>
                      <a:pt x="335" y="159"/>
                    </a:lnTo>
                    <a:lnTo>
                      <a:pt x="326" y="168"/>
                    </a:lnTo>
                    <a:lnTo>
                      <a:pt x="326" y="177"/>
                    </a:lnTo>
                    <a:lnTo>
                      <a:pt x="335" y="186"/>
                    </a:lnTo>
                    <a:lnTo>
                      <a:pt x="335" y="195"/>
                    </a:lnTo>
                    <a:lnTo>
                      <a:pt x="335" y="204"/>
                    </a:lnTo>
                    <a:lnTo>
                      <a:pt x="326" y="212"/>
                    </a:lnTo>
                    <a:lnTo>
                      <a:pt x="326" y="212"/>
                    </a:lnTo>
                    <a:lnTo>
                      <a:pt x="326" y="221"/>
                    </a:lnTo>
                    <a:lnTo>
                      <a:pt x="317" y="230"/>
                    </a:lnTo>
                    <a:lnTo>
                      <a:pt x="317" y="230"/>
                    </a:lnTo>
                    <a:lnTo>
                      <a:pt x="317" y="239"/>
                    </a:lnTo>
                    <a:lnTo>
                      <a:pt x="317" y="239"/>
                    </a:lnTo>
                    <a:lnTo>
                      <a:pt x="308" y="248"/>
                    </a:lnTo>
                    <a:lnTo>
                      <a:pt x="308" y="248"/>
                    </a:lnTo>
                    <a:lnTo>
                      <a:pt x="308" y="239"/>
                    </a:lnTo>
                    <a:lnTo>
                      <a:pt x="300" y="230"/>
                    </a:lnTo>
                    <a:lnTo>
                      <a:pt x="291" y="230"/>
                    </a:lnTo>
                    <a:lnTo>
                      <a:pt x="256" y="230"/>
                    </a:lnTo>
                    <a:lnTo>
                      <a:pt x="159" y="239"/>
                    </a:lnTo>
                    <a:lnTo>
                      <a:pt x="124" y="239"/>
                    </a:lnTo>
                    <a:lnTo>
                      <a:pt x="53" y="239"/>
                    </a:lnTo>
                    <a:lnTo>
                      <a:pt x="53" y="230"/>
                    </a:lnTo>
                    <a:lnTo>
                      <a:pt x="53" y="230"/>
                    </a:lnTo>
                    <a:lnTo>
                      <a:pt x="53" y="212"/>
                    </a:lnTo>
                    <a:lnTo>
                      <a:pt x="44" y="204"/>
                    </a:lnTo>
                    <a:lnTo>
                      <a:pt x="44" y="195"/>
                    </a:lnTo>
                    <a:lnTo>
                      <a:pt x="53" y="195"/>
                    </a:lnTo>
                    <a:lnTo>
                      <a:pt x="44" y="186"/>
                    </a:lnTo>
                    <a:lnTo>
                      <a:pt x="44" y="177"/>
                    </a:lnTo>
                    <a:lnTo>
                      <a:pt x="44" y="177"/>
                    </a:lnTo>
                    <a:lnTo>
                      <a:pt x="44" y="168"/>
                    </a:lnTo>
                    <a:lnTo>
                      <a:pt x="44" y="168"/>
                    </a:lnTo>
                    <a:lnTo>
                      <a:pt x="44" y="159"/>
                    </a:lnTo>
                    <a:lnTo>
                      <a:pt x="36" y="159"/>
                    </a:lnTo>
                    <a:lnTo>
                      <a:pt x="36" y="159"/>
                    </a:lnTo>
                    <a:lnTo>
                      <a:pt x="36" y="150"/>
                    </a:lnTo>
                    <a:lnTo>
                      <a:pt x="36" y="150"/>
                    </a:lnTo>
                    <a:lnTo>
                      <a:pt x="36" y="142"/>
                    </a:lnTo>
                    <a:lnTo>
                      <a:pt x="36" y="142"/>
                    </a:lnTo>
                    <a:lnTo>
                      <a:pt x="36" y="133"/>
                    </a:lnTo>
                    <a:lnTo>
                      <a:pt x="36" y="133"/>
                    </a:lnTo>
                    <a:lnTo>
                      <a:pt x="27" y="124"/>
                    </a:lnTo>
                    <a:lnTo>
                      <a:pt x="27" y="115"/>
                    </a:lnTo>
                    <a:lnTo>
                      <a:pt x="18" y="106"/>
                    </a:lnTo>
                    <a:lnTo>
                      <a:pt x="18" y="106"/>
                    </a:lnTo>
                    <a:lnTo>
                      <a:pt x="18" y="97"/>
                    </a:lnTo>
                    <a:lnTo>
                      <a:pt x="18" y="97"/>
                    </a:lnTo>
                    <a:lnTo>
                      <a:pt x="18" y="89"/>
                    </a:lnTo>
                    <a:lnTo>
                      <a:pt x="18" y="89"/>
                    </a:lnTo>
                    <a:lnTo>
                      <a:pt x="9" y="89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143"/>
              <p:cNvSpPr>
                <a:spLocks/>
              </p:cNvSpPr>
              <p:nvPr/>
            </p:nvSpPr>
            <p:spPr bwMode="auto">
              <a:xfrm>
                <a:off x="3939717" y="3196310"/>
                <a:ext cx="461521" cy="474938"/>
              </a:xfrm>
              <a:custGeom>
                <a:avLst/>
                <a:gdLst/>
                <a:ahLst/>
                <a:cxnLst>
                  <a:cxn ang="0">
                    <a:pos x="88" y="9"/>
                  </a:cxn>
                  <a:cxn ang="0">
                    <a:pos x="150" y="18"/>
                  </a:cxn>
                  <a:cxn ang="0">
                    <a:pos x="159" y="35"/>
                  </a:cxn>
                  <a:cxn ang="0">
                    <a:pos x="185" y="35"/>
                  </a:cxn>
                  <a:cxn ang="0">
                    <a:pos x="194" y="53"/>
                  </a:cxn>
                  <a:cxn ang="0">
                    <a:pos x="220" y="80"/>
                  </a:cxn>
                  <a:cxn ang="0">
                    <a:pos x="238" y="97"/>
                  </a:cxn>
                  <a:cxn ang="0">
                    <a:pos x="256" y="106"/>
                  </a:cxn>
                  <a:cxn ang="0">
                    <a:pos x="256" y="115"/>
                  </a:cxn>
                  <a:cxn ang="0">
                    <a:pos x="273" y="133"/>
                  </a:cxn>
                  <a:cxn ang="0">
                    <a:pos x="282" y="133"/>
                  </a:cxn>
                  <a:cxn ang="0">
                    <a:pos x="300" y="159"/>
                  </a:cxn>
                  <a:cxn ang="0">
                    <a:pos x="300" y="168"/>
                  </a:cxn>
                  <a:cxn ang="0">
                    <a:pos x="317" y="186"/>
                  </a:cxn>
                  <a:cxn ang="0">
                    <a:pos x="326" y="195"/>
                  </a:cxn>
                  <a:cxn ang="0">
                    <a:pos x="335" y="212"/>
                  </a:cxn>
                  <a:cxn ang="0">
                    <a:pos x="344" y="212"/>
                  </a:cxn>
                  <a:cxn ang="0">
                    <a:pos x="344" y="221"/>
                  </a:cxn>
                  <a:cxn ang="0">
                    <a:pos x="326" y="230"/>
                  </a:cxn>
                  <a:cxn ang="0">
                    <a:pos x="326" y="239"/>
                  </a:cxn>
                  <a:cxn ang="0">
                    <a:pos x="335" y="248"/>
                  </a:cxn>
                  <a:cxn ang="0">
                    <a:pos x="326" y="248"/>
                  </a:cxn>
                  <a:cxn ang="0">
                    <a:pos x="326" y="257"/>
                  </a:cxn>
                  <a:cxn ang="0">
                    <a:pos x="326" y="274"/>
                  </a:cxn>
                  <a:cxn ang="0">
                    <a:pos x="308" y="274"/>
                  </a:cxn>
                  <a:cxn ang="0">
                    <a:pos x="326" y="274"/>
                  </a:cxn>
                  <a:cxn ang="0">
                    <a:pos x="317" y="283"/>
                  </a:cxn>
                  <a:cxn ang="0">
                    <a:pos x="317" y="292"/>
                  </a:cxn>
                  <a:cxn ang="0">
                    <a:pos x="317" y="301"/>
                  </a:cxn>
                  <a:cxn ang="0">
                    <a:pos x="317" y="310"/>
                  </a:cxn>
                  <a:cxn ang="0">
                    <a:pos x="317" y="318"/>
                  </a:cxn>
                  <a:cxn ang="0">
                    <a:pos x="300" y="318"/>
                  </a:cxn>
                  <a:cxn ang="0">
                    <a:pos x="282" y="318"/>
                  </a:cxn>
                  <a:cxn ang="0">
                    <a:pos x="282" y="336"/>
                  </a:cxn>
                  <a:cxn ang="0">
                    <a:pos x="282" y="354"/>
                  </a:cxn>
                  <a:cxn ang="0">
                    <a:pos x="264" y="345"/>
                  </a:cxn>
                  <a:cxn ang="0">
                    <a:pos x="88" y="345"/>
                  </a:cxn>
                  <a:cxn ang="0">
                    <a:pos x="80" y="318"/>
                  </a:cxn>
                  <a:cxn ang="0">
                    <a:pos x="71" y="301"/>
                  </a:cxn>
                  <a:cxn ang="0">
                    <a:pos x="71" y="283"/>
                  </a:cxn>
                  <a:cxn ang="0">
                    <a:pos x="71" y="257"/>
                  </a:cxn>
                  <a:cxn ang="0">
                    <a:pos x="71" y="239"/>
                  </a:cxn>
                  <a:cxn ang="0">
                    <a:pos x="71" y="230"/>
                  </a:cxn>
                  <a:cxn ang="0">
                    <a:pos x="71" y="212"/>
                  </a:cxn>
                  <a:cxn ang="0">
                    <a:pos x="53" y="195"/>
                  </a:cxn>
                  <a:cxn ang="0">
                    <a:pos x="27" y="97"/>
                  </a:cxn>
                </a:cxnLst>
                <a:rect l="0" t="0" r="r" b="b"/>
                <a:pathLst>
                  <a:path w="344" h="354">
                    <a:moveTo>
                      <a:pt x="0" y="18"/>
                    </a:moveTo>
                    <a:lnTo>
                      <a:pt x="62" y="18"/>
                    </a:lnTo>
                    <a:lnTo>
                      <a:pt x="88" y="9"/>
                    </a:lnTo>
                    <a:lnTo>
                      <a:pt x="168" y="0"/>
                    </a:lnTo>
                    <a:lnTo>
                      <a:pt x="159" y="9"/>
                    </a:lnTo>
                    <a:lnTo>
                      <a:pt x="150" y="18"/>
                    </a:lnTo>
                    <a:lnTo>
                      <a:pt x="150" y="27"/>
                    </a:lnTo>
                    <a:lnTo>
                      <a:pt x="150" y="27"/>
                    </a:lnTo>
                    <a:lnTo>
                      <a:pt x="159" y="35"/>
                    </a:lnTo>
                    <a:lnTo>
                      <a:pt x="168" y="35"/>
                    </a:lnTo>
                    <a:lnTo>
                      <a:pt x="176" y="44"/>
                    </a:lnTo>
                    <a:lnTo>
                      <a:pt x="185" y="35"/>
                    </a:lnTo>
                    <a:lnTo>
                      <a:pt x="185" y="44"/>
                    </a:lnTo>
                    <a:lnTo>
                      <a:pt x="185" y="53"/>
                    </a:lnTo>
                    <a:lnTo>
                      <a:pt x="194" y="53"/>
                    </a:lnTo>
                    <a:lnTo>
                      <a:pt x="194" y="62"/>
                    </a:lnTo>
                    <a:lnTo>
                      <a:pt x="212" y="80"/>
                    </a:lnTo>
                    <a:lnTo>
                      <a:pt x="220" y="80"/>
                    </a:lnTo>
                    <a:lnTo>
                      <a:pt x="229" y="89"/>
                    </a:lnTo>
                    <a:lnTo>
                      <a:pt x="238" y="89"/>
                    </a:lnTo>
                    <a:lnTo>
                      <a:pt x="238" y="97"/>
                    </a:lnTo>
                    <a:lnTo>
                      <a:pt x="238" y="97"/>
                    </a:lnTo>
                    <a:lnTo>
                      <a:pt x="247" y="106"/>
                    </a:lnTo>
                    <a:lnTo>
                      <a:pt x="256" y="106"/>
                    </a:lnTo>
                    <a:lnTo>
                      <a:pt x="256" y="115"/>
                    </a:lnTo>
                    <a:lnTo>
                      <a:pt x="256" y="115"/>
                    </a:lnTo>
                    <a:lnTo>
                      <a:pt x="256" y="115"/>
                    </a:lnTo>
                    <a:lnTo>
                      <a:pt x="264" y="124"/>
                    </a:lnTo>
                    <a:lnTo>
                      <a:pt x="264" y="124"/>
                    </a:lnTo>
                    <a:lnTo>
                      <a:pt x="273" y="133"/>
                    </a:lnTo>
                    <a:lnTo>
                      <a:pt x="273" y="133"/>
                    </a:lnTo>
                    <a:lnTo>
                      <a:pt x="273" y="133"/>
                    </a:lnTo>
                    <a:lnTo>
                      <a:pt x="282" y="133"/>
                    </a:lnTo>
                    <a:lnTo>
                      <a:pt x="291" y="142"/>
                    </a:lnTo>
                    <a:lnTo>
                      <a:pt x="291" y="150"/>
                    </a:lnTo>
                    <a:lnTo>
                      <a:pt x="300" y="159"/>
                    </a:lnTo>
                    <a:lnTo>
                      <a:pt x="300" y="159"/>
                    </a:lnTo>
                    <a:lnTo>
                      <a:pt x="300" y="168"/>
                    </a:lnTo>
                    <a:lnTo>
                      <a:pt x="300" y="168"/>
                    </a:lnTo>
                    <a:lnTo>
                      <a:pt x="308" y="177"/>
                    </a:lnTo>
                    <a:lnTo>
                      <a:pt x="317" y="177"/>
                    </a:lnTo>
                    <a:lnTo>
                      <a:pt x="317" y="186"/>
                    </a:lnTo>
                    <a:lnTo>
                      <a:pt x="317" y="186"/>
                    </a:lnTo>
                    <a:lnTo>
                      <a:pt x="326" y="195"/>
                    </a:lnTo>
                    <a:lnTo>
                      <a:pt x="326" y="195"/>
                    </a:lnTo>
                    <a:lnTo>
                      <a:pt x="326" y="203"/>
                    </a:lnTo>
                    <a:lnTo>
                      <a:pt x="326" y="212"/>
                    </a:lnTo>
                    <a:lnTo>
                      <a:pt x="335" y="212"/>
                    </a:lnTo>
                    <a:lnTo>
                      <a:pt x="344" y="212"/>
                    </a:lnTo>
                    <a:lnTo>
                      <a:pt x="344" y="212"/>
                    </a:lnTo>
                    <a:lnTo>
                      <a:pt x="344" y="212"/>
                    </a:lnTo>
                    <a:lnTo>
                      <a:pt x="344" y="221"/>
                    </a:lnTo>
                    <a:lnTo>
                      <a:pt x="335" y="221"/>
                    </a:lnTo>
                    <a:lnTo>
                      <a:pt x="344" y="221"/>
                    </a:lnTo>
                    <a:lnTo>
                      <a:pt x="335" y="230"/>
                    </a:lnTo>
                    <a:lnTo>
                      <a:pt x="326" y="221"/>
                    </a:lnTo>
                    <a:lnTo>
                      <a:pt x="326" y="230"/>
                    </a:lnTo>
                    <a:lnTo>
                      <a:pt x="335" y="230"/>
                    </a:lnTo>
                    <a:lnTo>
                      <a:pt x="335" y="239"/>
                    </a:lnTo>
                    <a:lnTo>
                      <a:pt x="326" y="239"/>
                    </a:lnTo>
                    <a:lnTo>
                      <a:pt x="326" y="248"/>
                    </a:lnTo>
                    <a:lnTo>
                      <a:pt x="335" y="239"/>
                    </a:lnTo>
                    <a:lnTo>
                      <a:pt x="335" y="248"/>
                    </a:lnTo>
                    <a:lnTo>
                      <a:pt x="326" y="248"/>
                    </a:lnTo>
                    <a:lnTo>
                      <a:pt x="326" y="248"/>
                    </a:lnTo>
                    <a:lnTo>
                      <a:pt x="326" y="248"/>
                    </a:lnTo>
                    <a:lnTo>
                      <a:pt x="326" y="257"/>
                    </a:lnTo>
                    <a:lnTo>
                      <a:pt x="326" y="257"/>
                    </a:lnTo>
                    <a:lnTo>
                      <a:pt x="326" y="257"/>
                    </a:lnTo>
                    <a:lnTo>
                      <a:pt x="326" y="265"/>
                    </a:lnTo>
                    <a:lnTo>
                      <a:pt x="326" y="265"/>
                    </a:lnTo>
                    <a:lnTo>
                      <a:pt x="326" y="274"/>
                    </a:lnTo>
                    <a:lnTo>
                      <a:pt x="317" y="274"/>
                    </a:lnTo>
                    <a:lnTo>
                      <a:pt x="317" y="274"/>
                    </a:lnTo>
                    <a:lnTo>
                      <a:pt x="308" y="274"/>
                    </a:lnTo>
                    <a:lnTo>
                      <a:pt x="317" y="274"/>
                    </a:lnTo>
                    <a:lnTo>
                      <a:pt x="317" y="274"/>
                    </a:lnTo>
                    <a:lnTo>
                      <a:pt x="326" y="274"/>
                    </a:lnTo>
                    <a:lnTo>
                      <a:pt x="326" y="283"/>
                    </a:lnTo>
                    <a:lnTo>
                      <a:pt x="317" y="283"/>
                    </a:lnTo>
                    <a:lnTo>
                      <a:pt x="317" y="283"/>
                    </a:lnTo>
                    <a:lnTo>
                      <a:pt x="317" y="292"/>
                    </a:lnTo>
                    <a:lnTo>
                      <a:pt x="317" y="292"/>
                    </a:lnTo>
                    <a:lnTo>
                      <a:pt x="317" y="292"/>
                    </a:lnTo>
                    <a:lnTo>
                      <a:pt x="317" y="292"/>
                    </a:lnTo>
                    <a:lnTo>
                      <a:pt x="317" y="301"/>
                    </a:lnTo>
                    <a:lnTo>
                      <a:pt x="317" y="301"/>
                    </a:lnTo>
                    <a:lnTo>
                      <a:pt x="317" y="301"/>
                    </a:lnTo>
                    <a:lnTo>
                      <a:pt x="317" y="310"/>
                    </a:lnTo>
                    <a:lnTo>
                      <a:pt x="317" y="310"/>
                    </a:lnTo>
                    <a:lnTo>
                      <a:pt x="317" y="318"/>
                    </a:lnTo>
                    <a:lnTo>
                      <a:pt x="317" y="318"/>
                    </a:lnTo>
                    <a:lnTo>
                      <a:pt x="317" y="318"/>
                    </a:lnTo>
                    <a:lnTo>
                      <a:pt x="317" y="318"/>
                    </a:lnTo>
                    <a:lnTo>
                      <a:pt x="308" y="318"/>
                    </a:lnTo>
                    <a:lnTo>
                      <a:pt x="300" y="318"/>
                    </a:lnTo>
                    <a:lnTo>
                      <a:pt x="291" y="318"/>
                    </a:lnTo>
                    <a:lnTo>
                      <a:pt x="291" y="318"/>
                    </a:lnTo>
                    <a:lnTo>
                      <a:pt x="282" y="318"/>
                    </a:lnTo>
                    <a:lnTo>
                      <a:pt x="282" y="327"/>
                    </a:lnTo>
                    <a:lnTo>
                      <a:pt x="282" y="327"/>
                    </a:lnTo>
                    <a:lnTo>
                      <a:pt x="282" y="336"/>
                    </a:lnTo>
                    <a:lnTo>
                      <a:pt x="291" y="345"/>
                    </a:lnTo>
                    <a:lnTo>
                      <a:pt x="291" y="354"/>
                    </a:lnTo>
                    <a:lnTo>
                      <a:pt x="282" y="354"/>
                    </a:lnTo>
                    <a:lnTo>
                      <a:pt x="273" y="354"/>
                    </a:lnTo>
                    <a:lnTo>
                      <a:pt x="273" y="345"/>
                    </a:lnTo>
                    <a:lnTo>
                      <a:pt x="264" y="345"/>
                    </a:lnTo>
                    <a:lnTo>
                      <a:pt x="97" y="354"/>
                    </a:lnTo>
                    <a:lnTo>
                      <a:pt x="88" y="345"/>
                    </a:lnTo>
                    <a:lnTo>
                      <a:pt x="88" y="345"/>
                    </a:lnTo>
                    <a:lnTo>
                      <a:pt x="80" y="336"/>
                    </a:lnTo>
                    <a:lnTo>
                      <a:pt x="80" y="327"/>
                    </a:lnTo>
                    <a:lnTo>
                      <a:pt x="80" y="318"/>
                    </a:lnTo>
                    <a:lnTo>
                      <a:pt x="71" y="318"/>
                    </a:lnTo>
                    <a:lnTo>
                      <a:pt x="71" y="310"/>
                    </a:lnTo>
                    <a:lnTo>
                      <a:pt x="71" y="301"/>
                    </a:lnTo>
                    <a:lnTo>
                      <a:pt x="71" y="292"/>
                    </a:lnTo>
                    <a:lnTo>
                      <a:pt x="71" y="292"/>
                    </a:lnTo>
                    <a:lnTo>
                      <a:pt x="71" y="283"/>
                    </a:lnTo>
                    <a:lnTo>
                      <a:pt x="71" y="274"/>
                    </a:lnTo>
                    <a:lnTo>
                      <a:pt x="62" y="265"/>
                    </a:lnTo>
                    <a:lnTo>
                      <a:pt x="71" y="257"/>
                    </a:lnTo>
                    <a:lnTo>
                      <a:pt x="71" y="257"/>
                    </a:lnTo>
                    <a:lnTo>
                      <a:pt x="71" y="248"/>
                    </a:lnTo>
                    <a:lnTo>
                      <a:pt x="71" y="239"/>
                    </a:lnTo>
                    <a:lnTo>
                      <a:pt x="80" y="239"/>
                    </a:lnTo>
                    <a:lnTo>
                      <a:pt x="71" y="230"/>
                    </a:lnTo>
                    <a:lnTo>
                      <a:pt x="71" y="230"/>
                    </a:lnTo>
                    <a:lnTo>
                      <a:pt x="71" y="221"/>
                    </a:lnTo>
                    <a:lnTo>
                      <a:pt x="71" y="212"/>
                    </a:lnTo>
                    <a:lnTo>
                      <a:pt x="71" y="212"/>
                    </a:lnTo>
                    <a:lnTo>
                      <a:pt x="62" y="203"/>
                    </a:lnTo>
                    <a:lnTo>
                      <a:pt x="53" y="195"/>
                    </a:lnTo>
                    <a:lnTo>
                      <a:pt x="53" y="195"/>
                    </a:lnTo>
                    <a:lnTo>
                      <a:pt x="53" y="186"/>
                    </a:lnTo>
                    <a:lnTo>
                      <a:pt x="53" y="186"/>
                    </a:lnTo>
                    <a:lnTo>
                      <a:pt x="27" y="97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3" name="Freeform 153"/>
              <p:cNvSpPr>
                <a:spLocks/>
              </p:cNvSpPr>
              <p:nvPr/>
            </p:nvSpPr>
            <p:spPr bwMode="auto">
              <a:xfrm>
                <a:off x="1968861" y="2579159"/>
                <a:ext cx="602393" cy="474938"/>
              </a:xfrm>
              <a:custGeom>
                <a:avLst/>
                <a:gdLst/>
                <a:ahLst/>
                <a:cxnLst>
                  <a:cxn ang="0">
                    <a:pos x="0" y="319"/>
                  </a:cxn>
                  <a:cxn ang="0">
                    <a:pos x="35" y="0"/>
                  </a:cxn>
                  <a:cxn ang="0">
                    <a:pos x="97" y="9"/>
                  </a:cxn>
                  <a:cxn ang="0">
                    <a:pos x="194" y="18"/>
                  </a:cxn>
                  <a:cxn ang="0">
                    <a:pos x="238" y="27"/>
                  </a:cxn>
                  <a:cxn ang="0">
                    <a:pos x="334" y="36"/>
                  </a:cxn>
                  <a:cxn ang="0">
                    <a:pos x="387" y="36"/>
                  </a:cxn>
                  <a:cxn ang="0">
                    <a:pos x="449" y="36"/>
                  </a:cxn>
                  <a:cxn ang="0">
                    <a:pos x="449" y="45"/>
                  </a:cxn>
                  <a:cxn ang="0">
                    <a:pos x="449" y="115"/>
                  </a:cxn>
                  <a:cxn ang="0">
                    <a:pos x="431" y="354"/>
                  </a:cxn>
                  <a:cxn ang="0">
                    <a:pos x="370" y="354"/>
                  </a:cxn>
                  <a:cxn ang="0">
                    <a:pos x="299" y="345"/>
                  </a:cxn>
                  <a:cxn ang="0">
                    <a:pos x="194" y="336"/>
                  </a:cxn>
                  <a:cxn ang="0">
                    <a:pos x="97" y="327"/>
                  </a:cxn>
                  <a:cxn ang="0">
                    <a:pos x="0" y="319"/>
                  </a:cxn>
                </a:cxnLst>
                <a:rect l="0" t="0" r="r" b="b"/>
                <a:pathLst>
                  <a:path w="449" h="354">
                    <a:moveTo>
                      <a:pt x="0" y="319"/>
                    </a:moveTo>
                    <a:lnTo>
                      <a:pt x="35" y="0"/>
                    </a:lnTo>
                    <a:lnTo>
                      <a:pt x="97" y="9"/>
                    </a:lnTo>
                    <a:lnTo>
                      <a:pt x="194" y="18"/>
                    </a:lnTo>
                    <a:lnTo>
                      <a:pt x="238" y="27"/>
                    </a:lnTo>
                    <a:lnTo>
                      <a:pt x="334" y="36"/>
                    </a:lnTo>
                    <a:lnTo>
                      <a:pt x="387" y="36"/>
                    </a:lnTo>
                    <a:lnTo>
                      <a:pt x="449" y="36"/>
                    </a:lnTo>
                    <a:lnTo>
                      <a:pt x="449" y="45"/>
                    </a:lnTo>
                    <a:lnTo>
                      <a:pt x="449" y="115"/>
                    </a:lnTo>
                    <a:lnTo>
                      <a:pt x="431" y="354"/>
                    </a:lnTo>
                    <a:lnTo>
                      <a:pt x="370" y="354"/>
                    </a:lnTo>
                    <a:lnTo>
                      <a:pt x="299" y="345"/>
                    </a:lnTo>
                    <a:lnTo>
                      <a:pt x="194" y="336"/>
                    </a:lnTo>
                    <a:lnTo>
                      <a:pt x="97" y="327"/>
                    </a:lnTo>
                    <a:lnTo>
                      <a:pt x="0" y="319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Freeform 155"/>
              <p:cNvSpPr>
                <a:spLocks/>
              </p:cNvSpPr>
              <p:nvPr/>
            </p:nvSpPr>
            <p:spPr bwMode="auto">
              <a:xfrm>
                <a:off x="812374" y="2235701"/>
                <a:ext cx="684232" cy="1151120"/>
              </a:xfrm>
              <a:custGeom>
                <a:avLst/>
                <a:gdLst/>
                <a:ahLst/>
                <a:cxnLst>
                  <a:cxn ang="0">
                    <a:pos x="44" y="26"/>
                  </a:cxn>
                  <a:cxn ang="0">
                    <a:pos x="44" y="0"/>
                  </a:cxn>
                  <a:cxn ang="0">
                    <a:pos x="237" y="239"/>
                  </a:cxn>
                  <a:cxn ang="0">
                    <a:pos x="484" y="681"/>
                  </a:cxn>
                  <a:cxn ang="0">
                    <a:pos x="493" y="707"/>
                  </a:cxn>
                  <a:cxn ang="0">
                    <a:pos x="510" y="734"/>
                  </a:cxn>
                  <a:cxn ang="0">
                    <a:pos x="484" y="760"/>
                  </a:cxn>
                  <a:cxn ang="0">
                    <a:pos x="475" y="787"/>
                  </a:cxn>
                  <a:cxn ang="0">
                    <a:pos x="457" y="813"/>
                  </a:cxn>
                  <a:cxn ang="0">
                    <a:pos x="466" y="831"/>
                  </a:cxn>
                  <a:cxn ang="0">
                    <a:pos x="466" y="849"/>
                  </a:cxn>
                  <a:cxn ang="0">
                    <a:pos x="449" y="858"/>
                  </a:cxn>
                  <a:cxn ang="0">
                    <a:pos x="290" y="831"/>
                  </a:cxn>
                  <a:cxn ang="0">
                    <a:pos x="290" y="822"/>
                  </a:cxn>
                  <a:cxn ang="0">
                    <a:pos x="290" y="805"/>
                  </a:cxn>
                  <a:cxn ang="0">
                    <a:pos x="264" y="751"/>
                  </a:cxn>
                  <a:cxn ang="0">
                    <a:pos x="246" y="725"/>
                  </a:cxn>
                  <a:cxn ang="0">
                    <a:pos x="229" y="725"/>
                  </a:cxn>
                  <a:cxn ang="0">
                    <a:pos x="229" y="698"/>
                  </a:cxn>
                  <a:cxn ang="0">
                    <a:pos x="185" y="672"/>
                  </a:cxn>
                  <a:cxn ang="0">
                    <a:pos x="158" y="654"/>
                  </a:cxn>
                  <a:cxn ang="0">
                    <a:pos x="132" y="645"/>
                  </a:cxn>
                  <a:cxn ang="0">
                    <a:pos x="105" y="628"/>
                  </a:cxn>
                  <a:cxn ang="0">
                    <a:pos x="114" y="610"/>
                  </a:cxn>
                  <a:cxn ang="0">
                    <a:pos x="114" y="583"/>
                  </a:cxn>
                  <a:cxn ang="0">
                    <a:pos x="105" y="566"/>
                  </a:cxn>
                  <a:cxn ang="0">
                    <a:pos x="88" y="530"/>
                  </a:cxn>
                  <a:cxn ang="0">
                    <a:pos x="79" y="504"/>
                  </a:cxn>
                  <a:cxn ang="0">
                    <a:pos x="61" y="477"/>
                  </a:cxn>
                  <a:cxn ang="0">
                    <a:pos x="79" y="442"/>
                  </a:cxn>
                  <a:cxn ang="0">
                    <a:pos x="61" y="424"/>
                  </a:cxn>
                  <a:cxn ang="0">
                    <a:pos x="53" y="389"/>
                  </a:cxn>
                  <a:cxn ang="0">
                    <a:pos x="53" y="371"/>
                  </a:cxn>
                  <a:cxn ang="0">
                    <a:pos x="61" y="354"/>
                  </a:cxn>
                  <a:cxn ang="0">
                    <a:pos x="61" y="371"/>
                  </a:cxn>
                  <a:cxn ang="0">
                    <a:pos x="79" y="380"/>
                  </a:cxn>
                  <a:cxn ang="0">
                    <a:pos x="70" y="354"/>
                  </a:cxn>
                  <a:cxn ang="0">
                    <a:pos x="70" y="336"/>
                  </a:cxn>
                  <a:cxn ang="0">
                    <a:pos x="88" y="336"/>
                  </a:cxn>
                  <a:cxn ang="0">
                    <a:pos x="123" y="354"/>
                  </a:cxn>
                  <a:cxn ang="0">
                    <a:pos x="114" y="345"/>
                  </a:cxn>
                  <a:cxn ang="0">
                    <a:pos x="105" y="336"/>
                  </a:cxn>
                  <a:cxn ang="0">
                    <a:pos x="79" y="336"/>
                  </a:cxn>
                  <a:cxn ang="0">
                    <a:pos x="61" y="327"/>
                  </a:cxn>
                  <a:cxn ang="0">
                    <a:pos x="61" y="345"/>
                  </a:cxn>
                  <a:cxn ang="0">
                    <a:pos x="44" y="336"/>
                  </a:cxn>
                  <a:cxn ang="0">
                    <a:pos x="35" y="318"/>
                  </a:cxn>
                  <a:cxn ang="0">
                    <a:pos x="44" y="309"/>
                  </a:cxn>
                  <a:cxn ang="0">
                    <a:pos x="35" y="301"/>
                  </a:cxn>
                  <a:cxn ang="0">
                    <a:pos x="26" y="274"/>
                  </a:cxn>
                  <a:cxn ang="0">
                    <a:pos x="9" y="239"/>
                  </a:cxn>
                  <a:cxn ang="0">
                    <a:pos x="17" y="194"/>
                  </a:cxn>
                  <a:cxn ang="0">
                    <a:pos x="17" y="168"/>
                  </a:cxn>
                  <a:cxn ang="0">
                    <a:pos x="0" y="133"/>
                  </a:cxn>
                  <a:cxn ang="0">
                    <a:pos x="9" y="106"/>
                  </a:cxn>
                  <a:cxn ang="0">
                    <a:pos x="26" y="88"/>
                  </a:cxn>
                  <a:cxn ang="0">
                    <a:pos x="35" y="71"/>
                  </a:cxn>
                </a:cxnLst>
                <a:rect l="0" t="0" r="r" b="b"/>
                <a:pathLst>
                  <a:path w="510" h="858">
                    <a:moveTo>
                      <a:pt x="44" y="44"/>
                    </a:moveTo>
                    <a:lnTo>
                      <a:pt x="44" y="35"/>
                    </a:lnTo>
                    <a:lnTo>
                      <a:pt x="44" y="35"/>
                    </a:lnTo>
                    <a:lnTo>
                      <a:pt x="44" y="26"/>
                    </a:lnTo>
                    <a:lnTo>
                      <a:pt x="44" y="18"/>
                    </a:lnTo>
                    <a:lnTo>
                      <a:pt x="44" y="18"/>
                    </a:lnTo>
                    <a:lnTo>
                      <a:pt x="44" y="9"/>
                    </a:lnTo>
                    <a:lnTo>
                      <a:pt x="44" y="0"/>
                    </a:lnTo>
                    <a:lnTo>
                      <a:pt x="53" y="0"/>
                    </a:lnTo>
                    <a:lnTo>
                      <a:pt x="176" y="35"/>
                    </a:lnTo>
                    <a:lnTo>
                      <a:pt x="281" y="62"/>
                    </a:lnTo>
                    <a:lnTo>
                      <a:pt x="237" y="239"/>
                    </a:lnTo>
                    <a:lnTo>
                      <a:pt x="229" y="292"/>
                    </a:lnTo>
                    <a:lnTo>
                      <a:pt x="413" y="566"/>
                    </a:lnTo>
                    <a:lnTo>
                      <a:pt x="484" y="681"/>
                    </a:lnTo>
                    <a:lnTo>
                      <a:pt x="484" y="681"/>
                    </a:lnTo>
                    <a:lnTo>
                      <a:pt x="484" y="690"/>
                    </a:lnTo>
                    <a:lnTo>
                      <a:pt x="493" y="698"/>
                    </a:lnTo>
                    <a:lnTo>
                      <a:pt x="493" y="707"/>
                    </a:lnTo>
                    <a:lnTo>
                      <a:pt x="493" y="707"/>
                    </a:lnTo>
                    <a:lnTo>
                      <a:pt x="501" y="716"/>
                    </a:lnTo>
                    <a:lnTo>
                      <a:pt x="493" y="725"/>
                    </a:lnTo>
                    <a:lnTo>
                      <a:pt x="510" y="734"/>
                    </a:lnTo>
                    <a:lnTo>
                      <a:pt x="510" y="734"/>
                    </a:lnTo>
                    <a:lnTo>
                      <a:pt x="501" y="743"/>
                    </a:lnTo>
                    <a:lnTo>
                      <a:pt x="493" y="751"/>
                    </a:lnTo>
                    <a:lnTo>
                      <a:pt x="484" y="760"/>
                    </a:lnTo>
                    <a:lnTo>
                      <a:pt x="484" y="760"/>
                    </a:lnTo>
                    <a:lnTo>
                      <a:pt x="475" y="769"/>
                    </a:lnTo>
                    <a:lnTo>
                      <a:pt x="475" y="778"/>
                    </a:lnTo>
                    <a:lnTo>
                      <a:pt x="475" y="787"/>
                    </a:lnTo>
                    <a:lnTo>
                      <a:pt x="475" y="787"/>
                    </a:lnTo>
                    <a:lnTo>
                      <a:pt x="466" y="805"/>
                    </a:lnTo>
                    <a:lnTo>
                      <a:pt x="457" y="805"/>
                    </a:lnTo>
                    <a:lnTo>
                      <a:pt x="457" y="813"/>
                    </a:lnTo>
                    <a:lnTo>
                      <a:pt x="457" y="813"/>
                    </a:lnTo>
                    <a:lnTo>
                      <a:pt x="457" y="822"/>
                    </a:lnTo>
                    <a:lnTo>
                      <a:pt x="457" y="822"/>
                    </a:lnTo>
                    <a:lnTo>
                      <a:pt x="457" y="831"/>
                    </a:lnTo>
                    <a:lnTo>
                      <a:pt x="466" y="831"/>
                    </a:lnTo>
                    <a:lnTo>
                      <a:pt x="466" y="831"/>
                    </a:lnTo>
                    <a:lnTo>
                      <a:pt x="466" y="840"/>
                    </a:lnTo>
                    <a:lnTo>
                      <a:pt x="466" y="849"/>
                    </a:lnTo>
                    <a:lnTo>
                      <a:pt x="466" y="849"/>
                    </a:lnTo>
                    <a:lnTo>
                      <a:pt x="457" y="858"/>
                    </a:lnTo>
                    <a:lnTo>
                      <a:pt x="457" y="858"/>
                    </a:lnTo>
                    <a:lnTo>
                      <a:pt x="457" y="858"/>
                    </a:lnTo>
                    <a:lnTo>
                      <a:pt x="449" y="858"/>
                    </a:lnTo>
                    <a:lnTo>
                      <a:pt x="449" y="858"/>
                    </a:lnTo>
                    <a:lnTo>
                      <a:pt x="290" y="840"/>
                    </a:lnTo>
                    <a:lnTo>
                      <a:pt x="290" y="840"/>
                    </a:lnTo>
                    <a:lnTo>
                      <a:pt x="290" y="831"/>
                    </a:lnTo>
                    <a:lnTo>
                      <a:pt x="290" y="822"/>
                    </a:lnTo>
                    <a:lnTo>
                      <a:pt x="290" y="831"/>
                    </a:lnTo>
                    <a:lnTo>
                      <a:pt x="290" y="822"/>
                    </a:lnTo>
                    <a:lnTo>
                      <a:pt x="290" y="822"/>
                    </a:lnTo>
                    <a:lnTo>
                      <a:pt x="281" y="831"/>
                    </a:lnTo>
                    <a:lnTo>
                      <a:pt x="281" y="822"/>
                    </a:lnTo>
                    <a:lnTo>
                      <a:pt x="290" y="813"/>
                    </a:lnTo>
                    <a:lnTo>
                      <a:pt x="290" y="805"/>
                    </a:lnTo>
                    <a:lnTo>
                      <a:pt x="290" y="787"/>
                    </a:lnTo>
                    <a:lnTo>
                      <a:pt x="281" y="778"/>
                    </a:lnTo>
                    <a:lnTo>
                      <a:pt x="281" y="769"/>
                    </a:lnTo>
                    <a:lnTo>
                      <a:pt x="264" y="751"/>
                    </a:lnTo>
                    <a:lnTo>
                      <a:pt x="255" y="743"/>
                    </a:lnTo>
                    <a:lnTo>
                      <a:pt x="255" y="743"/>
                    </a:lnTo>
                    <a:lnTo>
                      <a:pt x="246" y="734"/>
                    </a:lnTo>
                    <a:lnTo>
                      <a:pt x="246" y="725"/>
                    </a:lnTo>
                    <a:lnTo>
                      <a:pt x="237" y="725"/>
                    </a:lnTo>
                    <a:lnTo>
                      <a:pt x="237" y="734"/>
                    </a:lnTo>
                    <a:lnTo>
                      <a:pt x="229" y="725"/>
                    </a:lnTo>
                    <a:lnTo>
                      <a:pt x="229" y="725"/>
                    </a:lnTo>
                    <a:lnTo>
                      <a:pt x="229" y="716"/>
                    </a:lnTo>
                    <a:lnTo>
                      <a:pt x="229" y="716"/>
                    </a:lnTo>
                    <a:lnTo>
                      <a:pt x="229" y="698"/>
                    </a:lnTo>
                    <a:lnTo>
                      <a:pt x="229" y="698"/>
                    </a:lnTo>
                    <a:lnTo>
                      <a:pt x="202" y="698"/>
                    </a:lnTo>
                    <a:lnTo>
                      <a:pt x="193" y="690"/>
                    </a:lnTo>
                    <a:lnTo>
                      <a:pt x="185" y="681"/>
                    </a:lnTo>
                    <a:lnTo>
                      <a:pt x="185" y="672"/>
                    </a:lnTo>
                    <a:lnTo>
                      <a:pt x="176" y="663"/>
                    </a:lnTo>
                    <a:lnTo>
                      <a:pt x="176" y="663"/>
                    </a:lnTo>
                    <a:lnTo>
                      <a:pt x="167" y="654"/>
                    </a:lnTo>
                    <a:lnTo>
                      <a:pt x="158" y="654"/>
                    </a:lnTo>
                    <a:lnTo>
                      <a:pt x="149" y="654"/>
                    </a:lnTo>
                    <a:lnTo>
                      <a:pt x="141" y="645"/>
                    </a:lnTo>
                    <a:lnTo>
                      <a:pt x="141" y="645"/>
                    </a:lnTo>
                    <a:lnTo>
                      <a:pt x="132" y="645"/>
                    </a:lnTo>
                    <a:lnTo>
                      <a:pt x="114" y="645"/>
                    </a:lnTo>
                    <a:lnTo>
                      <a:pt x="114" y="637"/>
                    </a:lnTo>
                    <a:lnTo>
                      <a:pt x="105" y="628"/>
                    </a:lnTo>
                    <a:lnTo>
                      <a:pt x="105" y="628"/>
                    </a:lnTo>
                    <a:lnTo>
                      <a:pt x="105" y="628"/>
                    </a:lnTo>
                    <a:lnTo>
                      <a:pt x="105" y="619"/>
                    </a:lnTo>
                    <a:lnTo>
                      <a:pt x="105" y="610"/>
                    </a:lnTo>
                    <a:lnTo>
                      <a:pt x="114" y="610"/>
                    </a:lnTo>
                    <a:lnTo>
                      <a:pt x="114" y="601"/>
                    </a:lnTo>
                    <a:lnTo>
                      <a:pt x="114" y="592"/>
                    </a:lnTo>
                    <a:lnTo>
                      <a:pt x="114" y="583"/>
                    </a:lnTo>
                    <a:lnTo>
                      <a:pt x="114" y="583"/>
                    </a:lnTo>
                    <a:lnTo>
                      <a:pt x="105" y="583"/>
                    </a:lnTo>
                    <a:lnTo>
                      <a:pt x="105" y="575"/>
                    </a:lnTo>
                    <a:lnTo>
                      <a:pt x="105" y="566"/>
                    </a:lnTo>
                    <a:lnTo>
                      <a:pt x="105" y="566"/>
                    </a:lnTo>
                    <a:lnTo>
                      <a:pt x="105" y="557"/>
                    </a:lnTo>
                    <a:lnTo>
                      <a:pt x="97" y="548"/>
                    </a:lnTo>
                    <a:lnTo>
                      <a:pt x="97" y="539"/>
                    </a:lnTo>
                    <a:lnTo>
                      <a:pt x="88" y="530"/>
                    </a:lnTo>
                    <a:lnTo>
                      <a:pt x="88" y="530"/>
                    </a:lnTo>
                    <a:lnTo>
                      <a:pt x="88" y="522"/>
                    </a:lnTo>
                    <a:lnTo>
                      <a:pt x="79" y="513"/>
                    </a:lnTo>
                    <a:lnTo>
                      <a:pt x="79" y="504"/>
                    </a:lnTo>
                    <a:lnTo>
                      <a:pt x="79" y="504"/>
                    </a:lnTo>
                    <a:lnTo>
                      <a:pt x="70" y="486"/>
                    </a:lnTo>
                    <a:lnTo>
                      <a:pt x="61" y="477"/>
                    </a:lnTo>
                    <a:lnTo>
                      <a:pt x="61" y="477"/>
                    </a:lnTo>
                    <a:lnTo>
                      <a:pt x="61" y="460"/>
                    </a:lnTo>
                    <a:lnTo>
                      <a:pt x="61" y="451"/>
                    </a:lnTo>
                    <a:lnTo>
                      <a:pt x="70" y="451"/>
                    </a:lnTo>
                    <a:lnTo>
                      <a:pt x="79" y="442"/>
                    </a:lnTo>
                    <a:lnTo>
                      <a:pt x="79" y="442"/>
                    </a:lnTo>
                    <a:lnTo>
                      <a:pt x="79" y="433"/>
                    </a:lnTo>
                    <a:lnTo>
                      <a:pt x="79" y="424"/>
                    </a:lnTo>
                    <a:lnTo>
                      <a:pt x="61" y="424"/>
                    </a:lnTo>
                    <a:lnTo>
                      <a:pt x="61" y="415"/>
                    </a:lnTo>
                    <a:lnTo>
                      <a:pt x="53" y="407"/>
                    </a:lnTo>
                    <a:lnTo>
                      <a:pt x="53" y="398"/>
                    </a:lnTo>
                    <a:lnTo>
                      <a:pt x="53" y="389"/>
                    </a:lnTo>
                    <a:lnTo>
                      <a:pt x="53" y="389"/>
                    </a:lnTo>
                    <a:lnTo>
                      <a:pt x="53" y="389"/>
                    </a:lnTo>
                    <a:lnTo>
                      <a:pt x="53" y="371"/>
                    </a:lnTo>
                    <a:lnTo>
                      <a:pt x="53" y="371"/>
                    </a:lnTo>
                    <a:lnTo>
                      <a:pt x="53" y="362"/>
                    </a:lnTo>
                    <a:lnTo>
                      <a:pt x="53" y="354"/>
                    </a:lnTo>
                    <a:lnTo>
                      <a:pt x="53" y="354"/>
                    </a:lnTo>
                    <a:lnTo>
                      <a:pt x="61" y="354"/>
                    </a:lnTo>
                    <a:lnTo>
                      <a:pt x="61" y="354"/>
                    </a:lnTo>
                    <a:lnTo>
                      <a:pt x="61" y="354"/>
                    </a:lnTo>
                    <a:lnTo>
                      <a:pt x="61" y="362"/>
                    </a:lnTo>
                    <a:lnTo>
                      <a:pt x="61" y="371"/>
                    </a:lnTo>
                    <a:lnTo>
                      <a:pt x="61" y="371"/>
                    </a:lnTo>
                    <a:lnTo>
                      <a:pt x="70" y="380"/>
                    </a:lnTo>
                    <a:lnTo>
                      <a:pt x="70" y="380"/>
                    </a:lnTo>
                    <a:lnTo>
                      <a:pt x="79" y="380"/>
                    </a:lnTo>
                    <a:lnTo>
                      <a:pt x="70" y="380"/>
                    </a:lnTo>
                    <a:lnTo>
                      <a:pt x="70" y="371"/>
                    </a:lnTo>
                    <a:lnTo>
                      <a:pt x="70" y="362"/>
                    </a:lnTo>
                    <a:lnTo>
                      <a:pt x="70" y="354"/>
                    </a:lnTo>
                    <a:lnTo>
                      <a:pt x="70" y="354"/>
                    </a:lnTo>
                    <a:lnTo>
                      <a:pt x="70" y="345"/>
                    </a:lnTo>
                    <a:lnTo>
                      <a:pt x="61" y="345"/>
                    </a:lnTo>
                    <a:lnTo>
                      <a:pt x="70" y="336"/>
                    </a:lnTo>
                    <a:lnTo>
                      <a:pt x="70" y="336"/>
                    </a:lnTo>
                    <a:lnTo>
                      <a:pt x="79" y="336"/>
                    </a:lnTo>
                    <a:lnTo>
                      <a:pt x="79" y="336"/>
                    </a:lnTo>
                    <a:lnTo>
                      <a:pt x="88" y="336"/>
                    </a:lnTo>
                    <a:lnTo>
                      <a:pt x="105" y="345"/>
                    </a:lnTo>
                    <a:lnTo>
                      <a:pt x="114" y="345"/>
                    </a:lnTo>
                    <a:lnTo>
                      <a:pt x="123" y="354"/>
                    </a:lnTo>
                    <a:lnTo>
                      <a:pt x="123" y="354"/>
                    </a:lnTo>
                    <a:lnTo>
                      <a:pt x="123" y="345"/>
                    </a:lnTo>
                    <a:lnTo>
                      <a:pt x="114" y="345"/>
                    </a:lnTo>
                    <a:lnTo>
                      <a:pt x="114" y="336"/>
                    </a:lnTo>
                    <a:lnTo>
                      <a:pt x="114" y="345"/>
                    </a:lnTo>
                    <a:lnTo>
                      <a:pt x="105" y="345"/>
                    </a:lnTo>
                    <a:lnTo>
                      <a:pt x="114" y="336"/>
                    </a:lnTo>
                    <a:lnTo>
                      <a:pt x="114" y="336"/>
                    </a:lnTo>
                    <a:lnTo>
                      <a:pt x="105" y="336"/>
                    </a:lnTo>
                    <a:lnTo>
                      <a:pt x="97" y="336"/>
                    </a:lnTo>
                    <a:lnTo>
                      <a:pt x="97" y="336"/>
                    </a:lnTo>
                    <a:lnTo>
                      <a:pt x="88" y="336"/>
                    </a:lnTo>
                    <a:lnTo>
                      <a:pt x="79" y="336"/>
                    </a:lnTo>
                    <a:lnTo>
                      <a:pt x="79" y="336"/>
                    </a:lnTo>
                    <a:lnTo>
                      <a:pt x="70" y="327"/>
                    </a:lnTo>
                    <a:lnTo>
                      <a:pt x="70" y="327"/>
                    </a:lnTo>
                    <a:lnTo>
                      <a:pt x="61" y="327"/>
                    </a:lnTo>
                    <a:lnTo>
                      <a:pt x="61" y="327"/>
                    </a:lnTo>
                    <a:lnTo>
                      <a:pt x="61" y="336"/>
                    </a:lnTo>
                    <a:lnTo>
                      <a:pt x="61" y="336"/>
                    </a:lnTo>
                    <a:lnTo>
                      <a:pt x="61" y="345"/>
                    </a:lnTo>
                    <a:lnTo>
                      <a:pt x="53" y="345"/>
                    </a:lnTo>
                    <a:lnTo>
                      <a:pt x="53" y="345"/>
                    </a:lnTo>
                    <a:lnTo>
                      <a:pt x="53" y="336"/>
                    </a:lnTo>
                    <a:lnTo>
                      <a:pt x="44" y="336"/>
                    </a:lnTo>
                    <a:lnTo>
                      <a:pt x="44" y="327"/>
                    </a:lnTo>
                    <a:lnTo>
                      <a:pt x="35" y="327"/>
                    </a:lnTo>
                    <a:lnTo>
                      <a:pt x="35" y="327"/>
                    </a:lnTo>
                    <a:lnTo>
                      <a:pt x="35" y="318"/>
                    </a:lnTo>
                    <a:lnTo>
                      <a:pt x="35" y="318"/>
                    </a:lnTo>
                    <a:lnTo>
                      <a:pt x="35" y="309"/>
                    </a:lnTo>
                    <a:lnTo>
                      <a:pt x="44" y="318"/>
                    </a:lnTo>
                    <a:lnTo>
                      <a:pt x="44" y="309"/>
                    </a:lnTo>
                    <a:lnTo>
                      <a:pt x="35" y="301"/>
                    </a:lnTo>
                    <a:lnTo>
                      <a:pt x="35" y="301"/>
                    </a:lnTo>
                    <a:lnTo>
                      <a:pt x="35" y="301"/>
                    </a:lnTo>
                    <a:lnTo>
                      <a:pt x="35" y="301"/>
                    </a:lnTo>
                    <a:lnTo>
                      <a:pt x="35" y="292"/>
                    </a:lnTo>
                    <a:lnTo>
                      <a:pt x="35" y="283"/>
                    </a:lnTo>
                    <a:lnTo>
                      <a:pt x="26" y="283"/>
                    </a:lnTo>
                    <a:lnTo>
                      <a:pt x="26" y="274"/>
                    </a:lnTo>
                    <a:lnTo>
                      <a:pt x="17" y="265"/>
                    </a:lnTo>
                    <a:lnTo>
                      <a:pt x="9" y="247"/>
                    </a:lnTo>
                    <a:lnTo>
                      <a:pt x="9" y="239"/>
                    </a:lnTo>
                    <a:lnTo>
                      <a:pt x="9" y="239"/>
                    </a:lnTo>
                    <a:lnTo>
                      <a:pt x="17" y="230"/>
                    </a:lnTo>
                    <a:lnTo>
                      <a:pt x="9" y="212"/>
                    </a:lnTo>
                    <a:lnTo>
                      <a:pt x="17" y="194"/>
                    </a:lnTo>
                    <a:lnTo>
                      <a:pt x="17" y="194"/>
                    </a:lnTo>
                    <a:lnTo>
                      <a:pt x="17" y="186"/>
                    </a:lnTo>
                    <a:lnTo>
                      <a:pt x="17" y="186"/>
                    </a:lnTo>
                    <a:lnTo>
                      <a:pt x="17" y="177"/>
                    </a:lnTo>
                    <a:lnTo>
                      <a:pt x="17" y="168"/>
                    </a:lnTo>
                    <a:lnTo>
                      <a:pt x="17" y="159"/>
                    </a:lnTo>
                    <a:lnTo>
                      <a:pt x="9" y="150"/>
                    </a:lnTo>
                    <a:lnTo>
                      <a:pt x="9" y="150"/>
                    </a:lnTo>
                    <a:lnTo>
                      <a:pt x="0" y="133"/>
                    </a:lnTo>
                    <a:lnTo>
                      <a:pt x="0" y="124"/>
                    </a:lnTo>
                    <a:lnTo>
                      <a:pt x="0" y="115"/>
                    </a:lnTo>
                    <a:lnTo>
                      <a:pt x="9" y="106"/>
                    </a:lnTo>
                    <a:lnTo>
                      <a:pt x="9" y="106"/>
                    </a:lnTo>
                    <a:lnTo>
                      <a:pt x="17" y="97"/>
                    </a:lnTo>
                    <a:lnTo>
                      <a:pt x="17" y="97"/>
                    </a:lnTo>
                    <a:lnTo>
                      <a:pt x="26" y="88"/>
                    </a:lnTo>
                    <a:lnTo>
                      <a:pt x="26" y="88"/>
                    </a:lnTo>
                    <a:lnTo>
                      <a:pt x="26" y="88"/>
                    </a:lnTo>
                    <a:lnTo>
                      <a:pt x="26" y="79"/>
                    </a:lnTo>
                    <a:lnTo>
                      <a:pt x="35" y="71"/>
                    </a:lnTo>
                    <a:lnTo>
                      <a:pt x="35" y="71"/>
                    </a:lnTo>
                    <a:lnTo>
                      <a:pt x="44" y="44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27"/>
              <p:cNvSpPr>
                <a:spLocks/>
              </p:cNvSpPr>
              <p:nvPr/>
            </p:nvSpPr>
            <p:spPr bwMode="auto">
              <a:xfrm>
                <a:off x="2111073" y="3109103"/>
                <a:ext cx="1168562" cy="1139046"/>
              </a:xfrm>
              <a:custGeom>
                <a:avLst/>
                <a:gdLst/>
                <a:ahLst/>
                <a:cxnLst>
                  <a:cxn ang="0">
                    <a:pos x="114" y="345"/>
                  </a:cxn>
                  <a:cxn ang="0">
                    <a:pos x="264" y="0"/>
                  </a:cxn>
                  <a:cxn ang="0">
                    <a:pos x="448" y="9"/>
                  </a:cxn>
                  <a:cxn ang="0">
                    <a:pos x="475" y="168"/>
                  </a:cxn>
                  <a:cxn ang="0">
                    <a:pos x="501" y="186"/>
                  </a:cxn>
                  <a:cxn ang="0">
                    <a:pos x="536" y="195"/>
                  </a:cxn>
                  <a:cxn ang="0">
                    <a:pos x="572" y="195"/>
                  </a:cxn>
                  <a:cxn ang="0">
                    <a:pos x="589" y="212"/>
                  </a:cxn>
                  <a:cxn ang="0">
                    <a:pos x="624" y="212"/>
                  </a:cxn>
                  <a:cxn ang="0">
                    <a:pos x="642" y="212"/>
                  </a:cxn>
                  <a:cxn ang="0">
                    <a:pos x="668" y="212"/>
                  </a:cxn>
                  <a:cxn ang="0">
                    <a:pos x="703" y="221"/>
                  </a:cxn>
                  <a:cxn ang="0">
                    <a:pos x="739" y="212"/>
                  </a:cxn>
                  <a:cxn ang="0">
                    <a:pos x="783" y="221"/>
                  </a:cxn>
                  <a:cxn ang="0">
                    <a:pos x="818" y="239"/>
                  </a:cxn>
                  <a:cxn ang="0">
                    <a:pos x="853" y="398"/>
                  </a:cxn>
                  <a:cxn ang="0">
                    <a:pos x="871" y="425"/>
                  </a:cxn>
                  <a:cxn ang="0">
                    <a:pos x="871" y="460"/>
                  </a:cxn>
                  <a:cxn ang="0">
                    <a:pos x="862" y="513"/>
                  </a:cxn>
                  <a:cxn ang="0">
                    <a:pos x="844" y="548"/>
                  </a:cxn>
                  <a:cxn ang="0">
                    <a:pos x="791" y="566"/>
                  </a:cxn>
                  <a:cxn ang="0">
                    <a:pos x="800" y="540"/>
                  </a:cxn>
                  <a:cxn ang="0">
                    <a:pos x="774" y="557"/>
                  </a:cxn>
                  <a:cxn ang="0">
                    <a:pos x="765" y="593"/>
                  </a:cxn>
                  <a:cxn ang="0">
                    <a:pos x="712" y="628"/>
                  </a:cxn>
                  <a:cxn ang="0">
                    <a:pos x="695" y="646"/>
                  </a:cxn>
                  <a:cxn ang="0">
                    <a:pos x="686" y="628"/>
                  </a:cxn>
                  <a:cxn ang="0">
                    <a:pos x="668" y="628"/>
                  </a:cxn>
                  <a:cxn ang="0">
                    <a:pos x="677" y="646"/>
                  </a:cxn>
                  <a:cxn ang="0">
                    <a:pos x="659" y="663"/>
                  </a:cxn>
                  <a:cxn ang="0">
                    <a:pos x="642" y="672"/>
                  </a:cxn>
                  <a:cxn ang="0">
                    <a:pos x="642" y="672"/>
                  </a:cxn>
                  <a:cxn ang="0">
                    <a:pos x="607" y="699"/>
                  </a:cxn>
                  <a:cxn ang="0">
                    <a:pos x="607" y="734"/>
                  </a:cxn>
                  <a:cxn ang="0">
                    <a:pos x="589" y="734"/>
                  </a:cxn>
                  <a:cxn ang="0">
                    <a:pos x="607" y="752"/>
                  </a:cxn>
                  <a:cxn ang="0">
                    <a:pos x="607" y="778"/>
                  </a:cxn>
                  <a:cxn ang="0">
                    <a:pos x="624" y="840"/>
                  </a:cxn>
                  <a:cxn ang="0">
                    <a:pos x="616" y="849"/>
                  </a:cxn>
                  <a:cxn ang="0">
                    <a:pos x="572" y="831"/>
                  </a:cxn>
                  <a:cxn ang="0">
                    <a:pos x="519" y="814"/>
                  </a:cxn>
                  <a:cxn ang="0">
                    <a:pos x="492" y="796"/>
                  </a:cxn>
                  <a:cxn ang="0">
                    <a:pos x="466" y="752"/>
                  </a:cxn>
                  <a:cxn ang="0">
                    <a:pos x="466" y="716"/>
                  </a:cxn>
                  <a:cxn ang="0">
                    <a:pos x="431" y="681"/>
                  </a:cxn>
                  <a:cxn ang="0">
                    <a:pos x="413" y="637"/>
                  </a:cxn>
                  <a:cxn ang="0">
                    <a:pos x="387" y="593"/>
                  </a:cxn>
                  <a:cxn ang="0">
                    <a:pos x="352" y="548"/>
                  </a:cxn>
                  <a:cxn ang="0">
                    <a:pos x="325" y="540"/>
                  </a:cxn>
                  <a:cxn ang="0">
                    <a:pos x="281" y="522"/>
                  </a:cxn>
                  <a:cxn ang="0">
                    <a:pos x="246" y="540"/>
                  </a:cxn>
                  <a:cxn ang="0">
                    <a:pos x="220" y="584"/>
                  </a:cxn>
                  <a:cxn ang="0">
                    <a:pos x="193" y="575"/>
                  </a:cxn>
                  <a:cxn ang="0">
                    <a:pos x="140" y="540"/>
                  </a:cxn>
                  <a:cxn ang="0">
                    <a:pos x="114" y="487"/>
                  </a:cxn>
                  <a:cxn ang="0">
                    <a:pos x="96" y="442"/>
                  </a:cxn>
                  <a:cxn ang="0">
                    <a:pos x="44" y="389"/>
                  </a:cxn>
                  <a:cxn ang="0">
                    <a:pos x="17" y="354"/>
                  </a:cxn>
                </a:cxnLst>
                <a:rect l="0" t="0" r="r" b="b"/>
                <a:pathLst>
                  <a:path w="871" h="849">
                    <a:moveTo>
                      <a:pt x="8" y="354"/>
                    </a:moveTo>
                    <a:lnTo>
                      <a:pt x="8" y="345"/>
                    </a:lnTo>
                    <a:lnTo>
                      <a:pt x="0" y="345"/>
                    </a:lnTo>
                    <a:lnTo>
                      <a:pt x="0" y="336"/>
                    </a:lnTo>
                    <a:lnTo>
                      <a:pt x="0" y="336"/>
                    </a:lnTo>
                    <a:lnTo>
                      <a:pt x="52" y="336"/>
                    </a:lnTo>
                    <a:lnTo>
                      <a:pt x="114" y="345"/>
                    </a:lnTo>
                    <a:lnTo>
                      <a:pt x="176" y="345"/>
                    </a:lnTo>
                    <a:lnTo>
                      <a:pt x="228" y="354"/>
                    </a:lnTo>
                    <a:lnTo>
                      <a:pt x="237" y="354"/>
                    </a:lnTo>
                    <a:lnTo>
                      <a:pt x="237" y="345"/>
                    </a:lnTo>
                    <a:lnTo>
                      <a:pt x="246" y="265"/>
                    </a:lnTo>
                    <a:lnTo>
                      <a:pt x="246" y="195"/>
                    </a:lnTo>
                    <a:lnTo>
                      <a:pt x="264" y="0"/>
                    </a:lnTo>
                    <a:lnTo>
                      <a:pt x="264" y="0"/>
                    </a:lnTo>
                    <a:lnTo>
                      <a:pt x="264" y="0"/>
                    </a:lnTo>
                    <a:lnTo>
                      <a:pt x="352" y="0"/>
                    </a:lnTo>
                    <a:lnTo>
                      <a:pt x="413" y="0"/>
                    </a:lnTo>
                    <a:lnTo>
                      <a:pt x="440" y="0"/>
                    </a:lnTo>
                    <a:lnTo>
                      <a:pt x="448" y="0"/>
                    </a:lnTo>
                    <a:lnTo>
                      <a:pt x="448" y="9"/>
                    </a:lnTo>
                    <a:lnTo>
                      <a:pt x="448" y="151"/>
                    </a:lnTo>
                    <a:lnTo>
                      <a:pt x="448" y="159"/>
                    </a:lnTo>
                    <a:lnTo>
                      <a:pt x="448" y="159"/>
                    </a:lnTo>
                    <a:lnTo>
                      <a:pt x="457" y="159"/>
                    </a:lnTo>
                    <a:lnTo>
                      <a:pt x="466" y="168"/>
                    </a:lnTo>
                    <a:lnTo>
                      <a:pt x="475" y="177"/>
                    </a:lnTo>
                    <a:lnTo>
                      <a:pt x="475" y="168"/>
                    </a:lnTo>
                    <a:lnTo>
                      <a:pt x="484" y="177"/>
                    </a:lnTo>
                    <a:lnTo>
                      <a:pt x="484" y="177"/>
                    </a:lnTo>
                    <a:lnTo>
                      <a:pt x="492" y="168"/>
                    </a:lnTo>
                    <a:lnTo>
                      <a:pt x="492" y="168"/>
                    </a:lnTo>
                    <a:lnTo>
                      <a:pt x="492" y="177"/>
                    </a:lnTo>
                    <a:lnTo>
                      <a:pt x="501" y="177"/>
                    </a:lnTo>
                    <a:lnTo>
                      <a:pt x="501" y="186"/>
                    </a:lnTo>
                    <a:lnTo>
                      <a:pt x="501" y="186"/>
                    </a:lnTo>
                    <a:lnTo>
                      <a:pt x="510" y="186"/>
                    </a:lnTo>
                    <a:lnTo>
                      <a:pt x="510" y="186"/>
                    </a:lnTo>
                    <a:lnTo>
                      <a:pt x="510" y="186"/>
                    </a:lnTo>
                    <a:lnTo>
                      <a:pt x="519" y="195"/>
                    </a:lnTo>
                    <a:lnTo>
                      <a:pt x="528" y="195"/>
                    </a:lnTo>
                    <a:lnTo>
                      <a:pt x="536" y="195"/>
                    </a:lnTo>
                    <a:lnTo>
                      <a:pt x="536" y="195"/>
                    </a:lnTo>
                    <a:lnTo>
                      <a:pt x="545" y="195"/>
                    </a:lnTo>
                    <a:lnTo>
                      <a:pt x="545" y="204"/>
                    </a:lnTo>
                    <a:lnTo>
                      <a:pt x="554" y="204"/>
                    </a:lnTo>
                    <a:lnTo>
                      <a:pt x="554" y="195"/>
                    </a:lnTo>
                    <a:lnTo>
                      <a:pt x="563" y="195"/>
                    </a:lnTo>
                    <a:lnTo>
                      <a:pt x="572" y="195"/>
                    </a:lnTo>
                    <a:lnTo>
                      <a:pt x="572" y="204"/>
                    </a:lnTo>
                    <a:lnTo>
                      <a:pt x="572" y="204"/>
                    </a:lnTo>
                    <a:lnTo>
                      <a:pt x="580" y="204"/>
                    </a:lnTo>
                    <a:lnTo>
                      <a:pt x="580" y="212"/>
                    </a:lnTo>
                    <a:lnTo>
                      <a:pt x="580" y="212"/>
                    </a:lnTo>
                    <a:lnTo>
                      <a:pt x="580" y="221"/>
                    </a:lnTo>
                    <a:lnTo>
                      <a:pt x="589" y="212"/>
                    </a:lnTo>
                    <a:lnTo>
                      <a:pt x="598" y="204"/>
                    </a:lnTo>
                    <a:lnTo>
                      <a:pt x="607" y="212"/>
                    </a:lnTo>
                    <a:lnTo>
                      <a:pt x="607" y="212"/>
                    </a:lnTo>
                    <a:lnTo>
                      <a:pt x="607" y="212"/>
                    </a:lnTo>
                    <a:lnTo>
                      <a:pt x="616" y="221"/>
                    </a:lnTo>
                    <a:lnTo>
                      <a:pt x="616" y="221"/>
                    </a:lnTo>
                    <a:lnTo>
                      <a:pt x="624" y="212"/>
                    </a:lnTo>
                    <a:lnTo>
                      <a:pt x="633" y="221"/>
                    </a:lnTo>
                    <a:lnTo>
                      <a:pt x="624" y="221"/>
                    </a:lnTo>
                    <a:lnTo>
                      <a:pt x="633" y="230"/>
                    </a:lnTo>
                    <a:lnTo>
                      <a:pt x="633" y="230"/>
                    </a:lnTo>
                    <a:lnTo>
                      <a:pt x="633" y="230"/>
                    </a:lnTo>
                    <a:lnTo>
                      <a:pt x="633" y="221"/>
                    </a:lnTo>
                    <a:lnTo>
                      <a:pt x="642" y="212"/>
                    </a:lnTo>
                    <a:lnTo>
                      <a:pt x="642" y="212"/>
                    </a:lnTo>
                    <a:lnTo>
                      <a:pt x="642" y="212"/>
                    </a:lnTo>
                    <a:lnTo>
                      <a:pt x="651" y="212"/>
                    </a:lnTo>
                    <a:lnTo>
                      <a:pt x="651" y="221"/>
                    </a:lnTo>
                    <a:lnTo>
                      <a:pt x="659" y="221"/>
                    </a:lnTo>
                    <a:lnTo>
                      <a:pt x="659" y="212"/>
                    </a:lnTo>
                    <a:lnTo>
                      <a:pt x="668" y="212"/>
                    </a:lnTo>
                    <a:lnTo>
                      <a:pt x="668" y="221"/>
                    </a:lnTo>
                    <a:lnTo>
                      <a:pt x="677" y="221"/>
                    </a:lnTo>
                    <a:lnTo>
                      <a:pt x="677" y="230"/>
                    </a:lnTo>
                    <a:lnTo>
                      <a:pt x="686" y="230"/>
                    </a:lnTo>
                    <a:lnTo>
                      <a:pt x="686" y="221"/>
                    </a:lnTo>
                    <a:lnTo>
                      <a:pt x="695" y="221"/>
                    </a:lnTo>
                    <a:lnTo>
                      <a:pt x="703" y="221"/>
                    </a:lnTo>
                    <a:lnTo>
                      <a:pt x="703" y="221"/>
                    </a:lnTo>
                    <a:lnTo>
                      <a:pt x="712" y="212"/>
                    </a:lnTo>
                    <a:lnTo>
                      <a:pt x="712" y="221"/>
                    </a:lnTo>
                    <a:lnTo>
                      <a:pt x="721" y="221"/>
                    </a:lnTo>
                    <a:lnTo>
                      <a:pt x="721" y="212"/>
                    </a:lnTo>
                    <a:lnTo>
                      <a:pt x="730" y="212"/>
                    </a:lnTo>
                    <a:lnTo>
                      <a:pt x="739" y="212"/>
                    </a:lnTo>
                    <a:lnTo>
                      <a:pt x="739" y="212"/>
                    </a:lnTo>
                    <a:lnTo>
                      <a:pt x="747" y="212"/>
                    </a:lnTo>
                    <a:lnTo>
                      <a:pt x="747" y="212"/>
                    </a:lnTo>
                    <a:lnTo>
                      <a:pt x="756" y="212"/>
                    </a:lnTo>
                    <a:lnTo>
                      <a:pt x="756" y="212"/>
                    </a:lnTo>
                    <a:lnTo>
                      <a:pt x="774" y="221"/>
                    </a:lnTo>
                    <a:lnTo>
                      <a:pt x="783" y="221"/>
                    </a:lnTo>
                    <a:lnTo>
                      <a:pt x="783" y="230"/>
                    </a:lnTo>
                    <a:lnTo>
                      <a:pt x="791" y="230"/>
                    </a:lnTo>
                    <a:lnTo>
                      <a:pt x="800" y="230"/>
                    </a:lnTo>
                    <a:lnTo>
                      <a:pt x="809" y="230"/>
                    </a:lnTo>
                    <a:lnTo>
                      <a:pt x="809" y="239"/>
                    </a:lnTo>
                    <a:lnTo>
                      <a:pt x="809" y="239"/>
                    </a:lnTo>
                    <a:lnTo>
                      <a:pt x="818" y="239"/>
                    </a:lnTo>
                    <a:lnTo>
                      <a:pt x="835" y="239"/>
                    </a:lnTo>
                    <a:lnTo>
                      <a:pt x="835" y="283"/>
                    </a:lnTo>
                    <a:lnTo>
                      <a:pt x="835" y="363"/>
                    </a:lnTo>
                    <a:lnTo>
                      <a:pt x="844" y="372"/>
                    </a:lnTo>
                    <a:lnTo>
                      <a:pt x="853" y="372"/>
                    </a:lnTo>
                    <a:lnTo>
                      <a:pt x="853" y="389"/>
                    </a:lnTo>
                    <a:lnTo>
                      <a:pt x="853" y="398"/>
                    </a:lnTo>
                    <a:lnTo>
                      <a:pt x="853" y="398"/>
                    </a:lnTo>
                    <a:lnTo>
                      <a:pt x="862" y="407"/>
                    </a:lnTo>
                    <a:lnTo>
                      <a:pt x="862" y="407"/>
                    </a:lnTo>
                    <a:lnTo>
                      <a:pt x="862" y="407"/>
                    </a:lnTo>
                    <a:lnTo>
                      <a:pt x="862" y="416"/>
                    </a:lnTo>
                    <a:lnTo>
                      <a:pt x="871" y="425"/>
                    </a:lnTo>
                    <a:lnTo>
                      <a:pt x="871" y="425"/>
                    </a:lnTo>
                    <a:lnTo>
                      <a:pt x="871" y="433"/>
                    </a:lnTo>
                    <a:lnTo>
                      <a:pt x="871" y="433"/>
                    </a:lnTo>
                    <a:lnTo>
                      <a:pt x="871" y="442"/>
                    </a:lnTo>
                    <a:lnTo>
                      <a:pt x="871" y="442"/>
                    </a:lnTo>
                    <a:lnTo>
                      <a:pt x="871" y="451"/>
                    </a:lnTo>
                    <a:lnTo>
                      <a:pt x="871" y="451"/>
                    </a:lnTo>
                    <a:lnTo>
                      <a:pt x="871" y="460"/>
                    </a:lnTo>
                    <a:lnTo>
                      <a:pt x="871" y="469"/>
                    </a:lnTo>
                    <a:lnTo>
                      <a:pt x="862" y="469"/>
                    </a:lnTo>
                    <a:lnTo>
                      <a:pt x="862" y="478"/>
                    </a:lnTo>
                    <a:lnTo>
                      <a:pt x="862" y="487"/>
                    </a:lnTo>
                    <a:lnTo>
                      <a:pt x="862" y="487"/>
                    </a:lnTo>
                    <a:lnTo>
                      <a:pt x="862" y="495"/>
                    </a:lnTo>
                    <a:lnTo>
                      <a:pt x="862" y="513"/>
                    </a:lnTo>
                    <a:lnTo>
                      <a:pt x="862" y="513"/>
                    </a:lnTo>
                    <a:lnTo>
                      <a:pt x="862" y="522"/>
                    </a:lnTo>
                    <a:lnTo>
                      <a:pt x="862" y="522"/>
                    </a:lnTo>
                    <a:lnTo>
                      <a:pt x="853" y="522"/>
                    </a:lnTo>
                    <a:lnTo>
                      <a:pt x="844" y="540"/>
                    </a:lnTo>
                    <a:lnTo>
                      <a:pt x="853" y="548"/>
                    </a:lnTo>
                    <a:lnTo>
                      <a:pt x="844" y="548"/>
                    </a:lnTo>
                    <a:lnTo>
                      <a:pt x="827" y="557"/>
                    </a:lnTo>
                    <a:lnTo>
                      <a:pt x="809" y="566"/>
                    </a:lnTo>
                    <a:lnTo>
                      <a:pt x="800" y="566"/>
                    </a:lnTo>
                    <a:lnTo>
                      <a:pt x="800" y="566"/>
                    </a:lnTo>
                    <a:lnTo>
                      <a:pt x="791" y="575"/>
                    </a:lnTo>
                    <a:lnTo>
                      <a:pt x="791" y="575"/>
                    </a:lnTo>
                    <a:lnTo>
                      <a:pt x="791" y="566"/>
                    </a:lnTo>
                    <a:lnTo>
                      <a:pt x="809" y="557"/>
                    </a:lnTo>
                    <a:lnTo>
                      <a:pt x="809" y="557"/>
                    </a:lnTo>
                    <a:lnTo>
                      <a:pt x="809" y="557"/>
                    </a:lnTo>
                    <a:lnTo>
                      <a:pt x="800" y="557"/>
                    </a:lnTo>
                    <a:lnTo>
                      <a:pt x="791" y="557"/>
                    </a:lnTo>
                    <a:lnTo>
                      <a:pt x="800" y="548"/>
                    </a:lnTo>
                    <a:lnTo>
                      <a:pt x="800" y="540"/>
                    </a:lnTo>
                    <a:lnTo>
                      <a:pt x="791" y="540"/>
                    </a:lnTo>
                    <a:lnTo>
                      <a:pt x="783" y="548"/>
                    </a:lnTo>
                    <a:lnTo>
                      <a:pt x="783" y="548"/>
                    </a:lnTo>
                    <a:lnTo>
                      <a:pt x="774" y="548"/>
                    </a:lnTo>
                    <a:lnTo>
                      <a:pt x="774" y="548"/>
                    </a:lnTo>
                    <a:lnTo>
                      <a:pt x="774" y="548"/>
                    </a:lnTo>
                    <a:lnTo>
                      <a:pt x="774" y="557"/>
                    </a:lnTo>
                    <a:lnTo>
                      <a:pt x="783" y="557"/>
                    </a:lnTo>
                    <a:lnTo>
                      <a:pt x="783" y="566"/>
                    </a:lnTo>
                    <a:lnTo>
                      <a:pt x="783" y="575"/>
                    </a:lnTo>
                    <a:lnTo>
                      <a:pt x="783" y="575"/>
                    </a:lnTo>
                    <a:lnTo>
                      <a:pt x="783" y="584"/>
                    </a:lnTo>
                    <a:lnTo>
                      <a:pt x="774" y="584"/>
                    </a:lnTo>
                    <a:lnTo>
                      <a:pt x="765" y="593"/>
                    </a:lnTo>
                    <a:lnTo>
                      <a:pt x="765" y="601"/>
                    </a:lnTo>
                    <a:lnTo>
                      <a:pt x="756" y="610"/>
                    </a:lnTo>
                    <a:lnTo>
                      <a:pt x="756" y="610"/>
                    </a:lnTo>
                    <a:lnTo>
                      <a:pt x="747" y="619"/>
                    </a:lnTo>
                    <a:lnTo>
                      <a:pt x="739" y="619"/>
                    </a:lnTo>
                    <a:lnTo>
                      <a:pt x="721" y="619"/>
                    </a:lnTo>
                    <a:lnTo>
                      <a:pt x="712" y="628"/>
                    </a:lnTo>
                    <a:lnTo>
                      <a:pt x="712" y="628"/>
                    </a:lnTo>
                    <a:lnTo>
                      <a:pt x="721" y="628"/>
                    </a:lnTo>
                    <a:lnTo>
                      <a:pt x="730" y="628"/>
                    </a:lnTo>
                    <a:lnTo>
                      <a:pt x="721" y="628"/>
                    </a:lnTo>
                    <a:lnTo>
                      <a:pt x="712" y="637"/>
                    </a:lnTo>
                    <a:lnTo>
                      <a:pt x="695" y="646"/>
                    </a:lnTo>
                    <a:lnTo>
                      <a:pt x="695" y="646"/>
                    </a:lnTo>
                    <a:lnTo>
                      <a:pt x="703" y="637"/>
                    </a:lnTo>
                    <a:lnTo>
                      <a:pt x="703" y="628"/>
                    </a:lnTo>
                    <a:lnTo>
                      <a:pt x="695" y="637"/>
                    </a:lnTo>
                    <a:lnTo>
                      <a:pt x="703" y="628"/>
                    </a:lnTo>
                    <a:lnTo>
                      <a:pt x="695" y="637"/>
                    </a:lnTo>
                    <a:lnTo>
                      <a:pt x="695" y="628"/>
                    </a:lnTo>
                    <a:lnTo>
                      <a:pt x="686" y="628"/>
                    </a:lnTo>
                    <a:lnTo>
                      <a:pt x="686" y="628"/>
                    </a:lnTo>
                    <a:lnTo>
                      <a:pt x="677" y="619"/>
                    </a:lnTo>
                    <a:lnTo>
                      <a:pt x="677" y="628"/>
                    </a:lnTo>
                    <a:lnTo>
                      <a:pt x="686" y="637"/>
                    </a:lnTo>
                    <a:lnTo>
                      <a:pt x="677" y="637"/>
                    </a:lnTo>
                    <a:lnTo>
                      <a:pt x="668" y="628"/>
                    </a:lnTo>
                    <a:lnTo>
                      <a:pt x="668" y="628"/>
                    </a:lnTo>
                    <a:lnTo>
                      <a:pt x="668" y="628"/>
                    </a:lnTo>
                    <a:lnTo>
                      <a:pt x="668" y="637"/>
                    </a:lnTo>
                    <a:lnTo>
                      <a:pt x="677" y="637"/>
                    </a:lnTo>
                    <a:lnTo>
                      <a:pt x="668" y="646"/>
                    </a:lnTo>
                    <a:lnTo>
                      <a:pt x="677" y="646"/>
                    </a:lnTo>
                    <a:lnTo>
                      <a:pt x="686" y="646"/>
                    </a:lnTo>
                    <a:lnTo>
                      <a:pt x="677" y="646"/>
                    </a:lnTo>
                    <a:lnTo>
                      <a:pt x="668" y="655"/>
                    </a:lnTo>
                    <a:lnTo>
                      <a:pt x="659" y="655"/>
                    </a:lnTo>
                    <a:lnTo>
                      <a:pt x="651" y="646"/>
                    </a:lnTo>
                    <a:lnTo>
                      <a:pt x="659" y="646"/>
                    </a:lnTo>
                    <a:lnTo>
                      <a:pt x="651" y="655"/>
                    </a:lnTo>
                    <a:lnTo>
                      <a:pt x="659" y="655"/>
                    </a:lnTo>
                    <a:lnTo>
                      <a:pt x="659" y="663"/>
                    </a:lnTo>
                    <a:lnTo>
                      <a:pt x="651" y="672"/>
                    </a:lnTo>
                    <a:lnTo>
                      <a:pt x="642" y="672"/>
                    </a:lnTo>
                    <a:lnTo>
                      <a:pt x="651" y="663"/>
                    </a:lnTo>
                    <a:lnTo>
                      <a:pt x="651" y="663"/>
                    </a:lnTo>
                    <a:lnTo>
                      <a:pt x="642" y="663"/>
                    </a:lnTo>
                    <a:lnTo>
                      <a:pt x="642" y="672"/>
                    </a:lnTo>
                    <a:lnTo>
                      <a:pt x="642" y="672"/>
                    </a:lnTo>
                    <a:lnTo>
                      <a:pt x="633" y="672"/>
                    </a:lnTo>
                    <a:lnTo>
                      <a:pt x="624" y="672"/>
                    </a:lnTo>
                    <a:lnTo>
                      <a:pt x="633" y="672"/>
                    </a:lnTo>
                    <a:lnTo>
                      <a:pt x="624" y="681"/>
                    </a:lnTo>
                    <a:lnTo>
                      <a:pt x="633" y="681"/>
                    </a:lnTo>
                    <a:lnTo>
                      <a:pt x="633" y="681"/>
                    </a:lnTo>
                    <a:lnTo>
                      <a:pt x="642" y="672"/>
                    </a:lnTo>
                    <a:lnTo>
                      <a:pt x="642" y="681"/>
                    </a:lnTo>
                    <a:lnTo>
                      <a:pt x="633" y="681"/>
                    </a:lnTo>
                    <a:lnTo>
                      <a:pt x="624" y="699"/>
                    </a:lnTo>
                    <a:lnTo>
                      <a:pt x="624" y="690"/>
                    </a:lnTo>
                    <a:lnTo>
                      <a:pt x="607" y="690"/>
                    </a:lnTo>
                    <a:lnTo>
                      <a:pt x="607" y="690"/>
                    </a:lnTo>
                    <a:lnTo>
                      <a:pt x="607" y="699"/>
                    </a:lnTo>
                    <a:lnTo>
                      <a:pt x="616" y="699"/>
                    </a:lnTo>
                    <a:lnTo>
                      <a:pt x="616" y="699"/>
                    </a:lnTo>
                    <a:lnTo>
                      <a:pt x="616" y="708"/>
                    </a:lnTo>
                    <a:lnTo>
                      <a:pt x="616" y="708"/>
                    </a:lnTo>
                    <a:lnTo>
                      <a:pt x="624" y="708"/>
                    </a:lnTo>
                    <a:lnTo>
                      <a:pt x="607" y="734"/>
                    </a:lnTo>
                    <a:lnTo>
                      <a:pt x="607" y="734"/>
                    </a:lnTo>
                    <a:lnTo>
                      <a:pt x="607" y="734"/>
                    </a:lnTo>
                    <a:lnTo>
                      <a:pt x="607" y="734"/>
                    </a:lnTo>
                    <a:lnTo>
                      <a:pt x="598" y="734"/>
                    </a:lnTo>
                    <a:lnTo>
                      <a:pt x="598" y="734"/>
                    </a:lnTo>
                    <a:lnTo>
                      <a:pt x="589" y="725"/>
                    </a:lnTo>
                    <a:lnTo>
                      <a:pt x="589" y="725"/>
                    </a:lnTo>
                    <a:lnTo>
                      <a:pt x="589" y="734"/>
                    </a:lnTo>
                    <a:lnTo>
                      <a:pt x="589" y="734"/>
                    </a:lnTo>
                    <a:lnTo>
                      <a:pt x="589" y="743"/>
                    </a:lnTo>
                    <a:lnTo>
                      <a:pt x="598" y="743"/>
                    </a:lnTo>
                    <a:lnTo>
                      <a:pt x="607" y="743"/>
                    </a:lnTo>
                    <a:lnTo>
                      <a:pt x="607" y="743"/>
                    </a:lnTo>
                    <a:lnTo>
                      <a:pt x="607" y="752"/>
                    </a:lnTo>
                    <a:lnTo>
                      <a:pt x="607" y="752"/>
                    </a:lnTo>
                    <a:lnTo>
                      <a:pt x="607" y="761"/>
                    </a:lnTo>
                    <a:lnTo>
                      <a:pt x="598" y="761"/>
                    </a:lnTo>
                    <a:lnTo>
                      <a:pt x="598" y="761"/>
                    </a:lnTo>
                    <a:lnTo>
                      <a:pt x="607" y="769"/>
                    </a:lnTo>
                    <a:lnTo>
                      <a:pt x="598" y="769"/>
                    </a:lnTo>
                    <a:lnTo>
                      <a:pt x="598" y="778"/>
                    </a:lnTo>
                    <a:lnTo>
                      <a:pt x="607" y="778"/>
                    </a:lnTo>
                    <a:lnTo>
                      <a:pt x="607" y="796"/>
                    </a:lnTo>
                    <a:lnTo>
                      <a:pt x="607" y="805"/>
                    </a:lnTo>
                    <a:lnTo>
                      <a:pt x="616" y="823"/>
                    </a:lnTo>
                    <a:lnTo>
                      <a:pt x="616" y="831"/>
                    </a:lnTo>
                    <a:lnTo>
                      <a:pt x="624" y="831"/>
                    </a:lnTo>
                    <a:lnTo>
                      <a:pt x="616" y="831"/>
                    </a:lnTo>
                    <a:lnTo>
                      <a:pt x="624" y="840"/>
                    </a:lnTo>
                    <a:lnTo>
                      <a:pt x="624" y="831"/>
                    </a:lnTo>
                    <a:lnTo>
                      <a:pt x="624" y="840"/>
                    </a:lnTo>
                    <a:lnTo>
                      <a:pt x="633" y="840"/>
                    </a:lnTo>
                    <a:lnTo>
                      <a:pt x="633" y="840"/>
                    </a:lnTo>
                    <a:lnTo>
                      <a:pt x="624" y="840"/>
                    </a:lnTo>
                    <a:lnTo>
                      <a:pt x="616" y="849"/>
                    </a:lnTo>
                    <a:lnTo>
                      <a:pt x="616" y="849"/>
                    </a:lnTo>
                    <a:lnTo>
                      <a:pt x="607" y="849"/>
                    </a:lnTo>
                    <a:lnTo>
                      <a:pt x="607" y="849"/>
                    </a:lnTo>
                    <a:lnTo>
                      <a:pt x="607" y="849"/>
                    </a:lnTo>
                    <a:lnTo>
                      <a:pt x="598" y="840"/>
                    </a:lnTo>
                    <a:lnTo>
                      <a:pt x="589" y="840"/>
                    </a:lnTo>
                    <a:lnTo>
                      <a:pt x="589" y="831"/>
                    </a:lnTo>
                    <a:lnTo>
                      <a:pt x="572" y="831"/>
                    </a:lnTo>
                    <a:lnTo>
                      <a:pt x="554" y="831"/>
                    </a:lnTo>
                    <a:lnTo>
                      <a:pt x="545" y="831"/>
                    </a:lnTo>
                    <a:lnTo>
                      <a:pt x="536" y="823"/>
                    </a:lnTo>
                    <a:lnTo>
                      <a:pt x="536" y="823"/>
                    </a:lnTo>
                    <a:lnTo>
                      <a:pt x="528" y="823"/>
                    </a:lnTo>
                    <a:lnTo>
                      <a:pt x="528" y="823"/>
                    </a:lnTo>
                    <a:lnTo>
                      <a:pt x="519" y="814"/>
                    </a:lnTo>
                    <a:lnTo>
                      <a:pt x="519" y="814"/>
                    </a:lnTo>
                    <a:lnTo>
                      <a:pt x="510" y="814"/>
                    </a:lnTo>
                    <a:lnTo>
                      <a:pt x="510" y="814"/>
                    </a:lnTo>
                    <a:lnTo>
                      <a:pt x="501" y="805"/>
                    </a:lnTo>
                    <a:lnTo>
                      <a:pt x="492" y="805"/>
                    </a:lnTo>
                    <a:lnTo>
                      <a:pt x="492" y="805"/>
                    </a:lnTo>
                    <a:lnTo>
                      <a:pt x="492" y="796"/>
                    </a:lnTo>
                    <a:lnTo>
                      <a:pt x="484" y="796"/>
                    </a:lnTo>
                    <a:lnTo>
                      <a:pt x="484" y="787"/>
                    </a:lnTo>
                    <a:lnTo>
                      <a:pt x="484" y="769"/>
                    </a:lnTo>
                    <a:lnTo>
                      <a:pt x="475" y="769"/>
                    </a:lnTo>
                    <a:lnTo>
                      <a:pt x="475" y="761"/>
                    </a:lnTo>
                    <a:lnTo>
                      <a:pt x="466" y="752"/>
                    </a:lnTo>
                    <a:lnTo>
                      <a:pt x="466" y="752"/>
                    </a:lnTo>
                    <a:lnTo>
                      <a:pt x="466" y="743"/>
                    </a:lnTo>
                    <a:lnTo>
                      <a:pt x="466" y="743"/>
                    </a:lnTo>
                    <a:lnTo>
                      <a:pt x="466" y="734"/>
                    </a:lnTo>
                    <a:lnTo>
                      <a:pt x="466" y="725"/>
                    </a:lnTo>
                    <a:lnTo>
                      <a:pt x="466" y="725"/>
                    </a:lnTo>
                    <a:lnTo>
                      <a:pt x="466" y="716"/>
                    </a:lnTo>
                    <a:lnTo>
                      <a:pt x="466" y="716"/>
                    </a:lnTo>
                    <a:lnTo>
                      <a:pt x="466" y="708"/>
                    </a:lnTo>
                    <a:lnTo>
                      <a:pt x="457" y="708"/>
                    </a:lnTo>
                    <a:lnTo>
                      <a:pt x="448" y="708"/>
                    </a:lnTo>
                    <a:lnTo>
                      <a:pt x="440" y="690"/>
                    </a:lnTo>
                    <a:lnTo>
                      <a:pt x="440" y="690"/>
                    </a:lnTo>
                    <a:lnTo>
                      <a:pt x="440" y="681"/>
                    </a:lnTo>
                    <a:lnTo>
                      <a:pt x="431" y="681"/>
                    </a:lnTo>
                    <a:lnTo>
                      <a:pt x="431" y="672"/>
                    </a:lnTo>
                    <a:lnTo>
                      <a:pt x="422" y="663"/>
                    </a:lnTo>
                    <a:lnTo>
                      <a:pt x="422" y="663"/>
                    </a:lnTo>
                    <a:lnTo>
                      <a:pt x="413" y="663"/>
                    </a:lnTo>
                    <a:lnTo>
                      <a:pt x="413" y="646"/>
                    </a:lnTo>
                    <a:lnTo>
                      <a:pt x="404" y="637"/>
                    </a:lnTo>
                    <a:lnTo>
                      <a:pt x="413" y="637"/>
                    </a:lnTo>
                    <a:lnTo>
                      <a:pt x="404" y="628"/>
                    </a:lnTo>
                    <a:lnTo>
                      <a:pt x="404" y="628"/>
                    </a:lnTo>
                    <a:lnTo>
                      <a:pt x="396" y="619"/>
                    </a:lnTo>
                    <a:lnTo>
                      <a:pt x="396" y="619"/>
                    </a:lnTo>
                    <a:lnTo>
                      <a:pt x="396" y="619"/>
                    </a:lnTo>
                    <a:lnTo>
                      <a:pt x="396" y="601"/>
                    </a:lnTo>
                    <a:lnTo>
                      <a:pt x="387" y="593"/>
                    </a:lnTo>
                    <a:lnTo>
                      <a:pt x="387" y="584"/>
                    </a:lnTo>
                    <a:lnTo>
                      <a:pt x="378" y="575"/>
                    </a:lnTo>
                    <a:lnTo>
                      <a:pt x="369" y="566"/>
                    </a:lnTo>
                    <a:lnTo>
                      <a:pt x="360" y="557"/>
                    </a:lnTo>
                    <a:lnTo>
                      <a:pt x="360" y="557"/>
                    </a:lnTo>
                    <a:lnTo>
                      <a:pt x="352" y="557"/>
                    </a:lnTo>
                    <a:lnTo>
                      <a:pt x="352" y="548"/>
                    </a:lnTo>
                    <a:lnTo>
                      <a:pt x="352" y="548"/>
                    </a:lnTo>
                    <a:lnTo>
                      <a:pt x="343" y="548"/>
                    </a:lnTo>
                    <a:lnTo>
                      <a:pt x="343" y="540"/>
                    </a:lnTo>
                    <a:lnTo>
                      <a:pt x="343" y="540"/>
                    </a:lnTo>
                    <a:lnTo>
                      <a:pt x="334" y="531"/>
                    </a:lnTo>
                    <a:lnTo>
                      <a:pt x="334" y="531"/>
                    </a:lnTo>
                    <a:lnTo>
                      <a:pt x="325" y="540"/>
                    </a:lnTo>
                    <a:lnTo>
                      <a:pt x="308" y="531"/>
                    </a:lnTo>
                    <a:lnTo>
                      <a:pt x="308" y="531"/>
                    </a:lnTo>
                    <a:lnTo>
                      <a:pt x="299" y="531"/>
                    </a:lnTo>
                    <a:lnTo>
                      <a:pt x="299" y="531"/>
                    </a:lnTo>
                    <a:lnTo>
                      <a:pt x="290" y="531"/>
                    </a:lnTo>
                    <a:lnTo>
                      <a:pt x="281" y="522"/>
                    </a:lnTo>
                    <a:lnTo>
                      <a:pt x="281" y="522"/>
                    </a:lnTo>
                    <a:lnTo>
                      <a:pt x="272" y="531"/>
                    </a:lnTo>
                    <a:lnTo>
                      <a:pt x="272" y="531"/>
                    </a:lnTo>
                    <a:lnTo>
                      <a:pt x="264" y="531"/>
                    </a:lnTo>
                    <a:lnTo>
                      <a:pt x="264" y="531"/>
                    </a:lnTo>
                    <a:lnTo>
                      <a:pt x="255" y="531"/>
                    </a:lnTo>
                    <a:lnTo>
                      <a:pt x="255" y="540"/>
                    </a:lnTo>
                    <a:lnTo>
                      <a:pt x="246" y="540"/>
                    </a:lnTo>
                    <a:lnTo>
                      <a:pt x="237" y="566"/>
                    </a:lnTo>
                    <a:lnTo>
                      <a:pt x="237" y="566"/>
                    </a:lnTo>
                    <a:lnTo>
                      <a:pt x="237" y="566"/>
                    </a:lnTo>
                    <a:lnTo>
                      <a:pt x="237" y="575"/>
                    </a:lnTo>
                    <a:lnTo>
                      <a:pt x="228" y="575"/>
                    </a:lnTo>
                    <a:lnTo>
                      <a:pt x="228" y="584"/>
                    </a:lnTo>
                    <a:lnTo>
                      <a:pt x="220" y="584"/>
                    </a:lnTo>
                    <a:lnTo>
                      <a:pt x="220" y="593"/>
                    </a:lnTo>
                    <a:lnTo>
                      <a:pt x="211" y="593"/>
                    </a:lnTo>
                    <a:lnTo>
                      <a:pt x="211" y="593"/>
                    </a:lnTo>
                    <a:lnTo>
                      <a:pt x="202" y="584"/>
                    </a:lnTo>
                    <a:lnTo>
                      <a:pt x="202" y="584"/>
                    </a:lnTo>
                    <a:lnTo>
                      <a:pt x="193" y="584"/>
                    </a:lnTo>
                    <a:lnTo>
                      <a:pt x="193" y="575"/>
                    </a:lnTo>
                    <a:lnTo>
                      <a:pt x="176" y="575"/>
                    </a:lnTo>
                    <a:lnTo>
                      <a:pt x="176" y="566"/>
                    </a:lnTo>
                    <a:lnTo>
                      <a:pt x="167" y="566"/>
                    </a:lnTo>
                    <a:lnTo>
                      <a:pt x="158" y="557"/>
                    </a:lnTo>
                    <a:lnTo>
                      <a:pt x="149" y="548"/>
                    </a:lnTo>
                    <a:lnTo>
                      <a:pt x="149" y="548"/>
                    </a:lnTo>
                    <a:lnTo>
                      <a:pt x="140" y="540"/>
                    </a:lnTo>
                    <a:lnTo>
                      <a:pt x="132" y="540"/>
                    </a:lnTo>
                    <a:lnTo>
                      <a:pt x="132" y="531"/>
                    </a:lnTo>
                    <a:lnTo>
                      <a:pt x="114" y="504"/>
                    </a:lnTo>
                    <a:lnTo>
                      <a:pt x="114" y="495"/>
                    </a:lnTo>
                    <a:lnTo>
                      <a:pt x="123" y="495"/>
                    </a:lnTo>
                    <a:lnTo>
                      <a:pt x="123" y="487"/>
                    </a:lnTo>
                    <a:lnTo>
                      <a:pt x="114" y="487"/>
                    </a:lnTo>
                    <a:lnTo>
                      <a:pt x="114" y="469"/>
                    </a:lnTo>
                    <a:lnTo>
                      <a:pt x="105" y="469"/>
                    </a:lnTo>
                    <a:lnTo>
                      <a:pt x="105" y="460"/>
                    </a:lnTo>
                    <a:lnTo>
                      <a:pt x="105" y="460"/>
                    </a:lnTo>
                    <a:lnTo>
                      <a:pt x="105" y="451"/>
                    </a:lnTo>
                    <a:lnTo>
                      <a:pt x="105" y="451"/>
                    </a:lnTo>
                    <a:lnTo>
                      <a:pt x="96" y="442"/>
                    </a:lnTo>
                    <a:lnTo>
                      <a:pt x="88" y="433"/>
                    </a:lnTo>
                    <a:lnTo>
                      <a:pt x="79" y="433"/>
                    </a:lnTo>
                    <a:lnTo>
                      <a:pt x="79" y="433"/>
                    </a:lnTo>
                    <a:lnTo>
                      <a:pt x="70" y="425"/>
                    </a:lnTo>
                    <a:lnTo>
                      <a:pt x="61" y="416"/>
                    </a:lnTo>
                    <a:lnTo>
                      <a:pt x="52" y="407"/>
                    </a:lnTo>
                    <a:lnTo>
                      <a:pt x="44" y="389"/>
                    </a:lnTo>
                    <a:lnTo>
                      <a:pt x="44" y="389"/>
                    </a:lnTo>
                    <a:lnTo>
                      <a:pt x="35" y="380"/>
                    </a:lnTo>
                    <a:lnTo>
                      <a:pt x="26" y="380"/>
                    </a:lnTo>
                    <a:lnTo>
                      <a:pt x="26" y="372"/>
                    </a:lnTo>
                    <a:lnTo>
                      <a:pt x="17" y="363"/>
                    </a:lnTo>
                    <a:lnTo>
                      <a:pt x="17" y="363"/>
                    </a:lnTo>
                    <a:lnTo>
                      <a:pt x="17" y="354"/>
                    </a:lnTo>
                    <a:lnTo>
                      <a:pt x="8" y="354"/>
                    </a:lnTo>
                    <a:lnTo>
                      <a:pt x="8" y="354"/>
                    </a:lnTo>
                    <a:lnTo>
                      <a:pt x="8" y="354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9525">
                <a:solidFill>
                  <a:schemeClr val="tx1">
                    <a:lumMod val="25000"/>
                    <a:lumOff val="7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118" name="Content Placeholder 238"/>
          <p:cNvSpPr>
            <a:spLocks noGrp="1"/>
          </p:cNvSpPr>
          <p:nvPr>
            <p:ph sz="quarter" idx="1"/>
          </p:nvPr>
        </p:nvSpPr>
        <p:spPr>
          <a:xfrm>
            <a:off x="578769" y="1661977"/>
            <a:ext cx="893608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/>
              <a:t>Dernièrement, l’infection de type </a:t>
            </a:r>
            <a:r>
              <a:rPr lang="fr-FR" sz="2800" dirty="0" err="1"/>
              <a:t>Ransomware</a:t>
            </a:r>
            <a:r>
              <a:rPr lang="fr-FR" sz="2800" dirty="0"/>
              <a:t> </a:t>
            </a:r>
            <a:r>
              <a:rPr lang="fr-FR" sz="2800" dirty="0" err="1"/>
              <a:t>WannaCry</a:t>
            </a:r>
            <a:r>
              <a:rPr lang="fr-FR" sz="2800" dirty="0"/>
              <a:t>, s’est répandue au niveau mondial.</a:t>
            </a:r>
          </a:p>
        </p:txBody>
      </p:sp>
      <p:sp>
        <p:nvSpPr>
          <p:cNvPr id="122" name="Freeform 147"/>
          <p:cNvSpPr>
            <a:spLocks noEditPoints="1"/>
          </p:cNvSpPr>
          <p:nvPr/>
        </p:nvSpPr>
        <p:spPr bwMode="auto">
          <a:xfrm rot="927565">
            <a:off x="5059500" y="2798701"/>
            <a:ext cx="439083" cy="624191"/>
          </a:xfrm>
          <a:custGeom>
            <a:avLst/>
            <a:gdLst/>
            <a:ahLst/>
            <a:cxnLst>
              <a:cxn ang="0">
                <a:pos x="44" y="47"/>
              </a:cxn>
              <a:cxn ang="0">
                <a:pos x="27" y="47"/>
              </a:cxn>
              <a:cxn ang="0">
                <a:pos x="25" y="66"/>
              </a:cxn>
              <a:cxn ang="0">
                <a:pos x="24" y="67"/>
              </a:cxn>
              <a:cxn ang="0">
                <a:pos x="24" y="67"/>
              </a:cxn>
              <a:cxn ang="0">
                <a:pos x="22" y="66"/>
              </a:cxn>
              <a:cxn ang="0">
                <a:pos x="19" y="47"/>
              </a:cxn>
              <a:cxn ang="0">
                <a:pos x="3" y="47"/>
              </a:cxn>
              <a:cxn ang="0">
                <a:pos x="0" y="44"/>
              </a:cxn>
              <a:cxn ang="0">
                <a:pos x="11" y="31"/>
              </a:cxn>
              <a:cxn ang="0">
                <a:pos x="11" y="11"/>
              </a:cxn>
              <a:cxn ang="0">
                <a:pos x="6" y="6"/>
              </a:cxn>
              <a:cxn ang="0">
                <a:pos x="11" y="0"/>
              </a:cxn>
              <a:cxn ang="0">
                <a:pos x="36" y="0"/>
              </a:cxn>
              <a:cxn ang="0">
                <a:pos x="42" y="6"/>
              </a:cxn>
              <a:cxn ang="0">
                <a:pos x="36" y="11"/>
              </a:cxn>
              <a:cxn ang="0">
                <a:pos x="36" y="31"/>
              </a:cxn>
              <a:cxn ang="0">
                <a:pos x="47" y="44"/>
              </a:cxn>
              <a:cxn ang="0">
                <a:pos x="44" y="47"/>
              </a:cxn>
              <a:cxn ang="0">
                <a:pos x="20" y="12"/>
              </a:cxn>
              <a:cxn ang="0">
                <a:pos x="18" y="11"/>
              </a:cxn>
              <a:cxn ang="0">
                <a:pos x="17" y="12"/>
              </a:cxn>
              <a:cxn ang="0">
                <a:pos x="17" y="30"/>
              </a:cxn>
              <a:cxn ang="0">
                <a:pos x="18" y="31"/>
              </a:cxn>
              <a:cxn ang="0">
                <a:pos x="20" y="30"/>
              </a:cxn>
              <a:cxn ang="0">
                <a:pos x="20" y="12"/>
              </a:cxn>
            </a:cxnLst>
            <a:rect l="0" t="0" r="r" b="b"/>
            <a:pathLst>
              <a:path w="47" h="67">
                <a:moveTo>
                  <a:pt x="44" y="47"/>
                </a:moveTo>
                <a:cubicBezTo>
                  <a:pt x="27" y="47"/>
                  <a:pt x="27" y="47"/>
                  <a:pt x="27" y="47"/>
                </a:cubicBezTo>
                <a:cubicBezTo>
                  <a:pt x="25" y="66"/>
                  <a:pt x="25" y="66"/>
                  <a:pt x="25" y="66"/>
                </a:cubicBezTo>
                <a:cubicBezTo>
                  <a:pt x="25" y="67"/>
                  <a:pt x="24" y="67"/>
                  <a:pt x="24" y="67"/>
                </a:cubicBezTo>
                <a:cubicBezTo>
                  <a:pt x="24" y="67"/>
                  <a:pt x="24" y="67"/>
                  <a:pt x="24" y="67"/>
                </a:cubicBezTo>
                <a:cubicBezTo>
                  <a:pt x="23" y="67"/>
                  <a:pt x="22" y="67"/>
                  <a:pt x="22" y="66"/>
                </a:cubicBezTo>
                <a:cubicBezTo>
                  <a:pt x="19" y="47"/>
                  <a:pt x="19" y="47"/>
                  <a:pt x="19" y="47"/>
                </a:cubicBezTo>
                <a:cubicBezTo>
                  <a:pt x="3" y="47"/>
                  <a:pt x="3" y="47"/>
                  <a:pt x="3" y="47"/>
                </a:cubicBezTo>
                <a:cubicBezTo>
                  <a:pt x="2" y="47"/>
                  <a:pt x="0" y="46"/>
                  <a:pt x="0" y="44"/>
                </a:cubicBezTo>
                <a:cubicBezTo>
                  <a:pt x="0" y="38"/>
                  <a:pt x="5" y="31"/>
                  <a:pt x="11" y="31"/>
                </a:cubicBezTo>
                <a:cubicBezTo>
                  <a:pt x="11" y="11"/>
                  <a:pt x="11" y="11"/>
                  <a:pt x="11" y="11"/>
                </a:cubicBezTo>
                <a:cubicBezTo>
                  <a:pt x="8" y="11"/>
                  <a:pt x="6" y="8"/>
                  <a:pt x="6" y="6"/>
                </a:cubicBezTo>
                <a:cubicBezTo>
                  <a:pt x="6" y="3"/>
                  <a:pt x="8" y="0"/>
                  <a:pt x="11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9" y="0"/>
                  <a:pt x="42" y="3"/>
                  <a:pt x="42" y="6"/>
                </a:cubicBezTo>
                <a:cubicBezTo>
                  <a:pt x="42" y="8"/>
                  <a:pt x="39" y="11"/>
                  <a:pt x="36" y="11"/>
                </a:cubicBezTo>
                <a:cubicBezTo>
                  <a:pt x="36" y="31"/>
                  <a:pt x="36" y="31"/>
                  <a:pt x="36" y="31"/>
                </a:cubicBezTo>
                <a:cubicBezTo>
                  <a:pt x="42" y="31"/>
                  <a:pt x="47" y="38"/>
                  <a:pt x="47" y="44"/>
                </a:cubicBezTo>
                <a:cubicBezTo>
                  <a:pt x="47" y="46"/>
                  <a:pt x="46" y="47"/>
                  <a:pt x="44" y="47"/>
                </a:cubicBezTo>
                <a:close/>
                <a:moveTo>
                  <a:pt x="20" y="12"/>
                </a:moveTo>
                <a:cubicBezTo>
                  <a:pt x="20" y="11"/>
                  <a:pt x="19" y="11"/>
                  <a:pt x="18" y="11"/>
                </a:cubicBezTo>
                <a:cubicBezTo>
                  <a:pt x="18" y="11"/>
                  <a:pt x="17" y="11"/>
                  <a:pt x="17" y="12"/>
                </a:cubicBezTo>
                <a:cubicBezTo>
                  <a:pt x="17" y="30"/>
                  <a:pt x="17" y="30"/>
                  <a:pt x="17" y="30"/>
                </a:cubicBezTo>
                <a:cubicBezTo>
                  <a:pt x="17" y="31"/>
                  <a:pt x="18" y="31"/>
                  <a:pt x="18" y="31"/>
                </a:cubicBezTo>
                <a:cubicBezTo>
                  <a:pt x="19" y="31"/>
                  <a:pt x="20" y="31"/>
                  <a:pt x="20" y="30"/>
                </a:cubicBezTo>
                <a:lnTo>
                  <a:pt x="20" y="1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3" name="Freeform 147"/>
          <p:cNvSpPr>
            <a:spLocks noEditPoints="1"/>
          </p:cNvSpPr>
          <p:nvPr/>
        </p:nvSpPr>
        <p:spPr bwMode="auto">
          <a:xfrm rot="927565">
            <a:off x="1302441" y="3773650"/>
            <a:ext cx="439083" cy="624191"/>
          </a:xfrm>
          <a:custGeom>
            <a:avLst/>
            <a:gdLst/>
            <a:ahLst/>
            <a:cxnLst>
              <a:cxn ang="0">
                <a:pos x="44" y="47"/>
              </a:cxn>
              <a:cxn ang="0">
                <a:pos x="27" y="47"/>
              </a:cxn>
              <a:cxn ang="0">
                <a:pos x="25" y="66"/>
              </a:cxn>
              <a:cxn ang="0">
                <a:pos x="24" y="67"/>
              </a:cxn>
              <a:cxn ang="0">
                <a:pos x="24" y="67"/>
              </a:cxn>
              <a:cxn ang="0">
                <a:pos x="22" y="66"/>
              </a:cxn>
              <a:cxn ang="0">
                <a:pos x="19" y="47"/>
              </a:cxn>
              <a:cxn ang="0">
                <a:pos x="3" y="47"/>
              </a:cxn>
              <a:cxn ang="0">
                <a:pos x="0" y="44"/>
              </a:cxn>
              <a:cxn ang="0">
                <a:pos x="11" y="31"/>
              </a:cxn>
              <a:cxn ang="0">
                <a:pos x="11" y="11"/>
              </a:cxn>
              <a:cxn ang="0">
                <a:pos x="6" y="6"/>
              </a:cxn>
              <a:cxn ang="0">
                <a:pos x="11" y="0"/>
              </a:cxn>
              <a:cxn ang="0">
                <a:pos x="36" y="0"/>
              </a:cxn>
              <a:cxn ang="0">
                <a:pos x="42" y="6"/>
              </a:cxn>
              <a:cxn ang="0">
                <a:pos x="36" y="11"/>
              </a:cxn>
              <a:cxn ang="0">
                <a:pos x="36" y="31"/>
              </a:cxn>
              <a:cxn ang="0">
                <a:pos x="47" y="44"/>
              </a:cxn>
              <a:cxn ang="0">
                <a:pos x="44" y="47"/>
              </a:cxn>
              <a:cxn ang="0">
                <a:pos x="20" y="12"/>
              </a:cxn>
              <a:cxn ang="0">
                <a:pos x="18" y="11"/>
              </a:cxn>
              <a:cxn ang="0">
                <a:pos x="17" y="12"/>
              </a:cxn>
              <a:cxn ang="0">
                <a:pos x="17" y="30"/>
              </a:cxn>
              <a:cxn ang="0">
                <a:pos x="18" y="31"/>
              </a:cxn>
              <a:cxn ang="0">
                <a:pos x="20" y="30"/>
              </a:cxn>
              <a:cxn ang="0">
                <a:pos x="20" y="12"/>
              </a:cxn>
            </a:cxnLst>
            <a:rect l="0" t="0" r="r" b="b"/>
            <a:pathLst>
              <a:path w="47" h="67">
                <a:moveTo>
                  <a:pt x="44" y="47"/>
                </a:moveTo>
                <a:cubicBezTo>
                  <a:pt x="27" y="47"/>
                  <a:pt x="27" y="47"/>
                  <a:pt x="27" y="47"/>
                </a:cubicBezTo>
                <a:cubicBezTo>
                  <a:pt x="25" y="66"/>
                  <a:pt x="25" y="66"/>
                  <a:pt x="25" y="66"/>
                </a:cubicBezTo>
                <a:cubicBezTo>
                  <a:pt x="25" y="67"/>
                  <a:pt x="24" y="67"/>
                  <a:pt x="24" y="67"/>
                </a:cubicBezTo>
                <a:cubicBezTo>
                  <a:pt x="24" y="67"/>
                  <a:pt x="24" y="67"/>
                  <a:pt x="24" y="67"/>
                </a:cubicBezTo>
                <a:cubicBezTo>
                  <a:pt x="23" y="67"/>
                  <a:pt x="22" y="67"/>
                  <a:pt x="22" y="66"/>
                </a:cubicBezTo>
                <a:cubicBezTo>
                  <a:pt x="19" y="47"/>
                  <a:pt x="19" y="47"/>
                  <a:pt x="19" y="47"/>
                </a:cubicBezTo>
                <a:cubicBezTo>
                  <a:pt x="3" y="47"/>
                  <a:pt x="3" y="47"/>
                  <a:pt x="3" y="47"/>
                </a:cubicBezTo>
                <a:cubicBezTo>
                  <a:pt x="2" y="47"/>
                  <a:pt x="0" y="46"/>
                  <a:pt x="0" y="44"/>
                </a:cubicBezTo>
                <a:cubicBezTo>
                  <a:pt x="0" y="38"/>
                  <a:pt x="5" y="31"/>
                  <a:pt x="11" y="31"/>
                </a:cubicBezTo>
                <a:cubicBezTo>
                  <a:pt x="11" y="11"/>
                  <a:pt x="11" y="11"/>
                  <a:pt x="11" y="11"/>
                </a:cubicBezTo>
                <a:cubicBezTo>
                  <a:pt x="8" y="11"/>
                  <a:pt x="6" y="8"/>
                  <a:pt x="6" y="6"/>
                </a:cubicBezTo>
                <a:cubicBezTo>
                  <a:pt x="6" y="3"/>
                  <a:pt x="8" y="0"/>
                  <a:pt x="11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9" y="0"/>
                  <a:pt x="42" y="3"/>
                  <a:pt x="42" y="6"/>
                </a:cubicBezTo>
                <a:cubicBezTo>
                  <a:pt x="42" y="8"/>
                  <a:pt x="39" y="11"/>
                  <a:pt x="36" y="11"/>
                </a:cubicBezTo>
                <a:cubicBezTo>
                  <a:pt x="36" y="31"/>
                  <a:pt x="36" y="31"/>
                  <a:pt x="36" y="31"/>
                </a:cubicBezTo>
                <a:cubicBezTo>
                  <a:pt x="42" y="31"/>
                  <a:pt x="47" y="38"/>
                  <a:pt x="47" y="44"/>
                </a:cubicBezTo>
                <a:cubicBezTo>
                  <a:pt x="47" y="46"/>
                  <a:pt x="46" y="47"/>
                  <a:pt x="44" y="47"/>
                </a:cubicBezTo>
                <a:close/>
                <a:moveTo>
                  <a:pt x="20" y="12"/>
                </a:moveTo>
                <a:cubicBezTo>
                  <a:pt x="20" y="11"/>
                  <a:pt x="19" y="11"/>
                  <a:pt x="18" y="11"/>
                </a:cubicBezTo>
                <a:cubicBezTo>
                  <a:pt x="18" y="11"/>
                  <a:pt x="17" y="11"/>
                  <a:pt x="17" y="12"/>
                </a:cubicBezTo>
                <a:cubicBezTo>
                  <a:pt x="17" y="30"/>
                  <a:pt x="17" y="30"/>
                  <a:pt x="17" y="30"/>
                </a:cubicBezTo>
                <a:cubicBezTo>
                  <a:pt x="17" y="31"/>
                  <a:pt x="18" y="31"/>
                  <a:pt x="18" y="31"/>
                </a:cubicBezTo>
                <a:cubicBezTo>
                  <a:pt x="19" y="31"/>
                  <a:pt x="20" y="31"/>
                  <a:pt x="20" y="30"/>
                </a:cubicBezTo>
                <a:lnTo>
                  <a:pt x="20" y="1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4" name="Content Placeholder 238"/>
          <p:cNvSpPr txBox="1">
            <a:spLocks/>
          </p:cNvSpPr>
          <p:nvPr/>
        </p:nvSpPr>
        <p:spPr>
          <a:xfrm>
            <a:off x="1299717" y="3032731"/>
            <a:ext cx="1008579" cy="461665"/>
          </a:xfrm>
          <a:prstGeom prst="rect">
            <a:avLst/>
          </a:prstGeom>
        </p:spPr>
        <p:txBody>
          <a:bodyPr vert="horz" wrap="square">
            <a:spAutoFit/>
          </a:bodyPr>
          <a:lstStyle>
            <a:lvl1pPr marL="320032" indent="-320032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64" indent="-274313" algn="l" rtl="0" eaLnBrk="1" latinLnBrk="0" hangingPunct="1">
              <a:spcBef>
                <a:spcPts val="551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-228594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-228594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-228594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067" indent="-228594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381" indent="-228594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694" indent="-22859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07" indent="-228594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400" dirty="0"/>
              <a:t>Fedex</a:t>
            </a:r>
          </a:p>
        </p:txBody>
      </p:sp>
      <p:sp>
        <p:nvSpPr>
          <p:cNvPr id="127" name="Content Placeholder 238"/>
          <p:cNvSpPr txBox="1">
            <a:spLocks/>
          </p:cNvSpPr>
          <p:nvPr/>
        </p:nvSpPr>
        <p:spPr>
          <a:xfrm>
            <a:off x="4267428" y="3814342"/>
            <a:ext cx="2589099" cy="461665"/>
          </a:xfrm>
          <a:prstGeom prst="rect">
            <a:avLst/>
          </a:prstGeom>
        </p:spPr>
        <p:txBody>
          <a:bodyPr vert="horz" wrap="square">
            <a:spAutoFit/>
          </a:bodyPr>
          <a:lstStyle>
            <a:lvl1pPr marL="320032" indent="-320032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64" indent="-274313" algn="l" rtl="0" eaLnBrk="1" latinLnBrk="0" hangingPunct="1">
              <a:spcBef>
                <a:spcPts val="551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-228594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-228594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-228594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067" indent="-228594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381" indent="-228594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694" indent="-22859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07" indent="-228594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400" dirty="0"/>
              <a:t>Banque Centrale</a:t>
            </a:r>
          </a:p>
        </p:txBody>
      </p:sp>
      <p:sp>
        <p:nvSpPr>
          <p:cNvPr id="234" name="Freeform 233"/>
          <p:cNvSpPr>
            <a:spLocks/>
          </p:cNvSpPr>
          <p:nvPr/>
        </p:nvSpPr>
        <p:spPr bwMode="auto">
          <a:xfrm>
            <a:off x="2997068" y="4666851"/>
            <a:ext cx="1525779" cy="2035715"/>
          </a:xfrm>
          <a:custGeom>
            <a:avLst/>
            <a:gdLst/>
            <a:ahLst/>
            <a:cxnLst>
              <a:cxn ang="0">
                <a:pos x="195" y="585"/>
              </a:cxn>
              <a:cxn ang="0">
                <a:pos x="165" y="574"/>
              </a:cxn>
              <a:cxn ang="0">
                <a:pos x="156" y="571"/>
              </a:cxn>
              <a:cxn ang="0">
                <a:pos x="96" y="574"/>
              </a:cxn>
              <a:cxn ang="0">
                <a:pos x="81" y="556"/>
              </a:cxn>
              <a:cxn ang="0">
                <a:pos x="99" y="507"/>
              </a:cxn>
              <a:cxn ang="0">
                <a:pos x="112" y="481"/>
              </a:cxn>
              <a:cxn ang="0">
                <a:pos x="68" y="464"/>
              </a:cxn>
              <a:cxn ang="0">
                <a:pos x="24" y="429"/>
              </a:cxn>
              <a:cxn ang="0">
                <a:pos x="15" y="401"/>
              </a:cxn>
              <a:cxn ang="0">
                <a:pos x="14" y="383"/>
              </a:cxn>
              <a:cxn ang="0">
                <a:pos x="10" y="348"/>
              </a:cxn>
              <a:cxn ang="0">
                <a:pos x="5" y="303"/>
              </a:cxn>
              <a:cxn ang="0">
                <a:pos x="8" y="270"/>
              </a:cxn>
              <a:cxn ang="0">
                <a:pos x="22" y="252"/>
              </a:cxn>
              <a:cxn ang="0">
                <a:pos x="45" y="208"/>
              </a:cxn>
              <a:cxn ang="0">
                <a:pos x="45" y="191"/>
              </a:cxn>
              <a:cxn ang="0">
                <a:pos x="59" y="128"/>
              </a:cxn>
              <a:cxn ang="0">
                <a:pos x="80" y="107"/>
              </a:cxn>
              <a:cxn ang="0">
                <a:pos x="104" y="112"/>
              </a:cxn>
              <a:cxn ang="0">
                <a:pos x="124" y="121"/>
              </a:cxn>
              <a:cxn ang="0">
                <a:pos x="130" y="104"/>
              </a:cxn>
              <a:cxn ang="0">
                <a:pos x="143" y="91"/>
              </a:cxn>
              <a:cxn ang="0">
                <a:pos x="167" y="104"/>
              </a:cxn>
              <a:cxn ang="0">
                <a:pos x="192" y="117"/>
              </a:cxn>
              <a:cxn ang="0">
                <a:pos x="196" y="113"/>
              </a:cxn>
              <a:cxn ang="0">
                <a:pos x="147" y="56"/>
              </a:cxn>
              <a:cxn ang="0">
                <a:pos x="140" y="51"/>
              </a:cxn>
              <a:cxn ang="0">
                <a:pos x="143" y="43"/>
              </a:cxn>
              <a:cxn ang="0">
                <a:pos x="144" y="18"/>
              </a:cxn>
              <a:cxn ang="0">
                <a:pos x="132" y="0"/>
              </a:cxn>
              <a:cxn ang="0">
                <a:pos x="160" y="5"/>
              </a:cxn>
              <a:cxn ang="0">
                <a:pos x="192" y="30"/>
              </a:cxn>
              <a:cxn ang="0">
                <a:pos x="201" y="38"/>
              </a:cxn>
              <a:cxn ang="0">
                <a:pos x="206" y="43"/>
              </a:cxn>
              <a:cxn ang="0">
                <a:pos x="231" y="48"/>
              </a:cxn>
              <a:cxn ang="0">
                <a:pos x="246" y="62"/>
              </a:cxn>
              <a:cxn ang="0">
                <a:pos x="239" y="74"/>
              </a:cxn>
              <a:cxn ang="0">
                <a:pos x="277" y="79"/>
              </a:cxn>
              <a:cxn ang="0">
                <a:pos x="342" y="44"/>
              </a:cxn>
              <a:cxn ang="0">
                <a:pos x="365" y="58"/>
              </a:cxn>
              <a:cxn ang="0">
                <a:pos x="386" y="67"/>
              </a:cxn>
              <a:cxn ang="0">
                <a:pos x="417" y="149"/>
              </a:cxn>
              <a:cxn ang="0">
                <a:pos x="419" y="180"/>
              </a:cxn>
              <a:cxn ang="0">
                <a:pos x="440" y="225"/>
              </a:cxn>
              <a:cxn ang="0">
                <a:pos x="442" y="317"/>
              </a:cxn>
              <a:cxn ang="0">
                <a:pos x="416" y="332"/>
              </a:cxn>
              <a:cxn ang="0">
                <a:pos x="358" y="357"/>
              </a:cxn>
              <a:cxn ang="0">
                <a:pos x="317" y="401"/>
              </a:cxn>
              <a:cxn ang="0">
                <a:pos x="358" y="457"/>
              </a:cxn>
              <a:cxn ang="0">
                <a:pos x="395" y="495"/>
              </a:cxn>
              <a:cxn ang="0">
                <a:pos x="368" y="517"/>
              </a:cxn>
              <a:cxn ang="0">
                <a:pos x="349" y="559"/>
              </a:cxn>
              <a:cxn ang="0">
                <a:pos x="343" y="577"/>
              </a:cxn>
              <a:cxn ang="0">
                <a:pos x="298" y="578"/>
              </a:cxn>
              <a:cxn ang="0">
                <a:pos x="249" y="588"/>
              </a:cxn>
              <a:cxn ang="0">
                <a:pos x="223" y="593"/>
              </a:cxn>
              <a:cxn ang="0">
                <a:pos x="195" y="585"/>
              </a:cxn>
            </a:cxnLst>
            <a:rect l="0" t="0" r="r" b="b"/>
            <a:pathLst>
              <a:path w="458" h="596">
                <a:moveTo>
                  <a:pt x="195" y="585"/>
                </a:moveTo>
                <a:cubicBezTo>
                  <a:pt x="183" y="577"/>
                  <a:pt x="170" y="572"/>
                  <a:pt x="165" y="574"/>
                </a:cubicBezTo>
                <a:cubicBezTo>
                  <a:pt x="160" y="576"/>
                  <a:pt x="156" y="575"/>
                  <a:pt x="156" y="571"/>
                </a:cubicBezTo>
                <a:cubicBezTo>
                  <a:pt x="156" y="565"/>
                  <a:pt x="127" y="566"/>
                  <a:pt x="96" y="574"/>
                </a:cubicBezTo>
                <a:cubicBezTo>
                  <a:pt x="76" y="580"/>
                  <a:pt x="76" y="580"/>
                  <a:pt x="81" y="556"/>
                </a:cubicBezTo>
                <a:cubicBezTo>
                  <a:pt x="84" y="543"/>
                  <a:pt x="92" y="521"/>
                  <a:pt x="99" y="507"/>
                </a:cubicBezTo>
                <a:cubicBezTo>
                  <a:pt x="112" y="481"/>
                  <a:pt x="112" y="481"/>
                  <a:pt x="112" y="481"/>
                </a:cubicBezTo>
                <a:cubicBezTo>
                  <a:pt x="68" y="464"/>
                  <a:pt x="68" y="464"/>
                  <a:pt x="68" y="464"/>
                </a:cubicBezTo>
                <a:cubicBezTo>
                  <a:pt x="30" y="450"/>
                  <a:pt x="24" y="445"/>
                  <a:pt x="24" y="429"/>
                </a:cubicBezTo>
                <a:cubicBezTo>
                  <a:pt x="24" y="420"/>
                  <a:pt x="20" y="407"/>
                  <a:pt x="15" y="401"/>
                </a:cubicBezTo>
                <a:cubicBezTo>
                  <a:pt x="8" y="393"/>
                  <a:pt x="8" y="389"/>
                  <a:pt x="14" y="383"/>
                </a:cubicBezTo>
                <a:cubicBezTo>
                  <a:pt x="21" y="377"/>
                  <a:pt x="20" y="368"/>
                  <a:pt x="10" y="348"/>
                </a:cubicBezTo>
                <a:cubicBezTo>
                  <a:pt x="1" y="327"/>
                  <a:pt x="0" y="316"/>
                  <a:pt x="5" y="303"/>
                </a:cubicBezTo>
                <a:cubicBezTo>
                  <a:pt x="9" y="292"/>
                  <a:pt x="10" y="278"/>
                  <a:pt x="8" y="270"/>
                </a:cubicBezTo>
                <a:cubicBezTo>
                  <a:pt x="6" y="260"/>
                  <a:pt x="9" y="255"/>
                  <a:pt x="22" y="252"/>
                </a:cubicBezTo>
                <a:cubicBezTo>
                  <a:pt x="44" y="247"/>
                  <a:pt x="61" y="214"/>
                  <a:pt x="45" y="208"/>
                </a:cubicBezTo>
                <a:cubicBezTo>
                  <a:pt x="32" y="203"/>
                  <a:pt x="31" y="191"/>
                  <a:pt x="45" y="191"/>
                </a:cubicBezTo>
                <a:cubicBezTo>
                  <a:pt x="57" y="191"/>
                  <a:pt x="66" y="156"/>
                  <a:pt x="59" y="128"/>
                </a:cubicBezTo>
                <a:cubicBezTo>
                  <a:pt x="55" y="108"/>
                  <a:pt x="56" y="107"/>
                  <a:pt x="80" y="107"/>
                </a:cubicBezTo>
                <a:cubicBezTo>
                  <a:pt x="94" y="107"/>
                  <a:pt x="105" y="109"/>
                  <a:pt x="104" y="112"/>
                </a:cubicBezTo>
                <a:cubicBezTo>
                  <a:pt x="102" y="118"/>
                  <a:pt x="108" y="121"/>
                  <a:pt x="124" y="121"/>
                </a:cubicBezTo>
                <a:cubicBezTo>
                  <a:pt x="132" y="121"/>
                  <a:pt x="134" y="116"/>
                  <a:pt x="130" y="104"/>
                </a:cubicBezTo>
                <a:cubicBezTo>
                  <a:pt x="127" y="89"/>
                  <a:pt x="128" y="87"/>
                  <a:pt x="143" y="91"/>
                </a:cubicBezTo>
                <a:cubicBezTo>
                  <a:pt x="152" y="93"/>
                  <a:pt x="163" y="99"/>
                  <a:pt x="167" y="104"/>
                </a:cubicBezTo>
                <a:cubicBezTo>
                  <a:pt x="171" y="109"/>
                  <a:pt x="182" y="115"/>
                  <a:pt x="192" y="117"/>
                </a:cubicBezTo>
                <a:cubicBezTo>
                  <a:pt x="208" y="121"/>
                  <a:pt x="208" y="121"/>
                  <a:pt x="196" y="113"/>
                </a:cubicBezTo>
                <a:cubicBezTo>
                  <a:pt x="178" y="102"/>
                  <a:pt x="145" y="64"/>
                  <a:pt x="147" y="56"/>
                </a:cubicBezTo>
                <a:cubicBezTo>
                  <a:pt x="148" y="53"/>
                  <a:pt x="145" y="51"/>
                  <a:pt x="140" y="51"/>
                </a:cubicBezTo>
                <a:cubicBezTo>
                  <a:pt x="135" y="50"/>
                  <a:pt x="136" y="47"/>
                  <a:pt x="143" y="43"/>
                </a:cubicBezTo>
                <a:cubicBezTo>
                  <a:pt x="155" y="37"/>
                  <a:pt x="155" y="35"/>
                  <a:pt x="144" y="18"/>
                </a:cubicBezTo>
                <a:cubicBezTo>
                  <a:pt x="132" y="0"/>
                  <a:pt x="132" y="0"/>
                  <a:pt x="132" y="0"/>
                </a:cubicBezTo>
                <a:cubicBezTo>
                  <a:pt x="160" y="5"/>
                  <a:pt x="160" y="5"/>
                  <a:pt x="160" y="5"/>
                </a:cubicBezTo>
                <a:cubicBezTo>
                  <a:pt x="194" y="11"/>
                  <a:pt x="206" y="21"/>
                  <a:pt x="192" y="30"/>
                </a:cubicBezTo>
                <a:cubicBezTo>
                  <a:pt x="182" y="36"/>
                  <a:pt x="187" y="40"/>
                  <a:pt x="201" y="38"/>
                </a:cubicBezTo>
                <a:cubicBezTo>
                  <a:pt x="204" y="37"/>
                  <a:pt x="206" y="39"/>
                  <a:pt x="206" y="43"/>
                </a:cubicBezTo>
                <a:cubicBezTo>
                  <a:pt x="206" y="46"/>
                  <a:pt x="217" y="48"/>
                  <a:pt x="231" y="48"/>
                </a:cubicBezTo>
                <a:cubicBezTo>
                  <a:pt x="256" y="47"/>
                  <a:pt x="265" y="55"/>
                  <a:pt x="246" y="62"/>
                </a:cubicBezTo>
                <a:cubicBezTo>
                  <a:pt x="240" y="64"/>
                  <a:pt x="237" y="70"/>
                  <a:pt x="239" y="74"/>
                </a:cubicBezTo>
                <a:cubicBezTo>
                  <a:pt x="242" y="83"/>
                  <a:pt x="277" y="88"/>
                  <a:pt x="277" y="79"/>
                </a:cubicBezTo>
                <a:cubicBezTo>
                  <a:pt x="277" y="73"/>
                  <a:pt x="331" y="44"/>
                  <a:pt x="342" y="44"/>
                </a:cubicBezTo>
                <a:cubicBezTo>
                  <a:pt x="346" y="44"/>
                  <a:pt x="356" y="50"/>
                  <a:pt x="365" y="58"/>
                </a:cubicBezTo>
                <a:cubicBezTo>
                  <a:pt x="373" y="65"/>
                  <a:pt x="383" y="70"/>
                  <a:pt x="386" y="67"/>
                </a:cubicBezTo>
                <a:cubicBezTo>
                  <a:pt x="408" y="54"/>
                  <a:pt x="433" y="119"/>
                  <a:pt x="417" y="149"/>
                </a:cubicBezTo>
                <a:cubicBezTo>
                  <a:pt x="408" y="167"/>
                  <a:pt x="408" y="170"/>
                  <a:pt x="419" y="180"/>
                </a:cubicBezTo>
                <a:cubicBezTo>
                  <a:pt x="426" y="186"/>
                  <a:pt x="436" y="206"/>
                  <a:pt x="440" y="225"/>
                </a:cubicBezTo>
                <a:cubicBezTo>
                  <a:pt x="458" y="297"/>
                  <a:pt x="458" y="302"/>
                  <a:pt x="442" y="317"/>
                </a:cubicBezTo>
                <a:cubicBezTo>
                  <a:pt x="434" y="325"/>
                  <a:pt x="422" y="332"/>
                  <a:pt x="416" y="332"/>
                </a:cubicBezTo>
                <a:cubicBezTo>
                  <a:pt x="409" y="332"/>
                  <a:pt x="383" y="343"/>
                  <a:pt x="358" y="357"/>
                </a:cubicBezTo>
                <a:cubicBezTo>
                  <a:pt x="316" y="380"/>
                  <a:pt x="312" y="384"/>
                  <a:pt x="317" y="401"/>
                </a:cubicBezTo>
                <a:cubicBezTo>
                  <a:pt x="319" y="411"/>
                  <a:pt x="338" y="437"/>
                  <a:pt x="358" y="457"/>
                </a:cubicBezTo>
                <a:cubicBezTo>
                  <a:pt x="395" y="495"/>
                  <a:pt x="395" y="495"/>
                  <a:pt x="395" y="495"/>
                </a:cubicBezTo>
                <a:cubicBezTo>
                  <a:pt x="368" y="517"/>
                  <a:pt x="368" y="517"/>
                  <a:pt x="368" y="517"/>
                </a:cubicBezTo>
                <a:cubicBezTo>
                  <a:pt x="343" y="538"/>
                  <a:pt x="342" y="542"/>
                  <a:pt x="349" y="559"/>
                </a:cubicBezTo>
                <a:cubicBezTo>
                  <a:pt x="359" y="585"/>
                  <a:pt x="358" y="586"/>
                  <a:pt x="343" y="577"/>
                </a:cubicBezTo>
                <a:cubicBezTo>
                  <a:pt x="333" y="571"/>
                  <a:pt x="322" y="571"/>
                  <a:pt x="298" y="578"/>
                </a:cubicBezTo>
                <a:cubicBezTo>
                  <a:pt x="281" y="583"/>
                  <a:pt x="259" y="587"/>
                  <a:pt x="249" y="588"/>
                </a:cubicBezTo>
                <a:cubicBezTo>
                  <a:pt x="239" y="588"/>
                  <a:pt x="228" y="591"/>
                  <a:pt x="223" y="593"/>
                </a:cubicBezTo>
                <a:cubicBezTo>
                  <a:pt x="219" y="596"/>
                  <a:pt x="206" y="592"/>
                  <a:pt x="195" y="5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5" name="Freeform 147"/>
          <p:cNvSpPr>
            <a:spLocks noEditPoints="1"/>
          </p:cNvSpPr>
          <p:nvPr/>
        </p:nvSpPr>
        <p:spPr bwMode="auto">
          <a:xfrm rot="927565">
            <a:off x="3540413" y="5203430"/>
            <a:ext cx="439083" cy="624191"/>
          </a:xfrm>
          <a:custGeom>
            <a:avLst/>
            <a:gdLst/>
            <a:ahLst/>
            <a:cxnLst>
              <a:cxn ang="0">
                <a:pos x="44" y="47"/>
              </a:cxn>
              <a:cxn ang="0">
                <a:pos x="27" y="47"/>
              </a:cxn>
              <a:cxn ang="0">
                <a:pos x="25" y="66"/>
              </a:cxn>
              <a:cxn ang="0">
                <a:pos x="24" y="67"/>
              </a:cxn>
              <a:cxn ang="0">
                <a:pos x="24" y="67"/>
              </a:cxn>
              <a:cxn ang="0">
                <a:pos x="22" y="66"/>
              </a:cxn>
              <a:cxn ang="0">
                <a:pos x="19" y="47"/>
              </a:cxn>
              <a:cxn ang="0">
                <a:pos x="3" y="47"/>
              </a:cxn>
              <a:cxn ang="0">
                <a:pos x="0" y="44"/>
              </a:cxn>
              <a:cxn ang="0">
                <a:pos x="11" y="31"/>
              </a:cxn>
              <a:cxn ang="0">
                <a:pos x="11" y="11"/>
              </a:cxn>
              <a:cxn ang="0">
                <a:pos x="6" y="6"/>
              </a:cxn>
              <a:cxn ang="0">
                <a:pos x="11" y="0"/>
              </a:cxn>
              <a:cxn ang="0">
                <a:pos x="36" y="0"/>
              </a:cxn>
              <a:cxn ang="0">
                <a:pos x="42" y="6"/>
              </a:cxn>
              <a:cxn ang="0">
                <a:pos x="36" y="11"/>
              </a:cxn>
              <a:cxn ang="0">
                <a:pos x="36" y="31"/>
              </a:cxn>
              <a:cxn ang="0">
                <a:pos x="47" y="44"/>
              </a:cxn>
              <a:cxn ang="0">
                <a:pos x="44" y="47"/>
              </a:cxn>
              <a:cxn ang="0">
                <a:pos x="20" y="12"/>
              </a:cxn>
              <a:cxn ang="0">
                <a:pos x="18" y="11"/>
              </a:cxn>
              <a:cxn ang="0">
                <a:pos x="17" y="12"/>
              </a:cxn>
              <a:cxn ang="0">
                <a:pos x="17" y="30"/>
              </a:cxn>
              <a:cxn ang="0">
                <a:pos x="18" y="31"/>
              </a:cxn>
              <a:cxn ang="0">
                <a:pos x="20" y="30"/>
              </a:cxn>
              <a:cxn ang="0">
                <a:pos x="20" y="12"/>
              </a:cxn>
            </a:cxnLst>
            <a:rect l="0" t="0" r="r" b="b"/>
            <a:pathLst>
              <a:path w="47" h="67">
                <a:moveTo>
                  <a:pt x="44" y="47"/>
                </a:moveTo>
                <a:cubicBezTo>
                  <a:pt x="27" y="47"/>
                  <a:pt x="27" y="47"/>
                  <a:pt x="27" y="47"/>
                </a:cubicBezTo>
                <a:cubicBezTo>
                  <a:pt x="25" y="66"/>
                  <a:pt x="25" y="66"/>
                  <a:pt x="25" y="66"/>
                </a:cubicBezTo>
                <a:cubicBezTo>
                  <a:pt x="25" y="67"/>
                  <a:pt x="24" y="67"/>
                  <a:pt x="24" y="67"/>
                </a:cubicBezTo>
                <a:cubicBezTo>
                  <a:pt x="24" y="67"/>
                  <a:pt x="24" y="67"/>
                  <a:pt x="24" y="67"/>
                </a:cubicBezTo>
                <a:cubicBezTo>
                  <a:pt x="23" y="67"/>
                  <a:pt x="22" y="67"/>
                  <a:pt x="22" y="66"/>
                </a:cubicBezTo>
                <a:cubicBezTo>
                  <a:pt x="19" y="47"/>
                  <a:pt x="19" y="47"/>
                  <a:pt x="19" y="47"/>
                </a:cubicBezTo>
                <a:cubicBezTo>
                  <a:pt x="3" y="47"/>
                  <a:pt x="3" y="47"/>
                  <a:pt x="3" y="47"/>
                </a:cubicBezTo>
                <a:cubicBezTo>
                  <a:pt x="2" y="47"/>
                  <a:pt x="0" y="46"/>
                  <a:pt x="0" y="44"/>
                </a:cubicBezTo>
                <a:cubicBezTo>
                  <a:pt x="0" y="38"/>
                  <a:pt x="5" y="31"/>
                  <a:pt x="11" y="31"/>
                </a:cubicBezTo>
                <a:cubicBezTo>
                  <a:pt x="11" y="11"/>
                  <a:pt x="11" y="11"/>
                  <a:pt x="11" y="11"/>
                </a:cubicBezTo>
                <a:cubicBezTo>
                  <a:pt x="8" y="11"/>
                  <a:pt x="6" y="8"/>
                  <a:pt x="6" y="6"/>
                </a:cubicBezTo>
                <a:cubicBezTo>
                  <a:pt x="6" y="3"/>
                  <a:pt x="8" y="0"/>
                  <a:pt x="11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9" y="0"/>
                  <a:pt x="42" y="3"/>
                  <a:pt x="42" y="6"/>
                </a:cubicBezTo>
                <a:cubicBezTo>
                  <a:pt x="42" y="8"/>
                  <a:pt x="39" y="11"/>
                  <a:pt x="36" y="11"/>
                </a:cubicBezTo>
                <a:cubicBezTo>
                  <a:pt x="36" y="31"/>
                  <a:pt x="36" y="31"/>
                  <a:pt x="36" y="31"/>
                </a:cubicBezTo>
                <a:cubicBezTo>
                  <a:pt x="42" y="31"/>
                  <a:pt x="47" y="38"/>
                  <a:pt x="47" y="44"/>
                </a:cubicBezTo>
                <a:cubicBezTo>
                  <a:pt x="47" y="46"/>
                  <a:pt x="46" y="47"/>
                  <a:pt x="44" y="47"/>
                </a:cubicBezTo>
                <a:close/>
                <a:moveTo>
                  <a:pt x="20" y="12"/>
                </a:moveTo>
                <a:cubicBezTo>
                  <a:pt x="20" y="11"/>
                  <a:pt x="19" y="11"/>
                  <a:pt x="18" y="11"/>
                </a:cubicBezTo>
                <a:cubicBezTo>
                  <a:pt x="18" y="11"/>
                  <a:pt x="17" y="11"/>
                  <a:pt x="17" y="12"/>
                </a:cubicBezTo>
                <a:cubicBezTo>
                  <a:pt x="17" y="30"/>
                  <a:pt x="17" y="30"/>
                  <a:pt x="17" y="30"/>
                </a:cubicBezTo>
                <a:cubicBezTo>
                  <a:pt x="17" y="31"/>
                  <a:pt x="18" y="31"/>
                  <a:pt x="18" y="31"/>
                </a:cubicBezTo>
                <a:cubicBezTo>
                  <a:pt x="19" y="31"/>
                  <a:pt x="20" y="31"/>
                  <a:pt x="20" y="30"/>
                </a:cubicBezTo>
                <a:lnTo>
                  <a:pt x="20" y="12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6" name="Content Placeholder 238"/>
          <p:cNvSpPr txBox="1">
            <a:spLocks/>
          </p:cNvSpPr>
          <p:nvPr/>
        </p:nvSpPr>
        <p:spPr>
          <a:xfrm>
            <a:off x="4152095" y="5871574"/>
            <a:ext cx="2423819" cy="461665"/>
          </a:xfrm>
          <a:prstGeom prst="rect">
            <a:avLst/>
          </a:prstGeom>
        </p:spPr>
        <p:txBody>
          <a:bodyPr vert="horz" wrap="square">
            <a:spAutoFit/>
          </a:bodyPr>
          <a:lstStyle>
            <a:lvl1pPr marL="320032" indent="-320032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64" indent="-274313" algn="l" rtl="0" eaLnBrk="1" latinLnBrk="0" hangingPunct="1">
              <a:spcBef>
                <a:spcPts val="551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-228594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-228594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-228594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067" indent="-228594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381" indent="-228594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694" indent="-22859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07" indent="-228594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400" dirty="0"/>
              <a:t>Deutsch </a:t>
            </a:r>
            <a:r>
              <a:rPr lang="fr-FR" sz="2400" dirty="0" err="1"/>
              <a:t>Bahn</a:t>
            </a:r>
            <a:endParaRPr lang="fr-FR" sz="2400" dirty="0"/>
          </a:p>
        </p:txBody>
      </p:sp>
      <p:grpSp>
        <p:nvGrpSpPr>
          <p:cNvPr id="257" name="Group 256"/>
          <p:cNvGrpSpPr/>
          <p:nvPr/>
        </p:nvGrpSpPr>
        <p:grpSpPr>
          <a:xfrm>
            <a:off x="7196383" y="4068245"/>
            <a:ext cx="4715933" cy="1448987"/>
            <a:chOff x="4716366" y="1013694"/>
            <a:chExt cx="3613831" cy="1238250"/>
          </a:xfrm>
        </p:grpSpPr>
        <p:sp>
          <p:nvSpPr>
            <p:cNvPr id="258" name="Right Triangle 257"/>
            <p:cNvSpPr/>
            <p:nvPr/>
          </p:nvSpPr>
          <p:spPr>
            <a:xfrm flipH="1">
              <a:off x="4716366" y="1202607"/>
              <a:ext cx="230271" cy="102553"/>
            </a:xfrm>
            <a:prstGeom prst="rt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9" name="Rounded Rectangle 258"/>
            <p:cNvSpPr/>
            <p:nvPr/>
          </p:nvSpPr>
          <p:spPr>
            <a:xfrm>
              <a:off x="4941302" y="1013694"/>
              <a:ext cx="3388895" cy="1238250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" name="Rectangle 259"/>
            <p:cNvSpPr/>
            <p:nvPr/>
          </p:nvSpPr>
          <p:spPr>
            <a:xfrm>
              <a:off x="4716368" y="1306281"/>
              <a:ext cx="716278" cy="65307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2" name="Straight Connector 261"/>
            <p:cNvCxnSpPr/>
            <p:nvPr/>
          </p:nvCxnSpPr>
          <p:spPr>
            <a:xfrm rot="5400000">
              <a:off x="5012678" y="1632025"/>
              <a:ext cx="838200" cy="1588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63500" dist="12700" dir="10800000" algn="r" rotWithShape="0">
                <a:prstClr val="black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0" name="Straight Connector 269"/>
          <p:cNvCxnSpPr/>
          <p:nvPr/>
        </p:nvCxnSpPr>
        <p:spPr>
          <a:xfrm flipV="1">
            <a:off x="5942387" y="4817095"/>
            <a:ext cx="1687227" cy="8251"/>
          </a:xfrm>
          <a:prstGeom prst="line">
            <a:avLst/>
          </a:prstGeom>
          <a:ln w="38100">
            <a:solidFill>
              <a:srgbClr val="C00000"/>
            </a:solidFill>
            <a:prstDash val="sysDot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Text Placeholder 3"/>
          <p:cNvSpPr txBox="1">
            <a:spLocks/>
          </p:cNvSpPr>
          <p:nvPr/>
        </p:nvSpPr>
        <p:spPr>
          <a:xfrm>
            <a:off x="8106301" y="4038369"/>
            <a:ext cx="3563228" cy="192052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fr-FR" sz="2400" dirty="0"/>
              <a:t>il est impossible pour un système d’information d’avoir une sécurité absolue et à toute épreuve.</a:t>
            </a:r>
          </a:p>
          <a:p>
            <a:pPr algn="l">
              <a:spcBef>
                <a:spcPct val="20000"/>
              </a:spcBef>
              <a:defRPr/>
            </a:pP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cs typeface="+mj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0304" y="189437"/>
            <a:ext cx="2756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chemeClr val="tx2">
                    <a:lumMod val="75000"/>
                  </a:schemeClr>
                </a:solidFill>
              </a:rPr>
              <a:t>1</a:t>
            </a:r>
            <a:endParaRPr lang="fr-FR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49944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8" grpId="0" build="p"/>
      <p:bldP spid="122" grpId="0" animBg="1"/>
      <p:bldP spid="123" grpId="0" animBg="1"/>
      <p:bldP spid="124" grpId="0"/>
      <p:bldP spid="127" grpId="0"/>
      <p:bldP spid="234" grpId="0" animBg="1"/>
      <p:bldP spid="235" grpId="0" animBg="1"/>
      <p:bldP spid="236" grpId="0"/>
      <p:bldP spid="27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25"/>
          <p:cNvCxnSpPr/>
          <p:nvPr/>
        </p:nvCxnSpPr>
        <p:spPr>
          <a:xfrm flipH="1" flipV="1">
            <a:off x="6537128" y="3176017"/>
            <a:ext cx="31157" cy="3547919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sysDot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flipH="1" flipV="1">
            <a:off x="5531050" y="3652059"/>
            <a:ext cx="1959959" cy="4767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sysDot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493530" y="3570969"/>
            <a:ext cx="117095" cy="11056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11" name="Group 10"/>
          <p:cNvGrpSpPr/>
          <p:nvPr/>
        </p:nvGrpSpPr>
        <p:grpSpPr>
          <a:xfrm>
            <a:off x="7729158" y="3428681"/>
            <a:ext cx="480617" cy="479616"/>
            <a:chOff x="2971937" y="1574028"/>
            <a:chExt cx="1209747" cy="1278466"/>
          </a:xfrm>
        </p:grpSpPr>
        <p:sp>
          <p:nvSpPr>
            <p:cNvPr id="12" name="Sev02"/>
            <p:cNvSpPr/>
            <p:nvPr/>
          </p:nvSpPr>
          <p:spPr>
            <a:xfrm rot="18900000">
              <a:off x="2971937" y="1642747"/>
              <a:ext cx="1209747" cy="120974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0" dirty="0">
                <a:solidFill>
                  <a:schemeClr val="accent2">
                    <a:lumMod val="50000"/>
                  </a:schemeClr>
                </a:solidFill>
                <a:latin typeface="FontAwesome" pitchFamily="2" charset="0"/>
              </a:endParaRPr>
            </a:p>
          </p:txBody>
        </p:sp>
        <p:sp>
          <p:nvSpPr>
            <p:cNvPr id="13" name="Sev02"/>
            <p:cNvSpPr/>
            <p:nvPr/>
          </p:nvSpPr>
          <p:spPr>
            <a:xfrm rot="18900000">
              <a:off x="2971937" y="1574028"/>
              <a:ext cx="1209747" cy="120974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0" dirty="0">
                <a:solidFill>
                  <a:schemeClr val="accent2">
                    <a:lumMod val="50000"/>
                  </a:schemeClr>
                </a:solidFill>
                <a:latin typeface="FontAwesome" pitchFamily="2" charset="0"/>
              </a:endParaRPr>
            </a:p>
          </p:txBody>
        </p:sp>
      </p:grpSp>
      <p:sp>
        <p:nvSpPr>
          <p:cNvPr id="56" name="TextBox 55"/>
          <p:cNvSpPr txBox="1"/>
          <p:nvPr/>
        </p:nvSpPr>
        <p:spPr>
          <a:xfrm flipH="1">
            <a:off x="8650275" y="3326042"/>
            <a:ext cx="20936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Absence d’alertes en temps réel;</a:t>
            </a:r>
          </a:p>
        </p:txBody>
      </p:sp>
      <p:sp>
        <p:nvSpPr>
          <p:cNvPr id="57" name="TextBox 56"/>
          <p:cNvSpPr txBox="1"/>
          <p:nvPr/>
        </p:nvSpPr>
        <p:spPr>
          <a:xfrm flipH="1">
            <a:off x="277355" y="3299654"/>
            <a:ext cx="45095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Architecture réseau comportant des outils </a:t>
            </a:r>
          </a:p>
          <a:p>
            <a:pPr algn="ctr"/>
            <a:r>
              <a:rPr lang="fr-FR" sz="2000" dirty="0"/>
              <a:t>de sécurité de </a:t>
            </a:r>
            <a:r>
              <a:rPr lang="fr-FR" sz="2000" dirty="0" smtClean="0"/>
              <a:t>base.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9" name="Straight Connector 58"/>
          <p:cNvCxnSpPr/>
          <p:nvPr/>
        </p:nvCxnSpPr>
        <p:spPr>
          <a:xfrm flipH="1">
            <a:off x="5517810" y="4836290"/>
            <a:ext cx="1922807" cy="1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sysDot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6501685" y="4781006"/>
            <a:ext cx="117095" cy="11056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7" name="TextBox 66"/>
          <p:cNvSpPr txBox="1"/>
          <p:nvPr/>
        </p:nvSpPr>
        <p:spPr>
          <a:xfrm flipH="1">
            <a:off x="8601428" y="4488301"/>
            <a:ext cx="20936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Certaines attaques non détectées;</a:t>
            </a:r>
          </a:p>
        </p:txBody>
      </p:sp>
      <p:sp>
        <p:nvSpPr>
          <p:cNvPr id="68" name="TextBox 67"/>
          <p:cNvSpPr txBox="1"/>
          <p:nvPr/>
        </p:nvSpPr>
        <p:spPr>
          <a:xfrm flipH="1">
            <a:off x="909065" y="4493397"/>
            <a:ext cx="43505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Problème de centralisation</a:t>
            </a:r>
          </a:p>
          <a:p>
            <a:pPr algn="ctr"/>
            <a:r>
              <a:rPr lang="fr-FR" sz="2000" dirty="0"/>
              <a:t> et d’archivage de logs;</a:t>
            </a:r>
          </a:p>
        </p:txBody>
      </p:sp>
      <p:cxnSp>
        <p:nvCxnSpPr>
          <p:cNvPr id="69" name="Straight Connector 68"/>
          <p:cNvCxnSpPr/>
          <p:nvPr/>
        </p:nvCxnSpPr>
        <p:spPr>
          <a:xfrm flipH="1" flipV="1">
            <a:off x="5513400" y="5901684"/>
            <a:ext cx="1924056" cy="4139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sysDot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6501685" y="5852496"/>
            <a:ext cx="117095" cy="11056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7" name="TextBox 76"/>
          <p:cNvSpPr txBox="1"/>
          <p:nvPr/>
        </p:nvSpPr>
        <p:spPr>
          <a:xfrm flipH="1">
            <a:off x="8666684" y="5558146"/>
            <a:ext cx="20936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Pas de possibilité d’investigation.</a:t>
            </a:r>
          </a:p>
        </p:txBody>
      </p:sp>
      <p:sp>
        <p:nvSpPr>
          <p:cNvPr id="78" name="TextBox 77"/>
          <p:cNvSpPr txBox="1"/>
          <p:nvPr/>
        </p:nvSpPr>
        <p:spPr>
          <a:xfrm flipH="1">
            <a:off x="1632211" y="5567878"/>
            <a:ext cx="29042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Pas de moyens de mesure du niveau de sécurité;</a:t>
            </a:r>
          </a:p>
          <a:p>
            <a:pPr algn="ctr"/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60" name="Group 59"/>
          <p:cNvGrpSpPr/>
          <p:nvPr/>
        </p:nvGrpSpPr>
        <p:grpSpPr>
          <a:xfrm>
            <a:off x="4754977" y="4625565"/>
            <a:ext cx="480616" cy="480979"/>
            <a:chOff x="947582" y="1574028"/>
            <a:chExt cx="1209747" cy="1293941"/>
          </a:xfrm>
        </p:grpSpPr>
        <p:sp>
          <p:nvSpPr>
            <p:cNvPr id="61" name="Sev01"/>
            <p:cNvSpPr/>
            <p:nvPr/>
          </p:nvSpPr>
          <p:spPr>
            <a:xfrm rot="18900000">
              <a:off x="947582" y="1658222"/>
              <a:ext cx="1209747" cy="120974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333" dirty="0">
                <a:solidFill>
                  <a:schemeClr val="accent1">
                    <a:lumMod val="50000"/>
                  </a:schemeClr>
                </a:solidFill>
                <a:latin typeface="FontAwesome" pitchFamily="2" charset="0"/>
              </a:endParaRPr>
            </a:p>
          </p:txBody>
        </p:sp>
        <p:sp>
          <p:nvSpPr>
            <p:cNvPr id="62" name="Sev01"/>
            <p:cNvSpPr/>
            <p:nvPr/>
          </p:nvSpPr>
          <p:spPr>
            <a:xfrm rot="18900000">
              <a:off x="947582" y="1574028"/>
              <a:ext cx="1209747" cy="1209747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333" dirty="0">
                <a:solidFill>
                  <a:schemeClr val="accent1">
                    <a:lumMod val="50000"/>
                  </a:schemeClr>
                </a:solidFill>
                <a:latin typeface="FontAwesome" pitchFamily="2" charset="0"/>
              </a:endParaRP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7735440" y="4598888"/>
            <a:ext cx="480617" cy="479616"/>
            <a:chOff x="2971937" y="1574028"/>
            <a:chExt cx="1209747" cy="1278466"/>
          </a:xfrm>
        </p:grpSpPr>
        <p:sp>
          <p:nvSpPr>
            <p:cNvPr id="64" name="Sev02"/>
            <p:cNvSpPr/>
            <p:nvPr/>
          </p:nvSpPr>
          <p:spPr>
            <a:xfrm rot="18900000">
              <a:off x="2971937" y="1642747"/>
              <a:ext cx="1209747" cy="120974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0" dirty="0">
                <a:solidFill>
                  <a:schemeClr val="accent2">
                    <a:lumMod val="50000"/>
                  </a:schemeClr>
                </a:solidFill>
                <a:latin typeface="FontAwesome" pitchFamily="2" charset="0"/>
              </a:endParaRPr>
            </a:p>
          </p:txBody>
        </p:sp>
        <p:sp>
          <p:nvSpPr>
            <p:cNvPr id="65" name="Sev02"/>
            <p:cNvSpPr/>
            <p:nvPr/>
          </p:nvSpPr>
          <p:spPr>
            <a:xfrm rot="18900000">
              <a:off x="2971937" y="1574028"/>
              <a:ext cx="1209747" cy="1209747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0" dirty="0">
                <a:solidFill>
                  <a:schemeClr val="accent2">
                    <a:lumMod val="50000"/>
                  </a:schemeClr>
                </a:solidFill>
                <a:latin typeface="FontAwesome" pitchFamily="2" charset="0"/>
              </a:endParaRP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7706125" y="5671335"/>
            <a:ext cx="480617" cy="479616"/>
            <a:chOff x="2971937" y="1574028"/>
            <a:chExt cx="1209747" cy="1278466"/>
          </a:xfrm>
        </p:grpSpPr>
        <p:sp>
          <p:nvSpPr>
            <p:cNvPr id="74" name="Sev02"/>
            <p:cNvSpPr/>
            <p:nvPr/>
          </p:nvSpPr>
          <p:spPr>
            <a:xfrm rot="18900000">
              <a:off x="2971937" y="1642747"/>
              <a:ext cx="1209747" cy="120974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0" dirty="0">
                <a:solidFill>
                  <a:schemeClr val="accent2">
                    <a:lumMod val="50000"/>
                  </a:schemeClr>
                </a:solidFill>
                <a:latin typeface="FontAwesome" pitchFamily="2" charset="0"/>
              </a:endParaRPr>
            </a:p>
          </p:txBody>
        </p:sp>
        <p:sp>
          <p:nvSpPr>
            <p:cNvPr id="75" name="Sev02"/>
            <p:cNvSpPr/>
            <p:nvPr/>
          </p:nvSpPr>
          <p:spPr>
            <a:xfrm rot="18900000">
              <a:off x="2971937" y="1574028"/>
              <a:ext cx="1209747" cy="120974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0" dirty="0">
                <a:solidFill>
                  <a:schemeClr val="accent2">
                    <a:lumMod val="50000"/>
                  </a:schemeClr>
                </a:solidFill>
                <a:latin typeface="FontAwesome" pitchFamily="2" charset="0"/>
              </a:endParaRPr>
            </a:p>
          </p:txBody>
        </p:sp>
      </p:grpSp>
      <p:sp>
        <p:nvSpPr>
          <p:cNvPr id="79" name="Content Placeholder 4"/>
          <p:cNvSpPr txBox="1">
            <a:spLocks/>
          </p:cNvSpPr>
          <p:nvPr/>
        </p:nvSpPr>
        <p:spPr>
          <a:xfrm>
            <a:off x="968969" y="1811316"/>
            <a:ext cx="7467500" cy="348288"/>
          </a:xfrm>
          <a:prstGeom prst="rect">
            <a:avLst/>
          </a:prstGeom>
        </p:spPr>
        <p:txBody>
          <a:bodyPr>
            <a:noAutofit/>
          </a:bodyPr>
          <a:lstStyle>
            <a:lvl1pPr marL="320032" indent="-320032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64" indent="-274313" algn="l" rtl="0" eaLnBrk="1" latinLnBrk="0" hangingPunct="1">
              <a:spcBef>
                <a:spcPts val="551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-228594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-228594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-228594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067" indent="-228594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381" indent="-228594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694" indent="-22859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07" indent="-228594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dirty="0"/>
              <a:t>INNOVAZIA </a:t>
            </a:r>
            <a:r>
              <a:rPr lang="fr-FR" sz="2400" dirty="0" smtClean="0"/>
              <a:t>est  </a:t>
            </a:r>
            <a:r>
              <a:rPr lang="fr-FR" sz="2400" dirty="0"/>
              <a:t>une startup informatique crée en 2016. </a:t>
            </a:r>
          </a:p>
          <a:p>
            <a:endParaRPr lang="fr-FR" sz="2400" dirty="0"/>
          </a:p>
          <a:p>
            <a:endParaRPr lang="fr-FR" sz="2400" dirty="0"/>
          </a:p>
        </p:txBody>
      </p:sp>
      <p:pic>
        <p:nvPicPr>
          <p:cNvPr id="86" name="Picture 8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2835" y="1661132"/>
            <a:ext cx="2278813" cy="1224136"/>
          </a:xfrm>
          <a:prstGeom prst="rect">
            <a:avLst/>
          </a:prstGeom>
        </p:spPr>
      </p:pic>
      <p:sp>
        <p:nvSpPr>
          <p:cNvPr id="87" name="Title 1"/>
          <p:cNvSpPr>
            <a:spLocks noGrp="1"/>
          </p:cNvSpPr>
          <p:nvPr>
            <p:ph type="title"/>
          </p:nvPr>
        </p:nvSpPr>
        <p:spPr>
          <a:xfrm>
            <a:off x="2207568" y="158895"/>
            <a:ext cx="7506416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900" dirty="0"/>
              <a:t>Contexte et problématique</a:t>
            </a:r>
            <a:br>
              <a:rPr lang="fr-FR" sz="4900" dirty="0"/>
            </a:br>
            <a:r>
              <a:rPr lang="fr-FR" sz="3600" dirty="0"/>
              <a:t>Présentation de l’entreprise</a:t>
            </a:r>
            <a:endParaRPr lang="fr-FR" dirty="0"/>
          </a:p>
        </p:txBody>
      </p:sp>
      <p:grpSp>
        <p:nvGrpSpPr>
          <p:cNvPr id="88" name="Group 87"/>
          <p:cNvGrpSpPr/>
          <p:nvPr/>
        </p:nvGrpSpPr>
        <p:grpSpPr>
          <a:xfrm>
            <a:off x="4792790" y="3408919"/>
            <a:ext cx="480617" cy="479616"/>
            <a:chOff x="2971937" y="1574028"/>
            <a:chExt cx="1209747" cy="1278466"/>
          </a:xfrm>
        </p:grpSpPr>
        <p:sp>
          <p:nvSpPr>
            <p:cNvPr id="89" name="Sev02"/>
            <p:cNvSpPr/>
            <p:nvPr/>
          </p:nvSpPr>
          <p:spPr>
            <a:xfrm rot="18900000">
              <a:off x="2971937" y="1642747"/>
              <a:ext cx="1209747" cy="120974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0" dirty="0">
                <a:solidFill>
                  <a:schemeClr val="accent2">
                    <a:lumMod val="50000"/>
                  </a:schemeClr>
                </a:solidFill>
                <a:latin typeface="FontAwesome" pitchFamily="2" charset="0"/>
              </a:endParaRPr>
            </a:p>
          </p:txBody>
        </p:sp>
        <p:sp>
          <p:nvSpPr>
            <p:cNvPr id="90" name="Sev02"/>
            <p:cNvSpPr/>
            <p:nvPr/>
          </p:nvSpPr>
          <p:spPr>
            <a:xfrm rot="18900000">
              <a:off x="2971937" y="1574028"/>
              <a:ext cx="1209747" cy="1209747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0" dirty="0">
                <a:solidFill>
                  <a:schemeClr val="accent2">
                    <a:lumMod val="50000"/>
                  </a:schemeClr>
                </a:solidFill>
                <a:latin typeface="FontAwesome" pitchFamily="2" charset="0"/>
              </a:endParaRP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4734439" y="5759734"/>
            <a:ext cx="454352" cy="506301"/>
            <a:chOff x="2971937" y="1574028"/>
            <a:chExt cx="1209747" cy="1278466"/>
          </a:xfrm>
        </p:grpSpPr>
        <p:sp>
          <p:nvSpPr>
            <p:cNvPr id="92" name="Sev02"/>
            <p:cNvSpPr/>
            <p:nvPr/>
          </p:nvSpPr>
          <p:spPr>
            <a:xfrm rot="18900000">
              <a:off x="2971937" y="1642747"/>
              <a:ext cx="1209747" cy="120974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0" dirty="0">
                <a:solidFill>
                  <a:schemeClr val="accent2">
                    <a:lumMod val="50000"/>
                  </a:schemeClr>
                </a:solidFill>
                <a:latin typeface="FontAwesome" pitchFamily="2" charset="0"/>
              </a:endParaRPr>
            </a:p>
          </p:txBody>
        </p:sp>
        <p:sp>
          <p:nvSpPr>
            <p:cNvPr id="93" name="Sev02"/>
            <p:cNvSpPr/>
            <p:nvPr/>
          </p:nvSpPr>
          <p:spPr>
            <a:xfrm rot="18900000">
              <a:off x="2971937" y="1574028"/>
              <a:ext cx="1209747" cy="120974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0" dirty="0">
                <a:solidFill>
                  <a:schemeClr val="accent2">
                    <a:lumMod val="50000"/>
                  </a:schemeClr>
                </a:solidFill>
                <a:latin typeface="FontAwesome" pitchFamily="2" charset="0"/>
              </a:endParaRPr>
            </a:p>
          </p:txBody>
        </p:sp>
      </p:grpSp>
      <p:sp>
        <p:nvSpPr>
          <p:cNvPr id="94" name="Freeform 91"/>
          <p:cNvSpPr>
            <a:spLocks noEditPoints="1"/>
          </p:cNvSpPr>
          <p:nvPr/>
        </p:nvSpPr>
        <p:spPr bwMode="auto">
          <a:xfrm>
            <a:off x="4864216" y="4682012"/>
            <a:ext cx="251933" cy="308555"/>
          </a:xfrm>
          <a:custGeom>
            <a:avLst/>
            <a:gdLst/>
            <a:ahLst/>
            <a:cxnLst>
              <a:cxn ang="0">
                <a:pos x="0" y="31"/>
              </a:cxn>
              <a:cxn ang="0">
                <a:pos x="41" y="22"/>
              </a:cxn>
              <a:cxn ang="0">
                <a:pos x="45" y="20"/>
              </a:cxn>
              <a:cxn ang="0">
                <a:pos x="49" y="19"/>
              </a:cxn>
              <a:cxn ang="0">
                <a:pos x="48" y="17"/>
              </a:cxn>
              <a:cxn ang="0">
                <a:pos x="45" y="15"/>
              </a:cxn>
              <a:cxn ang="0">
                <a:pos x="43" y="15"/>
              </a:cxn>
              <a:cxn ang="0">
                <a:pos x="42" y="14"/>
              </a:cxn>
              <a:cxn ang="0">
                <a:pos x="38" y="12"/>
              </a:cxn>
              <a:cxn ang="0">
                <a:pos x="38" y="16"/>
              </a:cxn>
              <a:cxn ang="0">
                <a:pos x="37" y="19"/>
              </a:cxn>
              <a:cxn ang="0">
                <a:pos x="33" y="17"/>
              </a:cxn>
              <a:cxn ang="0">
                <a:pos x="29" y="15"/>
              </a:cxn>
              <a:cxn ang="0">
                <a:pos x="30" y="11"/>
              </a:cxn>
              <a:cxn ang="0">
                <a:pos x="35" y="10"/>
              </a:cxn>
              <a:cxn ang="0">
                <a:pos x="34" y="8"/>
              </a:cxn>
              <a:cxn ang="0">
                <a:pos x="31" y="9"/>
              </a:cxn>
              <a:cxn ang="0">
                <a:pos x="27" y="6"/>
              </a:cxn>
              <a:cxn ang="0">
                <a:pos x="28" y="9"/>
              </a:cxn>
              <a:cxn ang="0">
                <a:pos x="26" y="9"/>
              </a:cxn>
              <a:cxn ang="0">
                <a:pos x="23" y="7"/>
              </a:cxn>
              <a:cxn ang="0">
                <a:pos x="21" y="8"/>
              </a:cxn>
              <a:cxn ang="0">
                <a:pos x="23" y="9"/>
              </a:cxn>
              <a:cxn ang="0">
                <a:pos x="22" y="10"/>
              </a:cxn>
              <a:cxn ang="0">
                <a:pos x="10" y="18"/>
              </a:cxn>
              <a:cxn ang="0">
                <a:pos x="11" y="19"/>
              </a:cxn>
              <a:cxn ang="0">
                <a:pos x="13" y="22"/>
              </a:cxn>
              <a:cxn ang="0">
                <a:pos x="12" y="26"/>
              </a:cxn>
              <a:cxn ang="0">
                <a:pos x="15" y="30"/>
              </a:cxn>
              <a:cxn ang="0">
                <a:pos x="18" y="35"/>
              </a:cxn>
              <a:cxn ang="0">
                <a:pos x="19" y="37"/>
              </a:cxn>
              <a:cxn ang="0">
                <a:pos x="17" y="32"/>
              </a:cxn>
              <a:cxn ang="0">
                <a:pos x="21" y="37"/>
              </a:cxn>
              <a:cxn ang="0">
                <a:pos x="25" y="41"/>
              </a:cxn>
              <a:cxn ang="0">
                <a:pos x="30" y="44"/>
              </a:cxn>
              <a:cxn ang="0">
                <a:pos x="35" y="47"/>
              </a:cxn>
              <a:cxn ang="0">
                <a:pos x="36" y="47"/>
              </a:cxn>
              <a:cxn ang="0">
                <a:pos x="34" y="43"/>
              </a:cxn>
              <a:cxn ang="0">
                <a:pos x="32" y="42"/>
              </a:cxn>
              <a:cxn ang="0">
                <a:pos x="32" y="39"/>
              </a:cxn>
              <a:cxn ang="0">
                <a:pos x="28" y="41"/>
              </a:cxn>
              <a:cxn ang="0">
                <a:pos x="27" y="34"/>
              </a:cxn>
              <a:cxn ang="0">
                <a:pos x="30" y="34"/>
              </a:cxn>
              <a:cxn ang="0">
                <a:pos x="32" y="33"/>
              </a:cxn>
              <a:cxn ang="0">
                <a:pos x="35" y="34"/>
              </a:cxn>
              <a:cxn ang="0">
                <a:pos x="36" y="33"/>
              </a:cxn>
              <a:cxn ang="0">
                <a:pos x="38" y="29"/>
              </a:cxn>
              <a:cxn ang="0">
                <a:pos x="38" y="28"/>
              </a:cxn>
              <a:cxn ang="0">
                <a:pos x="41" y="26"/>
              </a:cxn>
              <a:cxn ang="0">
                <a:pos x="43" y="23"/>
              </a:cxn>
              <a:cxn ang="0">
                <a:pos x="44" y="22"/>
              </a:cxn>
              <a:cxn ang="0">
                <a:pos x="41" y="22"/>
              </a:cxn>
              <a:cxn ang="0">
                <a:pos x="48" y="48"/>
              </a:cxn>
              <a:cxn ang="0">
                <a:pos x="44" y="47"/>
              </a:cxn>
              <a:cxn ang="0">
                <a:pos x="41" y="47"/>
              </a:cxn>
              <a:cxn ang="0">
                <a:pos x="38" y="46"/>
              </a:cxn>
              <a:cxn ang="0">
                <a:pos x="37" y="50"/>
              </a:cxn>
              <a:cxn ang="0">
                <a:pos x="36" y="54"/>
              </a:cxn>
              <a:cxn ang="0">
                <a:pos x="50" y="49"/>
              </a:cxn>
            </a:cxnLst>
            <a:rect l="0" t="0" r="r" b="b"/>
            <a:pathLst>
              <a:path w="62" h="62">
                <a:moveTo>
                  <a:pt x="62" y="31"/>
                </a:moveTo>
                <a:cubicBezTo>
                  <a:pt x="62" y="48"/>
                  <a:pt x="48" y="62"/>
                  <a:pt x="31" y="62"/>
                </a:cubicBez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2" y="14"/>
                  <a:pt x="62" y="31"/>
                </a:cubicBezTo>
                <a:close/>
                <a:moveTo>
                  <a:pt x="41" y="22"/>
                </a:moveTo>
                <a:cubicBezTo>
                  <a:pt x="42" y="22"/>
                  <a:pt x="42" y="21"/>
                  <a:pt x="42" y="21"/>
                </a:cubicBezTo>
                <a:cubicBezTo>
                  <a:pt x="42" y="21"/>
                  <a:pt x="42" y="21"/>
                  <a:pt x="43" y="21"/>
                </a:cubicBezTo>
                <a:cubicBezTo>
                  <a:pt x="43" y="20"/>
                  <a:pt x="44" y="20"/>
                  <a:pt x="45" y="20"/>
                </a:cubicBezTo>
                <a:cubicBezTo>
                  <a:pt x="46" y="20"/>
                  <a:pt x="46" y="20"/>
                  <a:pt x="47" y="21"/>
                </a:cubicBezTo>
                <a:cubicBezTo>
                  <a:pt x="47" y="20"/>
                  <a:pt x="48" y="20"/>
                  <a:pt x="48" y="20"/>
                </a:cubicBezTo>
                <a:cubicBezTo>
                  <a:pt x="48" y="19"/>
                  <a:pt x="49" y="19"/>
                  <a:pt x="49" y="19"/>
                </a:cubicBezTo>
                <a:cubicBezTo>
                  <a:pt x="49" y="19"/>
                  <a:pt x="49" y="18"/>
                  <a:pt x="49" y="18"/>
                </a:cubicBezTo>
                <a:cubicBezTo>
                  <a:pt x="49" y="18"/>
                  <a:pt x="48" y="18"/>
                  <a:pt x="48" y="17"/>
                </a:cubicBezTo>
                <a:cubicBezTo>
                  <a:pt x="48" y="17"/>
                  <a:pt x="48" y="17"/>
                  <a:pt x="48" y="17"/>
                </a:cubicBezTo>
                <a:cubicBezTo>
                  <a:pt x="48" y="17"/>
                  <a:pt x="47" y="17"/>
                  <a:pt x="47" y="17"/>
                </a:cubicBezTo>
                <a:cubicBezTo>
                  <a:pt x="46" y="17"/>
                  <a:pt x="46" y="16"/>
                  <a:pt x="46" y="16"/>
                </a:cubicBezTo>
                <a:cubicBezTo>
                  <a:pt x="46" y="15"/>
                  <a:pt x="45" y="15"/>
                  <a:pt x="45" y="15"/>
                </a:cubicBezTo>
                <a:cubicBezTo>
                  <a:pt x="45" y="15"/>
                  <a:pt x="45" y="14"/>
                  <a:pt x="45" y="14"/>
                </a:cubicBezTo>
                <a:cubicBezTo>
                  <a:pt x="44" y="14"/>
                  <a:pt x="44" y="15"/>
                  <a:pt x="44" y="15"/>
                </a:cubicBezTo>
                <a:cubicBezTo>
                  <a:pt x="43" y="15"/>
                  <a:pt x="43" y="15"/>
                  <a:pt x="43" y="15"/>
                </a:cubicBezTo>
                <a:cubicBezTo>
                  <a:pt x="43" y="15"/>
                  <a:pt x="43" y="15"/>
                  <a:pt x="42" y="15"/>
                </a:cubicBezTo>
                <a:cubicBezTo>
                  <a:pt x="43" y="15"/>
                  <a:pt x="42" y="15"/>
                  <a:pt x="42" y="15"/>
                </a:cubicBezTo>
                <a:cubicBezTo>
                  <a:pt x="42" y="14"/>
                  <a:pt x="42" y="14"/>
                  <a:pt x="42" y="14"/>
                </a:cubicBezTo>
                <a:cubicBezTo>
                  <a:pt x="42" y="14"/>
                  <a:pt x="42" y="14"/>
                  <a:pt x="42" y="14"/>
                </a:cubicBezTo>
                <a:cubicBezTo>
                  <a:pt x="42" y="13"/>
                  <a:pt x="41" y="13"/>
                  <a:pt x="40" y="13"/>
                </a:cubicBezTo>
                <a:cubicBezTo>
                  <a:pt x="40" y="12"/>
                  <a:pt x="38" y="12"/>
                  <a:pt x="38" y="12"/>
                </a:cubicBezTo>
                <a:cubicBezTo>
                  <a:pt x="37" y="13"/>
                  <a:pt x="38" y="13"/>
                  <a:pt x="38" y="14"/>
                </a:cubicBezTo>
                <a:cubicBezTo>
                  <a:pt x="38" y="14"/>
                  <a:pt x="37" y="14"/>
                  <a:pt x="37" y="15"/>
                </a:cubicBezTo>
                <a:cubicBezTo>
                  <a:pt x="37" y="15"/>
                  <a:pt x="38" y="15"/>
                  <a:pt x="38" y="16"/>
                </a:cubicBezTo>
                <a:cubicBezTo>
                  <a:pt x="38" y="17"/>
                  <a:pt x="37" y="17"/>
                  <a:pt x="37" y="17"/>
                </a:cubicBezTo>
                <a:cubicBezTo>
                  <a:pt x="37" y="18"/>
                  <a:pt x="37" y="18"/>
                  <a:pt x="37" y="19"/>
                </a:cubicBezTo>
                <a:cubicBezTo>
                  <a:pt x="38" y="19"/>
                  <a:pt x="37" y="19"/>
                  <a:pt x="37" y="19"/>
                </a:cubicBezTo>
                <a:cubicBezTo>
                  <a:pt x="36" y="20"/>
                  <a:pt x="35" y="19"/>
                  <a:pt x="35" y="18"/>
                </a:cubicBezTo>
                <a:cubicBezTo>
                  <a:pt x="35" y="18"/>
                  <a:pt x="35" y="17"/>
                  <a:pt x="34" y="17"/>
                </a:cubicBezTo>
                <a:cubicBezTo>
                  <a:pt x="34" y="17"/>
                  <a:pt x="33" y="17"/>
                  <a:pt x="33" y="17"/>
                </a:cubicBezTo>
                <a:cubicBezTo>
                  <a:pt x="33" y="16"/>
                  <a:pt x="32" y="16"/>
                  <a:pt x="32" y="16"/>
                </a:cubicBezTo>
                <a:cubicBezTo>
                  <a:pt x="31" y="16"/>
                  <a:pt x="30" y="16"/>
                  <a:pt x="29" y="16"/>
                </a:cubicBezTo>
                <a:cubicBezTo>
                  <a:pt x="30" y="16"/>
                  <a:pt x="29" y="15"/>
                  <a:pt x="29" y="15"/>
                </a:cubicBezTo>
                <a:cubicBezTo>
                  <a:pt x="29" y="14"/>
                  <a:pt x="29" y="14"/>
                  <a:pt x="29" y="14"/>
                </a:cubicBezTo>
                <a:cubicBezTo>
                  <a:pt x="29" y="13"/>
                  <a:pt x="29" y="13"/>
                  <a:pt x="29" y="13"/>
                </a:cubicBezTo>
                <a:cubicBezTo>
                  <a:pt x="29" y="12"/>
                  <a:pt x="30" y="11"/>
                  <a:pt x="30" y="11"/>
                </a:cubicBezTo>
                <a:cubicBezTo>
                  <a:pt x="31" y="12"/>
                  <a:pt x="31" y="12"/>
                  <a:pt x="32" y="11"/>
                </a:cubicBezTo>
                <a:cubicBezTo>
                  <a:pt x="32" y="11"/>
                  <a:pt x="32" y="10"/>
                  <a:pt x="33" y="10"/>
                </a:cubicBezTo>
                <a:cubicBezTo>
                  <a:pt x="33" y="9"/>
                  <a:pt x="34" y="10"/>
                  <a:pt x="35" y="10"/>
                </a:cubicBezTo>
                <a:cubicBezTo>
                  <a:pt x="35" y="10"/>
                  <a:pt x="35" y="9"/>
                  <a:pt x="35" y="9"/>
                </a:cubicBezTo>
                <a:cubicBezTo>
                  <a:pt x="35" y="9"/>
                  <a:pt x="35" y="8"/>
                  <a:pt x="35" y="8"/>
                </a:cubicBezTo>
                <a:cubicBezTo>
                  <a:pt x="34" y="7"/>
                  <a:pt x="33" y="8"/>
                  <a:pt x="34" y="8"/>
                </a:cubicBezTo>
                <a:cubicBezTo>
                  <a:pt x="34" y="8"/>
                  <a:pt x="33" y="10"/>
                  <a:pt x="32" y="9"/>
                </a:cubicBezTo>
                <a:cubicBezTo>
                  <a:pt x="32" y="9"/>
                  <a:pt x="32" y="8"/>
                  <a:pt x="31" y="8"/>
                </a:cubicBezTo>
                <a:cubicBezTo>
                  <a:pt x="31" y="8"/>
                  <a:pt x="31" y="8"/>
                  <a:pt x="31" y="9"/>
                </a:cubicBezTo>
                <a:cubicBezTo>
                  <a:pt x="31" y="8"/>
                  <a:pt x="30" y="8"/>
                  <a:pt x="29" y="8"/>
                </a:cubicBezTo>
                <a:cubicBezTo>
                  <a:pt x="30" y="7"/>
                  <a:pt x="29" y="7"/>
                  <a:pt x="29" y="7"/>
                </a:cubicBezTo>
                <a:cubicBezTo>
                  <a:pt x="29" y="6"/>
                  <a:pt x="28" y="6"/>
                  <a:pt x="27" y="6"/>
                </a:cubicBezTo>
                <a:cubicBezTo>
                  <a:pt x="27" y="7"/>
                  <a:pt x="28" y="8"/>
                  <a:pt x="29" y="8"/>
                </a:cubicBezTo>
                <a:cubicBezTo>
                  <a:pt x="29" y="8"/>
                  <a:pt x="29" y="8"/>
                  <a:pt x="29" y="8"/>
                </a:cubicBezTo>
                <a:cubicBezTo>
                  <a:pt x="29" y="8"/>
                  <a:pt x="28" y="9"/>
                  <a:pt x="28" y="9"/>
                </a:cubicBezTo>
                <a:cubicBezTo>
                  <a:pt x="28" y="9"/>
                  <a:pt x="28" y="10"/>
                  <a:pt x="28" y="10"/>
                </a:cubicBezTo>
                <a:cubicBezTo>
                  <a:pt x="27" y="10"/>
                  <a:pt x="27" y="9"/>
                  <a:pt x="27" y="9"/>
                </a:cubicBezTo>
                <a:cubicBezTo>
                  <a:pt x="28" y="9"/>
                  <a:pt x="26" y="9"/>
                  <a:pt x="26" y="9"/>
                </a:cubicBezTo>
                <a:cubicBezTo>
                  <a:pt x="25" y="9"/>
                  <a:pt x="24" y="9"/>
                  <a:pt x="24" y="9"/>
                </a:cubicBezTo>
                <a:cubicBezTo>
                  <a:pt x="24" y="8"/>
                  <a:pt x="24" y="7"/>
                  <a:pt x="24" y="8"/>
                </a:cubicBezTo>
                <a:cubicBezTo>
                  <a:pt x="24" y="7"/>
                  <a:pt x="23" y="7"/>
                  <a:pt x="23" y="7"/>
                </a:cubicBezTo>
                <a:cubicBezTo>
                  <a:pt x="22" y="7"/>
                  <a:pt x="21" y="8"/>
                  <a:pt x="19" y="9"/>
                </a:cubicBezTo>
                <a:cubicBezTo>
                  <a:pt x="19" y="9"/>
                  <a:pt x="20" y="9"/>
                  <a:pt x="20" y="9"/>
                </a:cubicBezTo>
                <a:cubicBezTo>
                  <a:pt x="20" y="8"/>
                  <a:pt x="20" y="8"/>
                  <a:pt x="21" y="8"/>
                </a:cubicBezTo>
                <a:cubicBezTo>
                  <a:pt x="21" y="8"/>
                  <a:pt x="22" y="7"/>
                  <a:pt x="22" y="8"/>
                </a:cubicBezTo>
                <a:cubicBezTo>
                  <a:pt x="22" y="8"/>
                  <a:pt x="23" y="8"/>
                  <a:pt x="23" y="8"/>
                </a:cubicBezTo>
                <a:cubicBezTo>
                  <a:pt x="23" y="8"/>
                  <a:pt x="23" y="8"/>
                  <a:pt x="23" y="9"/>
                </a:cubicBezTo>
                <a:cubicBezTo>
                  <a:pt x="23" y="8"/>
                  <a:pt x="23" y="9"/>
                  <a:pt x="22" y="9"/>
                </a:cubicBezTo>
                <a:cubicBezTo>
                  <a:pt x="22" y="9"/>
                  <a:pt x="21" y="9"/>
                  <a:pt x="21" y="9"/>
                </a:cubicBezTo>
                <a:cubicBezTo>
                  <a:pt x="21" y="9"/>
                  <a:pt x="22" y="10"/>
                  <a:pt x="22" y="10"/>
                </a:cubicBezTo>
                <a:cubicBezTo>
                  <a:pt x="21" y="9"/>
                  <a:pt x="21" y="9"/>
                  <a:pt x="20" y="9"/>
                </a:cubicBezTo>
                <a:cubicBezTo>
                  <a:pt x="20" y="9"/>
                  <a:pt x="19" y="9"/>
                  <a:pt x="19" y="9"/>
                </a:cubicBezTo>
                <a:cubicBezTo>
                  <a:pt x="15" y="11"/>
                  <a:pt x="12" y="14"/>
                  <a:pt x="10" y="18"/>
                </a:cubicBezTo>
                <a:cubicBezTo>
                  <a:pt x="10" y="18"/>
                  <a:pt x="10" y="18"/>
                  <a:pt x="10" y="18"/>
                </a:cubicBezTo>
                <a:cubicBezTo>
                  <a:pt x="10" y="18"/>
                  <a:pt x="10" y="19"/>
                  <a:pt x="11" y="19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19"/>
                  <a:pt x="13" y="20"/>
                  <a:pt x="13" y="21"/>
                </a:cubicBezTo>
                <a:cubicBezTo>
                  <a:pt x="13" y="21"/>
                  <a:pt x="13" y="21"/>
                  <a:pt x="14" y="21"/>
                </a:cubicBezTo>
                <a:cubicBezTo>
                  <a:pt x="14" y="22"/>
                  <a:pt x="13" y="22"/>
                  <a:pt x="13" y="22"/>
                </a:cubicBezTo>
                <a:cubicBezTo>
                  <a:pt x="13" y="22"/>
                  <a:pt x="12" y="21"/>
                  <a:pt x="12" y="22"/>
                </a:cubicBezTo>
                <a:cubicBezTo>
                  <a:pt x="12" y="22"/>
                  <a:pt x="12" y="23"/>
                  <a:pt x="13" y="23"/>
                </a:cubicBezTo>
                <a:cubicBezTo>
                  <a:pt x="12" y="23"/>
                  <a:pt x="12" y="25"/>
                  <a:pt x="12" y="26"/>
                </a:cubicBezTo>
                <a:cubicBezTo>
                  <a:pt x="12" y="26"/>
                  <a:pt x="12" y="26"/>
                  <a:pt x="12" y="26"/>
                </a:cubicBezTo>
                <a:cubicBezTo>
                  <a:pt x="12" y="26"/>
                  <a:pt x="13" y="28"/>
                  <a:pt x="13" y="28"/>
                </a:cubicBezTo>
                <a:cubicBezTo>
                  <a:pt x="13" y="28"/>
                  <a:pt x="14" y="30"/>
                  <a:pt x="15" y="30"/>
                </a:cubicBezTo>
                <a:cubicBezTo>
                  <a:pt x="15" y="30"/>
                  <a:pt x="16" y="31"/>
                  <a:pt x="16" y="31"/>
                </a:cubicBezTo>
                <a:cubicBezTo>
                  <a:pt x="17" y="32"/>
                  <a:pt x="17" y="33"/>
                  <a:pt x="17" y="33"/>
                </a:cubicBezTo>
                <a:cubicBezTo>
                  <a:pt x="17" y="34"/>
                  <a:pt x="18" y="34"/>
                  <a:pt x="18" y="35"/>
                </a:cubicBezTo>
                <a:cubicBezTo>
                  <a:pt x="18" y="35"/>
                  <a:pt x="18" y="35"/>
                  <a:pt x="18" y="35"/>
                </a:cubicBezTo>
                <a:cubicBezTo>
                  <a:pt x="18" y="35"/>
                  <a:pt x="19" y="35"/>
                  <a:pt x="19" y="36"/>
                </a:cubicBezTo>
                <a:cubicBezTo>
                  <a:pt x="19" y="36"/>
                  <a:pt x="19" y="37"/>
                  <a:pt x="19" y="37"/>
                </a:cubicBezTo>
                <a:cubicBezTo>
                  <a:pt x="20" y="36"/>
                  <a:pt x="19" y="35"/>
                  <a:pt x="18" y="34"/>
                </a:cubicBezTo>
                <a:cubicBezTo>
                  <a:pt x="18" y="34"/>
                  <a:pt x="18" y="34"/>
                  <a:pt x="18" y="33"/>
                </a:cubicBezTo>
                <a:cubicBezTo>
                  <a:pt x="18" y="33"/>
                  <a:pt x="18" y="32"/>
                  <a:pt x="17" y="32"/>
                </a:cubicBezTo>
                <a:cubicBezTo>
                  <a:pt x="18" y="32"/>
                  <a:pt x="18" y="32"/>
                  <a:pt x="18" y="33"/>
                </a:cubicBezTo>
                <a:cubicBezTo>
                  <a:pt x="18" y="33"/>
                  <a:pt x="20" y="35"/>
                  <a:pt x="20" y="35"/>
                </a:cubicBezTo>
                <a:cubicBezTo>
                  <a:pt x="20" y="35"/>
                  <a:pt x="21" y="37"/>
                  <a:pt x="21" y="37"/>
                </a:cubicBezTo>
                <a:cubicBezTo>
                  <a:pt x="21" y="37"/>
                  <a:pt x="22" y="37"/>
                  <a:pt x="22" y="38"/>
                </a:cubicBezTo>
                <a:cubicBezTo>
                  <a:pt x="22" y="38"/>
                  <a:pt x="22" y="39"/>
                  <a:pt x="23" y="40"/>
                </a:cubicBezTo>
                <a:cubicBezTo>
                  <a:pt x="23" y="41"/>
                  <a:pt x="24" y="41"/>
                  <a:pt x="25" y="41"/>
                </a:cubicBezTo>
                <a:cubicBezTo>
                  <a:pt x="25" y="42"/>
                  <a:pt x="26" y="42"/>
                  <a:pt x="26" y="42"/>
                </a:cubicBezTo>
                <a:cubicBezTo>
                  <a:pt x="27" y="43"/>
                  <a:pt x="27" y="42"/>
                  <a:pt x="28" y="42"/>
                </a:cubicBezTo>
                <a:cubicBezTo>
                  <a:pt x="29" y="42"/>
                  <a:pt x="29" y="43"/>
                  <a:pt x="30" y="44"/>
                </a:cubicBezTo>
                <a:cubicBezTo>
                  <a:pt x="31" y="44"/>
                  <a:pt x="32" y="44"/>
                  <a:pt x="32" y="44"/>
                </a:cubicBezTo>
                <a:cubicBezTo>
                  <a:pt x="32" y="44"/>
                  <a:pt x="33" y="46"/>
                  <a:pt x="33" y="46"/>
                </a:cubicBezTo>
                <a:cubicBezTo>
                  <a:pt x="34" y="46"/>
                  <a:pt x="34" y="47"/>
                  <a:pt x="35" y="47"/>
                </a:cubicBezTo>
                <a:cubicBezTo>
                  <a:pt x="35" y="47"/>
                  <a:pt x="35" y="47"/>
                  <a:pt x="35" y="47"/>
                </a:cubicBezTo>
                <a:cubicBezTo>
                  <a:pt x="35" y="47"/>
                  <a:pt x="36" y="48"/>
                  <a:pt x="36" y="48"/>
                </a:cubicBezTo>
                <a:cubicBezTo>
                  <a:pt x="36" y="48"/>
                  <a:pt x="36" y="47"/>
                  <a:pt x="36" y="47"/>
                </a:cubicBezTo>
                <a:cubicBezTo>
                  <a:pt x="36" y="47"/>
                  <a:pt x="35" y="47"/>
                  <a:pt x="34" y="46"/>
                </a:cubicBezTo>
                <a:cubicBezTo>
                  <a:pt x="34" y="46"/>
                  <a:pt x="34" y="45"/>
                  <a:pt x="34" y="45"/>
                </a:cubicBezTo>
                <a:cubicBezTo>
                  <a:pt x="35" y="45"/>
                  <a:pt x="35" y="44"/>
                  <a:pt x="34" y="43"/>
                </a:cubicBezTo>
                <a:cubicBezTo>
                  <a:pt x="34" y="43"/>
                  <a:pt x="34" y="43"/>
                  <a:pt x="34" y="42"/>
                </a:cubicBezTo>
                <a:cubicBezTo>
                  <a:pt x="33" y="43"/>
                  <a:pt x="33" y="42"/>
                  <a:pt x="32" y="42"/>
                </a:cubicBezTo>
                <a:cubicBezTo>
                  <a:pt x="32" y="42"/>
                  <a:pt x="32" y="42"/>
                  <a:pt x="32" y="42"/>
                </a:cubicBezTo>
                <a:cubicBezTo>
                  <a:pt x="32" y="42"/>
                  <a:pt x="32" y="43"/>
                  <a:pt x="32" y="42"/>
                </a:cubicBezTo>
                <a:cubicBezTo>
                  <a:pt x="32" y="42"/>
                  <a:pt x="32" y="41"/>
                  <a:pt x="32" y="41"/>
                </a:cubicBezTo>
                <a:cubicBezTo>
                  <a:pt x="32" y="40"/>
                  <a:pt x="33" y="39"/>
                  <a:pt x="32" y="39"/>
                </a:cubicBezTo>
                <a:cubicBezTo>
                  <a:pt x="31" y="39"/>
                  <a:pt x="31" y="39"/>
                  <a:pt x="31" y="40"/>
                </a:cubicBezTo>
                <a:cubicBezTo>
                  <a:pt x="30" y="40"/>
                  <a:pt x="30" y="40"/>
                  <a:pt x="30" y="41"/>
                </a:cubicBezTo>
                <a:cubicBezTo>
                  <a:pt x="30" y="41"/>
                  <a:pt x="28" y="41"/>
                  <a:pt x="28" y="41"/>
                </a:cubicBezTo>
                <a:cubicBezTo>
                  <a:pt x="27" y="40"/>
                  <a:pt x="27" y="39"/>
                  <a:pt x="27" y="38"/>
                </a:cubicBezTo>
                <a:cubicBezTo>
                  <a:pt x="27" y="37"/>
                  <a:pt x="27" y="36"/>
                  <a:pt x="27" y="35"/>
                </a:cubicBezTo>
                <a:cubicBezTo>
                  <a:pt x="27" y="35"/>
                  <a:pt x="27" y="34"/>
                  <a:pt x="27" y="34"/>
                </a:cubicBezTo>
                <a:cubicBezTo>
                  <a:pt x="28" y="34"/>
                  <a:pt x="28" y="34"/>
                  <a:pt x="28" y="34"/>
                </a:cubicBezTo>
                <a:cubicBezTo>
                  <a:pt x="28" y="34"/>
                  <a:pt x="28" y="34"/>
                  <a:pt x="28" y="34"/>
                </a:cubicBezTo>
                <a:cubicBezTo>
                  <a:pt x="28" y="34"/>
                  <a:pt x="29" y="33"/>
                  <a:pt x="30" y="34"/>
                </a:cubicBezTo>
                <a:cubicBezTo>
                  <a:pt x="30" y="34"/>
                  <a:pt x="31" y="34"/>
                  <a:pt x="31" y="33"/>
                </a:cubicBezTo>
                <a:cubicBezTo>
                  <a:pt x="31" y="33"/>
                  <a:pt x="31" y="33"/>
                  <a:pt x="31" y="33"/>
                </a:cubicBezTo>
                <a:cubicBezTo>
                  <a:pt x="31" y="33"/>
                  <a:pt x="31" y="33"/>
                  <a:pt x="32" y="33"/>
                </a:cubicBezTo>
                <a:cubicBezTo>
                  <a:pt x="32" y="33"/>
                  <a:pt x="33" y="33"/>
                  <a:pt x="33" y="33"/>
                </a:cubicBezTo>
                <a:cubicBezTo>
                  <a:pt x="34" y="34"/>
                  <a:pt x="34" y="34"/>
                  <a:pt x="34" y="33"/>
                </a:cubicBezTo>
                <a:cubicBezTo>
                  <a:pt x="35" y="34"/>
                  <a:pt x="35" y="34"/>
                  <a:pt x="35" y="34"/>
                </a:cubicBezTo>
                <a:cubicBezTo>
                  <a:pt x="35" y="35"/>
                  <a:pt x="35" y="36"/>
                  <a:pt x="36" y="36"/>
                </a:cubicBezTo>
                <a:cubicBezTo>
                  <a:pt x="36" y="37"/>
                  <a:pt x="36" y="35"/>
                  <a:pt x="36" y="35"/>
                </a:cubicBezTo>
                <a:cubicBezTo>
                  <a:pt x="36" y="35"/>
                  <a:pt x="36" y="33"/>
                  <a:pt x="36" y="33"/>
                </a:cubicBezTo>
                <a:cubicBezTo>
                  <a:pt x="35" y="33"/>
                  <a:pt x="35" y="32"/>
                  <a:pt x="36" y="31"/>
                </a:cubicBezTo>
                <a:cubicBezTo>
                  <a:pt x="36" y="31"/>
                  <a:pt x="37" y="31"/>
                  <a:pt x="37" y="31"/>
                </a:cubicBezTo>
                <a:cubicBezTo>
                  <a:pt x="38" y="30"/>
                  <a:pt x="38" y="30"/>
                  <a:pt x="38" y="29"/>
                </a:cubicBezTo>
                <a:cubicBezTo>
                  <a:pt x="38" y="29"/>
                  <a:pt x="38" y="29"/>
                  <a:pt x="38" y="29"/>
                </a:cubicBezTo>
                <a:cubicBezTo>
                  <a:pt x="38" y="29"/>
                  <a:pt x="38" y="28"/>
                  <a:pt x="38" y="29"/>
                </a:cubicBezTo>
                <a:cubicBezTo>
                  <a:pt x="38" y="28"/>
                  <a:pt x="38" y="28"/>
                  <a:pt x="38" y="28"/>
                </a:cubicBezTo>
                <a:cubicBezTo>
                  <a:pt x="38" y="28"/>
                  <a:pt x="38" y="27"/>
                  <a:pt x="38" y="27"/>
                </a:cubicBezTo>
                <a:cubicBezTo>
                  <a:pt x="39" y="28"/>
                  <a:pt x="40" y="27"/>
                  <a:pt x="39" y="26"/>
                </a:cubicBezTo>
                <a:cubicBezTo>
                  <a:pt x="40" y="26"/>
                  <a:pt x="41" y="26"/>
                  <a:pt x="41" y="26"/>
                </a:cubicBezTo>
                <a:cubicBezTo>
                  <a:pt x="41" y="26"/>
                  <a:pt x="41" y="25"/>
                  <a:pt x="41" y="25"/>
                </a:cubicBezTo>
                <a:cubicBezTo>
                  <a:pt x="42" y="24"/>
                  <a:pt x="42" y="24"/>
                  <a:pt x="42" y="24"/>
                </a:cubicBezTo>
                <a:cubicBezTo>
                  <a:pt x="42" y="24"/>
                  <a:pt x="43" y="24"/>
                  <a:pt x="43" y="23"/>
                </a:cubicBezTo>
                <a:cubicBezTo>
                  <a:pt x="44" y="24"/>
                  <a:pt x="45" y="23"/>
                  <a:pt x="44" y="22"/>
                </a:cubicBezTo>
                <a:cubicBezTo>
                  <a:pt x="44" y="22"/>
                  <a:pt x="44" y="22"/>
                  <a:pt x="43" y="22"/>
                </a:cubicBezTo>
                <a:cubicBezTo>
                  <a:pt x="44" y="22"/>
                  <a:pt x="44" y="22"/>
                  <a:pt x="44" y="22"/>
                </a:cubicBezTo>
                <a:cubicBezTo>
                  <a:pt x="45" y="21"/>
                  <a:pt x="44" y="21"/>
                  <a:pt x="44" y="21"/>
                </a:cubicBezTo>
                <a:cubicBezTo>
                  <a:pt x="43" y="21"/>
                  <a:pt x="43" y="21"/>
                  <a:pt x="42" y="21"/>
                </a:cubicBezTo>
                <a:cubicBezTo>
                  <a:pt x="42" y="22"/>
                  <a:pt x="42" y="22"/>
                  <a:pt x="41" y="22"/>
                </a:cubicBezTo>
                <a:close/>
                <a:moveTo>
                  <a:pt x="50" y="49"/>
                </a:moveTo>
                <a:cubicBezTo>
                  <a:pt x="50" y="49"/>
                  <a:pt x="49" y="49"/>
                  <a:pt x="49" y="49"/>
                </a:cubicBezTo>
                <a:cubicBezTo>
                  <a:pt x="49" y="49"/>
                  <a:pt x="48" y="48"/>
                  <a:pt x="48" y="48"/>
                </a:cubicBezTo>
                <a:cubicBezTo>
                  <a:pt x="48" y="48"/>
                  <a:pt x="47" y="47"/>
                  <a:pt x="47" y="47"/>
                </a:cubicBezTo>
                <a:cubicBezTo>
                  <a:pt x="46" y="46"/>
                  <a:pt x="46" y="46"/>
                  <a:pt x="45" y="46"/>
                </a:cubicBezTo>
                <a:cubicBezTo>
                  <a:pt x="45" y="46"/>
                  <a:pt x="44" y="47"/>
                  <a:pt x="44" y="47"/>
                </a:cubicBezTo>
                <a:cubicBezTo>
                  <a:pt x="44" y="46"/>
                  <a:pt x="43" y="46"/>
                  <a:pt x="43" y="46"/>
                </a:cubicBezTo>
                <a:cubicBezTo>
                  <a:pt x="42" y="46"/>
                  <a:pt x="42" y="45"/>
                  <a:pt x="41" y="46"/>
                </a:cubicBezTo>
                <a:cubicBezTo>
                  <a:pt x="41" y="46"/>
                  <a:pt x="41" y="46"/>
                  <a:pt x="41" y="47"/>
                </a:cubicBezTo>
                <a:cubicBezTo>
                  <a:pt x="40" y="46"/>
                  <a:pt x="41" y="46"/>
                  <a:pt x="41" y="45"/>
                </a:cubicBezTo>
                <a:cubicBezTo>
                  <a:pt x="40" y="45"/>
                  <a:pt x="39" y="46"/>
                  <a:pt x="39" y="46"/>
                </a:cubicBezTo>
                <a:cubicBezTo>
                  <a:pt x="39" y="46"/>
                  <a:pt x="39" y="46"/>
                  <a:pt x="38" y="46"/>
                </a:cubicBezTo>
                <a:cubicBezTo>
                  <a:pt x="38" y="47"/>
                  <a:pt x="38" y="47"/>
                  <a:pt x="38" y="47"/>
                </a:cubicBezTo>
                <a:cubicBezTo>
                  <a:pt x="38" y="47"/>
                  <a:pt x="37" y="47"/>
                  <a:pt x="37" y="47"/>
                </a:cubicBezTo>
                <a:cubicBezTo>
                  <a:pt x="37" y="48"/>
                  <a:pt x="37" y="49"/>
                  <a:pt x="37" y="50"/>
                </a:cubicBezTo>
                <a:cubicBezTo>
                  <a:pt x="38" y="50"/>
                  <a:pt x="37" y="51"/>
                  <a:pt x="37" y="52"/>
                </a:cubicBezTo>
                <a:cubicBezTo>
                  <a:pt x="37" y="52"/>
                  <a:pt x="36" y="53"/>
                  <a:pt x="36" y="53"/>
                </a:cubicBezTo>
                <a:cubicBezTo>
                  <a:pt x="36" y="54"/>
                  <a:pt x="36" y="54"/>
                  <a:pt x="36" y="54"/>
                </a:cubicBezTo>
                <a:cubicBezTo>
                  <a:pt x="36" y="55"/>
                  <a:pt x="36" y="55"/>
                  <a:pt x="36" y="56"/>
                </a:cubicBezTo>
                <a:cubicBezTo>
                  <a:pt x="36" y="56"/>
                  <a:pt x="36" y="56"/>
                  <a:pt x="36" y="57"/>
                </a:cubicBezTo>
                <a:cubicBezTo>
                  <a:pt x="41" y="56"/>
                  <a:pt x="46" y="53"/>
                  <a:pt x="50" y="4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accent5"/>
              </a:solidFill>
            </a:endParaRPr>
          </a:p>
        </p:txBody>
      </p:sp>
      <p:sp>
        <p:nvSpPr>
          <p:cNvPr id="95" name="Freeform 13"/>
          <p:cNvSpPr>
            <a:spLocks noChangeAspect="1" noEditPoints="1"/>
          </p:cNvSpPr>
          <p:nvPr/>
        </p:nvSpPr>
        <p:spPr bwMode="auto">
          <a:xfrm>
            <a:off x="4864211" y="5897989"/>
            <a:ext cx="259312" cy="195307"/>
          </a:xfrm>
          <a:custGeom>
            <a:avLst/>
            <a:gdLst/>
            <a:ahLst/>
            <a:cxnLst>
              <a:cxn ang="0">
                <a:pos x="158" y="119"/>
              </a:cxn>
              <a:cxn ang="0">
                <a:pos x="0" y="119"/>
              </a:cxn>
              <a:cxn ang="0">
                <a:pos x="0" y="0"/>
              </a:cxn>
              <a:cxn ang="0">
                <a:pos x="8" y="0"/>
              </a:cxn>
              <a:cxn ang="0">
                <a:pos x="8" y="108"/>
              </a:cxn>
              <a:cxn ang="0">
                <a:pos x="158" y="108"/>
              </a:cxn>
              <a:cxn ang="0">
                <a:pos x="158" y="119"/>
              </a:cxn>
              <a:cxn ang="0">
                <a:pos x="147" y="98"/>
              </a:cxn>
              <a:cxn ang="0">
                <a:pos x="19" y="98"/>
              </a:cxn>
              <a:cxn ang="0">
                <a:pos x="19" y="54"/>
              </a:cxn>
              <a:cxn ang="0">
                <a:pos x="54" y="9"/>
              </a:cxn>
              <a:cxn ang="0">
                <a:pos x="97" y="54"/>
              </a:cxn>
              <a:cxn ang="0">
                <a:pos x="127" y="28"/>
              </a:cxn>
              <a:cxn ang="0">
                <a:pos x="147" y="98"/>
              </a:cxn>
            </a:cxnLst>
            <a:rect l="0" t="0" r="r" b="b"/>
            <a:pathLst>
              <a:path w="158" h="119">
                <a:moveTo>
                  <a:pt x="158" y="119"/>
                </a:moveTo>
                <a:lnTo>
                  <a:pt x="0" y="119"/>
                </a:lnTo>
                <a:lnTo>
                  <a:pt x="0" y="0"/>
                </a:lnTo>
                <a:lnTo>
                  <a:pt x="8" y="0"/>
                </a:lnTo>
                <a:lnTo>
                  <a:pt x="8" y="108"/>
                </a:lnTo>
                <a:lnTo>
                  <a:pt x="158" y="108"/>
                </a:lnTo>
                <a:lnTo>
                  <a:pt x="158" y="119"/>
                </a:lnTo>
                <a:close/>
                <a:moveTo>
                  <a:pt x="147" y="98"/>
                </a:moveTo>
                <a:lnTo>
                  <a:pt x="19" y="98"/>
                </a:lnTo>
                <a:lnTo>
                  <a:pt x="19" y="54"/>
                </a:lnTo>
                <a:lnTo>
                  <a:pt x="54" y="9"/>
                </a:lnTo>
                <a:lnTo>
                  <a:pt x="97" y="54"/>
                </a:lnTo>
                <a:lnTo>
                  <a:pt x="127" y="28"/>
                </a:lnTo>
                <a:lnTo>
                  <a:pt x="147" y="9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6" name="Freeform 191"/>
          <p:cNvSpPr>
            <a:spLocks noEditPoints="1"/>
          </p:cNvSpPr>
          <p:nvPr/>
        </p:nvSpPr>
        <p:spPr bwMode="auto">
          <a:xfrm>
            <a:off x="7781213" y="5752002"/>
            <a:ext cx="334257" cy="315687"/>
          </a:xfrm>
          <a:custGeom>
            <a:avLst/>
            <a:gdLst/>
            <a:ahLst/>
            <a:cxnLst>
              <a:cxn ang="0">
                <a:pos x="100" y="75"/>
              </a:cxn>
              <a:cxn ang="0">
                <a:pos x="97" y="77"/>
              </a:cxn>
              <a:cxn ang="0">
                <a:pos x="96" y="77"/>
              </a:cxn>
              <a:cxn ang="0">
                <a:pos x="90" y="57"/>
              </a:cxn>
              <a:cxn ang="0">
                <a:pos x="84" y="53"/>
              </a:cxn>
              <a:cxn ang="0">
                <a:pos x="82" y="53"/>
              </a:cxn>
              <a:cxn ang="0">
                <a:pos x="60" y="53"/>
              </a:cxn>
              <a:cxn ang="0">
                <a:pos x="55" y="57"/>
              </a:cxn>
              <a:cxn ang="0">
                <a:pos x="48" y="76"/>
              </a:cxn>
              <a:cxn ang="0">
                <a:pos x="47" y="76"/>
              </a:cxn>
              <a:cxn ang="0">
                <a:pos x="46" y="75"/>
              </a:cxn>
              <a:cxn ang="0">
                <a:pos x="46" y="20"/>
              </a:cxn>
              <a:cxn ang="0">
                <a:pos x="73" y="9"/>
              </a:cxn>
              <a:cxn ang="0">
                <a:pos x="100" y="20"/>
              </a:cxn>
              <a:cxn ang="0">
                <a:pos x="111" y="48"/>
              </a:cxn>
              <a:cxn ang="0">
                <a:pos x="100" y="75"/>
              </a:cxn>
              <a:cxn ang="0">
                <a:pos x="78" y="78"/>
              </a:cxn>
              <a:cxn ang="0">
                <a:pos x="73" y="83"/>
              </a:cxn>
              <a:cxn ang="0">
                <a:pos x="71" y="83"/>
              </a:cxn>
              <a:cxn ang="0">
                <a:pos x="66" y="78"/>
              </a:cxn>
              <a:cxn ang="0">
                <a:pos x="66" y="76"/>
              </a:cxn>
              <a:cxn ang="0">
                <a:pos x="68" y="63"/>
              </a:cxn>
              <a:cxn ang="0">
                <a:pos x="68" y="60"/>
              </a:cxn>
              <a:cxn ang="0">
                <a:pos x="69" y="59"/>
              </a:cxn>
              <a:cxn ang="0">
                <a:pos x="75" y="59"/>
              </a:cxn>
              <a:cxn ang="0">
                <a:pos x="76" y="60"/>
              </a:cxn>
              <a:cxn ang="0">
                <a:pos x="76" y="63"/>
              </a:cxn>
              <a:cxn ang="0">
                <a:pos x="79" y="76"/>
              </a:cxn>
              <a:cxn ang="0">
                <a:pos x="78" y="78"/>
              </a:cxn>
              <a:cxn ang="0">
                <a:pos x="106" y="14"/>
              </a:cxn>
              <a:cxn ang="0">
                <a:pos x="73" y="0"/>
              </a:cxn>
              <a:cxn ang="0">
                <a:pos x="39" y="14"/>
              </a:cxn>
              <a:cxn ang="0">
                <a:pos x="25" y="42"/>
              </a:cxn>
              <a:cxn ang="0">
                <a:pos x="32" y="71"/>
              </a:cxn>
              <a:cxn ang="0">
                <a:pos x="31" y="76"/>
              </a:cxn>
              <a:cxn ang="0">
                <a:pos x="6" y="101"/>
              </a:cxn>
              <a:cxn ang="0">
                <a:pos x="4" y="115"/>
              </a:cxn>
              <a:cxn ang="0">
                <a:pos x="5" y="116"/>
              </a:cxn>
              <a:cxn ang="0">
                <a:pos x="10" y="118"/>
              </a:cxn>
              <a:cxn ang="0">
                <a:pos x="19" y="114"/>
              </a:cxn>
              <a:cxn ang="0">
                <a:pos x="44" y="89"/>
              </a:cxn>
              <a:cxn ang="0">
                <a:pos x="44" y="89"/>
              </a:cxn>
              <a:cxn ang="0">
                <a:pos x="47" y="88"/>
              </a:cxn>
              <a:cxn ang="0">
                <a:pos x="49" y="88"/>
              </a:cxn>
              <a:cxn ang="0">
                <a:pos x="54" y="91"/>
              </a:cxn>
              <a:cxn ang="0">
                <a:pos x="57" y="92"/>
              </a:cxn>
              <a:cxn ang="0">
                <a:pos x="61" y="94"/>
              </a:cxn>
              <a:cxn ang="0">
                <a:pos x="73" y="95"/>
              </a:cxn>
              <a:cxn ang="0">
                <a:pos x="88" y="93"/>
              </a:cxn>
              <a:cxn ang="0">
                <a:pos x="90" y="92"/>
              </a:cxn>
              <a:cxn ang="0">
                <a:pos x="100" y="87"/>
              </a:cxn>
              <a:cxn ang="0">
                <a:pos x="106" y="81"/>
              </a:cxn>
              <a:cxn ang="0">
                <a:pos x="106" y="14"/>
              </a:cxn>
            </a:cxnLst>
            <a:rect l="0" t="0" r="r" b="b"/>
            <a:pathLst>
              <a:path w="125" h="118">
                <a:moveTo>
                  <a:pt x="100" y="75"/>
                </a:moveTo>
                <a:cubicBezTo>
                  <a:pt x="99" y="75"/>
                  <a:pt x="98" y="76"/>
                  <a:pt x="97" y="77"/>
                </a:cubicBezTo>
                <a:cubicBezTo>
                  <a:pt x="97" y="77"/>
                  <a:pt x="97" y="77"/>
                  <a:pt x="96" y="77"/>
                </a:cubicBezTo>
                <a:cubicBezTo>
                  <a:pt x="90" y="57"/>
                  <a:pt x="90" y="57"/>
                  <a:pt x="90" y="57"/>
                </a:cubicBezTo>
                <a:cubicBezTo>
                  <a:pt x="89" y="55"/>
                  <a:pt x="86" y="53"/>
                  <a:pt x="84" y="53"/>
                </a:cubicBezTo>
                <a:cubicBezTo>
                  <a:pt x="83" y="53"/>
                  <a:pt x="83" y="53"/>
                  <a:pt x="82" y="53"/>
                </a:cubicBezTo>
                <a:cubicBezTo>
                  <a:pt x="60" y="53"/>
                  <a:pt x="60" y="53"/>
                  <a:pt x="60" y="53"/>
                </a:cubicBezTo>
                <a:cubicBezTo>
                  <a:pt x="58" y="53"/>
                  <a:pt x="55" y="55"/>
                  <a:pt x="55" y="57"/>
                </a:cubicBezTo>
                <a:cubicBezTo>
                  <a:pt x="48" y="76"/>
                  <a:pt x="48" y="76"/>
                  <a:pt x="48" y="76"/>
                </a:cubicBezTo>
                <a:cubicBezTo>
                  <a:pt x="48" y="77"/>
                  <a:pt x="48" y="77"/>
                  <a:pt x="47" y="76"/>
                </a:cubicBezTo>
                <a:cubicBezTo>
                  <a:pt x="47" y="76"/>
                  <a:pt x="46" y="75"/>
                  <a:pt x="46" y="75"/>
                </a:cubicBezTo>
                <a:cubicBezTo>
                  <a:pt x="31" y="60"/>
                  <a:pt x="31" y="35"/>
                  <a:pt x="46" y="20"/>
                </a:cubicBezTo>
                <a:cubicBezTo>
                  <a:pt x="53" y="13"/>
                  <a:pt x="62" y="9"/>
                  <a:pt x="73" y="9"/>
                </a:cubicBezTo>
                <a:cubicBezTo>
                  <a:pt x="83" y="9"/>
                  <a:pt x="93" y="13"/>
                  <a:pt x="100" y="20"/>
                </a:cubicBezTo>
                <a:cubicBezTo>
                  <a:pt x="107" y="28"/>
                  <a:pt x="111" y="37"/>
                  <a:pt x="111" y="48"/>
                </a:cubicBezTo>
                <a:cubicBezTo>
                  <a:pt x="111" y="58"/>
                  <a:pt x="107" y="67"/>
                  <a:pt x="100" y="75"/>
                </a:cubicBezTo>
                <a:moveTo>
                  <a:pt x="78" y="78"/>
                </a:moveTo>
                <a:cubicBezTo>
                  <a:pt x="73" y="83"/>
                  <a:pt x="73" y="83"/>
                  <a:pt x="73" y="83"/>
                </a:cubicBezTo>
                <a:cubicBezTo>
                  <a:pt x="73" y="83"/>
                  <a:pt x="72" y="83"/>
                  <a:pt x="71" y="83"/>
                </a:cubicBezTo>
                <a:cubicBezTo>
                  <a:pt x="66" y="78"/>
                  <a:pt x="66" y="78"/>
                  <a:pt x="66" y="78"/>
                </a:cubicBezTo>
                <a:cubicBezTo>
                  <a:pt x="66" y="78"/>
                  <a:pt x="65" y="77"/>
                  <a:pt x="66" y="76"/>
                </a:cubicBezTo>
                <a:cubicBezTo>
                  <a:pt x="66" y="76"/>
                  <a:pt x="68" y="66"/>
                  <a:pt x="68" y="63"/>
                </a:cubicBezTo>
                <a:cubicBezTo>
                  <a:pt x="68" y="63"/>
                  <a:pt x="68" y="60"/>
                  <a:pt x="68" y="60"/>
                </a:cubicBezTo>
                <a:cubicBezTo>
                  <a:pt x="68" y="60"/>
                  <a:pt x="69" y="59"/>
                  <a:pt x="69" y="59"/>
                </a:cubicBezTo>
                <a:cubicBezTo>
                  <a:pt x="75" y="59"/>
                  <a:pt x="75" y="59"/>
                  <a:pt x="75" y="59"/>
                </a:cubicBezTo>
                <a:cubicBezTo>
                  <a:pt x="76" y="59"/>
                  <a:pt x="76" y="60"/>
                  <a:pt x="76" y="60"/>
                </a:cubicBezTo>
                <a:cubicBezTo>
                  <a:pt x="76" y="60"/>
                  <a:pt x="76" y="63"/>
                  <a:pt x="76" y="63"/>
                </a:cubicBezTo>
                <a:cubicBezTo>
                  <a:pt x="77" y="66"/>
                  <a:pt x="79" y="76"/>
                  <a:pt x="79" y="76"/>
                </a:cubicBezTo>
                <a:cubicBezTo>
                  <a:pt x="79" y="77"/>
                  <a:pt x="79" y="78"/>
                  <a:pt x="78" y="78"/>
                </a:cubicBezTo>
                <a:moveTo>
                  <a:pt x="106" y="14"/>
                </a:moveTo>
                <a:cubicBezTo>
                  <a:pt x="97" y="5"/>
                  <a:pt x="85" y="0"/>
                  <a:pt x="73" y="0"/>
                </a:cubicBezTo>
                <a:cubicBezTo>
                  <a:pt x="60" y="0"/>
                  <a:pt x="48" y="5"/>
                  <a:pt x="39" y="14"/>
                </a:cubicBezTo>
                <a:cubicBezTo>
                  <a:pt x="31" y="21"/>
                  <a:pt x="26" y="31"/>
                  <a:pt x="25" y="42"/>
                </a:cubicBezTo>
                <a:cubicBezTo>
                  <a:pt x="24" y="52"/>
                  <a:pt x="26" y="62"/>
                  <a:pt x="32" y="71"/>
                </a:cubicBezTo>
                <a:cubicBezTo>
                  <a:pt x="32" y="73"/>
                  <a:pt x="33" y="75"/>
                  <a:pt x="31" y="76"/>
                </a:cubicBezTo>
                <a:cubicBezTo>
                  <a:pt x="6" y="101"/>
                  <a:pt x="6" y="101"/>
                  <a:pt x="6" y="101"/>
                </a:cubicBezTo>
                <a:cubicBezTo>
                  <a:pt x="2" y="105"/>
                  <a:pt x="0" y="111"/>
                  <a:pt x="4" y="115"/>
                </a:cubicBezTo>
                <a:cubicBezTo>
                  <a:pt x="5" y="116"/>
                  <a:pt x="5" y="116"/>
                  <a:pt x="5" y="116"/>
                </a:cubicBezTo>
                <a:cubicBezTo>
                  <a:pt x="6" y="117"/>
                  <a:pt x="8" y="118"/>
                  <a:pt x="10" y="118"/>
                </a:cubicBezTo>
                <a:cubicBezTo>
                  <a:pt x="13" y="118"/>
                  <a:pt x="16" y="117"/>
                  <a:pt x="19" y="114"/>
                </a:cubicBezTo>
                <a:cubicBezTo>
                  <a:pt x="44" y="89"/>
                  <a:pt x="44" y="89"/>
                  <a:pt x="44" y="89"/>
                </a:cubicBezTo>
                <a:cubicBezTo>
                  <a:pt x="44" y="89"/>
                  <a:pt x="44" y="89"/>
                  <a:pt x="44" y="89"/>
                </a:cubicBezTo>
                <a:cubicBezTo>
                  <a:pt x="45" y="88"/>
                  <a:pt x="46" y="88"/>
                  <a:pt x="47" y="88"/>
                </a:cubicBezTo>
                <a:cubicBezTo>
                  <a:pt x="48" y="88"/>
                  <a:pt x="49" y="88"/>
                  <a:pt x="49" y="88"/>
                </a:cubicBezTo>
                <a:cubicBezTo>
                  <a:pt x="51" y="90"/>
                  <a:pt x="52" y="90"/>
                  <a:pt x="54" y="91"/>
                </a:cubicBezTo>
                <a:cubicBezTo>
                  <a:pt x="55" y="92"/>
                  <a:pt x="56" y="92"/>
                  <a:pt x="57" y="92"/>
                </a:cubicBezTo>
                <a:cubicBezTo>
                  <a:pt x="58" y="93"/>
                  <a:pt x="59" y="93"/>
                  <a:pt x="61" y="94"/>
                </a:cubicBezTo>
                <a:cubicBezTo>
                  <a:pt x="65" y="95"/>
                  <a:pt x="69" y="95"/>
                  <a:pt x="73" y="95"/>
                </a:cubicBezTo>
                <a:cubicBezTo>
                  <a:pt x="78" y="95"/>
                  <a:pt x="83" y="94"/>
                  <a:pt x="88" y="93"/>
                </a:cubicBezTo>
                <a:cubicBezTo>
                  <a:pt x="89" y="93"/>
                  <a:pt x="89" y="92"/>
                  <a:pt x="90" y="92"/>
                </a:cubicBezTo>
                <a:cubicBezTo>
                  <a:pt x="94" y="91"/>
                  <a:pt x="97" y="89"/>
                  <a:pt x="100" y="87"/>
                </a:cubicBezTo>
                <a:cubicBezTo>
                  <a:pt x="102" y="85"/>
                  <a:pt x="104" y="83"/>
                  <a:pt x="106" y="81"/>
                </a:cubicBezTo>
                <a:cubicBezTo>
                  <a:pt x="125" y="63"/>
                  <a:pt x="125" y="32"/>
                  <a:pt x="106" y="14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" name="Freeform 24"/>
          <p:cNvSpPr>
            <a:spLocks/>
          </p:cNvSpPr>
          <p:nvPr/>
        </p:nvSpPr>
        <p:spPr bwMode="auto">
          <a:xfrm>
            <a:off x="4900757" y="3491143"/>
            <a:ext cx="270035" cy="86627"/>
          </a:xfrm>
          <a:custGeom>
            <a:avLst/>
            <a:gdLst/>
            <a:ahLst/>
            <a:cxnLst>
              <a:cxn ang="0">
                <a:pos x="101" y="30"/>
              </a:cxn>
              <a:cxn ang="0">
                <a:pos x="96" y="32"/>
              </a:cxn>
              <a:cxn ang="0">
                <a:pos x="55" y="13"/>
              </a:cxn>
              <a:cxn ang="0">
                <a:pos x="49" y="13"/>
              </a:cxn>
              <a:cxn ang="0">
                <a:pos x="7" y="32"/>
              </a:cxn>
              <a:cxn ang="0">
                <a:pos x="2" y="30"/>
              </a:cxn>
              <a:cxn ang="0">
                <a:pos x="1" y="26"/>
              </a:cxn>
              <a:cxn ang="0">
                <a:pos x="2" y="21"/>
              </a:cxn>
              <a:cxn ang="0">
                <a:pos x="49" y="0"/>
              </a:cxn>
              <a:cxn ang="0">
                <a:pos x="55" y="0"/>
              </a:cxn>
              <a:cxn ang="0">
                <a:pos x="101" y="21"/>
              </a:cxn>
              <a:cxn ang="0">
                <a:pos x="103" y="26"/>
              </a:cxn>
              <a:cxn ang="0">
                <a:pos x="101" y="30"/>
              </a:cxn>
            </a:cxnLst>
            <a:rect l="0" t="0" r="r" b="b"/>
            <a:pathLst>
              <a:path w="104" h="32">
                <a:moveTo>
                  <a:pt x="101" y="30"/>
                </a:moveTo>
                <a:cubicBezTo>
                  <a:pt x="100" y="32"/>
                  <a:pt x="98" y="32"/>
                  <a:pt x="96" y="32"/>
                </a:cubicBezTo>
                <a:cubicBezTo>
                  <a:pt x="55" y="13"/>
                  <a:pt x="55" y="13"/>
                  <a:pt x="55" y="13"/>
                </a:cubicBezTo>
                <a:cubicBezTo>
                  <a:pt x="53" y="12"/>
                  <a:pt x="50" y="12"/>
                  <a:pt x="49" y="13"/>
                </a:cubicBezTo>
                <a:cubicBezTo>
                  <a:pt x="7" y="32"/>
                  <a:pt x="7" y="32"/>
                  <a:pt x="7" y="32"/>
                </a:cubicBezTo>
                <a:cubicBezTo>
                  <a:pt x="5" y="32"/>
                  <a:pt x="3" y="32"/>
                  <a:pt x="2" y="30"/>
                </a:cubicBezTo>
                <a:cubicBezTo>
                  <a:pt x="1" y="26"/>
                  <a:pt x="1" y="26"/>
                  <a:pt x="1" y="26"/>
                </a:cubicBezTo>
                <a:cubicBezTo>
                  <a:pt x="0" y="24"/>
                  <a:pt x="1" y="22"/>
                  <a:pt x="2" y="21"/>
                </a:cubicBezTo>
                <a:cubicBezTo>
                  <a:pt x="49" y="0"/>
                  <a:pt x="49" y="0"/>
                  <a:pt x="49" y="0"/>
                </a:cubicBezTo>
                <a:cubicBezTo>
                  <a:pt x="50" y="0"/>
                  <a:pt x="53" y="0"/>
                  <a:pt x="55" y="0"/>
                </a:cubicBezTo>
                <a:cubicBezTo>
                  <a:pt x="101" y="21"/>
                  <a:pt x="101" y="21"/>
                  <a:pt x="101" y="21"/>
                </a:cubicBezTo>
                <a:cubicBezTo>
                  <a:pt x="103" y="22"/>
                  <a:pt x="104" y="24"/>
                  <a:pt x="103" y="26"/>
                </a:cubicBezTo>
                <a:lnTo>
                  <a:pt x="101" y="3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" name="Freeform 25"/>
          <p:cNvSpPr>
            <a:spLocks/>
          </p:cNvSpPr>
          <p:nvPr/>
        </p:nvSpPr>
        <p:spPr bwMode="auto">
          <a:xfrm>
            <a:off x="4934960" y="3592518"/>
            <a:ext cx="36005" cy="112429"/>
          </a:xfrm>
          <a:custGeom>
            <a:avLst/>
            <a:gdLst/>
            <a:ahLst/>
            <a:cxnLst>
              <a:cxn ang="0">
                <a:pos x="14" y="39"/>
              </a:cxn>
              <a:cxn ang="0">
                <a:pos x="11" y="42"/>
              </a:cxn>
              <a:cxn ang="0">
                <a:pos x="3" y="42"/>
              </a:cxn>
              <a:cxn ang="0">
                <a:pos x="0" y="39"/>
              </a:cxn>
              <a:cxn ang="0">
                <a:pos x="0" y="3"/>
              </a:cxn>
              <a:cxn ang="0">
                <a:pos x="3" y="0"/>
              </a:cxn>
              <a:cxn ang="0">
                <a:pos x="11" y="0"/>
              </a:cxn>
              <a:cxn ang="0">
                <a:pos x="14" y="3"/>
              </a:cxn>
              <a:cxn ang="0">
                <a:pos x="14" y="39"/>
              </a:cxn>
            </a:cxnLst>
            <a:rect l="0" t="0" r="r" b="b"/>
            <a:pathLst>
              <a:path w="14" h="42">
                <a:moveTo>
                  <a:pt x="14" y="39"/>
                </a:moveTo>
                <a:cubicBezTo>
                  <a:pt x="14" y="41"/>
                  <a:pt x="12" y="42"/>
                  <a:pt x="11" y="42"/>
                </a:cubicBezTo>
                <a:cubicBezTo>
                  <a:pt x="3" y="42"/>
                  <a:pt x="3" y="42"/>
                  <a:pt x="3" y="42"/>
                </a:cubicBezTo>
                <a:cubicBezTo>
                  <a:pt x="1" y="42"/>
                  <a:pt x="0" y="41"/>
                  <a:pt x="0" y="39"/>
                </a:cubicBezTo>
                <a:cubicBezTo>
                  <a:pt x="0" y="3"/>
                  <a:pt x="0" y="3"/>
                  <a:pt x="0" y="3"/>
                </a:cubicBezTo>
                <a:cubicBezTo>
                  <a:pt x="0" y="2"/>
                  <a:pt x="1" y="0"/>
                  <a:pt x="3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2" y="0"/>
                  <a:pt x="14" y="2"/>
                  <a:pt x="14" y="3"/>
                </a:cubicBezTo>
                <a:lnTo>
                  <a:pt x="14" y="3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" name="Freeform 26"/>
          <p:cNvSpPr>
            <a:spLocks/>
          </p:cNvSpPr>
          <p:nvPr/>
        </p:nvSpPr>
        <p:spPr bwMode="auto">
          <a:xfrm>
            <a:off x="5017771" y="3592518"/>
            <a:ext cx="36005" cy="112429"/>
          </a:xfrm>
          <a:custGeom>
            <a:avLst/>
            <a:gdLst/>
            <a:ahLst/>
            <a:cxnLst>
              <a:cxn ang="0">
                <a:pos x="14" y="39"/>
              </a:cxn>
              <a:cxn ang="0">
                <a:pos x="11" y="42"/>
              </a:cxn>
              <a:cxn ang="0">
                <a:pos x="3" y="42"/>
              </a:cxn>
              <a:cxn ang="0">
                <a:pos x="0" y="39"/>
              </a:cxn>
              <a:cxn ang="0">
                <a:pos x="0" y="3"/>
              </a:cxn>
              <a:cxn ang="0">
                <a:pos x="3" y="0"/>
              </a:cxn>
              <a:cxn ang="0">
                <a:pos x="11" y="0"/>
              </a:cxn>
              <a:cxn ang="0">
                <a:pos x="14" y="3"/>
              </a:cxn>
              <a:cxn ang="0">
                <a:pos x="14" y="39"/>
              </a:cxn>
            </a:cxnLst>
            <a:rect l="0" t="0" r="r" b="b"/>
            <a:pathLst>
              <a:path w="14" h="42">
                <a:moveTo>
                  <a:pt x="14" y="39"/>
                </a:moveTo>
                <a:cubicBezTo>
                  <a:pt x="14" y="41"/>
                  <a:pt x="12" y="42"/>
                  <a:pt x="11" y="42"/>
                </a:cubicBezTo>
                <a:cubicBezTo>
                  <a:pt x="3" y="42"/>
                  <a:pt x="3" y="42"/>
                  <a:pt x="3" y="42"/>
                </a:cubicBezTo>
                <a:cubicBezTo>
                  <a:pt x="1" y="42"/>
                  <a:pt x="0" y="41"/>
                  <a:pt x="0" y="39"/>
                </a:cubicBezTo>
                <a:cubicBezTo>
                  <a:pt x="0" y="3"/>
                  <a:pt x="0" y="3"/>
                  <a:pt x="0" y="3"/>
                </a:cubicBezTo>
                <a:cubicBezTo>
                  <a:pt x="0" y="2"/>
                  <a:pt x="1" y="0"/>
                  <a:pt x="3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2" y="0"/>
                  <a:pt x="14" y="2"/>
                  <a:pt x="14" y="3"/>
                </a:cubicBezTo>
                <a:lnTo>
                  <a:pt x="14" y="3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1" name="Freeform 27"/>
          <p:cNvSpPr>
            <a:spLocks/>
          </p:cNvSpPr>
          <p:nvPr/>
        </p:nvSpPr>
        <p:spPr bwMode="auto">
          <a:xfrm>
            <a:off x="5100582" y="3592518"/>
            <a:ext cx="34205" cy="112429"/>
          </a:xfrm>
          <a:custGeom>
            <a:avLst/>
            <a:gdLst/>
            <a:ahLst/>
            <a:cxnLst>
              <a:cxn ang="0">
                <a:pos x="13" y="39"/>
              </a:cxn>
              <a:cxn ang="0">
                <a:pos x="11" y="42"/>
              </a:cxn>
              <a:cxn ang="0">
                <a:pos x="3" y="42"/>
              </a:cxn>
              <a:cxn ang="0">
                <a:pos x="0" y="39"/>
              </a:cxn>
              <a:cxn ang="0">
                <a:pos x="0" y="3"/>
              </a:cxn>
              <a:cxn ang="0">
                <a:pos x="3" y="0"/>
              </a:cxn>
              <a:cxn ang="0">
                <a:pos x="11" y="0"/>
              </a:cxn>
              <a:cxn ang="0">
                <a:pos x="13" y="3"/>
              </a:cxn>
              <a:cxn ang="0">
                <a:pos x="13" y="39"/>
              </a:cxn>
            </a:cxnLst>
            <a:rect l="0" t="0" r="r" b="b"/>
            <a:pathLst>
              <a:path w="13" h="42">
                <a:moveTo>
                  <a:pt x="13" y="39"/>
                </a:moveTo>
                <a:cubicBezTo>
                  <a:pt x="13" y="41"/>
                  <a:pt x="12" y="42"/>
                  <a:pt x="11" y="42"/>
                </a:cubicBezTo>
                <a:cubicBezTo>
                  <a:pt x="3" y="42"/>
                  <a:pt x="3" y="42"/>
                  <a:pt x="3" y="42"/>
                </a:cubicBezTo>
                <a:cubicBezTo>
                  <a:pt x="1" y="42"/>
                  <a:pt x="0" y="41"/>
                  <a:pt x="0" y="39"/>
                </a:cubicBezTo>
                <a:cubicBezTo>
                  <a:pt x="0" y="3"/>
                  <a:pt x="0" y="3"/>
                  <a:pt x="0" y="3"/>
                </a:cubicBezTo>
                <a:cubicBezTo>
                  <a:pt x="0" y="2"/>
                  <a:pt x="1" y="0"/>
                  <a:pt x="3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2" y="0"/>
                  <a:pt x="13" y="2"/>
                  <a:pt x="13" y="3"/>
                </a:cubicBezTo>
                <a:lnTo>
                  <a:pt x="13" y="3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" name="Freeform 29"/>
          <p:cNvSpPr>
            <a:spLocks/>
          </p:cNvSpPr>
          <p:nvPr/>
        </p:nvSpPr>
        <p:spPr bwMode="auto">
          <a:xfrm>
            <a:off x="4879149" y="3771300"/>
            <a:ext cx="309640" cy="29489"/>
          </a:xfrm>
          <a:custGeom>
            <a:avLst/>
            <a:gdLst/>
            <a:ahLst/>
            <a:cxnLst>
              <a:cxn ang="0">
                <a:pos x="119" y="8"/>
              </a:cxn>
              <a:cxn ang="0">
                <a:pos x="116" y="11"/>
              </a:cxn>
              <a:cxn ang="0">
                <a:pos x="4" y="11"/>
              </a:cxn>
              <a:cxn ang="0">
                <a:pos x="0" y="8"/>
              </a:cxn>
              <a:cxn ang="0">
                <a:pos x="0" y="4"/>
              </a:cxn>
              <a:cxn ang="0">
                <a:pos x="4" y="0"/>
              </a:cxn>
              <a:cxn ang="0">
                <a:pos x="116" y="0"/>
              </a:cxn>
              <a:cxn ang="0">
                <a:pos x="119" y="4"/>
              </a:cxn>
              <a:cxn ang="0">
                <a:pos x="119" y="8"/>
              </a:cxn>
            </a:cxnLst>
            <a:rect l="0" t="0" r="r" b="b"/>
            <a:pathLst>
              <a:path w="119" h="11">
                <a:moveTo>
                  <a:pt x="119" y="8"/>
                </a:moveTo>
                <a:cubicBezTo>
                  <a:pt x="119" y="9"/>
                  <a:pt x="117" y="11"/>
                  <a:pt x="116" y="11"/>
                </a:cubicBezTo>
                <a:cubicBezTo>
                  <a:pt x="4" y="11"/>
                  <a:pt x="4" y="11"/>
                  <a:pt x="4" y="11"/>
                </a:cubicBezTo>
                <a:cubicBezTo>
                  <a:pt x="2" y="11"/>
                  <a:pt x="0" y="9"/>
                  <a:pt x="0" y="8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16" y="0"/>
                  <a:pt x="116" y="0"/>
                  <a:pt x="116" y="0"/>
                </a:cubicBezTo>
                <a:cubicBezTo>
                  <a:pt x="117" y="0"/>
                  <a:pt x="119" y="2"/>
                  <a:pt x="119" y="4"/>
                </a:cubicBezTo>
                <a:lnTo>
                  <a:pt x="119" y="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" name="Freeform 22"/>
          <p:cNvSpPr>
            <a:spLocks noChangeAspect="1" noEditPoints="1"/>
          </p:cNvSpPr>
          <p:nvPr/>
        </p:nvSpPr>
        <p:spPr bwMode="auto">
          <a:xfrm>
            <a:off x="7775080" y="3533222"/>
            <a:ext cx="340384" cy="296391"/>
          </a:xfrm>
          <a:custGeom>
            <a:avLst/>
            <a:gdLst/>
            <a:ahLst/>
            <a:cxnLst>
              <a:cxn ang="0">
                <a:pos x="68" y="24"/>
              </a:cxn>
              <a:cxn ang="0">
                <a:pos x="64" y="29"/>
              </a:cxn>
              <a:cxn ang="0">
                <a:pos x="64" y="43"/>
              </a:cxn>
              <a:cxn ang="0">
                <a:pos x="59" y="48"/>
              </a:cxn>
              <a:cxn ang="0">
                <a:pos x="28" y="34"/>
              </a:cxn>
              <a:cxn ang="0">
                <a:pos x="25" y="44"/>
              </a:cxn>
              <a:cxn ang="0">
                <a:pos x="30" y="54"/>
              </a:cxn>
              <a:cxn ang="0">
                <a:pos x="14" y="56"/>
              </a:cxn>
              <a:cxn ang="0">
                <a:pos x="11" y="34"/>
              </a:cxn>
              <a:cxn ang="0">
                <a:pos x="7" y="34"/>
              </a:cxn>
              <a:cxn ang="0">
                <a:pos x="0" y="27"/>
              </a:cxn>
              <a:cxn ang="0">
                <a:pos x="0" y="20"/>
              </a:cxn>
              <a:cxn ang="0">
                <a:pos x="7" y="14"/>
              </a:cxn>
              <a:cxn ang="0">
                <a:pos x="25" y="14"/>
              </a:cxn>
              <a:cxn ang="0">
                <a:pos x="59" y="0"/>
              </a:cxn>
              <a:cxn ang="0">
                <a:pos x="64" y="4"/>
              </a:cxn>
              <a:cxn ang="0">
                <a:pos x="64" y="19"/>
              </a:cxn>
              <a:cxn ang="0">
                <a:pos x="68" y="24"/>
              </a:cxn>
              <a:cxn ang="0">
                <a:pos x="59" y="6"/>
              </a:cxn>
              <a:cxn ang="0">
                <a:pos x="30" y="19"/>
              </a:cxn>
              <a:cxn ang="0">
                <a:pos x="30" y="29"/>
              </a:cxn>
              <a:cxn ang="0">
                <a:pos x="59" y="42"/>
              </a:cxn>
              <a:cxn ang="0">
                <a:pos x="59" y="6"/>
              </a:cxn>
            </a:cxnLst>
            <a:rect l="0" t="0" r="r" b="b"/>
            <a:pathLst>
              <a:path w="68" h="59">
                <a:moveTo>
                  <a:pt x="68" y="24"/>
                </a:moveTo>
                <a:cubicBezTo>
                  <a:pt x="68" y="27"/>
                  <a:pt x="66" y="29"/>
                  <a:pt x="64" y="29"/>
                </a:cubicBezTo>
                <a:cubicBezTo>
                  <a:pt x="64" y="43"/>
                  <a:pt x="64" y="43"/>
                  <a:pt x="64" y="43"/>
                </a:cubicBezTo>
                <a:cubicBezTo>
                  <a:pt x="64" y="46"/>
                  <a:pt x="61" y="48"/>
                  <a:pt x="59" y="48"/>
                </a:cubicBezTo>
                <a:cubicBezTo>
                  <a:pt x="52" y="43"/>
                  <a:pt x="41" y="35"/>
                  <a:pt x="28" y="34"/>
                </a:cubicBezTo>
                <a:cubicBezTo>
                  <a:pt x="23" y="35"/>
                  <a:pt x="22" y="41"/>
                  <a:pt x="25" y="44"/>
                </a:cubicBezTo>
                <a:cubicBezTo>
                  <a:pt x="22" y="48"/>
                  <a:pt x="26" y="51"/>
                  <a:pt x="30" y="54"/>
                </a:cubicBezTo>
                <a:cubicBezTo>
                  <a:pt x="27" y="59"/>
                  <a:pt x="17" y="59"/>
                  <a:pt x="14" y="56"/>
                </a:cubicBezTo>
                <a:cubicBezTo>
                  <a:pt x="12" y="49"/>
                  <a:pt x="8" y="42"/>
                  <a:pt x="11" y="34"/>
                </a:cubicBezTo>
                <a:cubicBezTo>
                  <a:pt x="7" y="34"/>
                  <a:pt x="7" y="34"/>
                  <a:pt x="7" y="34"/>
                </a:cubicBezTo>
                <a:cubicBezTo>
                  <a:pt x="3" y="34"/>
                  <a:pt x="0" y="31"/>
                  <a:pt x="0" y="27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17"/>
                  <a:pt x="3" y="14"/>
                  <a:pt x="7" y="14"/>
                </a:cubicBezTo>
                <a:cubicBezTo>
                  <a:pt x="25" y="14"/>
                  <a:pt x="25" y="14"/>
                  <a:pt x="25" y="14"/>
                </a:cubicBezTo>
                <a:cubicBezTo>
                  <a:pt x="39" y="14"/>
                  <a:pt x="51" y="6"/>
                  <a:pt x="59" y="0"/>
                </a:cubicBezTo>
                <a:cubicBezTo>
                  <a:pt x="61" y="0"/>
                  <a:pt x="64" y="2"/>
                  <a:pt x="64" y="4"/>
                </a:cubicBezTo>
                <a:cubicBezTo>
                  <a:pt x="64" y="19"/>
                  <a:pt x="64" y="19"/>
                  <a:pt x="64" y="19"/>
                </a:cubicBezTo>
                <a:cubicBezTo>
                  <a:pt x="66" y="19"/>
                  <a:pt x="68" y="21"/>
                  <a:pt x="68" y="24"/>
                </a:cubicBezTo>
                <a:close/>
                <a:moveTo>
                  <a:pt x="59" y="6"/>
                </a:moveTo>
                <a:cubicBezTo>
                  <a:pt x="49" y="13"/>
                  <a:pt x="39" y="18"/>
                  <a:pt x="30" y="19"/>
                </a:cubicBezTo>
                <a:cubicBezTo>
                  <a:pt x="30" y="29"/>
                  <a:pt x="30" y="29"/>
                  <a:pt x="30" y="29"/>
                </a:cubicBezTo>
                <a:cubicBezTo>
                  <a:pt x="39" y="30"/>
                  <a:pt x="49" y="34"/>
                  <a:pt x="59" y="42"/>
                </a:cubicBezTo>
                <a:lnTo>
                  <a:pt x="59" y="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" name="Freeform 147"/>
          <p:cNvSpPr>
            <a:spLocks noEditPoints="1"/>
          </p:cNvSpPr>
          <p:nvPr/>
        </p:nvSpPr>
        <p:spPr bwMode="auto">
          <a:xfrm>
            <a:off x="7792446" y="4642554"/>
            <a:ext cx="343620" cy="320820"/>
          </a:xfrm>
          <a:custGeom>
            <a:avLst/>
            <a:gdLst/>
            <a:ahLst/>
            <a:cxnLst>
              <a:cxn ang="0">
                <a:pos x="322" y="259"/>
              </a:cxn>
              <a:cxn ang="0">
                <a:pos x="176" y="259"/>
              </a:cxn>
              <a:cxn ang="0">
                <a:pos x="251" y="216"/>
              </a:cxn>
              <a:cxn ang="0">
                <a:pos x="322" y="259"/>
              </a:cxn>
              <a:cxn ang="0">
                <a:pos x="152" y="259"/>
              </a:cxn>
              <a:cxn ang="0">
                <a:pos x="249" y="324"/>
              </a:cxn>
              <a:cxn ang="0">
                <a:pos x="347" y="259"/>
              </a:cxn>
              <a:cxn ang="0">
                <a:pos x="249" y="194"/>
              </a:cxn>
              <a:cxn ang="0">
                <a:pos x="152" y="259"/>
              </a:cxn>
              <a:cxn ang="0">
                <a:pos x="238" y="238"/>
              </a:cxn>
              <a:cxn ang="0">
                <a:pos x="260" y="238"/>
              </a:cxn>
              <a:cxn ang="0">
                <a:pos x="260" y="259"/>
              </a:cxn>
              <a:cxn ang="0">
                <a:pos x="238" y="259"/>
              </a:cxn>
              <a:cxn ang="0">
                <a:pos x="238" y="238"/>
              </a:cxn>
              <a:cxn ang="0">
                <a:pos x="217" y="249"/>
              </a:cxn>
              <a:cxn ang="0">
                <a:pos x="249" y="281"/>
              </a:cxn>
              <a:cxn ang="0">
                <a:pos x="282" y="249"/>
              </a:cxn>
              <a:cxn ang="0">
                <a:pos x="249" y="216"/>
              </a:cxn>
              <a:cxn ang="0">
                <a:pos x="217" y="249"/>
              </a:cxn>
              <a:cxn ang="0">
                <a:pos x="173" y="0"/>
              </a:cxn>
              <a:cxn ang="0">
                <a:pos x="152" y="21"/>
              </a:cxn>
              <a:cxn ang="0">
                <a:pos x="0" y="173"/>
              </a:cxn>
              <a:cxn ang="0">
                <a:pos x="22" y="194"/>
              </a:cxn>
              <a:cxn ang="0">
                <a:pos x="44" y="173"/>
              </a:cxn>
              <a:cxn ang="0">
                <a:pos x="44" y="303"/>
              </a:cxn>
              <a:cxn ang="0">
                <a:pos x="153" y="303"/>
              </a:cxn>
              <a:cxn ang="0">
                <a:pos x="131" y="281"/>
              </a:cxn>
              <a:cxn ang="0">
                <a:pos x="64" y="281"/>
              </a:cxn>
              <a:cxn ang="0">
                <a:pos x="64" y="152"/>
              </a:cxn>
              <a:cxn ang="0">
                <a:pos x="72" y="145"/>
              </a:cxn>
              <a:cxn ang="0">
                <a:pos x="174" y="48"/>
              </a:cxn>
              <a:cxn ang="0">
                <a:pos x="280" y="149"/>
              </a:cxn>
              <a:cxn ang="0">
                <a:pos x="283" y="153"/>
              </a:cxn>
              <a:cxn ang="0">
                <a:pos x="283" y="159"/>
              </a:cxn>
              <a:cxn ang="0">
                <a:pos x="326" y="193"/>
              </a:cxn>
              <a:cxn ang="0">
                <a:pos x="347" y="173"/>
              </a:cxn>
              <a:cxn ang="0">
                <a:pos x="195" y="21"/>
              </a:cxn>
              <a:cxn ang="0">
                <a:pos x="173" y="0"/>
              </a:cxn>
              <a:cxn ang="0">
                <a:pos x="87" y="173"/>
              </a:cxn>
              <a:cxn ang="0">
                <a:pos x="87" y="238"/>
              </a:cxn>
              <a:cxn ang="0">
                <a:pos x="129" y="238"/>
              </a:cxn>
              <a:cxn ang="0">
                <a:pos x="127" y="228"/>
              </a:cxn>
              <a:cxn ang="0">
                <a:pos x="171" y="173"/>
              </a:cxn>
              <a:cxn ang="0">
                <a:pos x="87" y="173"/>
              </a:cxn>
            </a:cxnLst>
            <a:rect l="0" t="0" r="r" b="b"/>
            <a:pathLst>
              <a:path w="347" h="324">
                <a:moveTo>
                  <a:pt x="322" y="259"/>
                </a:moveTo>
                <a:cubicBezTo>
                  <a:pt x="275" y="318"/>
                  <a:pt x="225" y="319"/>
                  <a:pt x="176" y="259"/>
                </a:cubicBezTo>
                <a:cubicBezTo>
                  <a:pt x="200" y="230"/>
                  <a:pt x="226" y="216"/>
                  <a:pt x="251" y="216"/>
                </a:cubicBezTo>
                <a:cubicBezTo>
                  <a:pt x="275" y="215"/>
                  <a:pt x="298" y="229"/>
                  <a:pt x="322" y="259"/>
                </a:cubicBezTo>
                <a:close/>
                <a:moveTo>
                  <a:pt x="152" y="259"/>
                </a:moveTo>
                <a:cubicBezTo>
                  <a:pt x="152" y="259"/>
                  <a:pt x="195" y="324"/>
                  <a:pt x="249" y="324"/>
                </a:cubicBezTo>
                <a:cubicBezTo>
                  <a:pt x="303" y="324"/>
                  <a:pt x="347" y="259"/>
                  <a:pt x="347" y="259"/>
                </a:cubicBezTo>
                <a:cubicBezTo>
                  <a:pt x="347" y="259"/>
                  <a:pt x="303" y="194"/>
                  <a:pt x="249" y="194"/>
                </a:cubicBezTo>
                <a:cubicBezTo>
                  <a:pt x="195" y="194"/>
                  <a:pt x="152" y="259"/>
                  <a:pt x="152" y="259"/>
                </a:cubicBezTo>
                <a:close/>
                <a:moveTo>
                  <a:pt x="238" y="238"/>
                </a:moveTo>
                <a:cubicBezTo>
                  <a:pt x="260" y="238"/>
                  <a:pt x="260" y="238"/>
                  <a:pt x="260" y="238"/>
                </a:cubicBezTo>
                <a:cubicBezTo>
                  <a:pt x="260" y="259"/>
                  <a:pt x="260" y="259"/>
                  <a:pt x="260" y="259"/>
                </a:cubicBezTo>
                <a:cubicBezTo>
                  <a:pt x="238" y="259"/>
                  <a:pt x="238" y="259"/>
                  <a:pt x="238" y="259"/>
                </a:cubicBezTo>
                <a:cubicBezTo>
                  <a:pt x="238" y="238"/>
                  <a:pt x="238" y="238"/>
                  <a:pt x="238" y="238"/>
                </a:cubicBezTo>
                <a:close/>
                <a:moveTo>
                  <a:pt x="217" y="249"/>
                </a:moveTo>
                <a:cubicBezTo>
                  <a:pt x="217" y="266"/>
                  <a:pt x="231" y="281"/>
                  <a:pt x="249" y="281"/>
                </a:cubicBezTo>
                <a:cubicBezTo>
                  <a:pt x="267" y="281"/>
                  <a:pt x="282" y="266"/>
                  <a:pt x="282" y="249"/>
                </a:cubicBezTo>
                <a:cubicBezTo>
                  <a:pt x="282" y="231"/>
                  <a:pt x="267" y="216"/>
                  <a:pt x="249" y="216"/>
                </a:cubicBezTo>
                <a:cubicBezTo>
                  <a:pt x="231" y="216"/>
                  <a:pt x="217" y="231"/>
                  <a:pt x="217" y="249"/>
                </a:cubicBezTo>
                <a:close/>
                <a:moveTo>
                  <a:pt x="173" y="0"/>
                </a:moveTo>
                <a:cubicBezTo>
                  <a:pt x="152" y="21"/>
                  <a:pt x="152" y="21"/>
                  <a:pt x="152" y="21"/>
                </a:cubicBezTo>
                <a:cubicBezTo>
                  <a:pt x="0" y="173"/>
                  <a:pt x="0" y="173"/>
                  <a:pt x="0" y="173"/>
                </a:cubicBezTo>
                <a:cubicBezTo>
                  <a:pt x="22" y="194"/>
                  <a:pt x="22" y="194"/>
                  <a:pt x="22" y="194"/>
                </a:cubicBezTo>
                <a:cubicBezTo>
                  <a:pt x="44" y="173"/>
                  <a:pt x="44" y="173"/>
                  <a:pt x="44" y="173"/>
                </a:cubicBezTo>
                <a:cubicBezTo>
                  <a:pt x="44" y="303"/>
                  <a:pt x="44" y="303"/>
                  <a:pt x="44" y="303"/>
                </a:cubicBezTo>
                <a:cubicBezTo>
                  <a:pt x="153" y="303"/>
                  <a:pt x="153" y="303"/>
                  <a:pt x="153" y="303"/>
                </a:cubicBezTo>
                <a:cubicBezTo>
                  <a:pt x="144" y="296"/>
                  <a:pt x="137" y="289"/>
                  <a:pt x="131" y="281"/>
                </a:cubicBezTo>
                <a:cubicBezTo>
                  <a:pt x="64" y="281"/>
                  <a:pt x="64" y="281"/>
                  <a:pt x="64" y="281"/>
                </a:cubicBezTo>
                <a:cubicBezTo>
                  <a:pt x="64" y="152"/>
                  <a:pt x="64" y="152"/>
                  <a:pt x="64" y="152"/>
                </a:cubicBezTo>
                <a:cubicBezTo>
                  <a:pt x="72" y="145"/>
                  <a:pt x="72" y="145"/>
                  <a:pt x="72" y="145"/>
                </a:cubicBezTo>
                <a:cubicBezTo>
                  <a:pt x="174" y="48"/>
                  <a:pt x="174" y="48"/>
                  <a:pt x="174" y="48"/>
                </a:cubicBezTo>
                <a:cubicBezTo>
                  <a:pt x="280" y="149"/>
                  <a:pt x="280" y="149"/>
                  <a:pt x="280" y="149"/>
                </a:cubicBezTo>
                <a:cubicBezTo>
                  <a:pt x="283" y="153"/>
                  <a:pt x="283" y="153"/>
                  <a:pt x="283" y="153"/>
                </a:cubicBezTo>
                <a:cubicBezTo>
                  <a:pt x="283" y="159"/>
                  <a:pt x="283" y="159"/>
                  <a:pt x="283" y="159"/>
                </a:cubicBezTo>
                <a:cubicBezTo>
                  <a:pt x="302" y="168"/>
                  <a:pt x="316" y="181"/>
                  <a:pt x="326" y="193"/>
                </a:cubicBezTo>
                <a:cubicBezTo>
                  <a:pt x="347" y="173"/>
                  <a:pt x="347" y="173"/>
                  <a:pt x="347" y="173"/>
                </a:cubicBezTo>
                <a:cubicBezTo>
                  <a:pt x="195" y="21"/>
                  <a:pt x="195" y="21"/>
                  <a:pt x="195" y="21"/>
                </a:cubicBezTo>
                <a:cubicBezTo>
                  <a:pt x="173" y="0"/>
                  <a:pt x="173" y="0"/>
                  <a:pt x="173" y="0"/>
                </a:cubicBezTo>
                <a:close/>
                <a:moveTo>
                  <a:pt x="87" y="173"/>
                </a:moveTo>
                <a:cubicBezTo>
                  <a:pt x="87" y="238"/>
                  <a:pt x="87" y="238"/>
                  <a:pt x="87" y="238"/>
                </a:cubicBezTo>
                <a:cubicBezTo>
                  <a:pt x="129" y="238"/>
                  <a:pt x="129" y="238"/>
                  <a:pt x="129" y="238"/>
                </a:cubicBezTo>
                <a:cubicBezTo>
                  <a:pt x="128" y="232"/>
                  <a:pt x="127" y="228"/>
                  <a:pt x="127" y="228"/>
                </a:cubicBezTo>
                <a:cubicBezTo>
                  <a:pt x="127" y="228"/>
                  <a:pt x="138" y="196"/>
                  <a:pt x="171" y="173"/>
                </a:cubicBezTo>
                <a:cubicBezTo>
                  <a:pt x="87" y="173"/>
                  <a:pt x="87" y="173"/>
                  <a:pt x="87" y="173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130304" y="189437"/>
            <a:ext cx="2756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chemeClr val="tx2">
                    <a:lumMod val="75000"/>
                  </a:schemeClr>
                </a:solidFill>
              </a:rPr>
              <a:t>2</a:t>
            </a:r>
            <a:endParaRPr lang="fr-FR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0600576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000"/>
                            </p:stCondLst>
                            <p:childTnLst>
                              <p:par>
                                <p:cTn id="6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250"/>
                            </p:stCondLst>
                            <p:childTnLst>
                              <p:par>
                                <p:cTn id="71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750"/>
                            </p:stCondLst>
                            <p:childTnLst>
                              <p:par>
                                <p:cTn id="7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250"/>
                            </p:stCondLst>
                            <p:childTnLst>
                              <p:par>
                                <p:cTn id="8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4750"/>
                            </p:stCondLst>
                            <p:childTnLst>
                              <p:par>
                                <p:cTn id="8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250"/>
                            </p:stCondLst>
                            <p:childTnLst>
                              <p:par>
                                <p:cTn id="9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750"/>
                            </p:stCondLst>
                            <p:childTnLst>
                              <p:par>
                                <p:cTn id="96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6250"/>
                            </p:stCondLst>
                            <p:childTnLst>
                              <p:par>
                                <p:cTn id="10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6500"/>
                            </p:stCondLst>
                            <p:childTnLst>
                              <p:par>
                                <p:cTn id="10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7000"/>
                            </p:stCondLst>
                            <p:childTnLst>
                              <p:par>
                                <p:cTn id="111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7500"/>
                            </p:stCondLst>
                            <p:childTnLst>
                              <p:par>
                                <p:cTn id="11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8000"/>
                            </p:stCondLst>
                            <p:childTnLst>
                              <p:par>
                                <p:cTn id="12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8500"/>
                            </p:stCondLst>
                            <p:childTnLst>
                              <p:par>
                                <p:cTn id="12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9000"/>
                            </p:stCondLst>
                            <p:childTnLst>
                              <p:par>
                                <p:cTn id="13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2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2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9250"/>
                            </p:stCondLst>
                            <p:childTnLst>
                              <p:par>
                                <p:cTn id="136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9750"/>
                            </p:stCondLst>
                            <p:childTnLst>
                              <p:par>
                                <p:cTn id="14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0000"/>
                            </p:stCondLst>
                            <p:childTnLst>
                              <p:par>
                                <p:cTn id="150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56" grpId="0"/>
      <p:bldP spid="57" grpId="0"/>
      <p:bldP spid="66" grpId="0" animBg="1"/>
      <p:bldP spid="67" grpId="0"/>
      <p:bldP spid="68" grpId="0"/>
      <p:bldP spid="76" grpId="0" animBg="1"/>
      <p:bldP spid="77" grpId="0"/>
      <p:bldP spid="78" grpId="0"/>
      <p:bldP spid="79" grpId="0" build="p"/>
      <p:bldP spid="94" grpId="0" animBg="1"/>
      <p:bldP spid="95" grpId="0" animBg="1"/>
      <p:bldP spid="96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Missions et objectifs</a:t>
            </a:r>
            <a:endParaRPr lang="fr-FR" dirty="0"/>
          </a:p>
        </p:txBody>
      </p:sp>
      <p:grpSp>
        <p:nvGrpSpPr>
          <p:cNvPr id="70" name="Group 69"/>
          <p:cNvGrpSpPr/>
          <p:nvPr/>
        </p:nvGrpSpPr>
        <p:grpSpPr>
          <a:xfrm>
            <a:off x="801409" y="1658861"/>
            <a:ext cx="6685915" cy="4996568"/>
            <a:chOff x="-8132319" y="1073783"/>
            <a:chExt cx="9739506" cy="3834909"/>
          </a:xfrm>
        </p:grpSpPr>
        <p:grpSp>
          <p:nvGrpSpPr>
            <p:cNvPr id="5" name="Group 45"/>
            <p:cNvGrpSpPr/>
            <p:nvPr/>
          </p:nvGrpSpPr>
          <p:grpSpPr>
            <a:xfrm flipH="1">
              <a:off x="-8111896" y="1073783"/>
              <a:ext cx="9712196" cy="1723123"/>
              <a:chOff x="5029200" y="952498"/>
              <a:chExt cx="9712196" cy="1723123"/>
            </a:xfrm>
          </p:grpSpPr>
          <p:sp>
            <p:nvSpPr>
              <p:cNvPr id="7" name="Freeform 123"/>
              <p:cNvSpPr>
                <a:spLocks/>
              </p:cNvSpPr>
              <p:nvPr/>
            </p:nvSpPr>
            <p:spPr bwMode="auto">
              <a:xfrm rot="16200000">
                <a:off x="4345439" y="1639435"/>
                <a:ext cx="1719947" cy="352425"/>
              </a:xfrm>
              <a:custGeom>
                <a:avLst/>
                <a:gdLst>
                  <a:gd name="T0" fmla="*/ 0 w 839"/>
                  <a:gd name="T1" fmla="*/ 0 h 222"/>
                  <a:gd name="T2" fmla="*/ 587 w 839"/>
                  <a:gd name="T3" fmla="*/ 222 h 222"/>
                  <a:gd name="T4" fmla="*/ 839 w 839"/>
                  <a:gd name="T5" fmla="*/ 222 h 222"/>
                  <a:gd name="T6" fmla="*/ 40 w 839"/>
                  <a:gd name="T7" fmla="*/ 0 h 222"/>
                  <a:gd name="T8" fmla="*/ 0 w 839"/>
                  <a:gd name="T9" fmla="*/ 0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9" h="222">
                    <a:moveTo>
                      <a:pt x="0" y="0"/>
                    </a:moveTo>
                    <a:lnTo>
                      <a:pt x="587" y="222"/>
                    </a:lnTo>
                    <a:lnTo>
                      <a:pt x="839" y="222"/>
                    </a:lnTo>
                    <a:lnTo>
                      <a:pt x="4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" name="Rectangle 128"/>
              <p:cNvSpPr>
                <a:spLocks noChangeArrowheads="1"/>
              </p:cNvSpPr>
              <p:nvPr/>
            </p:nvSpPr>
            <p:spPr bwMode="auto">
              <a:xfrm rot="16200000">
                <a:off x="9801400" y="-3466799"/>
                <a:ext cx="520699" cy="935929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vert270" wrap="square" lIns="91440" tIns="45720" rIns="91440" bIns="45720" numCol="1" anchor="ctr" anchorCtr="1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fr-FR" dirty="0"/>
                  <a:t>Suivi en temps réel du fonctionnement du SI et du trafic réseau;</a:t>
                </a:r>
              </a:p>
            </p:txBody>
          </p:sp>
        </p:grpSp>
        <p:grpSp>
          <p:nvGrpSpPr>
            <p:cNvPr id="10" name="Group 46"/>
            <p:cNvGrpSpPr/>
            <p:nvPr/>
          </p:nvGrpSpPr>
          <p:grpSpPr>
            <a:xfrm flipH="1">
              <a:off x="-8132319" y="1686389"/>
              <a:ext cx="9739506" cy="997744"/>
              <a:chOff x="5025488" y="1454614"/>
              <a:chExt cx="9739508" cy="997744"/>
            </a:xfrm>
          </p:grpSpPr>
          <p:sp>
            <p:nvSpPr>
              <p:cNvPr id="12" name="Freeform 122"/>
              <p:cNvSpPr>
                <a:spLocks/>
              </p:cNvSpPr>
              <p:nvPr/>
            </p:nvSpPr>
            <p:spPr bwMode="auto">
              <a:xfrm rot="16200000">
                <a:off x="4706515" y="1773587"/>
                <a:ext cx="997744" cy="359798"/>
              </a:xfrm>
              <a:custGeom>
                <a:avLst/>
                <a:gdLst>
                  <a:gd name="T0" fmla="*/ 0 w 488"/>
                  <a:gd name="T1" fmla="*/ 0 h 218"/>
                  <a:gd name="T2" fmla="*/ 240 w 488"/>
                  <a:gd name="T3" fmla="*/ 218 h 218"/>
                  <a:gd name="T4" fmla="*/ 488 w 488"/>
                  <a:gd name="T5" fmla="*/ 218 h 218"/>
                  <a:gd name="T6" fmla="*/ 40 w 488"/>
                  <a:gd name="T7" fmla="*/ 0 h 218"/>
                  <a:gd name="T8" fmla="*/ 0 w 488"/>
                  <a:gd name="T9" fmla="*/ 0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8" h="218">
                    <a:moveTo>
                      <a:pt x="0" y="0"/>
                    </a:moveTo>
                    <a:lnTo>
                      <a:pt x="240" y="218"/>
                    </a:lnTo>
                    <a:lnTo>
                      <a:pt x="488" y="218"/>
                    </a:lnTo>
                    <a:lnTo>
                      <a:pt x="4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Rectangle 127"/>
              <p:cNvSpPr>
                <a:spLocks noChangeArrowheads="1"/>
              </p:cNvSpPr>
              <p:nvPr/>
            </p:nvSpPr>
            <p:spPr bwMode="auto">
              <a:xfrm rot="16200000">
                <a:off x="9766399" y="-2945823"/>
                <a:ext cx="591857" cy="940533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vert270" wrap="square" lIns="91440" tIns="45720" rIns="91440" bIns="45720" numCol="1" anchor="ctr" anchorCtr="1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</p:grpSp>
        <p:grpSp>
          <p:nvGrpSpPr>
            <p:cNvPr id="15" name="Group 47"/>
            <p:cNvGrpSpPr/>
            <p:nvPr/>
          </p:nvGrpSpPr>
          <p:grpSpPr>
            <a:xfrm flipH="1">
              <a:off x="-8126829" y="2456895"/>
              <a:ext cx="9727127" cy="510450"/>
              <a:chOff x="5040315" y="2044145"/>
              <a:chExt cx="9727127" cy="510450"/>
            </a:xfrm>
          </p:grpSpPr>
          <p:sp>
            <p:nvSpPr>
              <p:cNvPr id="17" name="Freeform 121"/>
              <p:cNvSpPr>
                <a:spLocks/>
              </p:cNvSpPr>
              <p:nvPr/>
            </p:nvSpPr>
            <p:spPr bwMode="auto">
              <a:xfrm rot="16200000">
                <a:off x="4953365" y="2131095"/>
                <a:ext cx="510450" cy="336549"/>
              </a:xfrm>
              <a:custGeom>
                <a:avLst/>
                <a:gdLst>
                  <a:gd name="T0" fmla="*/ 106 w 249"/>
                  <a:gd name="T1" fmla="*/ 0 h 212"/>
                  <a:gd name="T2" fmla="*/ 0 w 249"/>
                  <a:gd name="T3" fmla="*/ 212 h 212"/>
                  <a:gd name="T4" fmla="*/ 249 w 249"/>
                  <a:gd name="T5" fmla="*/ 212 h 212"/>
                  <a:gd name="T6" fmla="*/ 147 w 249"/>
                  <a:gd name="T7" fmla="*/ 0 h 212"/>
                  <a:gd name="T8" fmla="*/ 106 w 249"/>
                  <a:gd name="T9" fmla="*/ 0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9" h="212">
                    <a:moveTo>
                      <a:pt x="106" y="0"/>
                    </a:moveTo>
                    <a:lnTo>
                      <a:pt x="0" y="212"/>
                    </a:lnTo>
                    <a:lnTo>
                      <a:pt x="249" y="212"/>
                    </a:lnTo>
                    <a:lnTo>
                      <a:pt x="147" y="0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" name="Rectangle 126"/>
              <p:cNvSpPr>
                <a:spLocks noChangeArrowheads="1"/>
              </p:cNvSpPr>
              <p:nvPr/>
            </p:nvSpPr>
            <p:spPr bwMode="auto">
              <a:xfrm rot="16200000">
                <a:off x="9815739" y="-2397108"/>
                <a:ext cx="510450" cy="939295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vert270" wrap="square" lIns="91440" tIns="45720" rIns="91440" bIns="45720" numCol="1" anchor="ctr" anchorCtr="1" compatLnSpc="1">
                <a:prstTxWarp prst="textNoShape">
                  <a:avLst/>
                </a:prstTxWarp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p:grpSp>
        <p:grpSp>
          <p:nvGrpSpPr>
            <p:cNvPr id="20" name="Group 48"/>
            <p:cNvGrpSpPr/>
            <p:nvPr/>
          </p:nvGrpSpPr>
          <p:grpSpPr>
            <a:xfrm flipH="1">
              <a:off x="-8111896" y="2679343"/>
              <a:ext cx="9690079" cy="1002449"/>
              <a:chOff x="5054492" y="2176841"/>
              <a:chExt cx="9690079" cy="1002449"/>
            </a:xfrm>
          </p:grpSpPr>
          <p:sp>
            <p:nvSpPr>
              <p:cNvPr id="22" name="Freeform 120"/>
              <p:cNvSpPr>
                <a:spLocks/>
              </p:cNvSpPr>
              <p:nvPr/>
            </p:nvSpPr>
            <p:spPr bwMode="auto">
              <a:xfrm rot="16200000">
                <a:off x="4725511" y="2505822"/>
                <a:ext cx="1002449" cy="344488"/>
              </a:xfrm>
              <a:custGeom>
                <a:avLst/>
                <a:gdLst>
                  <a:gd name="T0" fmla="*/ 448 w 489"/>
                  <a:gd name="T1" fmla="*/ 0 h 217"/>
                  <a:gd name="T2" fmla="*/ 0 w 489"/>
                  <a:gd name="T3" fmla="*/ 217 h 217"/>
                  <a:gd name="T4" fmla="*/ 252 w 489"/>
                  <a:gd name="T5" fmla="*/ 217 h 217"/>
                  <a:gd name="T6" fmla="*/ 489 w 489"/>
                  <a:gd name="T7" fmla="*/ 0 h 217"/>
                  <a:gd name="T8" fmla="*/ 448 w 489"/>
                  <a:gd name="T9" fmla="*/ 0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9" h="217">
                    <a:moveTo>
                      <a:pt x="448" y="0"/>
                    </a:moveTo>
                    <a:lnTo>
                      <a:pt x="0" y="217"/>
                    </a:lnTo>
                    <a:lnTo>
                      <a:pt x="252" y="217"/>
                    </a:lnTo>
                    <a:lnTo>
                      <a:pt x="489" y="0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Rectangle 125"/>
              <p:cNvSpPr>
                <a:spLocks noChangeArrowheads="1"/>
              </p:cNvSpPr>
              <p:nvPr/>
            </p:nvSpPr>
            <p:spPr bwMode="auto">
              <a:xfrm rot="16200000">
                <a:off x="9814336" y="-1755912"/>
                <a:ext cx="512499" cy="9347971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vert="vert270" wrap="square" lIns="91440" tIns="45720" rIns="91440" bIns="45720" numCol="1" anchor="t" anchorCtr="1" compatLnSpc="1">
                <a:prstTxWarp prst="textNoShape">
                  <a:avLst/>
                </a:prstTxWarp>
              </a:bodyPr>
              <a:lstStyle/>
              <a:p>
                <a:r>
                  <a:rPr lang="fr-FR" dirty="0"/>
                  <a:t> </a:t>
                </a:r>
              </a:p>
            </p:txBody>
          </p:sp>
        </p:grpSp>
        <p:grpSp>
          <p:nvGrpSpPr>
            <p:cNvPr id="25" name="Group 49"/>
            <p:cNvGrpSpPr/>
            <p:nvPr/>
          </p:nvGrpSpPr>
          <p:grpSpPr>
            <a:xfrm flipH="1">
              <a:off x="-8090636" y="2713581"/>
              <a:ext cx="9674858" cy="2195111"/>
              <a:chOff x="5057186" y="2196948"/>
              <a:chExt cx="9674858" cy="2195111"/>
            </a:xfrm>
          </p:grpSpPr>
          <p:sp>
            <p:nvSpPr>
              <p:cNvPr id="27" name="Freeform 119"/>
              <p:cNvSpPr>
                <a:spLocks/>
              </p:cNvSpPr>
              <p:nvPr/>
            </p:nvSpPr>
            <p:spPr bwMode="auto">
              <a:xfrm rot="16200000">
                <a:off x="4108249" y="3145885"/>
                <a:ext cx="2195111" cy="297238"/>
              </a:xfrm>
              <a:custGeom>
                <a:avLst/>
                <a:gdLst>
                  <a:gd name="T0" fmla="*/ 795 w 836"/>
                  <a:gd name="T1" fmla="*/ 0 h 210"/>
                  <a:gd name="T2" fmla="*/ 0 w 836"/>
                  <a:gd name="T3" fmla="*/ 210 h 210"/>
                  <a:gd name="T4" fmla="*/ 245 w 836"/>
                  <a:gd name="T5" fmla="*/ 210 h 210"/>
                  <a:gd name="T6" fmla="*/ 836 w 836"/>
                  <a:gd name="T7" fmla="*/ 0 h 210"/>
                  <a:gd name="T8" fmla="*/ 795 w 836"/>
                  <a:gd name="T9" fmla="*/ 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6" h="210">
                    <a:moveTo>
                      <a:pt x="795" y="0"/>
                    </a:moveTo>
                    <a:lnTo>
                      <a:pt x="0" y="210"/>
                    </a:lnTo>
                    <a:lnTo>
                      <a:pt x="245" y="210"/>
                    </a:lnTo>
                    <a:lnTo>
                      <a:pt x="836" y="0"/>
                    </a:lnTo>
                    <a:lnTo>
                      <a:pt x="79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" name="Rectangle 124"/>
              <p:cNvSpPr>
                <a:spLocks noChangeArrowheads="1"/>
              </p:cNvSpPr>
              <p:nvPr/>
            </p:nvSpPr>
            <p:spPr bwMode="auto">
              <a:xfrm rot="16200000">
                <a:off x="9793135" y="-553949"/>
                <a:ext cx="500199" cy="937761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vert270" wrap="square" lIns="91440" tIns="45720" rIns="91440" bIns="45720" numCol="1" anchor="ctr" anchorCtr="1" compatLnSpc="1">
                <a:prstTxWarp prst="textNoShape">
                  <a:avLst/>
                </a:prstTxWarp>
              </a:bodyPr>
              <a:lstStyle/>
              <a:p>
                <a:r>
                  <a:rPr lang="fr-FR" dirty="0"/>
                  <a:t>Archivage des logs et leur indexation pour des recherches et </a:t>
                </a:r>
                <a:r>
                  <a:rPr lang="fr-FR" dirty="0" smtClean="0"/>
                  <a:t>investigations.</a:t>
                </a:r>
                <a:endParaRPr lang="fr-FR" dirty="0"/>
              </a:p>
            </p:txBody>
          </p:sp>
        </p:grpSp>
      </p:grpSp>
      <p:sp>
        <p:nvSpPr>
          <p:cNvPr id="40" name="Rectangle 39"/>
          <p:cNvSpPr/>
          <p:nvPr/>
        </p:nvSpPr>
        <p:spPr>
          <a:xfrm>
            <a:off x="967854" y="3597124"/>
            <a:ext cx="64022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dirty="0"/>
              <a:t>Corrélation des logs pour améliorer la détection;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76371" y="2663002"/>
            <a:ext cx="51652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dirty="0"/>
              <a:t>Stockage centralisé des événements qui se produisent;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94471" y="4499647"/>
            <a:ext cx="51652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dirty="0"/>
              <a:t>Génération d’alertes en temps réel en cas d’incident;</a:t>
            </a:r>
          </a:p>
        </p:txBody>
      </p:sp>
      <p:grpSp>
        <p:nvGrpSpPr>
          <p:cNvPr id="79" name="Group 78"/>
          <p:cNvGrpSpPr/>
          <p:nvPr/>
        </p:nvGrpSpPr>
        <p:grpSpPr>
          <a:xfrm rot="18039297" flipH="1">
            <a:off x="8043029" y="2629097"/>
            <a:ext cx="1538923" cy="2785041"/>
            <a:chOff x="3865564" y="821915"/>
            <a:chExt cx="1898648" cy="4321585"/>
          </a:xfrm>
        </p:grpSpPr>
        <p:sp>
          <p:nvSpPr>
            <p:cNvPr id="80" name="Freeform 5"/>
            <p:cNvSpPr>
              <a:spLocks/>
            </p:cNvSpPr>
            <p:nvPr/>
          </p:nvSpPr>
          <p:spPr bwMode="auto">
            <a:xfrm>
              <a:off x="3865564" y="4575176"/>
              <a:ext cx="239712" cy="568324"/>
            </a:xfrm>
            <a:custGeom>
              <a:avLst/>
              <a:gdLst/>
              <a:ahLst/>
              <a:cxnLst>
                <a:cxn ang="0">
                  <a:pos x="26" y="235"/>
                </a:cxn>
                <a:cxn ang="0">
                  <a:pos x="0" y="354"/>
                </a:cxn>
                <a:cxn ang="0">
                  <a:pos x="11" y="358"/>
                </a:cxn>
                <a:cxn ang="0">
                  <a:pos x="66" y="250"/>
                </a:cxn>
                <a:cxn ang="0">
                  <a:pos x="151" y="15"/>
                </a:cxn>
                <a:cxn ang="0">
                  <a:pos x="109" y="0"/>
                </a:cxn>
                <a:cxn ang="0">
                  <a:pos x="26" y="235"/>
                </a:cxn>
              </a:cxnLst>
              <a:rect l="0" t="0" r="r" b="b"/>
              <a:pathLst>
                <a:path w="151" h="358">
                  <a:moveTo>
                    <a:pt x="26" y="235"/>
                  </a:moveTo>
                  <a:lnTo>
                    <a:pt x="0" y="354"/>
                  </a:lnTo>
                  <a:lnTo>
                    <a:pt x="11" y="358"/>
                  </a:lnTo>
                  <a:lnTo>
                    <a:pt x="66" y="250"/>
                  </a:lnTo>
                  <a:lnTo>
                    <a:pt x="151" y="15"/>
                  </a:lnTo>
                  <a:lnTo>
                    <a:pt x="109" y="0"/>
                  </a:lnTo>
                  <a:lnTo>
                    <a:pt x="26" y="235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6"/>
            <p:cNvSpPr>
              <a:spLocks/>
            </p:cNvSpPr>
            <p:nvPr/>
          </p:nvSpPr>
          <p:spPr bwMode="auto">
            <a:xfrm>
              <a:off x="4840288" y="1011238"/>
              <a:ext cx="396875" cy="1273175"/>
            </a:xfrm>
            <a:custGeom>
              <a:avLst/>
              <a:gdLst/>
              <a:ahLst/>
              <a:cxnLst>
                <a:cxn ang="0">
                  <a:pos x="184" y="129"/>
                </a:cxn>
                <a:cxn ang="0">
                  <a:pos x="37" y="553"/>
                </a:cxn>
                <a:cxn ang="0">
                  <a:pos x="8" y="591"/>
                </a:cxn>
                <a:cxn ang="0">
                  <a:pos x="29" y="252"/>
                </a:cxn>
                <a:cxn ang="0">
                  <a:pos x="153" y="9"/>
                </a:cxn>
                <a:cxn ang="0">
                  <a:pos x="184" y="129"/>
                </a:cxn>
              </a:cxnLst>
              <a:rect l="0" t="0" r="r" b="b"/>
              <a:pathLst>
                <a:path w="184" h="591">
                  <a:moveTo>
                    <a:pt x="184" y="129"/>
                  </a:moveTo>
                  <a:cubicBezTo>
                    <a:pt x="37" y="553"/>
                    <a:pt x="37" y="553"/>
                    <a:pt x="37" y="553"/>
                  </a:cubicBezTo>
                  <a:cubicBezTo>
                    <a:pt x="8" y="591"/>
                    <a:pt x="8" y="591"/>
                    <a:pt x="8" y="591"/>
                  </a:cubicBezTo>
                  <a:cubicBezTo>
                    <a:pt x="8" y="591"/>
                    <a:pt x="0" y="332"/>
                    <a:pt x="29" y="252"/>
                  </a:cubicBezTo>
                  <a:cubicBezTo>
                    <a:pt x="64" y="154"/>
                    <a:pt x="129" y="0"/>
                    <a:pt x="153" y="9"/>
                  </a:cubicBezTo>
                  <a:cubicBezTo>
                    <a:pt x="171" y="15"/>
                    <a:pt x="184" y="129"/>
                    <a:pt x="184" y="12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7"/>
            <p:cNvSpPr>
              <a:spLocks/>
            </p:cNvSpPr>
            <p:nvPr/>
          </p:nvSpPr>
          <p:spPr bwMode="auto">
            <a:xfrm>
              <a:off x="4233865" y="1455738"/>
              <a:ext cx="1000125" cy="2381249"/>
            </a:xfrm>
            <a:custGeom>
              <a:avLst/>
              <a:gdLst/>
              <a:ahLst/>
              <a:cxnLst>
                <a:cxn ang="0">
                  <a:pos x="0" y="1447"/>
                </a:cxn>
                <a:cxn ang="0">
                  <a:pos x="150" y="1500"/>
                </a:cxn>
                <a:cxn ang="0">
                  <a:pos x="630" y="20"/>
                </a:cxn>
                <a:cxn ang="0">
                  <a:pos x="572" y="0"/>
                </a:cxn>
                <a:cxn ang="0">
                  <a:pos x="0" y="1447"/>
                </a:cxn>
              </a:cxnLst>
              <a:rect l="0" t="0" r="r" b="b"/>
              <a:pathLst>
                <a:path w="630" h="1500">
                  <a:moveTo>
                    <a:pt x="0" y="1447"/>
                  </a:moveTo>
                  <a:lnTo>
                    <a:pt x="150" y="1500"/>
                  </a:lnTo>
                  <a:lnTo>
                    <a:pt x="630" y="20"/>
                  </a:lnTo>
                  <a:lnTo>
                    <a:pt x="572" y="0"/>
                  </a:lnTo>
                  <a:lnTo>
                    <a:pt x="0" y="144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8"/>
            <p:cNvSpPr>
              <a:spLocks/>
            </p:cNvSpPr>
            <p:nvPr/>
          </p:nvSpPr>
          <p:spPr bwMode="auto">
            <a:xfrm rot="20285413">
              <a:off x="4361201" y="821915"/>
              <a:ext cx="774422" cy="1574864"/>
            </a:xfrm>
            <a:custGeom>
              <a:avLst/>
              <a:gdLst/>
              <a:ahLst/>
              <a:cxnLst>
                <a:cxn ang="0">
                  <a:pos x="297" y="165"/>
                </a:cxn>
                <a:cxn ang="0">
                  <a:pos x="143" y="584"/>
                </a:cxn>
                <a:cxn ang="0">
                  <a:pos x="113" y="624"/>
                </a:cxn>
                <a:cxn ang="0">
                  <a:pos x="29" y="248"/>
                </a:cxn>
                <a:cxn ang="0">
                  <a:pos x="193" y="19"/>
                </a:cxn>
                <a:cxn ang="0">
                  <a:pos x="297" y="165"/>
                </a:cxn>
              </a:cxnLst>
              <a:rect l="0" t="0" r="r" b="b"/>
              <a:pathLst>
                <a:path w="297" h="624">
                  <a:moveTo>
                    <a:pt x="297" y="165"/>
                  </a:moveTo>
                  <a:cubicBezTo>
                    <a:pt x="143" y="584"/>
                    <a:pt x="143" y="584"/>
                    <a:pt x="143" y="584"/>
                  </a:cubicBezTo>
                  <a:cubicBezTo>
                    <a:pt x="113" y="624"/>
                    <a:pt x="113" y="624"/>
                    <a:pt x="113" y="624"/>
                  </a:cubicBezTo>
                  <a:cubicBezTo>
                    <a:pt x="113" y="624"/>
                    <a:pt x="0" y="328"/>
                    <a:pt x="29" y="248"/>
                  </a:cubicBezTo>
                  <a:cubicBezTo>
                    <a:pt x="64" y="150"/>
                    <a:pt x="141" y="0"/>
                    <a:pt x="193" y="19"/>
                  </a:cubicBezTo>
                  <a:cubicBezTo>
                    <a:pt x="231" y="32"/>
                    <a:pt x="297" y="165"/>
                    <a:pt x="297" y="165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9"/>
            <p:cNvSpPr>
              <a:spLocks/>
            </p:cNvSpPr>
            <p:nvPr/>
          </p:nvSpPr>
          <p:spPr bwMode="auto">
            <a:xfrm>
              <a:off x="4956175" y="1171575"/>
              <a:ext cx="808037" cy="1146175"/>
            </a:xfrm>
            <a:custGeom>
              <a:avLst/>
              <a:gdLst/>
              <a:ahLst/>
              <a:cxnLst>
                <a:cxn ang="0">
                  <a:pos x="170" y="56"/>
                </a:cxn>
                <a:cxn ang="0">
                  <a:pos x="0" y="533"/>
                </a:cxn>
                <a:cxn ang="0">
                  <a:pos x="307" y="296"/>
                </a:cxn>
                <a:cxn ang="0">
                  <a:pos x="322" y="14"/>
                </a:cxn>
                <a:cxn ang="0">
                  <a:pos x="170" y="56"/>
                </a:cxn>
              </a:cxnLst>
              <a:rect l="0" t="0" r="r" b="b"/>
              <a:pathLst>
                <a:path w="375" h="533">
                  <a:moveTo>
                    <a:pt x="170" y="56"/>
                  </a:moveTo>
                  <a:cubicBezTo>
                    <a:pt x="0" y="533"/>
                    <a:pt x="0" y="533"/>
                    <a:pt x="0" y="533"/>
                  </a:cubicBezTo>
                  <a:cubicBezTo>
                    <a:pt x="0" y="533"/>
                    <a:pt x="278" y="376"/>
                    <a:pt x="307" y="296"/>
                  </a:cubicBezTo>
                  <a:cubicBezTo>
                    <a:pt x="341" y="198"/>
                    <a:pt x="375" y="33"/>
                    <a:pt x="322" y="14"/>
                  </a:cubicBezTo>
                  <a:cubicBezTo>
                    <a:pt x="283" y="0"/>
                    <a:pt x="170" y="56"/>
                    <a:pt x="170" y="56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10"/>
            <p:cNvSpPr>
              <a:spLocks/>
            </p:cNvSpPr>
            <p:nvPr/>
          </p:nvSpPr>
          <p:spPr bwMode="auto">
            <a:xfrm>
              <a:off x="4883151" y="1123950"/>
              <a:ext cx="549898" cy="1168016"/>
            </a:xfrm>
            <a:custGeom>
              <a:avLst/>
              <a:gdLst/>
              <a:ahLst/>
              <a:cxnLst>
                <a:cxn ang="0">
                  <a:pos x="155" y="78"/>
                </a:cxn>
                <a:cxn ang="0">
                  <a:pos x="0" y="499"/>
                </a:cxn>
                <a:cxn ang="0">
                  <a:pos x="1" y="548"/>
                </a:cxn>
                <a:cxn ang="0">
                  <a:pos x="213" y="277"/>
                </a:cxn>
                <a:cxn ang="0">
                  <a:pos x="264" y="8"/>
                </a:cxn>
                <a:cxn ang="0">
                  <a:pos x="155" y="78"/>
                </a:cxn>
              </a:cxnLst>
              <a:rect l="0" t="0" r="r" b="b"/>
              <a:pathLst>
                <a:path w="292" h="548">
                  <a:moveTo>
                    <a:pt x="155" y="78"/>
                  </a:moveTo>
                  <a:cubicBezTo>
                    <a:pt x="0" y="499"/>
                    <a:pt x="0" y="499"/>
                    <a:pt x="0" y="499"/>
                  </a:cubicBezTo>
                  <a:cubicBezTo>
                    <a:pt x="1" y="548"/>
                    <a:pt x="1" y="548"/>
                    <a:pt x="1" y="548"/>
                  </a:cubicBezTo>
                  <a:cubicBezTo>
                    <a:pt x="1" y="548"/>
                    <a:pt x="184" y="357"/>
                    <a:pt x="213" y="277"/>
                  </a:cubicBezTo>
                  <a:cubicBezTo>
                    <a:pt x="248" y="179"/>
                    <a:pt x="292" y="17"/>
                    <a:pt x="264" y="8"/>
                  </a:cubicBezTo>
                  <a:cubicBezTo>
                    <a:pt x="244" y="0"/>
                    <a:pt x="155" y="78"/>
                    <a:pt x="155" y="7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11"/>
            <p:cNvSpPr>
              <a:spLocks/>
            </p:cNvSpPr>
            <p:nvPr/>
          </p:nvSpPr>
          <p:spPr bwMode="auto">
            <a:xfrm>
              <a:off x="3975100" y="3752852"/>
              <a:ext cx="496888" cy="779461"/>
            </a:xfrm>
            <a:custGeom>
              <a:avLst/>
              <a:gdLst/>
              <a:ahLst/>
              <a:cxnLst>
                <a:cxn ang="0">
                  <a:pos x="0" y="433"/>
                </a:cxn>
                <a:cxn ang="0">
                  <a:pos x="166" y="491"/>
                </a:cxn>
                <a:cxn ang="0">
                  <a:pos x="313" y="53"/>
                </a:cxn>
                <a:cxn ang="0">
                  <a:pos x="163" y="0"/>
                </a:cxn>
                <a:cxn ang="0">
                  <a:pos x="0" y="433"/>
                </a:cxn>
              </a:cxnLst>
              <a:rect l="0" t="0" r="r" b="b"/>
              <a:pathLst>
                <a:path w="313" h="491">
                  <a:moveTo>
                    <a:pt x="0" y="433"/>
                  </a:moveTo>
                  <a:lnTo>
                    <a:pt x="166" y="491"/>
                  </a:lnTo>
                  <a:lnTo>
                    <a:pt x="313" y="53"/>
                  </a:lnTo>
                  <a:lnTo>
                    <a:pt x="163" y="0"/>
                  </a:lnTo>
                  <a:lnTo>
                    <a:pt x="0" y="43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12"/>
            <p:cNvSpPr>
              <a:spLocks/>
            </p:cNvSpPr>
            <p:nvPr/>
          </p:nvSpPr>
          <p:spPr bwMode="auto">
            <a:xfrm>
              <a:off x="3975100" y="4440238"/>
              <a:ext cx="263525" cy="177800"/>
            </a:xfrm>
            <a:custGeom>
              <a:avLst/>
              <a:gdLst/>
              <a:ahLst/>
              <a:cxnLst>
                <a:cxn ang="0">
                  <a:pos x="95" y="78"/>
                </a:cxn>
                <a:cxn ang="0">
                  <a:pos x="82" y="82"/>
                </a:cxn>
                <a:cxn ang="0">
                  <a:pos x="7" y="55"/>
                </a:cxn>
                <a:cxn ang="0">
                  <a:pos x="0" y="44"/>
                </a:cxn>
                <a:cxn ang="0">
                  <a:pos x="0" y="0"/>
                </a:cxn>
                <a:cxn ang="0">
                  <a:pos x="122" y="43"/>
                </a:cxn>
                <a:cxn ang="0">
                  <a:pos x="95" y="78"/>
                </a:cxn>
              </a:cxnLst>
              <a:rect l="0" t="0" r="r" b="b"/>
              <a:pathLst>
                <a:path w="122" h="83">
                  <a:moveTo>
                    <a:pt x="95" y="78"/>
                  </a:moveTo>
                  <a:cubicBezTo>
                    <a:pt x="92" y="82"/>
                    <a:pt x="86" y="83"/>
                    <a:pt x="82" y="82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3" y="54"/>
                    <a:pt x="0" y="49"/>
                    <a:pt x="0" y="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2" y="43"/>
                    <a:pt x="122" y="43"/>
                    <a:pt x="122" y="43"/>
                  </a:cubicBezTo>
                  <a:lnTo>
                    <a:pt x="95" y="78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8" name="Group 87"/>
          <p:cNvGrpSpPr/>
          <p:nvPr/>
        </p:nvGrpSpPr>
        <p:grpSpPr>
          <a:xfrm rot="1040962">
            <a:off x="10151165" y="2945414"/>
            <a:ext cx="1492543" cy="2165328"/>
            <a:chOff x="2521857" y="801302"/>
            <a:chExt cx="3733800" cy="3875432"/>
          </a:xfrm>
          <a:solidFill>
            <a:schemeClr val="accent1">
              <a:lumMod val="75000"/>
            </a:schemeClr>
          </a:solidFill>
          <a:effectLst>
            <a:outerShdw blurRad="508000" dist="241300" dir="19740000" sy="23000" kx="-1200000" algn="bl" rotWithShape="0">
              <a:prstClr val="black">
                <a:alpha val="20000"/>
              </a:prstClr>
            </a:outerShdw>
          </a:effectLst>
          <a:scene3d>
            <a:camera prst="isometricOffAxis1Left">
              <a:rot lat="1080000" lon="3840000" rev="0"/>
            </a:camera>
            <a:lightRig rig="threePt" dir="t"/>
          </a:scene3d>
        </p:grpSpPr>
        <p:sp>
          <p:nvSpPr>
            <p:cNvPr id="89" name="Oval 88"/>
            <p:cNvSpPr/>
            <p:nvPr/>
          </p:nvSpPr>
          <p:spPr>
            <a:xfrm>
              <a:off x="2821627" y="1242704"/>
              <a:ext cx="3134260" cy="3134260"/>
            </a:xfrm>
            <a:prstGeom prst="ellipse">
              <a:avLst/>
            </a:prstGeom>
            <a:grpFill/>
            <a:ln w="76200">
              <a:solidFill>
                <a:schemeClr val="bg1"/>
              </a:solidFill>
            </a:ln>
            <a:sp3d extrusionH="234950"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0" name="Oval 89"/>
            <p:cNvSpPr/>
            <p:nvPr/>
          </p:nvSpPr>
          <p:spPr>
            <a:xfrm>
              <a:off x="2521857" y="942934"/>
              <a:ext cx="3733800" cy="3733800"/>
            </a:xfrm>
            <a:prstGeom prst="ellipse">
              <a:avLst/>
            </a:prstGeom>
            <a:grpFill/>
            <a:ln w="76200">
              <a:solidFill>
                <a:schemeClr val="bg1"/>
              </a:solidFill>
            </a:ln>
            <a:effectLst/>
            <a:sp3d extrusionH="234950"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1" name="Oval 90"/>
            <p:cNvSpPr/>
            <p:nvPr/>
          </p:nvSpPr>
          <p:spPr>
            <a:xfrm>
              <a:off x="2913743" y="1334820"/>
              <a:ext cx="2950028" cy="2950028"/>
            </a:xfrm>
            <a:prstGeom prst="ellipse">
              <a:avLst/>
            </a:prstGeom>
            <a:grpFill/>
            <a:ln w="76200">
              <a:solidFill>
                <a:schemeClr val="bg1"/>
              </a:solidFill>
            </a:ln>
            <a:sp3d extrusionH="234950"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2" name="Oval 91"/>
            <p:cNvSpPr/>
            <p:nvPr/>
          </p:nvSpPr>
          <p:spPr>
            <a:xfrm>
              <a:off x="3291609" y="1712686"/>
              <a:ext cx="2194296" cy="2194296"/>
            </a:xfrm>
            <a:prstGeom prst="ellipse">
              <a:avLst/>
            </a:prstGeom>
            <a:grpFill/>
            <a:ln w="76200">
              <a:solidFill>
                <a:schemeClr val="bg1"/>
              </a:solidFill>
            </a:ln>
            <a:sp3d extrusionH="234950"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3" name="Oval 92"/>
            <p:cNvSpPr/>
            <p:nvPr/>
          </p:nvSpPr>
          <p:spPr>
            <a:xfrm>
              <a:off x="3692484" y="2113561"/>
              <a:ext cx="1392546" cy="1392546"/>
            </a:xfrm>
            <a:prstGeom prst="ellipse">
              <a:avLst/>
            </a:prstGeom>
            <a:grpFill/>
            <a:ln w="76200">
              <a:solidFill>
                <a:schemeClr val="bg1"/>
              </a:solidFill>
            </a:ln>
            <a:sp3d extrusionH="234950"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4" name="Oval 93"/>
            <p:cNvSpPr/>
            <p:nvPr/>
          </p:nvSpPr>
          <p:spPr>
            <a:xfrm>
              <a:off x="4069855" y="2490932"/>
              <a:ext cx="637804" cy="637804"/>
            </a:xfrm>
            <a:prstGeom prst="ellipse">
              <a:avLst/>
            </a:prstGeom>
            <a:grpFill/>
            <a:ln w="76200">
              <a:solidFill>
                <a:schemeClr val="bg1"/>
              </a:solidFill>
            </a:ln>
            <a:sp3d extrusionH="234950"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5" name="Freeform 217"/>
            <p:cNvSpPr>
              <a:spLocks noEditPoints="1"/>
            </p:cNvSpPr>
            <p:nvPr/>
          </p:nvSpPr>
          <p:spPr bwMode="auto">
            <a:xfrm>
              <a:off x="4202140" y="2669871"/>
              <a:ext cx="373235" cy="279927"/>
            </a:xfrm>
            <a:custGeom>
              <a:avLst/>
              <a:gdLst/>
              <a:ahLst/>
              <a:cxnLst>
                <a:cxn ang="0">
                  <a:pos x="78" y="58"/>
                </a:cxn>
                <a:cxn ang="0">
                  <a:pos x="0" y="58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53"/>
                </a:cxn>
                <a:cxn ang="0">
                  <a:pos x="78" y="53"/>
                </a:cxn>
                <a:cxn ang="0">
                  <a:pos x="78" y="58"/>
                </a:cxn>
                <a:cxn ang="0">
                  <a:pos x="73" y="22"/>
                </a:cxn>
                <a:cxn ang="0">
                  <a:pos x="71" y="23"/>
                </a:cxn>
                <a:cxn ang="0">
                  <a:pos x="66" y="18"/>
                </a:cxn>
                <a:cxn ang="0">
                  <a:pos x="42" y="42"/>
                </a:cxn>
                <a:cxn ang="0">
                  <a:pos x="40" y="42"/>
                </a:cxn>
                <a:cxn ang="0">
                  <a:pos x="31" y="34"/>
                </a:cxn>
                <a:cxn ang="0">
                  <a:pos x="16" y="49"/>
                </a:cxn>
                <a:cxn ang="0">
                  <a:pos x="8" y="42"/>
                </a:cxn>
                <a:cxn ang="0">
                  <a:pos x="30" y="20"/>
                </a:cxn>
                <a:cxn ang="0">
                  <a:pos x="32" y="20"/>
                </a:cxn>
                <a:cxn ang="0">
                  <a:pos x="41" y="29"/>
                </a:cxn>
                <a:cxn ang="0">
                  <a:pos x="59" y="11"/>
                </a:cxn>
                <a:cxn ang="0">
                  <a:pos x="54" y="6"/>
                </a:cxn>
                <a:cxn ang="0">
                  <a:pos x="55" y="4"/>
                </a:cxn>
                <a:cxn ang="0">
                  <a:pos x="71" y="4"/>
                </a:cxn>
                <a:cxn ang="0">
                  <a:pos x="73" y="6"/>
                </a:cxn>
                <a:cxn ang="0">
                  <a:pos x="73" y="22"/>
                </a:cxn>
              </a:cxnLst>
              <a:rect l="0" t="0" r="r" b="b"/>
              <a:pathLst>
                <a:path w="78" h="58">
                  <a:moveTo>
                    <a:pt x="78" y="58"/>
                  </a:moveTo>
                  <a:cubicBezTo>
                    <a:pt x="0" y="58"/>
                    <a:pt x="0" y="58"/>
                    <a:pt x="0" y="5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78" y="53"/>
                    <a:pt x="78" y="53"/>
                    <a:pt x="78" y="53"/>
                  </a:cubicBezTo>
                  <a:lnTo>
                    <a:pt x="78" y="58"/>
                  </a:lnTo>
                  <a:close/>
                  <a:moveTo>
                    <a:pt x="73" y="22"/>
                  </a:moveTo>
                  <a:cubicBezTo>
                    <a:pt x="73" y="23"/>
                    <a:pt x="71" y="24"/>
                    <a:pt x="71" y="23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0" y="42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16" y="49"/>
                    <a:pt x="16" y="49"/>
                    <a:pt x="16" y="49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19"/>
                    <a:pt x="32" y="19"/>
                    <a:pt x="32" y="2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54" y="6"/>
                    <a:pt x="54" y="6"/>
                    <a:pt x="54" y="6"/>
                  </a:cubicBezTo>
                  <a:cubicBezTo>
                    <a:pt x="53" y="6"/>
                    <a:pt x="54" y="4"/>
                    <a:pt x="55" y="4"/>
                  </a:cubicBezTo>
                  <a:cubicBezTo>
                    <a:pt x="71" y="4"/>
                    <a:pt x="71" y="4"/>
                    <a:pt x="71" y="4"/>
                  </a:cubicBezTo>
                  <a:cubicBezTo>
                    <a:pt x="72" y="4"/>
                    <a:pt x="73" y="5"/>
                    <a:pt x="73" y="6"/>
                  </a:cubicBezTo>
                  <a:lnTo>
                    <a:pt x="73" y="2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sp3d extrusionH="234950"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3864512" y="1986419"/>
              <a:ext cx="1071506" cy="66101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  <a:sp3d extrusionH="234950"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01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3864512" y="1594534"/>
              <a:ext cx="1071506" cy="66101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  <a:sp3d extrusionH="234950"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02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864515" y="1211328"/>
              <a:ext cx="1071506" cy="66101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  <a:sp3d extrusionH="234950"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03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3864512" y="801302"/>
              <a:ext cx="1071506" cy="66101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  <a:sp3d extrusionH="234950"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04</a:t>
              </a:r>
            </a:p>
          </p:txBody>
        </p:sp>
      </p:grpSp>
      <p:sp>
        <p:nvSpPr>
          <p:cNvPr id="45" name="Freeform 119"/>
          <p:cNvSpPr>
            <a:spLocks/>
          </p:cNvSpPr>
          <p:nvPr/>
        </p:nvSpPr>
        <p:spPr bwMode="auto">
          <a:xfrm rot="5400000" flipH="1">
            <a:off x="6239090" y="4634370"/>
            <a:ext cx="2232935" cy="237223"/>
          </a:xfrm>
          <a:custGeom>
            <a:avLst/>
            <a:gdLst>
              <a:gd name="T0" fmla="*/ 795 w 836"/>
              <a:gd name="T1" fmla="*/ 0 h 210"/>
              <a:gd name="T2" fmla="*/ 0 w 836"/>
              <a:gd name="T3" fmla="*/ 210 h 210"/>
              <a:gd name="T4" fmla="*/ 245 w 836"/>
              <a:gd name="T5" fmla="*/ 210 h 210"/>
              <a:gd name="T6" fmla="*/ 836 w 836"/>
              <a:gd name="T7" fmla="*/ 0 h 210"/>
              <a:gd name="T8" fmla="*/ 795 w 836"/>
              <a:gd name="T9" fmla="*/ 0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36" h="210">
                <a:moveTo>
                  <a:pt x="795" y="0"/>
                </a:moveTo>
                <a:lnTo>
                  <a:pt x="0" y="210"/>
                </a:lnTo>
                <a:lnTo>
                  <a:pt x="245" y="210"/>
                </a:lnTo>
                <a:lnTo>
                  <a:pt x="836" y="0"/>
                </a:lnTo>
                <a:lnTo>
                  <a:pt x="795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Rectangle 124"/>
          <p:cNvSpPr>
            <a:spLocks noChangeArrowheads="1"/>
          </p:cNvSpPr>
          <p:nvPr/>
        </p:nvSpPr>
        <p:spPr bwMode="auto">
          <a:xfrm rot="5400000" flipH="1">
            <a:off x="3701042" y="2324296"/>
            <a:ext cx="651719" cy="64200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vert270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fr-FR" dirty="0"/>
              <a:t>Génération de rapports y compris des rapports de conformité;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0304" y="189437"/>
            <a:ext cx="2756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chemeClr val="tx2">
                    <a:lumMod val="75000"/>
                  </a:schemeClr>
                </a:solidFill>
              </a:rPr>
              <a:t>3</a:t>
            </a:r>
            <a:endParaRPr lang="fr-FR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42024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2" grpId="0"/>
      <p:bldP spid="45" grpId="0" animBg="1"/>
      <p:bldP spid="4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tDnDiag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AutoShape 19"/>
          <p:cNvSpPr>
            <a:spLocks/>
          </p:cNvSpPr>
          <p:nvPr/>
        </p:nvSpPr>
        <p:spPr bwMode="auto">
          <a:xfrm>
            <a:off x="4790279" y="1518178"/>
            <a:ext cx="1161927" cy="1111311"/>
          </a:xfrm>
          <a:custGeom>
            <a:avLst/>
            <a:gdLst>
              <a:gd name="T0" fmla="*/ 12471 w 24942"/>
              <a:gd name="T1" fmla="*/ 0 h 21600"/>
              <a:gd name="T2" fmla="*/ 23271 w 24942"/>
              <a:gd name="T3" fmla="*/ 5400 h 21600"/>
              <a:gd name="T4" fmla="*/ 23271 w 24942"/>
              <a:gd name="T5" fmla="*/ 16200 h 21600"/>
              <a:gd name="T6" fmla="*/ 12471 w 24942"/>
              <a:gd name="T7" fmla="*/ 21600 h 21600"/>
              <a:gd name="T8" fmla="*/ 1671 w 24942"/>
              <a:gd name="T9" fmla="*/ 16200 h 21600"/>
              <a:gd name="T10" fmla="*/ 1671 w 24942"/>
              <a:gd name="T11" fmla="*/ 5400 h 21600"/>
              <a:gd name="T12" fmla="*/ 12471 w 24942"/>
              <a:gd name="T13" fmla="*/ 0 h 21600"/>
              <a:gd name="T14" fmla="*/ 12471 w 24942"/>
              <a:gd name="T1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4942" h="21600">
                <a:moveTo>
                  <a:pt x="12471" y="0"/>
                </a:moveTo>
                <a:lnTo>
                  <a:pt x="23271" y="5400"/>
                </a:lnTo>
                <a:lnTo>
                  <a:pt x="23271" y="16200"/>
                </a:lnTo>
                <a:lnTo>
                  <a:pt x="12471" y="21600"/>
                </a:lnTo>
                <a:lnTo>
                  <a:pt x="1671" y="16200"/>
                </a:lnTo>
                <a:lnTo>
                  <a:pt x="1671" y="5400"/>
                </a:lnTo>
                <a:lnTo>
                  <a:pt x="12471" y="0"/>
                </a:lnTo>
                <a:close/>
                <a:moveTo>
                  <a:pt x="12471" y="0"/>
                </a:moveTo>
              </a:path>
            </a:pathLst>
          </a:custGeom>
          <a:solidFill>
            <a:schemeClr val="accent2"/>
          </a:solidFill>
          <a:ln w="25400" cap="flat">
            <a:solidFill>
              <a:schemeClr val="tx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31" name="Line 31"/>
          <p:cNvSpPr>
            <a:spLocks noChangeShapeType="1"/>
          </p:cNvSpPr>
          <p:nvPr/>
        </p:nvSpPr>
        <p:spPr bwMode="auto">
          <a:xfrm>
            <a:off x="6465191" y="2958767"/>
            <a:ext cx="3109383" cy="0"/>
          </a:xfrm>
          <a:prstGeom prst="line">
            <a:avLst/>
          </a:prstGeom>
          <a:noFill/>
          <a:ln w="50800">
            <a:solidFill>
              <a:srgbClr val="B8CDD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32" name="Line 32"/>
          <p:cNvSpPr>
            <a:spLocks noChangeShapeType="1"/>
          </p:cNvSpPr>
          <p:nvPr/>
        </p:nvSpPr>
        <p:spPr bwMode="auto">
          <a:xfrm>
            <a:off x="6465189" y="4642320"/>
            <a:ext cx="3109383" cy="0"/>
          </a:xfrm>
          <a:prstGeom prst="line">
            <a:avLst/>
          </a:prstGeom>
          <a:noFill/>
          <a:ln w="50800">
            <a:solidFill>
              <a:srgbClr val="B8CDD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33" name="Line 33"/>
          <p:cNvSpPr>
            <a:spLocks noChangeShapeType="1"/>
          </p:cNvSpPr>
          <p:nvPr/>
        </p:nvSpPr>
        <p:spPr bwMode="auto">
          <a:xfrm flipV="1">
            <a:off x="1715745" y="2073826"/>
            <a:ext cx="3093647" cy="1047"/>
          </a:xfrm>
          <a:prstGeom prst="line">
            <a:avLst/>
          </a:prstGeom>
          <a:noFill/>
          <a:ln w="50800">
            <a:solidFill>
              <a:srgbClr val="B8CDD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34" name="Line 34"/>
          <p:cNvSpPr>
            <a:spLocks noChangeShapeType="1"/>
          </p:cNvSpPr>
          <p:nvPr/>
        </p:nvSpPr>
        <p:spPr bwMode="auto">
          <a:xfrm>
            <a:off x="1683017" y="3806156"/>
            <a:ext cx="3107267" cy="0"/>
          </a:xfrm>
          <a:prstGeom prst="line">
            <a:avLst/>
          </a:prstGeom>
          <a:noFill/>
          <a:ln w="50800">
            <a:solidFill>
              <a:srgbClr val="B8CDD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35" name="AutoShape 19"/>
          <p:cNvSpPr>
            <a:spLocks/>
          </p:cNvSpPr>
          <p:nvPr/>
        </p:nvSpPr>
        <p:spPr bwMode="auto">
          <a:xfrm>
            <a:off x="5303259" y="2369905"/>
            <a:ext cx="1161927" cy="1111311"/>
          </a:xfrm>
          <a:custGeom>
            <a:avLst/>
            <a:gdLst>
              <a:gd name="T0" fmla="*/ 12471 w 24942"/>
              <a:gd name="T1" fmla="*/ 0 h 21600"/>
              <a:gd name="T2" fmla="*/ 23271 w 24942"/>
              <a:gd name="T3" fmla="*/ 5400 h 21600"/>
              <a:gd name="T4" fmla="*/ 23271 w 24942"/>
              <a:gd name="T5" fmla="*/ 16200 h 21600"/>
              <a:gd name="T6" fmla="*/ 12471 w 24942"/>
              <a:gd name="T7" fmla="*/ 21600 h 21600"/>
              <a:gd name="T8" fmla="*/ 1671 w 24942"/>
              <a:gd name="T9" fmla="*/ 16200 h 21600"/>
              <a:gd name="T10" fmla="*/ 1671 w 24942"/>
              <a:gd name="T11" fmla="*/ 5400 h 21600"/>
              <a:gd name="T12" fmla="*/ 12471 w 24942"/>
              <a:gd name="T13" fmla="*/ 0 h 21600"/>
              <a:gd name="T14" fmla="*/ 12471 w 24942"/>
              <a:gd name="T1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4942" h="21600">
                <a:moveTo>
                  <a:pt x="12471" y="0"/>
                </a:moveTo>
                <a:lnTo>
                  <a:pt x="23271" y="5400"/>
                </a:lnTo>
                <a:lnTo>
                  <a:pt x="23271" y="16200"/>
                </a:lnTo>
                <a:lnTo>
                  <a:pt x="12471" y="21600"/>
                </a:lnTo>
                <a:lnTo>
                  <a:pt x="1671" y="16200"/>
                </a:lnTo>
                <a:lnTo>
                  <a:pt x="1671" y="5400"/>
                </a:lnTo>
                <a:lnTo>
                  <a:pt x="12471" y="0"/>
                </a:lnTo>
                <a:close/>
                <a:moveTo>
                  <a:pt x="12471" y="0"/>
                </a:moveTo>
              </a:path>
            </a:pathLst>
          </a:custGeom>
          <a:solidFill>
            <a:schemeClr val="accent3"/>
          </a:solidFill>
          <a:ln w="25400" cap="flat">
            <a:solidFill>
              <a:schemeClr val="tx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36" name="AutoShape 19"/>
          <p:cNvSpPr>
            <a:spLocks/>
          </p:cNvSpPr>
          <p:nvPr/>
        </p:nvSpPr>
        <p:spPr bwMode="auto">
          <a:xfrm>
            <a:off x="4781272" y="3233698"/>
            <a:ext cx="1161927" cy="1111311"/>
          </a:xfrm>
          <a:custGeom>
            <a:avLst/>
            <a:gdLst>
              <a:gd name="T0" fmla="*/ 12471 w 24942"/>
              <a:gd name="T1" fmla="*/ 0 h 21600"/>
              <a:gd name="T2" fmla="*/ 23271 w 24942"/>
              <a:gd name="T3" fmla="*/ 5400 h 21600"/>
              <a:gd name="T4" fmla="*/ 23271 w 24942"/>
              <a:gd name="T5" fmla="*/ 16200 h 21600"/>
              <a:gd name="T6" fmla="*/ 12471 w 24942"/>
              <a:gd name="T7" fmla="*/ 21600 h 21600"/>
              <a:gd name="T8" fmla="*/ 1671 w 24942"/>
              <a:gd name="T9" fmla="*/ 16200 h 21600"/>
              <a:gd name="T10" fmla="*/ 1671 w 24942"/>
              <a:gd name="T11" fmla="*/ 5400 h 21600"/>
              <a:gd name="T12" fmla="*/ 12471 w 24942"/>
              <a:gd name="T13" fmla="*/ 0 h 21600"/>
              <a:gd name="T14" fmla="*/ 12471 w 24942"/>
              <a:gd name="T1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4942" h="21600">
                <a:moveTo>
                  <a:pt x="12471" y="0"/>
                </a:moveTo>
                <a:lnTo>
                  <a:pt x="23271" y="5400"/>
                </a:lnTo>
                <a:lnTo>
                  <a:pt x="23271" y="16200"/>
                </a:lnTo>
                <a:lnTo>
                  <a:pt x="12471" y="21600"/>
                </a:lnTo>
                <a:lnTo>
                  <a:pt x="1671" y="16200"/>
                </a:lnTo>
                <a:lnTo>
                  <a:pt x="1671" y="5400"/>
                </a:lnTo>
                <a:lnTo>
                  <a:pt x="12471" y="0"/>
                </a:lnTo>
                <a:close/>
                <a:moveTo>
                  <a:pt x="12471" y="0"/>
                </a:moveTo>
              </a:path>
            </a:pathLst>
          </a:custGeom>
          <a:solidFill>
            <a:schemeClr val="accent5"/>
          </a:solidFill>
          <a:ln w="25400" cap="flat">
            <a:solidFill>
              <a:schemeClr val="tx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37" name="AutoShape 19"/>
          <p:cNvSpPr>
            <a:spLocks/>
          </p:cNvSpPr>
          <p:nvPr/>
        </p:nvSpPr>
        <p:spPr bwMode="auto">
          <a:xfrm>
            <a:off x="5320387" y="4072478"/>
            <a:ext cx="1161927" cy="1111311"/>
          </a:xfrm>
          <a:custGeom>
            <a:avLst/>
            <a:gdLst>
              <a:gd name="T0" fmla="*/ 12471 w 24942"/>
              <a:gd name="T1" fmla="*/ 0 h 21600"/>
              <a:gd name="T2" fmla="*/ 23271 w 24942"/>
              <a:gd name="T3" fmla="*/ 5400 h 21600"/>
              <a:gd name="T4" fmla="*/ 23271 w 24942"/>
              <a:gd name="T5" fmla="*/ 16200 h 21600"/>
              <a:gd name="T6" fmla="*/ 12471 w 24942"/>
              <a:gd name="T7" fmla="*/ 21600 h 21600"/>
              <a:gd name="T8" fmla="*/ 1671 w 24942"/>
              <a:gd name="T9" fmla="*/ 16200 h 21600"/>
              <a:gd name="T10" fmla="*/ 1671 w 24942"/>
              <a:gd name="T11" fmla="*/ 5400 h 21600"/>
              <a:gd name="T12" fmla="*/ 12471 w 24942"/>
              <a:gd name="T13" fmla="*/ 0 h 21600"/>
              <a:gd name="T14" fmla="*/ 12471 w 24942"/>
              <a:gd name="T1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4942" h="21600">
                <a:moveTo>
                  <a:pt x="12471" y="0"/>
                </a:moveTo>
                <a:lnTo>
                  <a:pt x="23271" y="5400"/>
                </a:lnTo>
                <a:lnTo>
                  <a:pt x="23271" y="16200"/>
                </a:lnTo>
                <a:lnTo>
                  <a:pt x="12471" y="21600"/>
                </a:lnTo>
                <a:lnTo>
                  <a:pt x="1671" y="16200"/>
                </a:lnTo>
                <a:lnTo>
                  <a:pt x="1671" y="5400"/>
                </a:lnTo>
                <a:lnTo>
                  <a:pt x="12471" y="0"/>
                </a:lnTo>
                <a:close/>
                <a:moveTo>
                  <a:pt x="12471" y="0"/>
                </a:moveTo>
              </a:path>
            </a:pathLst>
          </a:custGeom>
          <a:solidFill>
            <a:schemeClr val="accent1"/>
          </a:solidFill>
          <a:ln w="25400" cap="flat">
            <a:solidFill>
              <a:schemeClr val="tx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39" name="Rectangle 3"/>
          <p:cNvSpPr>
            <a:spLocks/>
          </p:cNvSpPr>
          <p:nvPr/>
        </p:nvSpPr>
        <p:spPr bwMode="auto">
          <a:xfrm>
            <a:off x="5655067" y="2673523"/>
            <a:ext cx="576263" cy="7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1pPr>
            <a:lvl2pPr marL="742950" indent="-28575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2pPr>
            <a:lvl3pPr marL="11430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3pPr>
            <a:lvl4pPr marL="16002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4pPr>
            <a:lvl5pPr marL="20574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9pPr>
          </a:lstStyle>
          <a:p>
            <a:pPr algn="l" eaLnBrk="1" hangingPunct="1"/>
            <a:r>
              <a:rPr lang="en-US" sz="6267" dirty="0">
                <a:solidFill>
                  <a:schemeClr val="bg1"/>
                </a:solidFill>
                <a:latin typeface="Open Sans Condensed Light" charset="0"/>
                <a:sym typeface="Open Sans Cond Light" pitchFamily="-84" charset="0"/>
              </a:rPr>
              <a:t>2</a:t>
            </a:r>
          </a:p>
        </p:txBody>
      </p:sp>
      <p:sp>
        <p:nvSpPr>
          <p:cNvPr id="40" name="Rectangle 3"/>
          <p:cNvSpPr>
            <a:spLocks/>
          </p:cNvSpPr>
          <p:nvPr/>
        </p:nvSpPr>
        <p:spPr bwMode="auto">
          <a:xfrm>
            <a:off x="5128556" y="3517795"/>
            <a:ext cx="576263" cy="7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1pPr>
            <a:lvl2pPr marL="742950" indent="-28575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2pPr>
            <a:lvl3pPr marL="11430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3pPr>
            <a:lvl4pPr marL="16002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4pPr>
            <a:lvl5pPr marL="20574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9pPr>
          </a:lstStyle>
          <a:p>
            <a:pPr algn="l" eaLnBrk="1" hangingPunct="1"/>
            <a:r>
              <a:rPr lang="en-US" sz="6267" dirty="0">
                <a:solidFill>
                  <a:schemeClr val="bg1"/>
                </a:solidFill>
                <a:latin typeface="Open Sans Condensed Light" charset="0"/>
                <a:sym typeface="Open Sans Cond Light" pitchFamily="-84" charset="0"/>
              </a:rPr>
              <a:t>3</a:t>
            </a:r>
          </a:p>
        </p:txBody>
      </p:sp>
      <p:sp>
        <p:nvSpPr>
          <p:cNvPr id="41" name="Rectangle 3"/>
          <p:cNvSpPr>
            <a:spLocks/>
          </p:cNvSpPr>
          <p:nvPr/>
        </p:nvSpPr>
        <p:spPr bwMode="auto">
          <a:xfrm>
            <a:off x="5632505" y="4362159"/>
            <a:ext cx="576263" cy="7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1pPr>
            <a:lvl2pPr marL="742950" indent="-28575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2pPr>
            <a:lvl3pPr marL="11430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3pPr>
            <a:lvl4pPr marL="16002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4pPr>
            <a:lvl5pPr marL="20574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9pPr>
          </a:lstStyle>
          <a:p>
            <a:pPr algn="l" eaLnBrk="1" hangingPunct="1"/>
            <a:r>
              <a:rPr lang="en-US" sz="6267" dirty="0">
                <a:solidFill>
                  <a:schemeClr val="bg1"/>
                </a:solidFill>
                <a:latin typeface="Open Sans Condensed Light" charset="0"/>
                <a:sym typeface="Open Sans Cond Light" pitchFamily="-84" charset="0"/>
              </a:rPr>
              <a:t>4</a:t>
            </a:r>
          </a:p>
        </p:txBody>
      </p:sp>
      <p:sp>
        <p:nvSpPr>
          <p:cNvPr id="44" name="TextBox 1"/>
          <p:cNvSpPr txBox="1"/>
          <p:nvPr/>
        </p:nvSpPr>
        <p:spPr>
          <a:xfrm>
            <a:off x="6023992" y="1772816"/>
            <a:ext cx="6168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2">
                    <a:lumMod val="75000"/>
                  </a:schemeClr>
                </a:solidFill>
              </a:rPr>
              <a:t>État de l’art: Étude </a:t>
            </a:r>
            <a:r>
              <a:rPr lang="fr-FR" sz="2400" b="1" dirty="0" smtClean="0">
                <a:solidFill>
                  <a:schemeClr val="accent2">
                    <a:lumMod val="75000"/>
                  </a:schemeClr>
                </a:solidFill>
              </a:rPr>
              <a:t>sur les </a:t>
            </a:r>
            <a:r>
              <a:rPr lang="fr-FR" sz="2400" b="1" dirty="0">
                <a:solidFill>
                  <a:schemeClr val="accent2">
                    <a:lumMod val="75000"/>
                  </a:schemeClr>
                </a:solidFill>
              </a:rPr>
              <a:t>SOC/</a:t>
            </a:r>
            <a:r>
              <a:rPr lang="fr-FR" sz="2400" b="1" dirty="0" err="1">
                <a:solidFill>
                  <a:schemeClr val="accent2">
                    <a:lumMod val="75000"/>
                  </a:schemeClr>
                </a:solidFill>
              </a:rPr>
              <a:t>SIEMs</a:t>
            </a:r>
            <a:endParaRPr lang="fr-FR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5" name="TextBox 55"/>
          <p:cNvSpPr txBox="1"/>
          <p:nvPr/>
        </p:nvSpPr>
        <p:spPr>
          <a:xfrm>
            <a:off x="263352" y="2694727"/>
            <a:ext cx="6406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3">
                    <a:lumMod val="75000"/>
                  </a:schemeClr>
                </a:solidFill>
              </a:rPr>
              <a:t>Déploiement de la solution </a:t>
            </a:r>
            <a:r>
              <a:rPr lang="fr-FR" sz="2400" b="1" dirty="0" smtClean="0">
                <a:solidFill>
                  <a:schemeClr val="accent3">
                    <a:lumMod val="75000"/>
                  </a:schemeClr>
                </a:solidFill>
              </a:rPr>
              <a:t>OSSIM-ELK</a:t>
            </a:r>
            <a:endParaRPr lang="fr-FR" sz="2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6" name="TextBox 56"/>
          <p:cNvSpPr txBox="1"/>
          <p:nvPr/>
        </p:nvSpPr>
        <p:spPr>
          <a:xfrm>
            <a:off x="6060434" y="3505511"/>
            <a:ext cx="6131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accent5">
                    <a:lumMod val="75000"/>
                  </a:schemeClr>
                </a:solidFill>
              </a:rPr>
              <a:t>Expérimentations d’attaques et résultats</a:t>
            </a:r>
            <a:endParaRPr lang="fr-FR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7" name="TextBox 57"/>
          <p:cNvSpPr txBox="1"/>
          <p:nvPr/>
        </p:nvSpPr>
        <p:spPr>
          <a:xfrm>
            <a:off x="1703908" y="4403857"/>
            <a:ext cx="4904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accent1">
                    <a:lumMod val="75000"/>
                  </a:schemeClr>
                </a:solidFill>
              </a:rPr>
              <a:t>Conclusion </a:t>
            </a:r>
            <a:r>
              <a:rPr lang="fr-FR" sz="2400" b="1" dirty="0">
                <a:solidFill>
                  <a:schemeClr val="accent1">
                    <a:lumMod val="75000"/>
                  </a:schemeClr>
                </a:solidFill>
              </a:rPr>
              <a:t>et perspectives</a:t>
            </a:r>
          </a:p>
        </p:txBody>
      </p:sp>
      <p:sp>
        <p:nvSpPr>
          <p:cNvPr id="49" name="Rectangle 3"/>
          <p:cNvSpPr>
            <a:spLocks/>
          </p:cNvSpPr>
          <p:nvPr/>
        </p:nvSpPr>
        <p:spPr bwMode="auto">
          <a:xfrm>
            <a:off x="5128556" y="1803571"/>
            <a:ext cx="576263" cy="7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1pPr>
            <a:lvl2pPr marL="742950" indent="-28575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2pPr>
            <a:lvl3pPr marL="11430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3pPr>
            <a:lvl4pPr marL="16002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4pPr>
            <a:lvl5pPr marL="20574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9pPr>
          </a:lstStyle>
          <a:p>
            <a:pPr algn="l" eaLnBrk="1" hangingPunct="1"/>
            <a:r>
              <a:rPr lang="en-US" sz="6267" dirty="0">
                <a:solidFill>
                  <a:schemeClr val="bg1"/>
                </a:solidFill>
                <a:latin typeface="Open Sans Condensed Light" charset="0"/>
                <a:sym typeface="Open Sans Cond Light" pitchFamily="-8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915577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5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tDnDiag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ine 31"/>
          <p:cNvSpPr>
            <a:spLocks noChangeShapeType="1"/>
          </p:cNvSpPr>
          <p:nvPr/>
        </p:nvSpPr>
        <p:spPr bwMode="auto">
          <a:xfrm>
            <a:off x="1908618" y="3961142"/>
            <a:ext cx="3109383" cy="0"/>
          </a:xfrm>
          <a:prstGeom prst="line">
            <a:avLst/>
          </a:prstGeom>
          <a:noFill/>
          <a:ln w="50800">
            <a:solidFill>
              <a:schemeClr val="accent6">
                <a:lumMod val="40000"/>
                <a:lumOff val="6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10" name="Line 32"/>
          <p:cNvSpPr>
            <a:spLocks noChangeShapeType="1"/>
          </p:cNvSpPr>
          <p:nvPr/>
        </p:nvSpPr>
        <p:spPr bwMode="auto">
          <a:xfrm>
            <a:off x="6476915" y="4807498"/>
            <a:ext cx="3109383" cy="0"/>
          </a:xfrm>
          <a:prstGeom prst="line">
            <a:avLst/>
          </a:prstGeom>
          <a:noFill/>
          <a:ln w="50800">
            <a:solidFill>
              <a:schemeClr val="accent6">
                <a:lumMod val="40000"/>
                <a:lumOff val="6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11" name="Line 33"/>
          <p:cNvSpPr>
            <a:spLocks noChangeShapeType="1"/>
          </p:cNvSpPr>
          <p:nvPr/>
        </p:nvSpPr>
        <p:spPr bwMode="auto">
          <a:xfrm>
            <a:off x="6555035" y="3202514"/>
            <a:ext cx="3107267" cy="0"/>
          </a:xfrm>
          <a:prstGeom prst="line">
            <a:avLst/>
          </a:prstGeom>
          <a:noFill/>
          <a:ln w="50800">
            <a:solidFill>
              <a:schemeClr val="accent6">
                <a:lumMod val="40000"/>
                <a:lumOff val="6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12" name="Line 34"/>
          <p:cNvSpPr>
            <a:spLocks noChangeShapeType="1"/>
          </p:cNvSpPr>
          <p:nvPr/>
        </p:nvSpPr>
        <p:spPr bwMode="auto">
          <a:xfrm>
            <a:off x="1908618" y="2218200"/>
            <a:ext cx="3107267" cy="0"/>
          </a:xfrm>
          <a:prstGeom prst="line">
            <a:avLst/>
          </a:prstGeom>
          <a:noFill/>
          <a:ln w="50800">
            <a:solidFill>
              <a:srgbClr val="B8CDD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14" name="AutoShape 19"/>
          <p:cNvSpPr>
            <a:spLocks/>
          </p:cNvSpPr>
          <p:nvPr/>
        </p:nvSpPr>
        <p:spPr bwMode="auto">
          <a:xfrm>
            <a:off x="5015880" y="1556792"/>
            <a:ext cx="1368647" cy="1322816"/>
          </a:xfrm>
          <a:custGeom>
            <a:avLst/>
            <a:gdLst>
              <a:gd name="T0" fmla="*/ 12471 w 24942"/>
              <a:gd name="T1" fmla="*/ 0 h 21600"/>
              <a:gd name="T2" fmla="*/ 23271 w 24942"/>
              <a:gd name="T3" fmla="*/ 5400 h 21600"/>
              <a:gd name="T4" fmla="*/ 23271 w 24942"/>
              <a:gd name="T5" fmla="*/ 16200 h 21600"/>
              <a:gd name="T6" fmla="*/ 12471 w 24942"/>
              <a:gd name="T7" fmla="*/ 21600 h 21600"/>
              <a:gd name="T8" fmla="*/ 1671 w 24942"/>
              <a:gd name="T9" fmla="*/ 16200 h 21600"/>
              <a:gd name="T10" fmla="*/ 1671 w 24942"/>
              <a:gd name="T11" fmla="*/ 5400 h 21600"/>
              <a:gd name="T12" fmla="*/ 12471 w 24942"/>
              <a:gd name="T13" fmla="*/ 0 h 21600"/>
              <a:gd name="T14" fmla="*/ 12471 w 24942"/>
              <a:gd name="T1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4942" h="21600">
                <a:moveTo>
                  <a:pt x="12471" y="0"/>
                </a:moveTo>
                <a:lnTo>
                  <a:pt x="23271" y="5400"/>
                </a:lnTo>
                <a:lnTo>
                  <a:pt x="23271" y="16200"/>
                </a:lnTo>
                <a:lnTo>
                  <a:pt x="12471" y="21600"/>
                </a:lnTo>
                <a:lnTo>
                  <a:pt x="1671" y="16200"/>
                </a:lnTo>
                <a:lnTo>
                  <a:pt x="1671" y="5400"/>
                </a:lnTo>
                <a:lnTo>
                  <a:pt x="12471" y="0"/>
                </a:lnTo>
                <a:close/>
                <a:moveTo>
                  <a:pt x="12471" y="0"/>
                </a:moveTo>
              </a:path>
            </a:pathLst>
          </a:custGeom>
          <a:solidFill>
            <a:schemeClr val="accent2"/>
          </a:solidFill>
          <a:ln w="25400" cap="flat">
            <a:solidFill>
              <a:schemeClr val="tx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15" name="AutoShape 19"/>
          <p:cNvSpPr>
            <a:spLocks/>
          </p:cNvSpPr>
          <p:nvPr/>
        </p:nvSpPr>
        <p:spPr bwMode="auto">
          <a:xfrm>
            <a:off x="5532260" y="4324401"/>
            <a:ext cx="944655" cy="966194"/>
          </a:xfrm>
          <a:custGeom>
            <a:avLst/>
            <a:gdLst>
              <a:gd name="T0" fmla="*/ 12471 w 24942"/>
              <a:gd name="T1" fmla="*/ 0 h 21600"/>
              <a:gd name="T2" fmla="*/ 23271 w 24942"/>
              <a:gd name="T3" fmla="*/ 5400 h 21600"/>
              <a:gd name="T4" fmla="*/ 23271 w 24942"/>
              <a:gd name="T5" fmla="*/ 16200 h 21600"/>
              <a:gd name="T6" fmla="*/ 12471 w 24942"/>
              <a:gd name="T7" fmla="*/ 21600 h 21600"/>
              <a:gd name="T8" fmla="*/ 1671 w 24942"/>
              <a:gd name="T9" fmla="*/ 16200 h 21600"/>
              <a:gd name="T10" fmla="*/ 1671 w 24942"/>
              <a:gd name="T11" fmla="*/ 5400 h 21600"/>
              <a:gd name="T12" fmla="*/ 12471 w 24942"/>
              <a:gd name="T13" fmla="*/ 0 h 21600"/>
              <a:gd name="T14" fmla="*/ 12471 w 24942"/>
              <a:gd name="T1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4942" h="21600">
                <a:moveTo>
                  <a:pt x="12471" y="0"/>
                </a:moveTo>
                <a:lnTo>
                  <a:pt x="23271" y="5400"/>
                </a:lnTo>
                <a:lnTo>
                  <a:pt x="23271" y="16200"/>
                </a:lnTo>
                <a:lnTo>
                  <a:pt x="12471" y="21600"/>
                </a:lnTo>
                <a:lnTo>
                  <a:pt x="1671" y="16200"/>
                </a:lnTo>
                <a:lnTo>
                  <a:pt x="1671" y="5400"/>
                </a:lnTo>
                <a:lnTo>
                  <a:pt x="12471" y="0"/>
                </a:lnTo>
                <a:close/>
                <a:moveTo>
                  <a:pt x="12471" y="0"/>
                </a:moveTo>
              </a:path>
            </a:pathLst>
          </a:custGeom>
          <a:solidFill>
            <a:schemeClr val="bg1">
              <a:lumMod val="75000"/>
            </a:schemeClr>
          </a:solidFill>
          <a:ln w="25400" cap="flat">
            <a:solidFill>
              <a:schemeClr val="tx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18" name="Rectangle 3"/>
          <p:cNvSpPr>
            <a:spLocks/>
          </p:cNvSpPr>
          <p:nvPr/>
        </p:nvSpPr>
        <p:spPr bwMode="auto">
          <a:xfrm>
            <a:off x="5428325" y="1972229"/>
            <a:ext cx="576263" cy="7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1pPr>
            <a:lvl2pPr marL="742950" indent="-28575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2pPr>
            <a:lvl3pPr marL="11430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3pPr>
            <a:lvl4pPr marL="16002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4pPr>
            <a:lvl5pPr marL="20574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9pPr>
          </a:lstStyle>
          <a:p>
            <a:pPr algn="l" eaLnBrk="1" hangingPunct="1"/>
            <a:r>
              <a:rPr lang="en-US" sz="6267" dirty="0">
                <a:solidFill>
                  <a:schemeClr val="bg1"/>
                </a:solidFill>
                <a:latin typeface="Open Sans Condensed Light" charset="0"/>
                <a:sym typeface="Open Sans Cond Light" pitchFamily="-84" charset="0"/>
              </a:rPr>
              <a:t>1</a:t>
            </a:r>
          </a:p>
        </p:txBody>
      </p:sp>
      <p:sp>
        <p:nvSpPr>
          <p:cNvPr id="19" name="Rectangle 3"/>
          <p:cNvSpPr>
            <a:spLocks/>
          </p:cNvSpPr>
          <p:nvPr/>
        </p:nvSpPr>
        <p:spPr bwMode="auto">
          <a:xfrm>
            <a:off x="5806148" y="4337915"/>
            <a:ext cx="576263" cy="7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1pPr>
            <a:lvl2pPr marL="742950" indent="-28575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2pPr>
            <a:lvl3pPr marL="11430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3pPr>
            <a:lvl4pPr marL="16002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4pPr>
            <a:lvl5pPr marL="20574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9pPr>
          </a:lstStyle>
          <a:p>
            <a:pPr algn="l" eaLnBrk="1" hangingPunct="1"/>
            <a:r>
              <a:rPr lang="en-US" sz="3600" dirty="0">
                <a:solidFill>
                  <a:schemeClr val="bg1"/>
                </a:solidFill>
                <a:latin typeface="Open Sans Condensed Light" charset="0"/>
                <a:sym typeface="Open Sans Cond Light" pitchFamily="-84" charset="0"/>
              </a:rPr>
              <a:t>4</a:t>
            </a:r>
          </a:p>
        </p:txBody>
      </p:sp>
      <p:sp>
        <p:nvSpPr>
          <p:cNvPr id="22" name="TextBox 1"/>
          <p:cNvSpPr txBox="1"/>
          <p:nvPr/>
        </p:nvSpPr>
        <p:spPr>
          <a:xfrm>
            <a:off x="1300825" y="2980916"/>
            <a:ext cx="4863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accent6"/>
                </a:solidFill>
              </a:rPr>
              <a:t>Déploiement de la solution OSSIM-ELK</a:t>
            </a:r>
          </a:p>
          <a:p>
            <a:endParaRPr lang="fr-FR" sz="2000" b="1" dirty="0">
              <a:solidFill>
                <a:schemeClr val="accent6"/>
              </a:solidFill>
            </a:endParaRPr>
          </a:p>
        </p:txBody>
      </p:sp>
      <p:sp>
        <p:nvSpPr>
          <p:cNvPr id="23" name="TextBox 56"/>
          <p:cNvSpPr txBox="1"/>
          <p:nvPr/>
        </p:nvSpPr>
        <p:spPr>
          <a:xfrm>
            <a:off x="6417028" y="1972229"/>
            <a:ext cx="5562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2">
                    <a:lumMod val="75000"/>
                  </a:schemeClr>
                </a:solidFill>
              </a:rPr>
              <a:t>État de l’art: Étude sur les SOC/</a:t>
            </a:r>
            <a:r>
              <a:rPr lang="fr-FR" sz="2400" b="1" dirty="0" err="1">
                <a:solidFill>
                  <a:schemeClr val="accent2">
                    <a:lumMod val="75000"/>
                  </a:schemeClr>
                </a:solidFill>
              </a:rPr>
              <a:t>SIEMs</a:t>
            </a:r>
            <a:endParaRPr lang="fr-FR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4" name="TextBox 57"/>
          <p:cNvSpPr txBox="1"/>
          <p:nvPr/>
        </p:nvSpPr>
        <p:spPr>
          <a:xfrm>
            <a:off x="2527575" y="4613391"/>
            <a:ext cx="4027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6"/>
                </a:solidFill>
              </a:rPr>
              <a:t>Conclusion </a:t>
            </a:r>
            <a:r>
              <a:rPr lang="fr-FR" sz="2000" b="1" dirty="0">
                <a:solidFill>
                  <a:schemeClr val="accent6"/>
                </a:solidFill>
              </a:rPr>
              <a:t>et perspectives</a:t>
            </a:r>
          </a:p>
        </p:txBody>
      </p:sp>
      <p:sp>
        <p:nvSpPr>
          <p:cNvPr id="27" name="TextBox 24"/>
          <p:cNvSpPr txBox="1"/>
          <p:nvPr/>
        </p:nvSpPr>
        <p:spPr>
          <a:xfrm>
            <a:off x="6041909" y="3816646"/>
            <a:ext cx="48472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6"/>
                </a:solidFill>
              </a:rPr>
              <a:t>Expérimentations d’attaques et résultats</a:t>
            </a:r>
            <a:endParaRPr lang="fr-FR" sz="2000" b="1" dirty="0">
              <a:solidFill>
                <a:schemeClr val="accent6"/>
              </a:solidFill>
            </a:endParaRPr>
          </a:p>
        </p:txBody>
      </p:sp>
      <p:sp>
        <p:nvSpPr>
          <p:cNvPr id="20" name="AutoShape 19"/>
          <p:cNvSpPr>
            <a:spLocks/>
          </p:cNvSpPr>
          <p:nvPr/>
        </p:nvSpPr>
        <p:spPr bwMode="auto">
          <a:xfrm>
            <a:off x="5092506" y="3510479"/>
            <a:ext cx="993582" cy="966194"/>
          </a:xfrm>
          <a:custGeom>
            <a:avLst/>
            <a:gdLst>
              <a:gd name="T0" fmla="*/ 12471 w 24942"/>
              <a:gd name="T1" fmla="*/ 0 h 21600"/>
              <a:gd name="T2" fmla="*/ 23271 w 24942"/>
              <a:gd name="T3" fmla="*/ 5400 h 21600"/>
              <a:gd name="T4" fmla="*/ 23271 w 24942"/>
              <a:gd name="T5" fmla="*/ 16200 h 21600"/>
              <a:gd name="T6" fmla="*/ 12471 w 24942"/>
              <a:gd name="T7" fmla="*/ 21600 h 21600"/>
              <a:gd name="T8" fmla="*/ 1671 w 24942"/>
              <a:gd name="T9" fmla="*/ 16200 h 21600"/>
              <a:gd name="T10" fmla="*/ 1671 w 24942"/>
              <a:gd name="T11" fmla="*/ 5400 h 21600"/>
              <a:gd name="T12" fmla="*/ 12471 w 24942"/>
              <a:gd name="T13" fmla="*/ 0 h 21600"/>
              <a:gd name="T14" fmla="*/ 12471 w 24942"/>
              <a:gd name="T1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4942" h="21600">
                <a:moveTo>
                  <a:pt x="12471" y="0"/>
                </a:moveTo>
                <a:lnTo>
                  <a:pt x="23271" y="5400"/>
                </a:lnTo>
                <a:lnTo>
                  <a:pt x="23271" y="16200"/>
                </a:lnTo>
                <a:lnTo>
                  <a:pt x="12471" y="21600"/>
                </a:lnTo>
                <a:lnTo>
                  <a:pt x="1671" y="16200"/>
                </a:lnTo>
                <a:lnTo>
                  <a:pt x="1671" y="5400"/>
                </a:lnTo>
                <a:lnTo>
                  <a:pt x="12471" y="0"/>
                </a:lnTo>
                <a:close/>
                <a:moveTo>
                  <a:pt x="12471" y="0"/>
                </a:moveTo>
              </a:path>
            </a:pathLst>
          </a:custGeom>
          <a:solidFill>
            <a:schemeClr val="bg1">
              <a:lumMod val="75000"/>
            </a:schemeClr>
          </a:solidFill>
          <a:ln w="25400" cap="flat">
            <a:solidFill>
              <a:schemeClr val="tx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21" name="AutoShape 19"/>
          <p:cNvSpPr>
            <a:spLocks/>
          </p:cNvSpPr>
          <p:nvPr/>
        </p:nvSpPr>
        <p:spPr bwMode="auto">
          <a:xfrm>
            <a:off x="5582053" y="2719417"/>
            <a:ext cx="944655" cy="966194"/>
          </a:xfrm>
          <a:custGeom>
            <a:avLst/>
            <a:gdLst>
              <a:gd name="T0" fmla="*/ 12471 w 24942"/>
              <a:gd name="T1" fmla="*/ 0 h 21600"/>
              <a:gd name="T2" fmla="*/ 23271 w 24942"/>
              <a:gd name="T3" fmla="*/ 5400 h 21600"/>
              <a:gd name="T4" fmla="*/ 23271 w 24942"/>
              <a:gd name="T5" fmla="*/ 16200 h 21600"/>
              <a:gd name="T6" fmla="*/ 12471 w 24942"/>
              <a:gd name="T7" fmla="*/ 21600 h 21600"/>
              <a:gd name="T8" fmla="*/ 1671 w 24942"/>
              <a:gd name="T9" fmla="*/ 16200 h 21600"/>
              <a:gd name="T10" fmla="*/ 1671 w 24942"/>
              <a:gd name="T11" fmla="*/ 5400 h 21600"/>
              <a:gd name="T12" fmla="*/ 12471 w 24942"/>
              <a:gd name="T13" fmla="*/ 0 h 21600"/>
              <a:gd name="T14" fmla="*/ 12471 w 24942"/>
              <a:gd name="T1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4942" h="21600">
                <a:moveTo>
                  <a:pt x="12471" y="0"/>
                </a:moveTo>
                <a:lnTo>
                  <a:pt x="23271" y="5400"/>
                </a:lnTo>
                <a:lnTo>
                  <a:pt x="23271" y="16200"/>
                </a:lnTo>
                <a:lnTo>
                  <a:pt x="12471" y="21600"/>
                </a:lnTo>
                <a:lnTo>
                  <a:pt x="1671" y="16200"/>
                </a:lnTo>
                <a:lnTo>
                  <a:pt x="1671" y="5400"/>
                </a:lnTo>
                <a:lnTo>
                  <a:pt x="12471" y="0"/>
                </a:lnTo>
                <a:close/>
                <a:moveTo>
                  <a:pt x="12471" y="0"/>
                </a:moveTo>
              </a:path>
            </a:pathLst>
          </a:custGeom>
          <a:solidFill>
            <a:schemeClr val="bg1">
              <a:lumMod val="75000"/>
            </a:schemeClr>
          </a:solidFill>
          <a:ln w="25400" cap="flat">
            <a:solidFill>
              <a:schemeClr val="tx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25" name="Rectangle 3"/>
          <p:cNvSpPr>
            <a:spLocks/>
          </p:cNvSpPr>
          <p:nvPr/>
        </p:nvSpPr>
        <p:spPr bwMode="auto">
          <a:xfrm>
            <a:off x="5904112" y="2582699"/>
            <a:ext cx="438215" cy="868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1pPr>
            <a:lvl2pPr marL="742950" indent="-28575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2pPr>
            <a:lvl3pPr marL="11430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3pPr>
            <a:lvl4pPr marL="16002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4pPr>
            <a:lvl5pPr marL="20574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9pPr>
          </a:lstStyle>
          <a:p>
            <a:pPr algn="l" eaLnBrk="1" hangingPunct="1"/>
            <a:r>
              <a:rPr lang="en-US" sz="3600" dirty="0">
                <a:solidFill>
                  <a:schemeClr val="bg1"/>
                </a:solidFill>
                <a:latin typeface="Open Sans Condensed Light" charset="0"/>
                <a:sym typeface="Open Sans Cond Light" pitchFamily="-84" charset="0"/>
              </a:rPr>
              <a:t>2</a:t>
            </a:r>
          </a:p>
        </p:txBody>
      </p:sp>
      <p:sp>
        <p:nvSpPr>
          <p:cNvPr id="28" name="Rectangle 3"/>
          <p:cNvSpPr>
            <a:spLocks/>
          </p:cNvSpPr>
          <p:nvPr/>
        </p:nvSpPr>
        <p:spPr bwMode="auto">
          <a:xfrm>
            <a:off x="5445244" y="3519388"/>
            <a:ext cx="576263" cy="7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1pPr>
            <a:lvl2pPr marL="742950" indent="-28575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2pPr>
            <a:lvl3pPr marL="11430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3pPr>
            <a:lvl4pPr marL="16002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4pPr>
            <a:lvl5pPr marL="20574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9pPr>
          </a:lstStyle>
          <a:p>
            <a:pPr algn="l" eaLnBrk="1" hangingPunct="1"/>
            <a:r>
              <a:rPr lang="en-US" sz="3600" dirty="0">
                <a:solidFill>
                  <a:schemeClr val="bg1"/>
                </a:solidFill>
                <a:latin typeface="Open Sans Condensed Light" charset="0"/>
                <a:sym typeface="Open Sans Cond Light" pitchFamily="-8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09517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Security </a:t>
            </a:r>
            <a:r>
              <a:rPr lang="fr-FR" dirty="0" err="1" smtClean="0"/>
              <a:t>Operation</a:t>
            </a:r>
            <a:r>
              <a:rPr lang="fr-FR" dirty="0" smtClean="0"/>
              <a:t> Center (SOC)</a:t>
            </a:r>
            <a:endParaRPr lang="fr-FR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>
          <a:xfrm>
            <a:off x="623392" y="1916832"/>
            <a:ext cx="4824536" cy="4680520"/>
          </a:xfrm>
        </p:spPr>
        <p:txBody>
          <a:bodyPr>
            <a:noAutofit/>
          </a:bodyPr>
          <a:lstStyle/>
          <a:p>
            <a:r>
              <a:rPr lang="fr-FR" sz="2400" dirty="0" smtClean="0"/>
              <a:t>Est u</a:t>
            </a:r>
            <a:r>
              <a:rPr lang="fr-FR" sz="2400" dirty="0"/>
              <a:t>ne division qui assure la sécurité de l’organisation.  </a:t>
            </a:r>
          </a:p>
          <a:p>
            <a:r>
              <a:rPr lang="fr-FR" sz="2400" dirty="0"/>
              <a:t>Permet la surveillance, la prévention, la détection et le traitement des incidents de sécurité.</a:t>
            </a:r>
          </a:p>
          <a:p>
            <a:r>
              <a:rPr lang="fr-FR" sz="2400" dirty="0" smtClean="0"/>
              <a:t>Présente un </a:t>
            </a:r>
            <a:r>
              <a:rPr lang="fr-FR" sz="2400" dirty="0"/>
              <a:t>avantage : il est anti-APT (Advanced Persistent </a:t>
            </a:r>
            <a:r>
              <a:rPr lang="fr-FR" sz="2400" dirty="0" err="1"/>
              <a:t>Threat</a:t>
            </a:r>
            <a:r>
              <a:rPr lang="fr-FR" sz="2400" dirty="0"/>
              <a:t>)</a:t>
            </a:r>
          </a:p>
          <a:p>
            <a:r>
              <a:rPr lang="fr-FR" sz="2400" dirty="0"/>
              <a:t>Peut intégrer des systèmes de détection d’intrusion (IDS).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81" b="11955"/>
          <a:stretch/>
        </p:blipFill>
        <p:spPr>
          <a:xfrm>
            <a:off x="6023996" y="2132856"/>
            <a:ext cx="5548525" cy="40324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0304" y="189437"/>
            <a:ext cx="2756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chemeClr val="tx2">
                    <a:lumMod val="75000"/>
                  </a:schemeClr>
                </a:solidFill>
              </a:rPr>
              <a:t>4</a:t>
            </a:r>
            <a:endParaRPr lang="fr-FR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39841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Fonctions du SIEM</a:t>
            </a:r>
            <a:endParaRPr lang="fr-F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06" r="9545"/>
          <a:stretch/>
        </p:blipFill>
        <p:spPr>
          <a:xfrm>
            <a:off x="5067544" y="1667871"/>
            <a:ext cx="4392488" cy="51901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0304" y="189437"/>
            <a:ext cx="2756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chemeClr val="tx2">
                    <a:lumMod val="75000"/>
                  </a:schemeClr>
                </a:solidFill>
              </a:rPr>
              <a:t>5</a:t>
            </a:r>
            <a:endParaRPr lang="fr-FR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Content Placeholder 6"/>
          <p:cNvSpPr>
            <a:spLocks noGrp="1"/>
          </p:cNvSpPr>
          <p:nvPr>
            <p:ph sz="quarter" idx="1"/>
          </p:nvPr>
        </p:nvSpPr>
        <p:spPr>
          <a:xfrm>
            <a:off x="250517" y="2060848"/>
            <a:ext cx="4824536" cy="3697661"/>
          </a:xfrm>
        </p:spPr>
        <p:txBody>
          <a:bodyPr>
            <a:noAutofit/>
          </a:bodyPr>
          <a:lstStyle/>
          <a:p>
            <a:r>
              <a:rPr lang="fr-FR" sz="2400" dirty="0" smtClean="0"/>
              <a:t>SIEM </a:t>
            </a:r>
            <a:r>
              <a:rPr lang="fr-FR" sz="2400" dirty="0"/>
              <a:t>est un outil </a:t>
            </a:r>
            <a:r>
              <a:rPr lang="fr-FR" sz="2400" dirty="0" smtClean="0"/>
              <a:t>de </a:t>
            </a:r>
            <a:r>
              <a:rPr lang="fr-FR" sz="2400" dirty="0"/>
              <a:t>supervision de la sécurité</a:t>
            </a:r>
            <a:r>
              <a:rPr lang="fr-FR" sz="2400" dirty="0" smtClean="0"/>
              <a:t>.</a:t>
            </a:r>
          </a:p>
          <a:p>
            <a:endParaRPr lang="fr-FR" sz="2400" dirty="0" smtClean="0"/>
          </a:p>
          <a:p>
            <a:r>
              <a:rPr lang="fr-FR" sz="2400" dirty="0"/>
              <a:t>Il permet de garantir 5 fonctionnalités.</a:t>
            </a:r>
          </a:p>
          <a:p>
            <a:endParaRPr lang="fr-FR" sz="2400" dirty="0"/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42606825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 smtClean="0"/>
              <a:t>Etude comparative des produits SIEM</a:t>
            </a:r>
            <a:endParaRPr lang="fr-FR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239527"/>
              </p:ext>
            </p:extLst>
          </p:nvPr>
        </p:nvGraphicFramePr>
        <p:xfrm>
          <a:off x="4079779" y="1632971"/>
          <a:ext cx="6552725" cy="5077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1"/>
                <a:gridCol w="1224136"/>
                <a:gridCol w="1051318"/>
                <a:gridCol w="1310545"/>
                <a:gridCol w="1310545"/>
              </a:tblGrid>
              <a:tr h="968816">
                <a:tc>
                  <a:txBody>
                    <a:bodyPr/>
                    <a:lstStyle/>
                    <a:p>
                      <a:r>
                        <a:rPr lang="fr-FR" sz="1900" dirty="0" smtClean="0">
                          <a:solidFill>
                            <a:schemeClr val="tx1"/>
                          </a:solidFill>
                        </a:rPr>
                        <a:t>          Produits</a:t>
                      </a:r>
                    </a:p>
                    <a:p>
                      <a:endParaRPr lang="fr-FR" sz="190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fr-FR" sz="1900" dirty="0" smtClean="0">
                          <a:solidFill>
                            <a:schemeClr val="tx1"/>
                          </a:solidFill>
                        </a:rPr>
                        <a:t>Critères</a:t>
                      </a:r>
                      <a:endParaRPr lang="fr-FR" sz="1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b="0" dirty="0" smtClean="0">
                          <a:solidFill>
                            <a:schemeClr val="tx1"/>
                          </a:solidFill>
                        </a:rPr>
                        <a:t>HP ARCSIGHT</a:t>
                      </a:r>
                      <a:endParaRPr lang="fr-FR" sz="19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b="0" dirty="0" smtClean="0">
                          <a:solidFill>
                            <a:schemeClr val="tx1"/>
                          </a:solidFill>
                        </a:rPr>
                        <a:t>IBM </a:t>
                      </a:r>
                      <a:r>
                        <a:rPr lang="fr-FR" sz="1900" b="0" dirty="0" err="1" smtClean="0">
                          <a:solidFill>
                            <a:schemeClr val="tx1"/>
                          </a:solidFill>
                        </a:rPr>
                        <a:t>QRadar</a:t>
                      </a:r>
                      <a:endParaRPr lang="fr-FR" sz="19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b="0" dirty="0" err="1" smtClean="0">
                          <a:solidFill>
                            <a:schemeClr val="tx1"/>
                          </a:solidFill>
                        </a:rPr>
                        <a:t>AlienVault</a:t>
                      </a:r>
                      <a:r>
                        <a:rPr lang="fr-FR" sz="19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fr-FR" sz="1900" b="0" dirty="0" smtClean="0">
                          <a:solidFill>
                            <a:schemeClr val="tx1"/>
                          </a:solidFill>
                        </a:rPr>
                        <a:t>USM</a:t>
                      </a:r>
                      <a:endParaRPr lang="fr-FR" sz="19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b="0" dirty="0" err="1" smtClean="0">
                          <a:solidFill>
                            <a:schemeClr val="tx1"/>
                          </a:solidFill>
                        </a:rPr>
                        <a:t>AlienVault</a:t>
                      </a:r>
                      <a:r>
                        <a:rPr lang="fr-FR" sz="19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fr-FR" sz="1900" b="0" dirty="0" smtClean="0">
                          <a:solidFill>
                            <a:schemeClr val="tx1"/>
                          </a:solidFill>
                        </a:rPr>
                        <a:t>OSSIM</a:t>
                      </a:r>
                      <a:endParaRPr lang="fr-FR" sz="19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755205">
                <a:tc>
                  <a:txBody>
                    <a:bodyPr/>
                    <a:lstStyle/>
                    <a:p>
                      <a:r>
                        <a:rPr lang="fr-FR" sz="1900" dirty="0" smtClean="0">
                          <a:solidFill>
                            <a:schemeClr val="tx1"/>
                          </a:solidFill>
                        </a:rPr>
                        <a:t>Rapport et tableaux de bord</a:t>
                      </a:r>
                      <a:endParaRPr lang="fr-FR" sz="1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900" dirty="0"/>
                    </a:p>
                  </a:txBody>
                  <a:tcPr/>
                </a:tc>
              </a:tr>
              <a:tr h="726486">
                <a:tc>
                  <a:txBody>
                    <a:bodyPr/>
                    <a:lstStyle/>
                    <a:p>
                      <a:r>
                        <a:rPr lang="fr-FR" sz="1900" dirty="0" smtClean="0"/>
                        <a:t>Gestion de</a:t>
                      </a:r>
                      <a:r>
                        <a:rPr lang="fr-FR" sz="1900" baseline="0" dirty="0" smtClean="0"/>
                        <a:t> risque</a:t>
                      </a:r>
                      <a:endParaRPr lang="fr-FR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900" dirty="0"/>
                    </a:p>
                  </a:txBody>
                  <a:tcPr/>
                </a:tc>
              </a:tr>
              <a:tr h="726486">
                <a:tc>
                  <a:txBody>
                    <a:bodyPr/>
                    <a:lstStyle/>
                    <a:p>
                      <a:r>
                        <a:rPr lang="fr-FR" sz="1900" dirty="0" smtClean="0"/>
                        <a:t>Gestion des logs</a:t>
                      </a:r>
                      <a:endParaRPr lang="fr-FR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900" dirty="0"/>
                    </a:p>
                  </a:txBody>
                  <a:tcPr/>
                </a:tc>
              </a:tr>
              <a:tr h="726486">
                <a:tc>
                  <a:txBody>
                    <a:bodyPr/>
                    <a:lstStyle/>
                    <a:p>
                      <a:r>
                        <a:rPr lang="fr-FR" sz="1900" dirty="0" smtClean="0"/>
                        <a:t>Gestion des vulnérabilités</a:t>
                      </a:r>
                      <a:endParaRPr lang="fr-FR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900"/>
                    </a:p>
                  </a:txBody>
                  <a:tcPr/>
                </a:tc>
              </a:tr>
              <a:tr h="968816">
                <a:tc>
                  <a:txBody>
                    <a:bodyPr/>
                    <a:lstStyle/>
                    <a:p>
                      <a:r>
                        <a:rPr lang="fr-FR" sz="1900" dirty="0" smtClean="0"/>
                        <a:t>Intégration avec d’autres solutions</a:t>
                      </a:r>
                      <a:endParaRPr lang="fr-FR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9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Pie 8"/>
          <p:cNvSpPr/>
          <p:nvPr/>
        </p:nvSpPr>
        <p:spPr>
          <a:xfrm>
            <a:off x="7078362" y="2692687"/>
            <a:ext cx="648072" cy="576064"/>
          </a:xfrm>
          <a:prstGeom prst="pie">
            <a:avLst>
              <a:gd name="adj1" fmla="val 74079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Flowchart: Connector 9"/>
          <p:cNvSpPr/>
          <p:nvPr/>
        </p:nvSpPr>
        <p:spPr>
          <a:xfrm>
            <a:off x="8352938" y="4361525"/>
            <a:ext cx="648072" cy="5760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Flowchart: Connector 10"/>
          <p:cNvSpPr/>
          <p:nvPr/>
        </p:nvSpPr>
        <p:spPr>
          <a:xfrm>
            <a:off x="9660396" y="2625047"/>
            <a:ext cx="648072" cy="5760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owchart: Connector 11"/>
          <p:cNvSpPr/>
          <p:nvPr/>
        </p:nvSpPr>
        <p:spPr>
          <a:xfrm>
            <a:off x="8364251" y="2679250"/>
            <a:ext cx="648072" cy="5760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Pie 13"/>
          <p:cNvSpPr/>
          <p:nvPr/>
        </p:nvSpPr>
        <p:spPr>
          <a:xfrm>
            <a:off x="6018683" y="2722105"/>
            <a:ext cx="648072" cy="576064"/>
          </a:xfrm>
          <a:prstGeom prst="pie">
            <a:avLst>
              <a:gd name="adj1" fmla="val 5403671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Pie 15"/>
          <p:cNvSpPr/>
          <p:nvPr/>
        </p:nvSpPr>
        <p:spPr>
          <a:xfrm>
            <a:off x="9734455" y="4376553"/>
            <a:ext cx="648072" cy="576064"/>
          </a:xfrm>
          <a:prstGeom prst="pie">
            <a:avLst>
              <a:gd name="adj1" fmla="val 5394426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7" name="Flowchart: Connector 16"/>
          <p:cNvSpPr/>
          <p:nvPr/>
        </p:nvSpPr>
        <p:spPr>
          <a:xfrm>
            <a:off x="8364251" y="3598550"/>
            <a:ext cx="648072" cy="5760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Flowchart: Connector 17"/>
          <p:cNvSpPr/>
          <p:nvPr/>
        </p:nvSpPr>
        <p:spPr>
          <a:xfrm>
            <a:off x="9684902" y="3598550"/>
            <a:ext cx="648072" cy="5760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Flowchart: Connector 18"/>
          <p:cNvSpPr/>
          <p:nvPr/>
        </p:nvSpPr>
        <p:spPr>
          <a:xfrm>
            <a:off x="9660396" y="5946861"/>
            <a:ext cx="648072" cy="5760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Flowchart: Connector 19"/>
          <p:cNvSpPr/>
          <p:nvPr/>
        </p:nvSpPr>
        <p:spPr>
          <a:xfrm>
            <a:off x="7176123" y="3598550"/>
            <a:ext cx="648072" cy="5760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Flowchart: Connector 20"/>
          <p:cNvSpPr/>
          <p:nvPr/>
        </p:nvSpPr>
        <p:spPr>
          <a:xfrm>
            <a:off x="7110555" y="5080259"/>
            <a:ext cx="648072" cy="5760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lowchart: Connector 21"/>
          <p:cNvSpPr/>
          <p:nvPr/>
        </p:nvSpPr>
        <p:spPr>
          <a:xfrm>
            <a:off x="8364251" y="5080259"/>
            <a:ext cx="648072" cy="5760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Flowchart: Connector 22"/>
          <p:cNvSpPr/>
          <p:nvPr/>
        </p:nvSpPr>
        <p:spPr>
          <a:xfrm>
            <a:off x="9666245" y="5103321"/>
            <a:ext cx="648072" cy="5760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Pie 23"/>
          <p:cNvSpPr/>
          <p:nvPr/>
        </p:nvSpPr>
        <p:spPr>
          <a:xfrm>
            <a:off x="6014225" y="5103321"/>
            <a:ext cx="648072" cy="576064"/>
          </a:xfrm>
          <a:prstGeom prst="pie">
            <a:avLst>
              <a:gd name="adj1" fmla="val 5403671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5" name="Flowchart: Connector 24"/>
          <p:cNvSpPr/>
          <p:nvPr/>
        </p:nvSpPr>
        <p:spPr>
          <a:xfrm>
            <a:off x="5974198" y="4328467"/>
            <a:ext cx="648072" cy="5760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7" name="Straight Connector 26"/>
          <p:cNvCxnSpPr/>
          <p:nvPr/>
        </p:nvCxnSpPr>
        <p:spPr>
          <a:xfrm>
            <a:off x="6105439" y="3886582"/>
            <a:ext cx="452551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lowchart: Connector 30"/>
          <p:cNvSpPr/>
          <p:nvPr/>
        </p:nvSpPr>
        <p:spPr>
          <a:xfrm>
            <a:off x="7158483" y="4328467"/>
            <a:ext cx="648072" cy="5760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/>
          <p:cNvSpPr/>
          <p:nvPr/>
        </p:nvSpPr>
        <p:spPr>
          <a:xfrm>
            <a:off x="384773" y="1630351"/>
            <a:ext cx="2904241" cy="5088527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514518" y="1863624"/>
            <a:ext cx="2719535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/>
              <a:t>Comparaison entre les deux solutions propriétaires leader du marché IBM </a:t>
            </a:r>
            <a:r>
              <a:rPr lang="fr-FR" sz="2400" dirty="0" err="1"/>
              <a:t>Qradar</a:t>
            </a:r>
            <a:r>
              <a:rPr lang="fr-FR" sz="2400" dirty="0"/>
              <a:t> et HP </a:t>
            </a:r>
            <a:r>
              <a:rPr lang="fr-FR" sz="2400" dirty="0" err="1"/>
              <a:t>ArcSight</a:t>
            </a:r>
            <a:r>
              <a:rPr lang="fr-FR" sz="2400" dirty="0"/>
              <a:t> et les deux solutions d’</a:t>
            </a:r>
            <a:r>
              <a:rPr lang="fr-FR" sz="2400" dirty="0" err="1"/>
              <a:t>AlienVault</a:t>
            </a:r>
            <a:r>
              <a:rPr lang="fr-FR" sz="2400" dirty="0"/>
              <a:t>, le produit payant USM et celui open-source OSSIM.</a:t>
            </a:r>
          </a:p>
        </p:txBody>
      </p:sp>
      <p:sp>
        <p:nvSpPr>
          <p:cNvPr id="35" name="Pie 34"/>
          <p:cNvSpPr/>
          <p:nvPr/>
        </p:nvSpPr>
        <p:spPr>
          <a:xfrm>
            <a:off x="6004098" y="5974148"/>
            <a:ext cx="648072" cy="576064"/>
          </a:xfrm>
          <a:prstGeom prst="pie">
            <a:avLst>
              <a:gd name="adj1" fmla="val 5403671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6" name="Pie 35"/>
          <p:cNvSpPr/>
          <p:nvPr/>
        </p:nvSpPr>
        <p:spPr>
          <a:xfrm>
            <a:off x="7158483" y="5923012"/>
            <a:ext cx="648072" cy="576064"/>
          </a:xfrm>
          <a:prstGeom prst="pie">
            <a:avLst>
              <a:gd name="adj1" fmla="val 5403671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7" name="Pie 36"/>
          <p:cNvSpPr/>
          <p:nvPr/>
        </p:nvSpPr>
        <p:spPr>
          <a:xfrm>
            <a:off x="8364251" y="5910172"/>
            <a:ext cx="648072" cy="576064"/>
          </a:xfrm>
          <a:prstGeom prst="pie">
            <a:avLst>
              <a:gd name="adj1" fmla="val 5403671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" name="Oval 1"/>
          <p:cNvSpPr/>
          <p:nvPr/>
        </p:nvSpPr>
        <p:spPr>
          <a:xfrm>
            <a:off x="9448574" y="4174614"/>
            <a:ext cx="974159" cy="92870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TextBox 27"/>
          <p:cNvSpPr txBox="1"/>
          <p:nvPr/>
        </p:nvSpPr>
        <p:spPr>
          <a:xfrm>
            <a:off x="130304" y="189437"/>
            <a:ext cx="2756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chemeClr val="tx2">
                    <a:lumMod val="75000"/>
                  </a:schemeClr>
                </a:solidFill>
              </a:rPr>
              <a:t>6</a:t>
            </a:r>
            <a:endParaRPr lang="fr-FR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9154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31" grpId="0" animBg="1"/>
      <p:bldP spid="32" grpId="0" animBg="1"/>
      <p:bldP spid="33" grpId="0"/>
      <p:bldP spid="35" grpId="0" animBg="1"/>
      <p:bldP spid="36" grpId="0" animBg="1"/>
      <p:bldP spid="37" grpId="0" animBg="1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 smtClean="0"/>
              <a:t>Choix de la solution</a:t>
            </a:r>
            <a:endParaRPr lang="fr-FR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83432" y="1777664"/>
            <a:ext cx="8153400" cy="576064"/>
          </a:xfrm>
        </p:spPr>
        <p:txBody>
          <a:bodyPr/>
          <a:lstStyle/>
          <a:p>
            <a:pPr marL="0" indent="0">
              <a:buNone/>
            </a:pPr>
            <a:r>
              <a:rPr lang="fr-FR" dirty="0" smtClean="0"/>
              <a:t>    OSSIM convient aux exigences de l’entreprise.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13" name="Chevron 12"/>
          <p:cNvSpPr/>
          <p:nvPr/>
        </p:nvSpPr>
        <p:spPr>
          <a:xfrm>
            <a:off x="1055441" y="1939199"/>
            <a:ext cx="238345" cy="25299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94808" y="2484718"/>
            <a:ext cx="744729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900" dirty="0"/>
              <a:t>Mais, il </a:t>
            </a:r>
            <a:r>
              <a:rPr lang="fr-FR" sz="2800" dirty="0" smtClean="0"/>
              <a:t>ne dispose pas de </a:t>
            </a:r>
            <a:r>
              <a:rPr lang="fr-FR" sz="2900" dirty="0" err="1" smtClean="0"/>
              <a:t>Logger</a:t>
            </a:r>
            <a:r>
              <a:rPr lang="fr-FR" sz="2900" dirty="0" smtClean="0"/>
              <a:t>. </a:t>
            </a:r>
            <a:endParaRPr lang="fr-FR" sz="2900" dirty="0"/>
          </a:p>
        </p:txBody>
      </p:sp>
      <p:sp>
        <p:nvSpPr>
          <p:cNvPr id="15" name="Curved Right Arrow 14"/>
          <p:cNvSpPr/>
          <p:nvPr/>
        </p:nvSpPr>
        <p:spPr>
          <a:xfrm rot="20157657">
            <a:off x="1268189" y="3010177"/>
            <a:ext cx="602047" cy="1047111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61740" y="3360651"/>
            <a:ext cx="7680904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900" dirty="0"/>
              <a:t>Proposer d’intégrer ELK pour compenser la fonction de gestion de logs et pour renforcer la tâche de recherche, d’indexation et d’investigation.</a:t>
            </a:r>
          </a:p>
        </p:txBody>
      </p:sp>
      <p:sp>
        <p:nvSpPr>
          <p:cNvPr id="17" name="Striped Right Arrow 16"/>
          <p:cNvSpPr/>
          <p:nvPr/>
        </p:nvSpPr>
        <p:spPr>
          <a:xfrm>
            <a:off x="2013864" y="5496398"/>
            <a:ext cx="504056" cy="306519"/>
          </a:xfrm>
          <a:prstGeom prst="stripedRightArrow">
            <a:avLst>
              <a:gd name="adj1" fmla="val 37484"/>
              <a:gd name="adj2" fmla="val 656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extBox 17"/>
          <p:cNvSpPr txBox="1"/>
          <p:nvPr/>
        </p:nvSpPr>
        <p:spPr>
          <a:xfrm>
            <a:off x="2609144" y="5380356"/>
            <a:ext cx="7680904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900" dirty="0"/>
              <a:t>Notre solution </a:t>
            </a:r>
            <a:r>
              <a:rPr lang="fr-FR" sz="2900" dirty="0" smtClean="0"/>
              <a:t>repose sur </a:t>
            </a:r>
            <a:r>
              <a:rPr lang="fr-FR" sz="2900" dirty="0"/>
              <a:t>le déploiement du SIEM OSSIM et l’i</a:t>
            </a:r>
            <a:r>
              <a:rPr lang="fr-FR" sz="3200" dirty="0"/>
              <a:t>ntégration d’ELK.</a:t>
            </a:r>
            <a:r>
              <a:rPr lang="fr-FR" sz="2900" dirty="0"/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304" y="189437"/>
            <a:ext cx="2756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chemeClr val="tx2">
                    <a:lumMod val="75000"/>
                  </a:schemeClr>
                </a:solidFill>
              </a:rPr>
              <a:t>7</a:t>
            </a:r>
            <a:endParaRPr lang="fr-FR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86315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3" grpId="0" animBg="1"/>
      <p:bldP spid="14" grpId="0"/>
      <p:bldP spid="15" grpId="0" animBg="1"/>
      <p:bldP spid="16" grpId="0"/>
      <p:bldP spid="17" grpId="0" animBg="1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tDnDiag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19"/>
          <p:cNvSpPr>
            <a:spLocks/>
          </p:cNvSpPr>
          <p:nvPr/>
        </p:nvSpPr>
        <p:spPr bwMode="auto">
          <a:xfrm>
            <a:off x="5699710" y="1792145"/>
            <a:ext cx="828032" cy="822269"/>
          </a:xfrm>
          <a:custGeom>
            <a:avLst/>
            <a:gdLst>
              <a:gd name="T0" fmla="*/ 12471 w 24942"/>
              <a:gd name="T1" fmla="*/ 0 h 21600"/>
              <a:gd name="T2" fmla="*/ 23271 w 24942"/>
              <a:gd name="T3" fmla="*/ 5400 h 21600"/>
              <a:gd name="T4" fmla="*/ 23271 w 24942"/>
              <a:gd name="T5" fmla="*/ 16200 h 21600"/>
              <a:gd name="T6" fmla="*/ 12471 w 24942"/>
              <a:gd name="T7" fmla="*/ 21600 h 21600"/>
              <a:gd name="T8" fmla="*/ 1671 w 24942"/>
              <a:gd name="T9" fmla="*/ 16200 h 21600"/>
              <a:gd name="T10" fmla="*/ 1671 w 24942"/>
              <a:gd name="T11" fmla="*/ 5400 h 21600"/>
              <a:gd name="T12" fmla="*/ 12471 w 24942"/>
              <a:gd name="T13" fmla="*/ 0 h 21600"/>
              <a:gd name="T14" fmla="*/ 12471 w 24942"/>
              <a:gd name="T1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4942" h="21600">
                <a:moveTo>
                  <a:pt x="12471" y="0"/>
                </a:moveTo>
                <a:lnTo>
                  <a:pt x="23271" y="5400"/>
                </a:lnTo>
                <a:lnTo>
                  <a:pt x="23271" y="16200"/>
                </a:lnTo>
                <a:lnTo>
                  <a:pt x="12471" y="21600"/>
                </a:lnTo>
                <a:lnTo>
                  <a:pt x="1671" y="16200"/>
                </a:lnTo>
                <a:lnTo>
                  <a:pt x="1671" y="5400"/>
                </a:lnTo>
                <a:lnTo>
                  <a:pt x="12471" y="0"/>
                </a:lnTo>
                <a:close/>
                <a:moveTo>
                  <a:pt x="12471" y="0"/>
                </a:moveTo>
              </a:path>
            </a:pathLst>
          </a:custGeom>
          <a:solidFill>
            <a:schemeClr val="bg1">
              <a:lumMod val="75000"/>
            </a:schemeClr>
          </a:solidFill>
          <a:ln w="25400" cap="flat">
            <a:solidFill>
              <a:schemeClr val="tx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9" name="Line 31"/>
          <p:cNvSpPr>
            <a:spLocks noChangeShapeType="1"/>
          </p:cNvSpPr>
          <p:nvPr/>
        </p:nvSpPr>
        <p:spPr bwMode="auto">
          <a:xfrm>
            <a:off x="2590332" y="4422405"/>
            <a:ext cx="3109383" cy="0"/>
          </a:xfrm>
          <a:prstGeom prst="line">
            <a:avLst/>
          </a:prstGeom>
          <a:noFill/>
          <a:ln w="50800">
            <a:solidFill>
              <a:schemeClr val="accent6">
                <a:lumMod val="40000"/>
                <a:lumOff val="6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10" name="Line 32"/>
          <p:cNvSpPr>
            <a:spLocks noChangeShapeType="1"/>
          </p:cNvSpPr>
          <p:nvPr/>
        </p:nvSpPr>
        <p:spPr bwMode="auto">
          <a:xfrm>
            <a:off x="6814302" y="5085184"/>
            <a:ext cx="3109383" cy="0"/>
          </a:xfrm>
          <a:prstGeom prst="line">
            <a:avLst/>
          </a:prstGeom>
          <a:noFill/>
          <a:ln w="50800">
            <a:solidFill>
              <a:schemeClr val="accent6">
                <a:lumMod val="40000"/>
                <a:lumOff val="6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11" name="Line 33"/>
          <p:cNvSpPr>
            <a:spLocks noChangeShapeType="1"/>
          </p:cNvSpPr>
          <p:nvPr/>
        </p:nvSpPr>
        <p:spPr bwMode="auto">
          <a:xfrm>
            <a:off x="2509597" y="2179191"/>
            <a:ext cx="3107267" cy="0"/>
          </a:xfrm>
          <a:prstGeom prst="line">
            <a:avLst/>
          </a:prstGeom>
          <a:noFill/>
          <a:ln w="50800">
            <a:solidFill>
              <a:schemeClr val="accent6">
                <a:lumMod val="40000"/>
                <a:lumOff val="6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12" name="Line 34"/>
          <p:cNvSpPr>
            <a:spLocks noChangeShapeType="1"/>
          </p:cNvSpPr>
          <p:nvPr/>
        </p:nvSpPr>
        <p:spPr bwMode="auto">
          <a:xfrm>
            <a:off x="7068361" y="3242334"/>
            <a:ext cx="3107267" cy="0"/>
          </a:xfrm>
          <a:prstGeom prst="line">
            <a:avLst/>
          </a:prstGeom>
          <a:noFill/>
          <a:ln w="50800">
            <a:solidFill>
              <a:schemeClr val="accent6">
                <a:lumMod val="40000"/>
                <a:lumOff val="6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14" name="AutoShape 19"/>
          <p:cNvSpPr>
            <a:spLocks/>
          </p:cNvSpPr>
          <p:nvPr/>
        </p:nvSpPr>
        <p:spPr bwMode="auto">
          <a:xfrm>
            <a:off x="5699710" y="2582139"/>
            <a:ext cx="1368647" cy="1322816"/>
          </a:xfrm>
          <a:custGeom>
            <a:avLst/>
            <a:gdLst>
              <a:gd name="T0" fmla="*/ 12471 w 24942"/>
              <a:gd name="T1" fmla="*/ 0 h 21600"/>
              <a:gd name="T2" fmla="*/ 23271 w 24942"/>
              <a:gd name="T3" fmla="*/ 5400 h 21600"/>
              <a:gd name="T4" fmla="*/ 23271 w 24942"/>
              <a:gd name="T5" fmla="*/ 16200 h 21600"/>
              <a:gd name="T6" fmla="*/ 12471 w 24942"/>
              <a:gd name="T7" fmla="*/ 21600 h 21600"/>
              <a:gd name="T8" fmla="*/ 1671 w 24942"/>
              <a:gd name="T9" fmla="*/ 16200 h 21600"/>
              <a:gd name="T10" fmla="*/ 1671 w 24942"/>
              <a:gd name="T11" fmla="*/ 5400 h 21600"/>
              <a:gd name="T12" fmla="*/ 12471 w 24942"/>
              <a:gd name="T13" fmla="*/ 0 h 21600"/>
              <a:gd name="T14" fmla="*/ 12471 w 24942"/>
              <a:gd name="T1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4942" h="21600">
                <a:moveTo>
                  <a:pt x="12471" y="0"/>
                </a:moveTo>
                <a:lnTo>
                  <a:pt x="23271" y="5400"/>
                </a:lnTo>
                <a:lnTo>
                  <a:pt x="23271" y="16200"/>
                </a:lnTo>
                <a:lnTo>
                  <a:pt x="12471" y="21600"/>
                </a:lnTo>
                <a:lnTo>
                  <a:pt x="1671" y="16200"/>
                </a:lnTo>
                <a:lnTo>
                  <a:pt x="1671" y="5400"/>
                </a:lnTo>
                <a:lnTo>
                  <a:pt x="12471" y="0"/>
                </a:lnTo>
                <a:close/>
                <a:moveTo>
                  <a:pt x="12471" y="0"/>
                </a:moveTo>
              </a:path>
            </a:pathLst>
          </a:custGeom>
          <a:solidFill>
            <a:schemeClr val="accent3"/>
          </a:solidFill>
          <a:ln w="25400" cap="flat">
            <a:solidFill>
              <a:schemeClr val="tx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17" name="Rectangle 3"/>
          <p:cNvSpPr>
            <a:spLocks/>
          </p:cNvSpPr>
          <p:nvPr/>
        </p:nvSpPr>
        <p:spPr bwMode="auto">
          <a:xfrm>
            <a:off x="2509597" y="5877272"/>
            <a:ext cx="576263" cy="7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1pPr>
            <a:lvl2pPr marL="742950" indent="-28575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2pPr>
            <a:lvl3pPr marL="11430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3pPr>
            <a:lvl4pPr marL="16002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4pPr>
            <a:lvl5pPr marL="20574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9pPr>
          </a:lstStyle>
          <a:p>
            <a:pPr algn="l" eaLnBrk="1" hangingPunct="1"/>
            <a:r>
              <a:rPr lang="en-US" sz="3600" dirty="0">
                <a:solidFill>
                  <a:schemeClr val="bg1"/>
                </a:solidFill>
                <a:latin typeface="Open Sans Condensed Light" charset="0"/>
                <a:sym typeface="Open Sans Cond Light" pitchFamily="-84" charset="0"/>
              </a:rPr>
              <a:t>3</a:t>
            </a:r>
          </a:p>
        </p:txBody>
      </p:sp>
      <p:sp>
        <p:nvSpPr>
          <p:cNvPr id="18" name="Rectangle 3"/>
          <p:cNvSpPr>
            <a:spLocks/>
          </p:cNvSpPr>
          <p:nvPr/>
        </p:nvSpPr>
        <p:spPr bwMode="auto">
          <a:xfrm>
            <a:off x="6112155" y="2997577"/>
            <a:ext cx="576263" cy="7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1pPr>
            <a:lvl2pPr marL="742950" indent="-28575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2pPr>
            <a:lvl3pPr marL="11430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3pPr>
            <a:lvl4pPr marL="16002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4pPr>
            <a:lvl5pPr marL="20574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9pPr>
          </a:lstStyle>
          <a:p>
            <a:pPr algn="l" eaLnBrk="1" hangingPunct="1"/>
            <a:r>
              <a:rPr lang="en-US" sz="6267" dirty="0">
                <a:solidFill>
                  <a:schemeClr val="bg1"/>
                </a:solidFill>
                <a:latin typeface="Open Sans Condensed Light" charset="0"/>
                <a:sym typeface="Open Sans Cond Light" pitchFamily="-84" charset="0"/>
              </a:rPr>
              <a:t>2</a:t>
            </a:r>
          </a:p>
        </p:txBody>
      </p:sp>
      <p:sp>
        <p:nvSpPr>
          <p:cNvPr id="22" name="TextBox 1"/>
          <p:cNvSpPr txBox="1"/>
          <p:nvPr/>
        </p:nvSpPr>
        <p:spPr>
          <a:xfrm>
            <a:off x="6508394" y="1971940"/>
            <a:ext cx="48248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accent6"/>
                </a:solidFill>
              </a:rPr>
              <a:t>État de l’art: Étude sur les SOC/</a:t>
            </a:r>
            <a:r>
              <a:rPr lang="fr-FR" sz="2000" b="1" dirty="0" err="1">
                <a:solidFill>
                  <a:schemeClr val="accent6"/>
                </a:solidFill>
              </a:rPr>
              <a:t>SIEMs</a:t>
            </a:r>
            <a:endParaRPr lang="fr-FR" sz="2000" b="1" dirty="0">
              <a:solidFill>
                <a:schemeClr val="accent6"/>
              </a:solidFill>
            </a:endParaRPr>
          </a:p>
        </p:txBody>
      </p:sp>
      <p:sp>
        <p:nvSpPr>
          <p:cNvPr id="23" name="TextBox 56"/>
          <p:cNvSpPr txBox="1"/>
          <p:nvPr/>
        </p:nvSpPr>
        <p:spPr>
          <a:xfrm>
            <a:off x="505544" y="2961049"/>
            <a:ext cx="6532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accent3">
                    <a:lumMod val="75000"/>
                  </a:schemeClr>
                </a:solidFill>
              </a:rPr>
              <a:t>Déploiement de la solution OSSIM-ELK	</a:t>
            </a:r>
            <a:endParaRPr lang="fr-FR" sz="2400" b="1" dirty="0">
              <a:solidFill>
                <a:schemeClr val="accent3">
                  <a:lumMod val="75000"/>
                </a:schemeClr>
              </a:solidFill>
            </a:endParaRPr>
          </a:p>
          <a:p>
            <a:endParaRPr lang="fr-FR" sz="2400" b="1" dirty="0">
              <a:solidFill>
                <a:schemeClr val="bg1">
                  <a:lumMod val="65000"/>
                </a:schemeClr>
              </a:solidFill>
              <a:latin typeface="Open Sans Cond Light"/>
            </a:endParaRPr>
          </a:p>
        </p:txBody>
      </p:sp>
      <p:sp>
        <p:nvSpPr>
          <p:cNvPr id="24" name="TextBox 57"/>
          <p:cNvSpPr txBox="1"/>
          <p:nvPr/>
        </p:nvSpPr>
        <p:spPr>
          <a:xfrm>
            <a:off x="2977940" y="4867133"/>
            <a:ext cx="4027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6"/>
                </a:solidFill>
              </a:rPr>
              <a:t>Conclusion </a:t>
            </a:r>
            <a:r>
              <a:rPr lang="fr-FR" sz="2000" b="1" dirty="0">
                <a:solidFill>
                  <a:schemeClr val="accent6"/>
                </a:solidFill>
              </a:rPr>
              <a:t>et perspectives</a:t>
            </a:r>
          </a:p>
        </p:txBody>
      </p:sp>
      <p:sp>
        <p:nvSpPr>
          <p:cNvPr id="26" name="Rectangle 3"/>
          <p:cNvSpPr>
            <a:spLocks/>
          </p:cNvSpPr>
          <p:nvPr/>
        </p:nvSpPr>
        <p:spPr bwMode="auto">
          <a:xfrm>
            <a:off x="5944046" y="1565368"/>
            <a:ext cx="438215" cy="868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1pPr>
            <a:lvl2pPr marL="742950" indent="-28575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2pPr>
            <a:lvl3pPr marL="11430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3pPr>
            <a:lvl4pPr marL="16002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4pPr>
            <a:lvl5pPr marL="20574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9pPr>
          </a:lstStyle>
          <a:p>
            <a:pPr algn="l" eaLnBrk="1" hangingPunct="1"/>
            <a:r>
              <a:rPr lang="en-US" sz="3600" dirty="0">
                <a:solidFill>
                  <a:schemeClr val="bg1"/>
                </a:solidFill>
                <a:latin typeface="Open Sans Condensed Light" charset="0"/>
                <a:sym typeface="Open Sans Cond Light" pitchFamily="-84" charset="0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08394" y="4149628"/>
            <a:ext cx="49882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 smtClean="0">
                <a:solidFill>
                  <a:schemeClr val="accent6"/>
                </a:solidFill>
              </a:rPr>
              <a:t>Expérimentations d’attaques et résultats</a:t>
            </a:r>
            <a:endParaRPr lang="fr-FR" sz="2000" b="1" dirty="0">
              <a:solidFill>
                <a:schemeClr val="accent6"/>
              </a:solidFill>
            </a:endParaRPr>
          </a:p>
        </p:txBody>
      </p:sp>
      <p:sp>
        <p:nvSpPr>
          <p:cNvPr id="20" name="AutoShape 19"/>
          <p:cNvSpPr>
            <a:spLocks/>
          </p:cNvSpPr>
          <p:nvPr/>
        </p:nvSpPr>
        <p:spPr bwMode="auto">
          <a:xfrm>
            <a:off x="5986270" y="4661586"/>
            <a:ext cx="828032" cy="822269"/>
          </a:xfrm>
          <a:custGeom>
            <a:avLst/>
            <a:gdLst>
              <a:gd name="T0" fmla="*/ 12471 w 24942"/>
              <a:gd name="T1" fmla="*/ 0 h 21600"/>
              <a:gd name="T2" fmla="*/ 23271 w 24942"/>
              <a:gd name="T3" fmla="*/ 5400 h 21600"/>
              <a:gd name="T4" fmla="*/ 23271 w 24942"/>
              <a:gd name="T5" fmla="*/ 16200 h 21600"/>
              <a:gd name="T6" fmla="*/ 12471 w 24942"/>
              <a:gd name="T7" fmla="*/ 21600 h 21600"/>
              <a:gd name="T8" fmla="*/ 1671 w 24942"/>
              <a:gd name="T9" fmla="*/ 16200 h 21600"/>
              <a:gd name="T10" fmla="*/ 1671 w 24942"/>
              <a:gd name="T11" fmla="*/ 5400 h 21600"/>
              <a:gd name="T12" fmla="*/ 12471 w 24942"/>
              <a:gd name="T13" fmla="*/ 0 h 21600"/>
              <a:gd name="T14" fmla="*/ 12471 w 24942"/>
              <a:gd name="T1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4942" h="21600">
                <a:moveTo>
                  <a:pt x="12471" y="0"/>
                </a:moveTo>
                <a:lnTo>
                  <a:pt x="23271" y="5400"/>
                </a:lnTo>
                <a:lnTo>
                  <a:pt x="23271" y="16200"/>
                </a:lnTo>
                <a:lnTo>
                  <a:pt x="12471" y="21600"/>
                </a:lnTo>
                <a:lnTo>
                  <a:pt x="1671" y="16200"/>
                </a:lnTo>
                <a:lnTo>
                  <a:pt x="1671" y="5400"/>
                </a:lnTo>
                <a:lnTo>
                  <a:pt x="12471" y="0"/>
                </a:lnTo>
                <a:close/>
                <a:moveTo>
                  <a:pt x="12471" y="0"/>
                </a:moveTo>
              </a:path>
            </a:pathLst>
          </a:custGeom>
          <a:solidFill>
            <a:schemeClr val="bg1">
              <a:lumMod val="75000"/>
            </a:schemeClr>
          </a:solidFill>
          <a:ln w="25400" cap="flat">
            <a:solidFill>
              <a:schemeClr val="tx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21" name="AutoShape 19"/>
          <p:cNvSpPr>
            <a:spLocks/>
          </p:cNvSpPr>
          <p:nvPr/>
        </p:nvSpPr>
        <p:spPr bwMode="auto">
          <a:xfrm>
            <a:off x="5747423" y="3882320"/>
            <a:ext cx="828032" cy="857630"/>
          </a:xfrm>
          <a:custGeom>
            <a:avLst/>
            <a:gdLst>
              <a:gd name="T0" fmla="*/ 12471 w 24942"/>
              <a:gd name="T1" fmla="*/ 0 h 21600"/>
              <a:gd name="T2" fmla="*/ 23271 w 24942"/>
              <a:gd name="T3" fmla="*/ 5400 h 21600"/>
              <a:gd name="T4" fmla="*/ 23271 w 24942"/>
              <a:gd name="T5" fmla="*/ 16200 h 21600"/>
              <a:gd name="T6" fmla="*/ 12471 w 24942"/>
              <a:gd name="T7" fmla="*/ 21600 h 21600"/>
              <a:gd name="T8" fmla="*/ 1671 w 24942"/>
              <a:gd name="T9" fmla="*/ 16200 h 21600"/>
              <a:gd name="T10" fmla="*/ 1671 w 24942"/>
              <a:gd name="T11" fmla="*/ 5400 h 21600"/>
              <a:gd name="T12" fmla="*/ 12471 w 24942"/>
              <a:gd name="T13" fmla="*/ 0 h 21600"/>
              <a:gd name="T14" fmla="*/ 12471 w 24942"/>
              <a:gd name="T1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4942" h="21600">
                <a:moveTo>
                  <a:pt x="12471" y="0"/>
                </a:moveTo>
                <a:lnTo>
                  <a:pt x="23271" y="5400"/>
                </a:lnTo>
                <a:lnTo>
                  <a:pt x="23271" y="16200"/>
                </a:lnTo>
                <a:lnTo>
                  <a:pt x="12471" y="21600"/>
                </a:lnTo>
                <a:lnTo>
                  <a:pt x="1671" y="16200"/>
                </a:lnTo>
                <a:lnTo>
                  <a:pt x="1671" y="5400"/>
                </a:lnTo>
                <a:lnTo>
                  <a:pt x="12471" y="0"/>
                </a:lnTo>
                <a:close/>
                <a:moveTo>
                  <a:pt x="12471" y="0"/>
                </a:moveTo>
              </a:path>
            </a:pathLst>
          </a:custGeom>
          <a:solidFill>
            <a:schemeClr val="bg1">
              <a:lumMod val="75000"/>
            </a:schemeClr>
          </a:solidFill>
          <a:ln w="25400" cap="flat">
            <a:solidFill>
              <a:schemeClr val="tx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25" name="Rectangle 3"/>
          <p:cNvSpPr>
            <a:spLocks/>
          </p:cNvSpPr>
          <p:nvPr/>
        </p:nvSpPr>
        <p:spPr bwMode="auto">
          <a:xfrm>
            <a:off x="6021254" y="3826433"/>
            <a:ext cx="576263" cy="7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1pPr>
            <a:lvl2pPr marL="742950" indent="-28575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2pPr>
            <a:lvl3pPr marL="11430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3pPr>
            <a:lvl4pPr marL="16002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4pPr>
            <a:lvl5pPr marL="20574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9pPr>
          </a:lstStyle>
          <a:p>
            <a:pPr algn="l" eaLnBrk="1" hangingPunct="1"/>
            <a:r>
              <a:rPr lang="en-US" sz="3600" dirty="0">
                <a:solidFill>
                  <a:schemeClr val="bg1"/>
                </a:solidFill>
                <a:latin typeface="Open Sans Condensed Light" charset="0"/>
                <a:sym typeface="Open Sans Cond Light" pitchFamily="-84" charset="0"/>
              </a:rPr>
              <a:t>3</a:t>
            </a:r>
          </a:p>
        </p:txBody>
      </p:sp>
      <p:sp>
        <p:nvSpPr>
          <p:cNvPr id="27" name="Rectangle 3"/>
          <p:cNvSpPr>
            <a:spLocks/>
          </p:cNvSpPr>
          <p:nvPr/>
        </p:nvSpPr>
        <p:spPr bwMode="auto">
          <a:xfrm>
            <a:off x="6239610" y="4610587"/>
            <a:ext cx="576263" cy="7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1pPr>
            <a:lvl2pPr marL="742950" indent="-28575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2pPr>
            <a:lvl3pPr marL="11430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3pPr>
            <a:lvl4pPr marL="16002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4pPr>
            <a:lvl5pPr marL="20574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9pPr>
          </a:lstStyle>
          <a:p>
            <a:pPr algn="l" eaLnBrk="1" hangingPunct="1"/>
            <a:r>
              <a:rPr lang="en-US" sz="3600" dirty="0">
                <a:solidFill>
                  <a:schemeClr val="bg1"/>
                </a:solidFill>
                <a:latin typeface="Open Sans Condensed Light" charset="0"/>
                <a:sym typeface="Open Sans Cond Light" pitchFamily="-8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290957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75520" y="116632"/>
            <a:ext cx="81534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Déploiement de la solution </a:t>
            </a:r>
            <a:r>
              <a:rPr lang="fr-FR" dirty="0" smtClean="0"/>
              <a:t>OSSIM-ELK</a:t>
            </a:r>
            <a:r>
              <a:rPr lang="en-US" sz="4000" dirty="0"/>
              <a:t/>
            </a:r>
            <a:br>
              <a:rPr lang="en-US" sz="4000" dirty="0"/>
            </a:br>
            <a:r>
              <a:rPr lang="fr-FR" sz="4000" dirty="0" smtClean="0"/>
              <a:t>Architecture réseau de la solutio</a:t>
            </a:r>
            <a:r>
              <a:rPr lang="fr-FR" sz="4000" dirty="0"/>
              <a:t>n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568" y="1628800"/>
            <a:ext cx="7992888" cy="50352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130304" y="189437"/>
            <a:ext cx="2756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chemeClr val="tx2">
                    <a:lumMod val="75000"/>
                  </a:schemeClr>
                </a:solidFill>
              </a:rPr>
              <a:t>8</a:t>
            </a:r>
            <a:endParaRPr lang="fr-FR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99627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0700" y="3140968"/>
            <a:ext cx="8499348" cy="3129443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191344" y="281623"/>
            <a:ext cx="11284631" cy="990600"/>
          </a:xfrm>
          <a:prstGeom prst="rect">
            <a:avLst/>
          </a:prstGeom>
        </p:spPr>
        <p:txBody>
          <a:bodyPr vert="horz" anchor="ctr">
            <a:normAutofit fontScale="700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5200" dirty="0" smtClean="0"/>
              <a:t>Déploiement </a:t>
            </a:r>
            <a:r>
              <a:rPr lang="fr-FR" sz="5200" dirty="0"/>
              <a:t>de la solution OSSIM-ELK</a:t>
            </a:r>
          </a:p>
          <a:p>
            <a:pPr algn="ctr"/>
            <a:r>
              <a:rPr lang="fr-FR" sz="4600" dirty="0" smtClean="0"/>
              <a:t>OSSIM</a:t>
            </a:r>
            <a:endParaRPr lang="en-US" sz="4600" dirty="0"/>
          </a:p>
        </p:txBody>
      </p:sp>
      <p:sp>
        <p:nvSpPr>
          <p:cNvPr id="10" name="Rectangle 9"/>
          <p:cNvSpPr/>
          <p:nvPr/>
        </p:nvSpPr>
        <p:spPr>
          <a:xfrm>
            <a:off x="604775" y="1696163"/>
            <a:ext cx="1103584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/>
              <a:t>OSSIM (Open Source Security Information Management) est une solution open </a:t>
            </a:r>
            <a:r>
              <a:rPr lang="fr-FR" sz="2400" dirty="0" smtClean="0"/>
              <a:t>source qui </a:t>
            </a:r>
            <a:r>
              <a:rPr lang="fr-FR" sz="2400" dirty="0"/>
              <a:t>offre une infrastructure pour l’administration et la supervision du réseau.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304" y="189437"/>
            <a:ext cx="2756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chemeClr val="tx2">
                    <a:lumMod val="75000"/>
                  </a:schemeClr>
                </a:solidFill>
              </a:rPr>
              <a:t>9</a:t>
            </a:r>
            <a:endParaRPr lang="fr-FR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2534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dirty="0" smtClean="0"/>
              <a:t>Déploiement de la solution OSSIM-ELK</a:t>
            </a:r>
            <a:br>
              <a:rPr lang="fr-FR" dirty="0" smtClean="0"/>
            </a:br>
            <a:r>
              <a:rPr lang="fr-FR" sz="3600" dirty="0" smtClean="0"/>
              <a:t>OSSIM - Authentificatio</a:t>
            </a:r>
            <a:r>
              <a:rPr lang="fr-FR" sz="3600" dirty="0"/>
              <a:t>n</a:t>
            </a:r>
            <a:endParaRPr lang="fr-FR" sz="40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Interface d’authentification.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6" name="Image 5" descr="C:\Users\abir\Desktop\installation ossim\login-interface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6" y="2204864"/>
            <a:ext cx="7968208" cy="41044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130304" y="189437"/>
            <a:ext cx="565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chemeClr val="tx2">
                    <a:lumMod val="75000"/>
                  </a:schemeClr>
                </a:solidFill>
              </a:rPr>
              <a:t>10</a:t>
            </a:r>
            <a:endParaRPr lang="fr-FR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25466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dirty="0"/>
              <a:t>Déploiement de la solution OSSIM-ELK</a:t>
            </a:r>
            <a:br>
              <a:rPr lang="fr-FR" dirty="0"/>
            </a:br>
            <a:r>
              <a:rPr lang="fr-FR" sz="3600" dirty="0"/>
              <a:t>OSSIM </a:t>
            </a:r>
            <a:r>
              <a:rPr lang="fr-FR" sz="3600" dirty="0" smtClean="0"/>
              <a:t>– Tableau de bord</a:t>
            </a:r>
            <a:endParaRPr lang="fr-FR" dirty="0"/>
          </a:p>
        </p:txBody>
      </p:sp>
      <p:sp>
        <p:nvSpPr>
          <p:cNvPr id="7" name="Espace réservé du contenu 6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60648"/>
          </a:xfrm>
        </p:spPr>
        <p:txBody>
          <a:bodyPr>
            <a:noAutofit/>
          </a:bodyPr>
          <a:lstStyle/>
          <a:p>
            <a:r>
              <a:rPr lang="fr-FR" sz="2800" dirty="0" smtClean="0"/>
              <a:t>Vue d’ensemble du tableau de bord.</a:t>
            </a:r>
          </a:p>
        </p:txBody>
      </p:sp>
      <p:pic>
        <p:nvPicPr>
          <p:cNvPr id="8" name="Espace réservé du contenu 5" descr="C:\Users\abir\Desktop\ossim-framework\dash 1.PNG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6" y="2204864"/>
            <a:ext cx="8136904" cy="444118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130304" y="189437"/>
            <a:ext cx="686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chemeClr val="tx2">
                    <a:lumMod val="75000"/>
                  </a:schemeClr>
                </a:solidFill>
              </a:rPr>
              <a:t>11</a:t>
            </a:r>
            <a:endParaRPr lang="fr-FR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12406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rc 15"/>
          <p:cNvSpPr/>
          <p:nvPr/>
        </p:nvSpPr>
        <p:spPr>
          <a:xfrm rot="8100000">
            <a:off x="3943643" y="2783475"/>
            <a:ext cx="1831771" cy="1831771"/>
          </a:xfrm>
          <a:prstGeom prst="arc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Arc 82"/>
          <p:cNvSpPr/>
          <p:nvPr/>
        </p:nvSpPr>
        <p:spPr>
          <a:xfrm rot="8100000">
            <a:off x="5379638" y="2833476"/>
            <a:ext cx="1831771" cy="1831771"/>
          </a:xfrm>
          <a:prstGeom prst="arc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Arc 83"/>
          <p:cNvSpPr/>
          <p:nvPr/>
        </p:nvSpPr>
        <p:spPr>
          <a:xfrm rot="8100000">
            <a:off x="6879761" y="2883477"/>
            <a:ext cx="1831771" cy="1831771"/>
          </a:xfrm>
          <a:prstGeom prst="arc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Arc 84"/>
          <p:cNvSpPr/>
          <p:nvPr/>
        </p:nvSpPr>
        <p:spPr>
          <a:xfrm rot="8100000">
            <a:off x="8339095" y="2866521"/>
            <a:ext cx="1831771" cy="1831771"/>
          </a:xfrm>
          <a:prstGeom prst="arc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dirty="0" smtClean="0"/>
              <a:t>Déploiement de la solution OSSIM-ELK</a:t>
            </a:r>
            <a:br>
              <a:rPr lang="fr-FR" dirty="0" smtClean="0"/>
            </a:br>
            <a:r>
              <a:rPr lang="fr-FR" sz="3600" dirty="0" smtClean="0"/>
              <a:t>OSSIM – Plugins</a:t>
            </a:r>
            <a:endParaRPr lang="en-US" sz="3600" dirty="0"/>
          </a:p>
        </p:txBody>
      </p:sp>
      <p:sp>
        <p:nvSpPr>
          <p:cNvPr id="4" name="Hexagon 3"/>
          <p:cNvSpPr/>
          <p:nvPr/>
        </p:nvSpPr>
        <p:spPr>
          <a:xfrm>
            <a:off x="3303161" y="3212976"/>
            <a:ext cx="1296416" cy="751647"/>
          </a:xfrm>
          <a:prstGeom prst="hexagon">
            <a:avLst/>
          </a:prstGeom>
          <a:gradFill flip="none" rotWithShape="1">
            <a:gsLst>
              <a:gs pos="47000">
                <a:schemeClr val="accent1"/>
              </a:gs>
              <a:gs pos="54000">
                <a:schemeClr val="accent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Prads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3827653" y="4115797"/>
            <a:ext cx="400051" cy="400051"/>
          </a:xfrm>
          <a:prstGeom prst="ellips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/>
              <a:t>01</a:t>
            </a:r>
          </a:p>
        </p:txBody>
      </p:sp>
      <p:sp>
        <p:nvSpPr>
          <p:cNvPr id="22" name="Hexagon 21"/>
          <p:cNvSpPr/>
          <p:nvPr/>
        </p:nvSpPr>
        <p:spPr>
          <a:xfrm>
            <a:off x="4714566" y="3212976"/>
            <a:ext cx="1481289" cy="740514"/>
          </a:xfrm>
          <a:prstGeom prst="hexagon">
            <a:avLst/>
          </a:prstGeom>
          <a:gradFill flip="none" rotWithShape="1">
            <a:gsLst>
              <a:gs pos="47000">
                <a:schemeClr val="accent2"/>
              </a:gs>
              <a:gs pos="54000">
                <a:schemeClr val="accent2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Openvas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5292245" y="4115797"/>
            <a:ext cx="400051" cy="400051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/>
              <a:t>02</a:t>
            </a:r>
          </a:p>
        </p:txBody>
      </p:sp>
      <p:sp>
        <p:nvSpPr>
          <p:cNvPr id="61" name="Hexagon 60"/>
          <p:cNvSpPr/>
          <p:nvPr/>
        </p:nvSpPr>
        <p:spPr>
          <a:xfrm>
            <a:off x="6314077" y="3212976"/>
            <a:ext cx="1467129" cy="733194"/>
          </a:xfrm>
          <a:prstGeom prst="hexagon">
            <a:avLst/>
          </a:prstGeom>
          <a:gradFill flip="none" rotWithShape="1">
            <a:gsLst>
              <a:gs pos="47000">
                <a:schemeClr val="accent3"/>
              </a:gs>
              <a:gs pos="54000">
                <a:schemeClr val="accent3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tx1"/>
                </a:solidFill>
              </a:rPr>
              <a:t>Suricata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60" name="Oval 59"/>
          <p:cNvSpPr/>
          <p:nvPr/>
        </p:nvSpPr>
        <p:spPr>
          <a:xfrm>
            <a:off x="6810813" y="4205865"/>
            <a:ext cx="400051" cy="400051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/>
              <a:t>03</a:t>
            </a:r>
          </a:p>
        </p:txBody>
      </p:sp>
      <p:sp>
        <p:nvSpPr>
          <p:cNvPr id="67" name="Hexagon 66"/>
          <p:cNvSpPr/>
          <p:nvPr/>
        </p:nvSpPr>
        <p:spPr>
          <a:xfrm>
            <a:off x="7882772" y="3212976"/>
            <a:ext cx="1297135" cy="751490"/>
          </a:xfrm>
          <a:prstGeom prst="hexagon">
            <a:avLst/>
          </a:prstGeom>
          <a:gradFill flip="none" rotWithShape="1">
            <a:gsLst>
              <a:gs pos="47000">
                <a:schemeClr val="accent4"/>
              </a:gs>
              <a:gs pos="54000">
                <a:schemeClr val="accent4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Nagios</a:t>
            </a:r>
          </a:p>
        </p:txBody>
      </p:sp>
      <p:sp>
        <p:nvSpPr>
          <p:cNvPr id="66" name="Oval 65"/>
          <p:cNvSpPr/>
          <p:nvPr/>
        </p:nvSpPr>
        <p:spPr>
          <a:xfrm>
            <a:off x="8262946" y="4155864"/>
            <a:ext cx="400051" cy="400051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/>
              <a:t>04</a:t>
            </a:r>
          </a:p>
        </p:txBody>
      </p:sp>
      <p:sp>
        <p:nvSpPr>
          <p:cNvPr id="73" name="Hexagon 72"/>
          <p:cNvSpPr/>
          <p:nvPr/>
        </p:nvSpPr>
        <p:spPr>
          <a:xfrm>
            <a:off x="9319457" y="3201173"/>
            <a:ext cx="1222358" cy="763293"/>
          </a:xfrm>
          <a:prstGeom prst="hexagon">
            <a:avLst/>
          </a:prstGeom>
          <a:gradFill flip="none" rotWithShape="1">
            <a:gsLst>
              <a:gs pos="47000">
                <a:schemeClr val="accent5"/>
              </a:gs>
              <a:gs pos="54000">
                <a:schemeClr val="accent5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OSSEC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11444" y="4974109"/>
            <a:ext cx="1612996" cy="9233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fr-FR" sz="2000" dirty="0"/>
              <a:t>I</a:t>
            </a:r>
            <a:r>
              <a:rPr lang="fr-FR" sz="2000" dirty="0" smtClean="0"/>
              <a:t>dentifier </a:t>
            </a:r>
            <a:r>
              <a:rPr lang="fr-FR" sz="2000" dirty="0"/>
              <a:t>les hôtes et leurs </a:t>
            </a:r>
            <a:r>
              <a:rPr lang="fr-FR" sz="2000" dirty="0" smtClean="0"/>
              <a:t>systèmes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557857" y="4964441"/>
            <a:ext cx="1219236" cy="12311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fr-FR" sz="2000" dirty="0"/>
              <a:t>D</a:t>
            </a:r>
            <a:r>
              <a:rPr lang="fr-FR" sz="2000" dirty="0" smtClean="0"/>
              <a:t>étecter</a:t>
            </a:r>
            <a:r>
              <a:rPr lang="en-US" sz="2000" dirty="0" smtClean="0"/>
              <a:t> </a:t>
            </a:r>
            <a:r>
              <a:rPr lang="en-US" sz="2000" dirty="0"/>
              <a:t>les </a:t>
            </a:r>
            <a:r>
              <a:rPr lang="fr-FR" sz="2000" dirty="0" smtClean="0"/>
              <a:t>intrusions sur le trafic réseau</a:t>
            </a:r>
            <a:endParaRPr lang="en-US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7925880" y="5016913"/>
            <a:ext cx="1254027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2000" dirty="0" err="1"/>
              <a:t>S</a:t>
            </a:r>
            <a:r>
              <a:rPr lang="en-US" sz="2000" dirty="0" err="1" smtClean="0"/>
              <a:t>urveiller</a:t>
            </a:r>
            <a:r>
              <a:rPr lang="en-US" sz="2000" dirty="0" smtClean="0"/>
              <a:t> </a:t>
            </a:r>
            <a:r>
              <a:rPr lang="en-US" sz="2000" dirty="0"/>
              <a:t>les </a:t>
            </a:r>
            <a:r>
              <a:rPr lang="en-US" sz="2000" dirty="0" err="1"/>
              <a:t>hôtes</a:t>
            </a:r>
            <a:endParaRPr lang="en-US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9427062" y="4964442"/>
            <a:ext cx="1409028" cy="12311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2000" dirty="0" err="1"/>
              <a:t>D</a:t>
            </a:r>
            <a:r>
              <a:rPr lang="en-US" sz="2000" dirty="0" err="1" smtClean="0"/>
              <a:t>étecter</a:t>
            </a:r>
            <a:r>
              <a:rPr lang="en-US" sz="2000" dirty="0" smtClean="0"/>
              <a:t> les </a:t>
            </a:r>
            <a:r>
              <a:rPr lang="en-US" sz="2000" dirty="0" err="1" smtClean="0"/>
              <a:t>évé</a:t>
            </a:r>
            <a:r>
              <a:rPr lang="fr-FR" sz="2000" dirty="0" err="1" smtClean="0"/>
              <a:t>nements</a:t>
            </a:r>
            <a:r>
              <a:rPr lang="fr-FR" sz="2000" dirty="0" smtClean="0"/>
              <a:t>  sur les </a:t>
            </a:r>
            <a:r>
              <a:rPr lang="fr-FR" sz="2000" dirty="0"/>
              <a:t>hôtes </a:t>
            </a:r>
            <a:r>
              <a:rPr lang="fr-FR" sz="2000" dirty="0" err="1" smtClean="0"/>
              <a:t>windows</a:t>
            </a:r>
            <a:endParaRPr lang="en-US" sz="2000" dirty="0"/>
          </a:p>
        </p:txBody>
      </p:sp>
      <p:sp>
        <p:nvSpPr>
          <p:cNvPr id="41" name="Arc 40"/>
          <p:cNvSpPr/>
          <p:nvPr/>
        </p:nvSpPr>
        <p:spPr>
          <a:xfrm rot="8100000">
            <a:off x="9862701" y="2849564"/>
            <a:ext cx="1831771" cy="1831771"/>
          </a:xfrm>
          <a:prstGeom prst="arc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9828331" y="4210892"/>
            <a:ext cx="400051" cy="400051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/>
              <a:t>05</a:t>
            </a:r>
          </a:p>
        </p:txBody>
      </p:sp>
      <p:sp>
        <p:nvSpPr>
          <p:cNvPr id="43" name="Oval 42"/>
          <p:cNvSpPr/>
          <p:nvPr/>
        </p:nvSpPr>
        <p:spPr>
          <a:xfrm>
            <a:off x="11287666" y="4205865"/>
            <a:ext cx="400051" cy="400051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/>
              <a:t>06</a:t>
            </a:r>
          </a:p>
        </p:txBody>
      </p:sp>
      <p:sp>
        <p:nvSpPr>
          <p:cNvPr id="44" name="Hexagon 43"/>
          <p:cNvSpPr/>
          <p:nvPr/>
        </p:nvSpPr>
        <p:spPr>
          <a:xfrm>
            <a:off x="10641154" y="3212976"/>
            <a:ext cx="1153449" cy="751490"/>
          </a:xfrm>
          <a:prstGeom prst="hexagon">
            <a:avLst/>
          </a:prstGeom>
          <a:gradFill flip="none" rotWithShape="1">
            <a:gsLst>
              <a:gs pos="47000">
                <a:schemeClr val="accent2"/>
              </a:gs>
              <a:gs pos="54000">
                <a:schemeClr val="accent2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Nmap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7823" y="1812401"/>
            <a:ext cx="7260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Les </a:t>
            </a:r>
            <a:r>
              <a:rPr lang="fr-FR" sz="2400" dirty="0" err="1"/>
              <a:t>plugi</a:t>
            </a:r>
            <a:r>
              <a:rPr lang="en-US" sz="2400" dirty="0"/>
              <a:t>ns </a:t>
            </a:r>
            <a:r>
              <a:rPr lang="en-US" sz="2400" dirty="0" smtClean="0"/>
              <a:t>que nous </a:t>
            </a:r>
            <a:r>
              <a:rPr lang="fr-FR" sz="2400" dirty="0" smtClean="0"/>
              <a:t>avons</a:t>
            </a:r>
            <a:r>
              <a:rPr lang="en-US" sz="2400" dirty="0" smtClean="0"/>
              <a:t> </a:t>
            </a:r>
            <a:r>
              <a:rPr lang="en-US" sz="2400" dirty="0" err="1" smtClean="0"/>
              <a:t>integré</a:t>
            </a:r>
            <a:r>
              <a:rPr lang="en-US" sz="2400" dirty="0" smtClean="0"/>
              <a:t> </a:t>
            </a:r>
            <a:r>
              <a:rPr lang="en-US" sz="2400" dirty="0"/>
              <a:t>avec </a:t>
            </a:r>
            <a:r>
              <a:rPr lang="fr-FR" sz="2400" dirty="0" smtClean="0"/>
              <a:t>OSSIM.  </a:t>
            </a:r>
            <a:endParaRPr lang="fr-FR" sz="2400" dirty="0"/>
          </a:p>
        </p:txBody>
      </p:sp>
      <p:sp>
        <p:nvSpPr>
          <p:cNvPr id="11" name="Rectangle 10"/>
          <p:cNvSpPr/>
          <p:nvPr/>
        </p:nvSpPr>
        <p:spPr>
          <a:xfrm>
            <a:off x="4973994" y="5009014"/>
            <a:ext cx="159717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/>
              <a:t>I</a:t>
            </a:r>
            <a:r>
              <a:rPr lang="fr-FR" sz="2000" dirty="0" smtClean="0"/>
              <a:t>dentifier </a:t>
            </a:r>
            <a:r>
              <a:rPr lang="fr-FR" sz="2000" dirty="0"/>
              <a:t>les vulnérabilités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80107" y="4959415"/>
            <a:ext cx="1612996" cy="6771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2000" dirty="0" err="1"/>
              <a:t>S</a:t>
            </a:r>
            <a:r>
              <a:rPr lang="en-US" sz="2000" dirty="0" err="1" smtClean="0"/>
              <a:t>ca</a:t>
            </a:r>
            <a:r>
              <a:rPr lang="fr-FR" sz="2000" dirty="0" err="1" smtClean="0"/>
              <a:t>nner</a:t>
            </a:r>
            <a:endParaRPr lang="fr-FR" sz="2000" dirty="0" smtClean="0"/>
          </a:p>
          <a:p>
            <a:pPr algn="ctr">
              <a:spcBef>
                <a:spcPct val="20000"/>
              </a:spcBef>
              <a:defRPr/>
            </a:pPr>
            <a:r>
              <a:rPr lang="fr-FR" sz="2000" dirty="0" smtClean="0"/>
              <a:t> </a:t>
            </a:r>
            <a:r>
              <a:rPr lang="fr-FR" sz="2000" dirty="0"/>
              <a:t>les ports</a:t>
            </a:r>
            <a:endParaRPr lang="en-US" sz="200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499" y="2602016"/>
            <a:ext cx="2985980" cy="3919372"/>
          </a:xfrm>
          <a:prstGeom prst="rect">
            <a:avLst/>
          </a:prstGeom>
        </p:spPr>
      </p:pic>
      <p:cxnSp>
        <p:nvCxnSpPr>
          <p:cNvPr id="33" name="Curved Connector 32"/>
          <p:cNvCxnSpPr/>
          <p:nvPr/>
        </p:nvCxnSpPr>
        <p:spPr>
          <a:xfrm rot="5400000" flipH="1" flipV="1">
            <a:off x="2737957" y="4536997"/>
            <a:ext cx="1229794" cy="740946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82499" y="233681"/>
            <a:ext cx="5661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>
                <a:solidFill>
                  <a:schemeClr val="tx2">
                    <a:lumMod val="75000"/>
                  </a:schemeClr>
                </a:solidFill>
              </a:rPr>
              <a:t>12</a:t>
            </a:r>
            <a:endParaRPr lang="fr-FR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692965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83" grpId="0" animBg="1"/>
      <p:bldP spid="84" grpId="0" animBg="1"/>
      <p:bldP spid="85" grpId="0" animBg="1"/>
      <p:bldP spid="4" grpId="0" animBg="1"/>
      <p:bldP spid="17" grpId="0" animBg="1"/>
      <p:bldP spid="22" grpId="0" animBg="1"/>
      <p:bldP spid="21" grpId="0" animBg="1"/>
      <p:bldP spid="61" grpId="0" animBg="1"/>
      <p:bldP spid="60" grpId="0" animBg="1"/>
      <p:bldP spid="67" grpId="0" animBg="1"/>
      <p:bldP spid="66" grpId="0" animBg="1"/>
      <p:bldP spid="73" grpId="0" animBg="1"/>
      <p:bldP spid="89" grpId="0"/>
      <p:bldP spid="91" grpId="0"/>
      <p:bldP spid="92" grpId="0"/>
      <p:bldP spid="93" grpId="0"/>
      <p:bldP spid="41" grpId="0" animBg="1"/>
      <p:bldP spid="42" grpId="0" animBg="1"/>
      <p:bldP spid="43" grpId="0" animBg="1"/>
      <p:bldP spid="44" grpId="0" animBg="1"/>
      <p:bldP spid="10" grpId="0"/>
      <p:bldP spid="11" grpId="0"/>
      <p:bldP spid="4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dirty="0"/>
              <a:t>Déploiement de la solution OSSIM-ELK</a:t>
            </a:r>
            <a:br>
              <a:rPr lang="fr-FR" dirty="0"/>
            </a:br>
            <a:r>
              <a:rPr lang="fr-FR" sz="3600" dirty="0" smtClean="0"/>
              <a:t>Pare-feu </a:t>
            </a:r>
            <a:r>
              <a:rPr lang="fr-FR" sz="3600" dirty="0" err="1" smtClean="0"/>
              <a:t>Monowall</a:t>
            </a:r>
            <a:endParaRPr lang="fr-FR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Ajout d’un pare-feu </a:t>
            </a:r>
            <a:r>
              <a:rPr lang="fr-FR" dirty="0" err="1" smtClean="0"/>
              <a:t>Monowall</a:t>
            </a:r>
            <a:r>
              <a:rPr lang="fr-FR" dirty="0" smtClean="0"/>
              <a:t> : filtrer le trafic réseau et rediriger les logs vers OSSIM pour l’analyse.</a:t>
            </a:r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333" y="3293000"/>
            <a:ext cx="10182573" cy="18722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938"/>
          <a:stretch/>
        </p:blipFill>
        <p:spPr>
          <a:xfrm>
            <a:off x="2279576" y="2542702"/>
            <a:ext cx="7241927" cy="26107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Rectangle 8"/>
          <p:cNvSpPr/>
          <p:nvPr/>
        </p:nvSpPr>
        <p:spPr>
          <a:xfrm>
            <a:off x="182499" y="233681"/>
            <a:ext cx="5661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>
                <a:solidFill>
                  <a:schemeClr val="tx2">
                    <a:lumMod val="75000"/>
                  </a:schemeClr>
                </a:solidFill>
              </a:rPr>
              <a:t>13</a:t>
            </a:r>
            <a:endParaRPr lang="fr-FR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5431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535720" cy="460648"/>
          </a:xfrm>
        </p:spPr>
        <p:txBody>
          <a:bodyPr>
            <a:normAutofit fontScale="92500" lnSpcReduction="20000"/>
          </a:bodyPr>
          <a:lstStyle/>
          <a:p>
            <a:r>
              <a:rPr lang="fr-FR" dirty="0" smtClean="0"/>
              <a:t>Identification des hôtes du réseau.</a:t>
            </a:r>
            <a:endParaRPr lang="fr-F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76" y="2492896"/>
            <a:ext cx="11523111" cy="33123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2072246" y="-52090"/>
            <a:ext cx="80249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sz="4000" dirty="0">
                <a:solidFill>
                  <a:schemeClr val="tx2"/>
                </a:solidFill>
                <a:ea typeface="+mj-ea"/>
                <a:cs typeface="+mj-cs"/>
              </a:rPr>
              <a:t>Déploiement de la solution OSSIM-ELK</a:t>
            </a:r>
            <a:r>
              <a:rPr lang="fr-FR" sz="4400" dirty="0"/>
              <a:t/>
            </a:r>
            <a:br>
              <a:rPr lang="fr-FR" sz="4400" dirty="0"/>
            </a:br>
            <a:r>
              <a:rPr lang="fr-FR" sz="3200" dirty="0" smtClean="0">
                <a:solidFill>
                  <a:schemeClr val="tx2"/>
                </a:solidFill>
                <a:ea typeface="+mj-ea"/>
                <a:cs typeface="+mj-cs"/>
              </a:rPr>
              <a:t>Plugi</a:t>
            </a:r>
            <a:r>
              <a:rPr lang="fr-FR" sz="3200" dirty="0">
                <a:solidFill>
                  <a:schemeClr val="tx2"/>
                </a:solidFill>
              </a:rPr>
              <a:t>n</a:t>
            </a:r>
            <a:r>
              <a:rPr lang="fr-FR" sz="3200" dirty="0" smtClean="0">
                <a:solidFill>
                  <a:schemeClr val="tx2"/>
                </a:solidFill>
                <a:ea typeface="+mj-ea"/>
                <a:cs typeface="+mj-cs"/>
              </a:rPr>
              <a:t> </a:t>
            </a:r>
            <a:r>
              <a:rPr lang="fr-FR" sz="3200" dirty="0" err="1" smtClean="0">
                <a:solidFill>
                  <a:schemeClr val="tx2"/>
                </a:solidFill>
                <a:ea typeface="+mj-ea"/>
                <a:cs typeface="+mj-cs"/>
              </a:rPr>
              <a:t>Prads</a:t>
            </a:r>
            <a:endParaRPr lang="fr-FR" sz="3200" dirty="0">
              <a:solidFill>
                <a:schemeClr val="tx2"/>
              </a:solidFill>
              <a:ea typeface="+mj-ea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2499" y="233681"/>
            <a:ext cx="5661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>
                <a:solidFill>
                  <a:schemeClr val="tx2">
                    <a:lumMod val="75000"/>
                  </a:schemeClr>
                </a:solidFill>
              </a:rPr>
              <a:t>14</a:t>
            </a:r>
            <a:endParaRPr lang="fr-FR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4628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dirty="0" smtClean="0"/>
              <a:t>Déploiement de la solution OSSIM-ELK</a:t>
            </a:r>
            <a:r>
              <a:rPr lang="fr-FR" sz="4800" dirty="0" smtClean="0"/>
              <a:t/>
            </a:r>
            <a:br>
              <a:rPr lang="fr-FR" sz="4800" dirty="0" smtClean="0"/>
            </a:br>
            <a:r>
              <a:rPr lang="fr-FR" sz="3600" dirty="0" smtClean="0"/>
              <a:t>Plugin </a:t>
            </a:r>
            <a:r>
              <a:rPr lang="fr-FR" sz="3600" dirty="0" err="1" smtClean="0"/>
              <a:t>Openvas</a:t>
            </a:r>
            <a:endParaRPr lang="fr-FR" sz="36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Identification des vulnérabilités des hôtes.</a:t>
            </a:r>
          </a:p>
          <a:p>
            <a:pPr marL="0" indent="0">
              <a:buNone/>
            </a:pPr>
            <a:r>
              <a:rPr lang="fr-FR" dirty="0" smtClean="0"/>
              <a:t> 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6" name="Image 5" descr="C:\Users\abir\Desktop\ossim-framework\vulnerabilité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616" y="2204864"/>
            <a:ext cx="6672016" cy="44371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1041" y="2512236"/>
            <a:ext cx="5849166" cy="307700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82499" y="233681"/>
            <a:ext cx="5661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>
                <a:solidFill>
                  <a:schemeClr val="tx2">
                    <a:lumMod val="75000"/>
                  </a:schemeClr>
                </a:solidFill>
              </a:rPr>
              <a:t>15</a:t>
            </a:r>
            <a:endParaRPr lang="fr-FR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7510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dirty="0"/>
              <a:t>Déploiement de la solution OSSIM-ELK</a:t>
            </a:r>
            <a:r>
              <a:rPr lang="fr-FR" sz="4800" dirty="0"/>
              <a:t/>
            </a:r>
            <a:br>
              <a:rPr lang="fr-FR" sz="4800" dirty="0"/>
            </a:br>
            <a:r>
              <a:rPr lang="fr-FR" sz="3600" dirty="0"/>
              <a:t>Plugin </a:t>
            </a:r>
            <a:r>
              <a:rPr lang="fr-FR" sz="3600" dirty="0" err="1" smtClean="0"/>
              <a:t>Ossec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Détection des événements sur les hôtes Windows: cas d’insertion d’USB.</a:t>
            </a:r>
          </a:p>
          <a:p>
            <a:endParaRPr lang="fr-FR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77" b="2979"/>
          <a:stretch/>
        </p:blipFill>
        <p:spPr>
          <a:xfrm>
            <a:off x="3974461" y="2644421"/>
            <a:ext cx="4497804" cy="388092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60" y="3212976"/>
            <a:ext cx="11588047" cy="14314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182499" y="233681"/>
            <a:ext cx="5661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>
                <a:solidFill>
                  <a:schemeClr val="tx2">
                    <a:lumMod val="75000"/>
                  </a:schemeClr>
                </a:solidFill>
              </a:rPr>
              <a:t>16</a:t>
            </a:r>
            <a:endParaRPr lang="fr-FR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4641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dirty="0"/>
              <a:t>Déploiement de la solution OSSIM-ELK</a:t>
            </a:r>
            <a:r>
              <a:rPr lang="fr-FR" sz="4800" dirty="0"/>
              <a:t/>
            </a:r>
            <a:br>
              <a:rPr lang="fr-FR" sz="4800" dirty="0"/>
            </a:br>
            <a:r>
              <a:rPr lang="fr-FR" sz="3600" dirty="0"/>
              <a:t>Plugin </a:t>
            </a:r>
            <a:r>
              <a:rPr lang="fr-FR" sz="3200" dirty="0"/>
              <a:t>N</a:t>
            </a:r>
            <a:r>
              <a:rPr lang="fr-FR" sz="3600" dirty="0" smtClean="0"/>
              <a:t>agios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Surveillance des services d’une hôte </a:t>
            </a:r>
            <a:r>
              <a:rPr lang="fr-FR" dirty="0" err="1" smtClean="0"/>
              <a:t>windows</a:t>
            </a:r>
            <a:r>
              <a:rPr lang="fr-FR" dirty="0" smtClean="0"/>
              <a:t> et sa disponibilité.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260" y="2570369"/>
            <a:ext cx="7602407" cy="39066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6" b="39740"/>
          <a:stretch/>
        </p:blipFill>
        <p:spPr>
          <a:xfrm>
            <a:off x="3071664" y="2189368"/>
            <a:ext cx="5328592" cy="444508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182499" y="233681"/>
            <a:ext cx="5661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>
                <a:solidFill>
                  <a:schemeClr val="tx2">
                    <a:lumMod val="75000"/>
                  </a:schemeClr>
                </a:solidFill>
              </a:rPr>
              <a:t>17</a:t>
            </a:r>
            <a:endParaRPr lang="fr-FR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598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654258"/>
          </a:xfrm>
        </p:spPr>
        <p:txBody>
          <a:bodyPr/>
          <a:lstStyle/>
          <a:p>
            <a:r>
              <a:rPr lang="fr-FR" dirty="0" smtClean="0"/>
              <a:t>Les interactions entre les composants de la solution OSSIM-ELK.</a:t>
            </a:r>
            <a:endParaRPr lang="fr-F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2591853"/>
            <a:ext cx="10723164" cy="2592288"/>
          </a:xfrm>
          <a:prstGeom prst="rect">
            <a:avLst/>
          </a:prstGeom>
        </p:spPr>
      </p:pic>
      <p:sp>
        <p:nvSpPr>
          <p:cNvPr id="12" name="Content Placeholder 4"/>
          <p:cNvSpPr txBox="1">
            <a:spLocks/>
          </p:cNvSpPr>
          <p:nvPr/>
        </p:nvSpPr>
        <p:spPr>
          <a:xfrm>
            <a:off x="1743528" y="5681743"/>
            <a:ext cx="10871200" cy="65425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24" indent="-320024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48" indent="-274306" algn="l" rtl="0" eaLnBrk="1" latinLnBrk="0" hangingPunct="1">
              <a:spcBef>
                <a:spcPts val="551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-228589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-228589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-228589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014" indent="-228589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322" indent="-228589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628" indent="-228589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5934" indent="-228589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000" dirty="0" smtClean="0"/>
              <a:t>Le proxy </a:t>
            </a:r>
            <a:r>
              <a:rPr lang="fr-FR" sz="2000" dirty="0" err="1" smtClean="0"/>
              <a:t>Nginx</a:t>
            </a:r>
            <a:r>
              <a:rPr lang="fr-FR" sz="2000" dirty="0" smtClean="0"/>
              <a:t> assure l’accès externe à l’interface web </a:t>
            </a:r>
            <a:r>
              <a:rPr lang="fr-FR" sz="2000" dirty="0" err="1" smtClean="0"/>
              <a:t>Kibana</a:t>
            </a:r>
            <a:endParaRPr lang="fr-FR" sz="2000" dirty="0"/>
          </a:p>
        </p:txBody>
      </p:sp>
      <p:cxnSp>
        <p:nvCxnSpPr>
          <p:cNvPr id="11" name="Curved Connector 10"/>
          <p:cNvCxnSpPr/>
          <p:nvPr/>
        </p:nvCxnSpPr>
        <p:spPr>
          <a:xfrm rot="5400000">
            <a:off x="1256409" y="5295559"/>
            <a:ext cx="1013296" cy="413330"/>
          </a:xfrm>
          <a:prstGeom prst="curvedConnector4">
            <a:avLst>
              <a:gd name="adj1" fmla="val 33858"/>
              <a:gd name="adj2" fmla="val 155307"/>
            </a:avLst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677737" y="-129727"/>
            <a:ext cx="108712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/>
            </a:r>
            <a:br>
              <a:rPr lang="fr-FR" dirty="0"/>
            </a:br>
            <a:r>
              <a:rPr lang="fr-FR" dirty="0"/>
              <a:t>Déploiement de la solution OSSIM-ELK</a:t>
            </a:r>
            <a:br>
              <a:rPr lang="fr-FR" dirty="0"/>
            </a:br>
            <a:r>
              <a:rPr lang="fr-FR" sz="4000" dirty="0"/>
              <a:t>Architecture </a:t>
            </a:r>
            <a:r>
              <a:rPr lang="fr-FR" sz="4000" dirty="0" smtClean="0"/>
              <a:t>d’intégration OSSIM-ELK</a:t>
            </a:r>
            <a:endParaRPr lang="fr-FR" dirty="0"/>
          </a:p>
        </p:txBody>
      </p:sp>
      <p:sp>
        <p:nvSpPr>
          <p:cNvPr id="8" name="Rectangle 7"/>
          <p:cNvSpPr/>
          <p:nvPr/>
        </p:nvSpPr>
        <p:spPr>
          <a:xfrm>
            <a:off x="182499" y="233681"/>
            <a:ext cx="5661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>
                <a:solidFill>
                  <a:schemeClr val="tx2">
                    <a:lumMod val="75000"/>
                  </a:schemeClr>
                </a:solidFill>
              </a:rPr>
              <a:t>18</a:t>
            </a:r>
            <a:endParaRPr lang="fr-FR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8721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169" y="-176922"/>
            <a:ext cx="108712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/>
            </a:r>
            <a:br>
              <a:rPr lang="fr-FR" dirty="0"/>
            </a:br>
            <a:r>
              <a:rPr lang="fr-FR" dirty="0"/>
              <a:t>Déploiement de la solution OSSIM-ELK</a:t>
            </a:r>
            <a:br>
              <a:rPr lang="fr-FR" dirty="0"/>
            </a:br>
            <a:r>
              <a:rPr lang="fr-FR" sz="3600" dirty="0" smtClean="0"/>
              <a:t>Sécurisation de l’échange OSSIM-ELK</a:t>
            </a:r>
            <a:endParaRPr lang="fr-FR" sz="4000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1108720"/>
          </a:xfrm>
        </p:spPr>
        <p:txBody>
          <a:bodyPr/>
          <a:lstStyle/>
          <a:p>
            <a:r>
              <a:rPr lang="fr-FR" dirty="0" smtClean="0"/>
              <a:t>Création de certificat SSL: assurer l’authentification et la sécurité de l’échange de logs entre OSSIM et ELK.</a:t>
            </a:r>
            <a:endParaRPr lang="fr-F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940"/>
          <a:stretch/>
        </p:blipFill>
        <p:spPr>
          <a:xfrm>
            <a:off x="3575720" y="5293798"/>
            <a:ext cx="4320480" cy="29916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3089742"/>
            <a:ext cx="10989028" cy="4830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632"/>
          <a:stretch/>
        </p:blipFill>
        <p:spPr>
          <a:xfrm>
            <a:off x="3575720" y="5733256"/>
            <a:ext cx="4320480" cy="51773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Content Placeholder 4"/>
          <p:cNvSpPr txBox="1">
            <a:spLocks/>
          </p:cNvSpPr>
          <p:nvPr/>
        </p:nvSpPr>
        <p:spPr>
          <a:xfrm>
            <a:off x="551384" y="3953660"/>
            <a:ext cx="10871200" cy="11087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24" indent="-320024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48" indent="-274306" algn="l" rtl="0" eaLnBrk="1" latinLnBrk="0" hangingPunct="1">
              <a:spcBef>
                <a:spcPts val="551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-228589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-228589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-228589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014" indent="-228589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322" indent="-228589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628" indent="-228589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5934" indent="-228589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smtClean="0"/>
              <a:t>Configuration du fichier </a:t>
            </a:r>
            <a:r>
              <a:rPr lang="fr-FR" dirty="0" err="1" smtClean="0"/>
              <a:t>Openssl</a:t>
            </a: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182499" y="233681"/>
            <a:ext cx="5661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>
                <a:solidFill>
                  <a:schemeClr val="tx2">
                    <a:lumMod val="75000"/>
                  </a:schemeClr>
                </a:solidFill>
              </a:rPr>
              <a:t>19</a:t>
            </a:r>
            <a:endParaRPr lang="fr-FR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4809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dirty="0"/>
              <a:t>Déploiement de la solution OSSIM-ELK</a:t>
            </a:r>
            <a:br>
              <a:rPr lang="fr-FR" dirty="0"/>
            </a:br>
            <a:r>
              <a:rPr lang="fr-FR" sz="3600" dirty="0" smtClean="0"/>
              <a:t>Expéditio</a:t>
            </a:r>
            <a:r>
              <a:rPr lang="fr-FR" sz="3200" dirty="0" smtClean="0"/>
              <a:t>n </a:t>
            </a:r>
            <a:r>
              <a:rPr lang="fr-FR" sz="3600" dirty="0" smtClean="0"/>
              <a:t>de logs par </a:t>
            </a:r>
            <a:r>
              <a:rPr lang="fr-FR" sz="3600" dirty="0" err="1" smtClean="0"/>
              <a:t>Filebeat</a:t>
            </a:r>
            <a:endParaRPr lang="fr-FR" sz="36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855640" y="2154560"/>
            <a:ext cx="5760640" cy="4529250"/>
          </a:xfrm>
          <a:prstGeom prst="rect">
            <a:avLst/>
          </a:prstGeom>
        </p:spPr>
      </p:pic>
      <p:sp>
        <p:nvSpPr>
          <p:cNvPr id="7" name="Content Placeholder 4"/>
          <p:cNvSpPr txBox="1">
            <a:spLocks/>
          </p:cNvSpPr>
          <p:nvPr/>
        </p:nvSpPr>
        <p:spPr>
          <a:xfrm>
            <a:off x="816864" y="1600200"/>
            <a:ext cx="10871200" cy="11087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24" indent="-320024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48" indent="-274306" algn="l" rtl="0" eaLnBrk="1" latinLnBrk="0" hangingPunct="1">
              <a:spcBef>
                <a:spcPts val="551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-228589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-228589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-228589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014" indent="-228589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322" indent="-228589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628" indent="-228589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5934" indent="-228589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smtClean="0"/>
              <a:t>Configuration de </a:t>
            </a:r>
            <a:r>
              <a:rPr lang="fr-FR" dirty="0" err="1" smtClean="0"/>
              <a:t>Filebeat</a:t>
            </a:r>
            <a:r>
              <a:rPr lang="fr-FR" dirty="0" smtClean="0"/>
              <a:t> côté OSSIM  </a:t>
            </a:r>
            <a:endParaRPr lang="fr-FR" dirty="0"/>
          </a:p>
        </p:txBody>
      </p:sp>
      <p:sp>
        <p:nvSpPr>
          <p:cNvPr id="8" name="Rectangle 7"/>
          <p:cNvSpPr/>
          <p:nvPr/>
        </p:nvSpPr>
        <p:spPr>
          <a:xfrm>
            <a:off x="182499" y="233681"/>
            <a:ext cx="5661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>
                <a:solidFill>
                  <a:schemeClr val="tx2">
                    <a:lumMod val="75000"/>
                  </a:schemeClr>
                </a:solidFill>
              </a:rPr>
              <a:t>20</a:t>
            </a:r>
            <a:endParaRPr lang="fr-FR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6843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dirty="0"/>
              <a:t>Déploiement de la solution OSSIM-ELK 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sz="3600" dirty="0" smtClean="0"/>
              <a:t>Interface </a:t>
            </a:r>
            <a:r>
              <a:rPr lang="fr-FR" sz="3600" dirty="0"/>
              <a:t>web </a:t>
            </a:r>
            <a:r>
              <a:rPr lang="fr-FR" sz="3600" dirty="0" err="1"/>
              <a:t>Kibana</a:t>
            </a:r>
            <a:endParaRPr lang="fr-FR" sz="3600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964704"/>
          </a:xfrm>
        </p:spPr>
        <p:txBody>
          <a:bodyPr/>
          <a:lstStyle/>
          <a:p>
            <a:r>
              <a:rPr lang="fr-FR" dirty="0" smtClean="0"/>
              <a:t>Visualisation des logs expédiés par OSSIM sur l’interface web </a:t>
            </a:r>
            <a:r>
              <a:rPr lang="fr-FR" dirty="0" err="1" smtClean="0"/>
              <a:t>Kibana</a:t>
            </a:r>
            <a:r>
              <a:rPr lang="fr-FR" dirty="0" smtClean="0"/>
              <a:t>.</a:t>
            </a:r>
            <a:endParaRPr lang="fr-FR" dirty="0"/>
          </a:p>
        </p:txBody>
      </p:sp>
      <p:pic>
        <p:nvPicPr>
          <p:cNvPr id="9" name="Espace réservé du contenu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624" y="2198049"/>
            <a:ext cx="6192688" cy="44649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908" y="2082552"/>
            <a:ext cx="9728568" cy="415015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301"/>
          <a:stretch/>
        </p:blipFill>
        <p:spPr>
          <a:xfrm>
            <a:off x="90272" y="2470649"/>
            <a:ext cx="11597792" cy="29383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Rectangle 9"/>
          <p:cNvSpPr/>
          <p:nvPr/>
        </p:nvSpPr>
        <p:spPr>
          <a:xfrm>
            <a:off x="182499" y="233681"/>
            <a:ext cx="5661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>
                <a:solidFill>
                  <a:schemeClr val="tx2">
                    <a:lumMod val="75000"/>
                  </a:schemeClr>
                </a:solidFill>
              </a:rPr>
              <a:t>21</a:t>
            </a:r>
            <a:endParaRPr lang="fr-FR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521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mph" presetSubtype="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2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mph" presetSubtype="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2000" fill="hold"/>
                                        <p:tgtEl>
                                          <p:spTgt spid="1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tDnDiag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19"/>
          <p:cNvSpPr>
            <a:spLocks/>
          </p:cNvSpPr>
          <p:nvPr/>
        </p:nvSpPr>
        <p:spPr bwMode="auto">
          <a:xfrm>
            <a:off x="4807714" y="1470011"/>
            <a:ext cx="788141" cy="857734"/>
          </a:xfrm>
          <a:custGeom>
            <a:avLst/>
            <a:gdLst>
              <a:gd name="T0" fmla="*/ 12471 w 24942"/>
              <a:gd name="T1" fmla="*/ 0 h 21600"/>
              <a:gd name="T2" fmla="*/ 23271 w 24942"/>
              <a:gd name="T3" fmla="*/ 5400 h 21600"/>
              <a:gd name="T4" fmla="*/ 23271 w 24942"/>
              <a:gd name="T5" fmla="*/ 16200 h 21600"/>
              <a:gd name="T6" fmla="*/ 12471 w 24942"/>
              <a:gd name="T7" fmla="*/ 21600 h 21600"/>
              <a:gd name="T8" fmla="*/ 1671 w 24942"/>
              <a:gd name="T9" fmla="*/ 16200 h 21600"/>
              <a:gd name="T10" fmla="*/ 1671 w 24942"/>
              <a:gd name="T11" fmla="*/ 5400 h 21600"/>
              <a:gd name="T12" fmla="*/ 12471 w 24942"/>
              <a:gd name="T13" fmla="*/ 0 h 21600"/>
              <a:gd name="T14" fmla="*/ 12471 w 24942"/>
              <a:gd name="T1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4942" h="21600">
                <a:moveTo>
                  <a:pt x="12471" y="0"/>
                </a:moveTo>
                <a:lnTo>
                  <a:pt x="23271" y="5400"/>
                </a:lnTo>
                <a:lnTo>
                  <a:pt x="23271" y="16200"/>
                </a:lnTo>
                <a:lnTo>
                  <a:pt x="12471" y="21600"/>
                </a:lnTo>
                <a:lnTo>
                  <a:pt x="1671" y="16200"/>
                </a:lnTo>
                <a:lnTo>
                  <a:pt x="1671" y="5400"/>
                </a:lnTo>
                <a:lnTo>
                  <a:pt x="12471" y="0"/>
                </a:lnTo>
                <a:close/>
                <a:moveTo>
                  <a:pt x="12471" y="0"/>
                </a:moveTo>
              </a:path>
            </a:pathLst>
          </a:custGeom>
          <a:solidFill>
            <a:schemeClr val="bg1">
              <a:lumMod val="75000"/>
            </a:schemeClr>
          </a:solidFill>
          <a:ln w="25400" cap="flat">
            <a:solidFill>
              <a:schemeClr val="tx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9" name="Line 31"/>
          <p:cNvSpPr>
            <a:spLocks noChangeShapeType="1"/>
          </p:cNvSpPr>
          <p:nvPr/>
        </p:nvSpPr>
        <p:spPr bwMode="auto">
          <a:xfrm>
            <a:off x="5901250" y="2715485"/>
            <a:ext cx="3109383" cy="0"/>
          </a:xfrm>
          <a:prstGeom prst="line">
            <a:avLst/>
          </a:prstGeom>
          <a:noFill/>
          <a:ln w="50800">
            <a:solidFill>
              <a:schemeClr val="accent6">
                <a:lumMod val="40000"/>
                <a:lumOff val="6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10" name="Line 32"/>
          <p:cNvSpPr>
            <a:spLocks noChangeShapeType="1"/>
          </p:cNvSpPr>
          <p:nvPr/>
        </p:nvSpPr>
        <p:spPr bwMode="auto">
          <a:xfrm>
            <a:off x="5946163" y="4755587"/>
            <a:ext cx="3109383" cy="0"/>
          </a:xfrm>
          <a:prstGeom prst="line">
            <a:avLst/>
          </a:prstGeom>
          <a:noFill/>
          <a:ln w="50800">
            <a:solidFill>
              <a:schemeClr val="accent6">
                <a:lumMod val="40000"/>
                <a:lumOff val="6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11" name="Line 33"/>
          <p:cNvSpPr>
            <a:spLocks noChangeShapeType="1"/>
          </p:cNvSpPr>
          <p:nvPr/>
        </p:nvSpPr>
        <p:spPr bwMode="auto">
          <a:xfrm>
            <a:off x="1700447" y="2042786"/>
            <a:ext cx="3107267" cy="0"/>
          </a:xfrm>
          <a:prstGeom prst="line">
            <a:avLst/>
          </a:prstGeom>
          <a:noFill/>
          <a:ln w="50800">
            <a:solidFill>
              <a:schemeClr val="accent6">
                <a:lumMod val="40000"/>
                <a:lumOff val="6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12" name="Line 34"/>
          <p:cNvSpPr>
            <a:spLocks noChangeShapeType="1"/>
          </p:cNvSpPr>
          <p:nvPr/>
        </p:nvSpPr>
        <p:spPr bwMode="auto">
          <a:xfrm>
            <a:off x="1506647" y="3769656"/>
            <a:ext cx="3107267" cy="0"/>
          </a:xfrm>
          <a:prstGeom prst="line">
            <a:avLst/>
          </a:prstGeom>
          <a:noFill/>
          <a:ln w="50800">
            <a:solidFill>
              <a:srgbClr val="B8CDD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13" name="AutoShape 19"/>
          <p:cNvSpPr>
            <a:spLocks/>
          </p:cNvSpPr>
          <p:nvPr/>
        </p:nvSpPr>
        <p:spPr bwMode="auto">
          <a:xfrm>
            <a:off x="5072174" y="2225231"/>
            <a:ext cx="800905" cy="826700"/>
          </a:xfrm>
          <a:custGeom>
            <a:avLst/>
            <a:gdLst>
              <a:gd name="T0" fmla="*/ 12471 w 24942"/>
              <a:gd name="T1" fmla="*/ 0 h 21600"/>
              <a:gd name="T2" fmla="*/ 23271 w 24942"/>
              <a:gd name="T3" fmla="*/ 5400 h 21600"/>
              <a:gd name="T4" fmla="*/ 23271 w 24942"/>
              <a:gd name="T5" fmla="*/ 16200 h 21600"/>
              <a:gd name="T6" fmla="*/ 12471 w 24942"/>
              <a:gd name="T7" fmla="*/ 21600 h 21600"/>
              <a:gd name="T8" fmla="*/ 1671 w 24942"/>
              <a:gd name="T9" fmla="*/ 16200 h 21600"/>
              <a:gd name="T10" fmla="*/ 1671 w 24942"/>
              <a:gd name="T11" fmla="*/ 5400 h 21600"/>
              <a:gd name="T12" fmla="*/ 12471 w 24942"/>
              <a:gd name="T13" fmla="*/ 0 h 21600"/>
              <a:gd name="T14" fmla="*/ 12471 w 24942"/>
              <a:gd name="T1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4942" h="21600">
                <a:moveTo>
                  <a:pt x="12471" y="0"/>
                </a:moveTo>
                <a:lnTo>
                  <a:pt x="23271" y="5400"/>
                </a:lnTo>
                <a:lnTo>
                  <a:pt x="23271" y="16200"/>
                </a:lnTo>
                <a:lnTo>
                  <a:pt x="12471" y="21600"/>
                </a:lnTo>
                <a:lnTo>
                  <a:pt x="1671" y="16200"/>
                </a:lnTo>
                <a:lnTo>
                  <a:pt x="1671" y="5400"/>
                </a:lnTo>
                <a:lnTo>
                  <a:pt x="12471" y="0"/>
                </a:lnTo>
                <a:close/>
                <a:moveTo>
                  <a:pt x="12471" y="0"/>
                </a:moveTo>
              </a:path>
            </a:pathLst>
          </a:custGeom>
          <a:solidFill>
            <a:schemeClr val="bg1">
              <a:lumMod val="75000"/>
            </a:schemeClr>
          </a:solidFill>
          <a:ln w="25400" cap="flat">
            <a:solidFill>
              <a:schemeClr val="tx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14" name="AutoShape 19"/>
          <p:cNvSpPr>
            <a:spLocks/>
          </p:cNvSpPr>
          <p:nvPr/>
        </p:nvSpPr>
        <p:spPr bwMode="auto">
          <a:xfrm>
            <a:off x="4577517" y="3065916"/>
            <a:ext cx="1368646" cy="1322816"/>
          </a:xfrm>
          <a:custGeom>
            <a:avLst/>
            <a:gdLst>
              <a:gd name="T0" fmla="*/ 12471 w 24942"/>
              <a:gd name="T1" fmla="*/ 0 h 21600"/>
              <a:gd name="T2" fmla="*/ 23271 w 24942"/>
              <a:gd name="T3" fmla="*/ 5400 h 21600"/>
              <a:gd name="T4" fmla="*/ 23271 w 24942"/>
              <a:gd name="T5" fmla="*/ 16200 h 21600"/>
              <a:gd name="T6" fmla="*/ 12471 w 24942"/>
              <a:gd name="T7" fmla="*/ 21600 h 21600"/>
              <a:gd name="T8" fmla="*/ 1671 w 24942"/>
              <a:gd name="T9" fmla="*/ 16200 h 21600"/>
              <a:gd name="T10" fmla="*/ 1671 w 24942"/>
              <a:gd name="T11" fmla="*/ 5400 h 21600"/>
              <a:gd name="T12" fmla="*/ 12471 w 24942"/>
              <a:gd name="T13" fmla="*/ 0 h 21600"/>
              <a:gd name="T14" fmla="*/ 12471 w 24942"/>
              <a:gd name="T1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4942" h="21600">
                <a:moveTo>
                  <a:pt x="12471" y="0"/>
                </a:moveTo>
                <a:lnTo>
                  <a:pt x="23271" y="5400"/>
                </a:lnTo>
                <a:lnTo>
                  <a:pt x="23271" y="16200"/>
                </a:lnTo>
                <a:lnTo>
                  <a:pt x="12471" y="21600"/>
                </a:lnTo>
                <a:lnTo>
                  <a:pt x="1671" y="16200"/>
                </a:lnTo>
                <a:lnTo>
                  <a:pt x="1671" y="5400"/>
                </a:lnTo>
                <a:lnTo>
                  <a:pt x="12471" y="0"/>
                </a:lnTo>
                <a:close/>
                <a:moveTo>
                  <a:pt x="12471" y="0"/>
                </a:moveTo>
              </a:path>
            </a:pathLst>
          </a:custGeom>
          <a:solidFill>
            <a:schemeClr val="accent5">
              <a:lumMod val="75000"/>
            </a:schemeClr>
          </a:solidFill>
          <a:ln w="25400" cap="flat">
            <a:solidFill>
              <a:schemeClr val="tx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15" name="AutoShape 19"/>
          <p:cNvSpPr>
            <a:spLocks/>
          </p:cNvSpPr>
          <p:nvPr/>
        </p:nvSpPr>
        <p:spPr bwMode="auto">
          <a:xfrm>
            <a:off x="5193383" y="4354800"/>
            <a:ext cx="752780" cy="801575"/>
          </a:xfrm>
          <a:custGeom>
            <a:avLst/>
            <a:gdLst>
              <a:gd name="T0" fmla="*/ 12471 w 24942"/>
              <a:gd name="T1" fmla="*/ 0 h 21600"/>
              <a:gd name="T2" fmla="*/ 23271 w 24942"/>
              <a:gd name="T3" fmla="*/ 5400 h 21600"/>
              <a:gd name="T4" fmla="*/ 23271 w 24942"/>
              <a:gd name="T5" fmla="*/ 16200 h 21600"/>
              <a:gd name="T6" fmla="*/ 12471 w 24942"/>
              <a:gd name="T7" fmla="*/ 21600 h 21600"/>
              <a:gd name="T8" fmla="*/ 1671 w 24942"/>
              <a:gd name="T9" fmla="*/ 16200 h 21600"/>
              <a:gd name="T10" fmla="*/ 1671 w 24942"/>
              <a:gd name="T11" fmla="*/ 5400 h 21600"/>
              <a:gd name="T12" fmla="*/ 12471 w 24942"/>
              <a:gd name="T13" fmla="*/ 0 h 21600"/>
              <a:gd name="T14" fmla="*/ 12471 w 24942"/>
              <a:gd name="T1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4942" h="21600">
                <a:moveTo>
                  <a:pt x="12471" y="0"/>
                </a:moveTo>
                <a:lnTo>
                  <a:pt x="23271" y="5400"/>
                </a:lnTo>
                <a:lnTo>
                  <a:pt x="23271" y="16200"/>
                </a:lnTo>
                <a:lnTo>
                  <a:pt x="12471" y="21600"/>
                </a:lnTo>
                <a:lnTo>
                  <a:pt x="1671" y="16200"/>
                </a:lnTo>
                <a:lnTo>
                  <a:pt x="1671" y="5400"/>
                </a:lnTo>
                <a:lnTo>
                  <a:pt x="12471" y="0"/>
                </a:lnTo>
                <a:close/>
                <a:moveTo>
                  <a:pt x="12471" y="0"/>
                </a:moveTo>
              </a:path>
            </a:pathLst>
          </a:custGeom>
          <a:solidFill>
            <a:schemeClr val="bg1">
              <a:lumMod val="75000"/>
            </a:schemeClr>
          </a:solidFill>
          <a:ln w="25400" cap="flat">
            <a:solidFill>
              <a:schemeClr val="tx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17" name="Rectangle 3"/>
          <p:cNvSpPr>
            <a:spLocks/>
          </p:cNvSpPr>
          <p:nvPr/>
        </p:nvSpPr>
        <p:spPr bwMode="auto">
          <a:xfrm flipH="1">
            <a:off x="5317830" y="2439004"/>
            <a:ext cx="45719" cy="418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1pPr>
            <a:lvl2pPr marL="742950" indent="-28575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2pPr>
            <a:lvl3pPr marL="11430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3pPr>
            <a:lvl4pPr marL="16002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4pPr>
            <a:lvl5pPr marL="20574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9pPr>
          </a:lstStyle>
          <a:p>
            <a:pPr algn="l" eaLnBrk="1" hangingPunct="1"/>
            <a:r>
              <a:rPr lang="en-US" sz="3600" dirty="0">
                <a:solidFill>
                  <a:schemeClr val="bg1"/>
                </a:solidFill>
                <a:latin typeface="Open Sans Condensed Light" charset="0"/>
                <a:sym typeface="Open Sans Cond Light" pitchFamily="-84" charset="0"/>
              </a:rPr>
              <a:t>2</a:t>
            </a:r>
          </a:p>
        </p:txBody>
      </p:sp>
      <p:sp>
        <p:nvSpPr>
          <p:cNvPr id="18" name="Rectangle 3"/>
          <p:cNvSpPr>
            <a:spLocks/>
          </p:cNvSpPr>
          <p:nvPr/>
        </p:nvSpPr>
        <p:spPr bwMode="auto">
          <a:xfrm>
            <a:off x="5019593" y="3483268"/>
            <a:ext cx="576262" cy="7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1pPr>
            <a:lvl2pPr marL="742950" indent="-28575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2pPr>
            <a:lvl3pPr marL="11430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3pPr>
            <a:lvl4pPr marL="16002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4pPr>
            <a:lvl5pPr marL="20574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9pPr>
          </a:lstStyle>
          <a:p>
            <a:pPr algn="l" eaLnBrk="1" hangingPunct="1"/>
            <a:r>
              <a:rPr lang="en-US" sz="6267" dirty="0">
                <a:solidFill>
                  <a:schemeClr val="bg1"/>
                </a:solidFill>
                <a:latin typeface="Open Sans Condensed Light" charset="0"/>
                <a:sym typeface="Open Sans Cond Light" pitchFamily="-84" charset="0"/>
              </a:rPr>
              <a:t>3</a:t>
            </a:r>
          </a:p>
        </p:txBody>
      </p:sp>
      <p:sp>
        <p:nvSpPr>
          <p:cNvPr id="19" name="Rectangle 3"/>
          <p:cNvSpPr>
            <a:spLocks/>
          </p:cNvSpPr>
          <p:nvPr/>
        </p:nvSpPr>
        <p:spPr bwMode="auto">
          <a:xfrm>
            <a:off x="5407476" y="4323145"/>
            <a:ext cx="576262" cy="7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1pPr>
            <a:lvl2pPr marL="742950" indent="-28575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2pPr>
            <a:lvl3pPr marL="11430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3pPr>
            <a:lvl4pPr marL="16002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4pPr>
            <a:lvl5pPr marL="20574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9pPr>
          </a:lstStyle>
          <a:p>
            <a:pPr algn="l" eaLnBrk="1" hangingPunct="1"/>
            <a:r>
              <a:rPr lang="en-US" sz="3600" dirty="0">
                <a:solidFill>
                  <a:schemeClr val="bg1"/>
                </a:solidFill>
                <a:latin typeface="Open Sans Condensed Light" charset="0"/>
                <a:sym typeface="Open Sans Cond Light" pitchFamily="-84" charset="0"/>
              </a:rPr>
              <a:t>4</a:t>
            </a:r>
          </a:p>
        </p:txBody>
      </p:sp>
      <p:sp>
        <p:nvSpPr>
          <p:cNvPr id="22" name="TextBox 1"/>
          <p:cNvSpPr txBox="1"/>
          <p:nvPr/>
        </p:nvSpPr>
        <p:spPr>
          <a:xfrm>
            <a:off x="5519936" y="1772816"/>
            <a:ext cx="4499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accent6"/>
                </a:solidFill>
              </a:rPr>
              <a:t>État de l’art: Étude sur les SOC/</a:t>
            </a:r>
            <a:r>
              <a:rPr lang="fr-FR" sz="2000" b="1" dirty="0" err="1">
                <a:solidFill>
                  <a:schemeClr val="accent6"/>
                </a:solidFill>
              </a:rPr>
              <a:t>SIEMs</a:t>
            </a:r>
            <a:endParaRPr lang="fr-FR" sz="2000" b="1" dirty="0">
              <a:solidFill>
                <a:schemeClr val="accent6"/>
              </a:solidFill>
            </a:endParaRPr>
          </a:p>
        </p:txBody>
      </p:sp>
      <p:sp>
        <p:nvSpPr>
          <p:cNvPr id="23" name="TextBox 55"/>
          <p:cNvSpPr txBox="1"/>
          <p:nvPr/>
        </p:nvSpPr>
        <p:spPr>
          <a:xfrm>
            <a:off x="2124560" y="2450050"/>
            <a:ext cx="4027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accent6"/>
                </a:solidFill>
              </a:rPr>
              <a:t>R</a:t>
            </a:r>
            <a:r>
              <a:rPr lang="fr-FR" sz="2000" b="1" dirty="0" smtClean="0">
                <a:solidFill>
                  <a:schemeClr val="accent6"/>
                </a:solidFill>
              </a:rPr>
              <a:t>éalisation </a:t>
            </a:r>
            <a:r>
              <a:rPr lang="fr-FR" sz="2000" b="1" dirty="0">
                <a:solidFill>
                  <a:schemeClr val="accent6"/>
                </a:solidFill>
              </a:rPr>
              <a:t>de la solution</a:t>
            </a:r>
          </a:p>
        </p:txBody>
      </p:sp>
      <p:sp>
        <p:nvSpPr>
          <p:cNvPr id="25" name="TextBox 57"/>
          <p:cNvSpPr txBox="1"/>
          <p:nvPr/>
        </p:nvSpPr>
        <p:spPr>
          <a:xfrm>
            <a:off x="2135840" y="4559154"/>
            <a:ext cx="4027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accent6"/>
                </a:solidFill>
              </a:rPr>
              <a:t>Conclusion et perspectives</a:t>
            </a:r>
          </a:p>
        </p:txBody>
      </p:sp>
      <p:sp>
        <p:nvSpPr>
          <p:cNvPr id="28" name="TextBox 2"/>
          <p:cNvSpPr txBox="1"/>
          <p:nvPr/>
        </p:nvSpPr>
        <p:spPr>
          <a:xfrm>
            <a:off x="5901250" y="3560849"/>
            <a:ext cx="5540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accent5">
                    <a:lumMod val="75000"/>
                  </a:schemeClr>
                </a:solidFill>
              </a:rPr>
              <a:t>Expérimentations d’attaques et résultats</a:t>
            </a:r>
            <a:endParaRPr lang="fr-FR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" name="Rectangle 3"/>
          <p:cNvSpPr>
            <a:spLocks/>
          </p:cNvSpPr>
          <p:nvPr/>
        </p:nvSpPr>
        <p:spPr bwMode="auto">
          <a:xfrm>
            <a:off x="5053561" y="1293865"/>
            <a:ext cx="438214" cy="868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1pPr>
            <a:lvl2pPr marL="742950" indent="-28575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2pPr>
            <a:lvl3pPr marL="11430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3pPr>
            <a:lvl4pPr marL="16002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4pPr>
            <a:lvl5pPr marL="20574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9pPr>
          </a:lstStyle>
          <a:p>
            <a:pPr algn="l" eaLnBrk="1" hangingPunct="1"/>
            <a:r>
              <a:rPr lang="en-US" sz="3600" dirty="0">
                <a:solidFill>
                  <a:schemeClr val="bg1"/>
                </a:solidFill>
                <a:latin typeface="Open Sans Condensed Light" charset="0"/>
                <a:sym typeface="Open Sans Cond Light" pitchFamily="-8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154194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ardrop 37"/>
          <p:cNvSpPr/>
          <p:nvPr/>
        </p:nvSpPr>
        <p:spPr>
          <a:xfrm rot="2700000">
            <a:off x="4028225" y="2472138"/>
            <a:ext cx="658659" cy="678452"/>
          </a:xfrm>
          <a:prstGeom prst="teardrop">
            <a:avLst/>
          </a:prstGeom>
          <a:solidFill>
            <a:schemeClr val="accent1"/>
          </a:solidFill>
          <a:ln>
            <a:solidFill>
              <a:schemeClr val="bg1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4" name="Straight Connector 3"/>
          <p:cNvCxnSpPr/>
          <p:nvPr/>
        </p:nvCxnSpPr>
        <p:spPr>
          <a:xfrm>
            <a:off x="767408" y="1694022"/>
            <a:ext cx="1555" cy="2837691"/>
          </a:xfrm>
          <a:prstGeom prst="line">
            <a:avLst/>
          </a:prstGeom>
          <a:ln w="28575">
            <a:solidFill>
              <a:schemeClr val="accent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765285" y="1519622"/>
            <a:ext cx="1" cy="174400"/>
          </a:xfrm>
          <a:prstGeom prst="line">
            <a:avLst/>
          </a:prstGeom>
          <a:ln w="28575">
            <a:solidFill>
              <a:schemeClr val="accent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90819" y="2671021"/>
            <a:ext cx="336735" cy="336735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765285" y="4531713"/>
            <a:ext cx="3676" cy="2326287"/>
          </a:xfrm>
          <a:prstGeom prst="line">
            <a:avLst/>
          </a:prstGeom>
          <a:ln w="28575">
            <a:solidFill>
              <a:schemeClr val="accent2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15955" y="5261689"/>
            <a:ext cx="336735" cy="33673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grpSp>
        <p:nvGrpSpPr>
          <p:cNvPr id="10" name="Group 9"/>
          <p:cNvGrpSpPr/>
          <p:nvPr/>
        </p:nvGrpSpPr>
        <p:grpSpPr>
          <a:xfrm>
            <a:off x="502038" y="1099871"/>
            <a:ext cx="530739" cy="444604"/>
            <a:chOff x="4300222" y="1200149"/>
            <a:chExt cx="543557" cy="474982"/>
          </a:xfrm>
        </p:grpSpPr>
        <p:sp>
          <p:nvSpPr>
            <p:cNvPr id="11" name="Flowchart: Off-page Connector 10"/>
            <p:cNvSpPr/>
            <p:nvPr/>
          </p:nvSpPr>
          <p:spPr>
            <a:xfrm>
              <a:off x="4300222" y="1200149"/>
              <a:ext cx="543557" cy="474982"/>
            </a:xfrm>
            <a:prstGeom prst="flowChartOffpageConnector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21920" rtlCol="0" anchor="ctr"/>
            <a:lstStyle/>
            <a:p>
              <a:pPr algn="ctr"/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2" name="Freeform 52"/>
            <p:cNvSpPr>
              <a:spLocks noEditPoints="1"/>
            </p:cNvSpPr>
            <p:nvPr/>
          </p:nvSpPr>
          <p:spPr bwMode="auto">
            <a:xfrm>
              <a:off x="4445888" y="1311446"/>
              <a:ext cx="252388" cy="252388"/>
            </a:xfrm>
            <a:custGeom>
              <a:avLst/>
              <a:gdLst/>
              <a:ahLst/>
              <a:cxnLst>
                <a:cxn ang="0">
                  <a:pos x="27" y="55"/>
                </a:cxn>
                <a:cxn ang="0">
                  <a:pos x="0" y="27"/>
                </a:cxn>
                <a:cxn ang="0">
                  <a:pos x="27" y="0"/>
                </a:cxn>
                <a:cxn ang="0">
                  <a:pos x="55" y="27"/>
                </a:cxn>
                <a:cxn ang="0">
                  <a:pos x="27" y="55"/>
                </a:cxn>
                <a:cxn ang="0">
                  <a:pos x="27" y="8"/>
                </a:cxn>
                <a:cxn ang="0">
                  <a:pos x="8" y="27"/>
                </a:cxn>
                <a:cxn ang="0">
                  <a:pos x="27" y="47"/>
                </a:cxn>
                <a:cxn ang="0">
                  <a:pos x="47" y="27"/>
                </a:cxn>
                <a:cxn ang="0">
                  <a:pos x="27" y="8"/>
                </a:cxn>
                <a:cxn ang="0">
                  <a:pos x="32" y="31"/>
                </a:cxn>
                <a:cxn ang="0">
                  <a:pos x="31" y="32"/>
                </a:cxn>
                <a:cxn ang="0">
                  <a:pos x="19" y="32"/>
                </a:cxn>
                <a:cxn ang="0">
                  <a:pos x="18" y="31"/>
                </a:cxn>
                <a:cxn ang="0">
                  <a:pos x="18" y="28"/>
                </a:cxn>
                <a:cxn ang="0">
                  <a:pos x="19" y="27"/>
                </a:cxn>
                <a:cxn ang="0">
                  <a:pos x="27" y="27"/>
                </a:cxn>
                <a:cxn ang="0">
                  <a:pos x="27" y="15"/>
                </a:cxn>
                <a:cxn ang="0">
                  <a:pos x="28" y="14"/>
                </a:cxn>
                <a:cxn ang="0">
                  <a:pos x="31" y="14"/>
                </a:cxn>
                <a:cxn ang="0">
                  <a:pos x="32" y="15"/>
                </a:cxn>
                <a:cxn ang="0">
                  <a:pos x="32" y="31"/>
                </a:cxn>
              </a:cxnLst>
              <a:rect l="0" t="0" r="r" b="b"/>
              <a:pathLst>
                <a:path w="55" h="55">
                  <a:moveTo>
                    <a:pt x="27" y="55"/>
                  </a:moveTo>
                  <a:cubicBezTo>
                    <a:pt x="12" y="55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5"/>
                    <a:pt x="27" y="55"/>
                  </a:cubicBezTo>
                  <a:close/>
                  <a:moveTo>
                    <a:pt x="27" y="8"/>
                  </a:moveTo>
                  <a:cubicBezTo>
                    <a:pt x="16" y="8"/>
                    <a:pt x="8" y="17"/>
                    <a:pt x="8" y="27"/>
                  </a:cubicBezTo>
                  <a:cubicBezTo>
                    <a:pt x="8" y="38"/>
                    <a:pt x="16" y="47"/>
                    <a:pt x="27" y="47"/>
                  </a:cubicBezTo>
                  <a:cubicBezTo>
                    <a:pt x="38" y="47"/>
                    <a:pt x="47" y="38"/>
                    <a:pt x="47" y="27"/>
                  </a:cubicBezTo>
                  <a:cubicBezTo>
                    <a:pt x="47" y="17"/>
                    <a:pt x="38" y="8"/>
                    <a:pt x="27" y="8"/>
                  </a:cubicBezTo>
                  <a:close/>
                  <a:moveTo>
                    <a:pt x="32" y="31"/>
                  </a:moveTo>
                  <a:cubicBezTo>
                    <a:pt x="32" y="31"/>
                    <a:pt x="31" y="32"/>
                    <a:pt x="31" y="32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9" y="32"/>
                    <a:pt x="18" y="31"/>
                    <a:pt x="18" y="31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7" y="14"/>
                    <a:pt x="28" y="14"/>
                    <a:pt x="28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1" y="14"/>
                    <a:pt x="32" y="14"/>
                    <a:pt x="32" y="15"/>
                  </a:cubicBezTo>
                  <a:lnTo>
                    <a:pt x="32" y="3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1001802" y="1594316"/>
            <a:ext cx="355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La</a:t>
            </a:r>
            <a:r>
              <a:rPr lang="fr-FR" sz="2400" dirty="0" err="1" smtClean="0"/>
              <a:t>ncement</a:t>
            </a:r>
            <a:r>
              <a:rPr lang="fr-FR" sz="2400" dirty="0" smtClean="0"/>
              <a:t> de l’attaque en utilisant la commande </a:t>
            </a:r>
            <a:r>
              <a:rPr lang="fr-FR" sz="2400" dirty="0" err="1" smtClean="0"/>
              <a:t>nmap</a:t>
            </a:r>
            <a:endParaRPr lang="en-US" sz="2400" dirty="0"/>
          </a:p>
        </p:txBody>
      </p:sp>
      <p:sp>
        <p:nvSpPr>
          <p:cNvPr id="40" name="Teardrop 39"/>
          <p:cNvSpPr/>
          <p:nvPr/>
        </p:nvSpPr>
        <p:spPr>
          <a:xfrm rot="8117690" flipH="1">
            <a:off x="1482581" y="5206176"/>
            <a:ext cx="674990" cy="626287"/>
          </a:xfrm>
          <a:prstGeom prst="teardrop">
            <a:avLst/>
          </a:prstGeom>
          <a:solidFill>
            <a:schemeClr val="accent2"/>
          </a:solidFill>
          <a:ln>
            <a:solidFill>
              <a:schemeClr val="bg1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1" name="TextBox 40"/>
          <p:cNvSpPr txBox="1"/>
          <p:nvPr/>
        </p:nvSpPr>
        <p:spPr>
          <a:xfrm flipH="1">
            <a:off x="1073240" y="4470203"/>
            <a:ext cx="6969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Détection du scan par l’HIDS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Titre 1"/>
          <p:cNvSpPr>
            <a:spLocks noGrp="1"/>
          </p:cNvSpPr>
          <p:nvPr>
            <p:ph type="title" idx="4294967295"/>
          </p:nvPr>
        </p:nvSpPr>
        <p:spPr>
          <a:xfrm>
            <a:off x="1320800" y="161925"/>
            <a:ext cx="10871200" cy="990600"/>
          </a:xfrm>
        </p:spPr>
        <p:txBody>
          <a:bodyPr/>
          <a:lstStyle/>
          <a:p>
            <a:pPr algn="ctr"/>
            <a:r>
              <a:rPr lang="fr-FR" dirty="0" smtClean="0"/>
              <a:t>Scénario d’attaque Port Scanning</a:t>
            </a:r>
            <a:endParaRPr lang="fr-FR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011" b="7273"/>
          <a:stretch/>
        </p:blipFill>
        <p:spPr>
          <a:xfrm>
            <a:off x="5015880" y="1346022"/>
            <a:ext cx="6558543" cy="2437747"/>
          </a:xfrm>
          <a:prstGeom prst="rect">
            <a:avLst/>
          </a:prstGeom>
        </p:spPr>
      </p:pic>
      <p:cxnSp>
        <p:nvCxnSpPr>
          <p:cNvPr id="20" name="Straight Connector 19"/>
          <p:cNvCxnSpPr>
            <a:stCxn id="38" idx="3"/>
          </p:cNvCxnSpPr>
          <p:nvPr/>
        </p:nvCxnSpPr>
        <p:spPr>
          <a:xfrm flipH="1">
            <a:off x="947106" y="2816312"/>
            <a:ext cx="3076170" cy="23688"/>
          </a:xfrm>
          <a:prstGeom prst="line">
            <a:avLst/>
          </a:prstGeom>
          <a:ln w="28575">
            <a:solidFill>
              <a:schemeClr val="accent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0" t="84808" r="1031" b="1774"/>
          <a:stretch/>
        </p:blipFill>
        <p:spPr>
          <a:xfrm>
            <a:off x="2455096" y="5413972"/>
            <a:ext cx="9432394" cy="96358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6" name="Straight Connector 25"/>
          <p:cNvCxnSpPr/>
          <p:nvPr/>
        </p:nvCxnSpPr>
        <p:spPr>
          <a:xfrm flipH="1" flipV="1">
            <a:off x="830320" y="5460046"/>
            <a:ext cx="836865" cy="7779"/>
          </a:xfrm>
          <a:prstGeom prst="line">
            <a:avLst/>
          </a:prstGeom>
          <a:ln w="28575">
            <a:solidFill>
              <a:schemeClr val="accent2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82499" y="233681"/>
            <a:ext cx="5661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>
                <a:solidFill>
                  <a:schemeClr val="tx2">
                    <a:lumMod val="75000"/>
                  </a:schemeClr>
                </a:solidFill>
              </a:rPr>
              <a:t>22</a:t>
            </a:r>
            <a:endParaRPr lang="fr-FR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2954221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7" grpId="0" animBg="1"/>
      <p:bldP spid="9" grpId="0" animBg="1"/>
      <p:bldP spid="39" grpId="0"/>
      <p:bldP spid="40" grpId="0" animBg="1"/>
      <p:bldP spid="4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155893" y="1965571"/>
            <a:ext cx="9777" cy="2720145"/>
          </a:xfrm>
          <a:prstGeom prst="line">
            <a:avLst/>
          </a:prstGeom>
          <a:ln w="28575">
            <a:solidFill>
              <a:schemeClr val="accent3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H="1" flipV="1">
            <a:off x="1155893" y="228842"/>
            <a:ext cx="9777" cy="1811226"/>
          </a:xfrm>
          <a:prstGeom prst="line">
            <a:avLst/>
          </a:prstGeom>
          <a:ln w="28575">
            <a:solidFill>
              <a:schemeClr val="accent2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997302" y="1571700"/>
            <a:ext cx="336735" cy="336735"/>
          </a:xfrm>
          <a:prstGeom prst="ellipse">
            <a:avLst/>
          </a:prstGeom>
          <a:solidFill>
            <a:schemeClr val="accent3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cxnSp>
        <p:nvCxnSpPr>
          <p:cNvPr id="8" name="Straight Connector 7"/>
          <p:cNvCxnSpPr>
            <a:stCxn id="9" idx="4"/>
            <a:endCxn id="53" idx="2"/>
          </p:cNvCxnSpPr>
          <p:nvPr/>
        </p:nvCxnSpPr>
        <p:spPr>
          <a:xfrm flipH="1">
            <a:off x="1155204" y="4456313"/>
            <a:ext cx="10466" cy="1821522"/>
          </a:xfrm>
          <a:prstGeom prst="line">
            <a:avLst/>
          </a:prstGeom>
          <a:ln w="28575">
            <a:solidFill>
              <a:schemeClr val="accent4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97302" y="4119578"/>
            <a:ext cx="336735" cy="336735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35" name="Teardrop 34"/>
          <p:cNvSpPr/>
          <p:nvPr/>
        </p:nvSpPr>
        <p:spPr>
          <a:xfrm rot="2712708">
            <a:off x="2008371" y="1406578"/>
            <a:ext cx="668592" cy="639376"/>
          </a:xfrm>
          <a:prstGeom prst="teardrop">
            <a:avLst/>
          </a:prstGeom>
          <a:solidFill>
            <a:schemeClr val="accent3"/>
          </a:solidFill>
          <a:ln>
            <a:solidFill>
              <a:schemeClr val="bg1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6" name="TextBox 35"/>
          <p:cNvSpPr txBox="1"/>
          <p:nvPr/>
        </p:nvSpPr>
        <p:spPr>
          <a:xfrm>
            <a:off x="2160792" y="802129"/>
            <a:ext cx="4871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L’NIDS a </a:t>
            </a:r>
            <a:r>
              <a:rPr lang="fr-FR" sz="2400" dirty="0" smtClean="0"/>
              <a:t>détecté</a:t>
            </a:r>
            <a:r>
              <a:rPr lang="en-US" sz="2400" dirty="0" smtClean="0"/>
              <a:t> </a:t>
            </a:r>
            <a:r>
              <a:rPr lang="en-US" sz="2400" dirty="0" err="1" smtClean="0"/>
              <a:t>aussi</a:t>
            </a:r>
            <a:r>
              <a:rPr lang="en-US" sz="2400" dirty="0" smtClean="0"/>
              <a:t> </a:t>
            </a:r>
            <a:r>
              <a:rPr lang="en-US" sz="2400" dirty="0" err="1" smtClean="0"/>
              <a:t>cette</a:t>
            </a:r>
            <a:r>
              <a:rPr lang="en-US" sz="2400" dirty="0" smtClean="0"/>
              <a:t> </a:t>
            </a:r>
            <a:r>
              <a:rPr lang="en-US" sz="2400" dirty="0" err="1" smtClean="0"/>
              <a:t>attaque</a:t>
            </a:r>
            <a:endParaRPr lang="en-US" sz="2400" dirty="0"/>
          </a:p>
        </p:txBody>
      </p:sp>
      <p:sp>
        <p:nvSpPr>
          <p:cNvPr id="37" name="Teardrop 36"/>
          <p:cNvSpPr/>
          <p:nvPr/>
        </p:nvSpPr>
        <p:spPr>
          <a:xfrm rot="8131456" flipH="1">
            <a:off x="1988384" y="4049364"/>
            <a:ext cx="670099" cy="606562"/>
          </a:xfrm>
          <a:prstGeom prst="teardrop">
            <a:avLst/>
          </a:prstGeom>
          <a:solidFill>
            <a:schemeClr val="accent4"/>
          </a:solidFill>
          <a:ln>
            <a:solidFill>
              <a:schemeClr val="bg1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28" name="Straight Connector 27"/>
          <p:cNvCxnSpPr>
            <a:endCxn id="7" idx="6"/>
          </p:cNvCxnSpPr>
          <p:nvPr/>
        </p:nvCxnSpPr>
        <p:spPr>
          <a:xfrm flipH="1" flipV="1">
            <a:off x="1334037" y="1740068"/>
            <a:ext cx="700168" cy="11791"/>
          </a:xfrm>
          <a:prstGeom prst="line">
            <a:avLst/>
          </a:prstGeom>
          <a:ln w="28575">
            <a:solidFill>
              <a:schemeClr val="accent3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>
            <a:off x="1267912" y="4352646"/>
            <a:ext cx="700167" cy="1615"/>
          </a:xfrm>
          <a:prstGeom prst="line">
            <a:avLst/>
          </a:prstGeom>
          <a:ln w="28575">
            <a:solidFill>
              <a:schemeClr val="accent4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reeform 52"/>
          <p:cNvSpPr>
            <a:spLocks noEditPoints="1"/>
          </p:cNvSpPr>
          <p:nvPr/>
        </p:nvSpPr>
        <p:spPr bwMode="auto">
          <a:xfrm>
            <a:off x="1437546" y="6284872"/>
            <a:ext cx="434334" cy="43433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27" y="8"/>
              </a:cxn>
              <a:cxn ang="0">
                <a:pos x="8" y="27"/>
              </a:cxn>
              <a:cxn ang="0">
                <a:pos x="27" y="47"/>
              </a:cxn>
              <a:cxn ang="0">
                <a:pos x="47" y="27"/>
              </a:cxn>
              <a:cxn ang="0">
                <a:pos x="27" y="8"/>
              </a:cxn>
              <a:cxn ang="0">
                <a:pos x="32" y="31"/>
              </a:cxn>
              <a:cxn ang="0">
                <a:pos x="31" y="32"/>
              </a:cxn>
              <a:cxn ang="0">
                <a:pos x="19" y="32"/>
              </a:cxn>
              <a:cxn ang="0">
                <a:pos x="18" y="31"/>
              </a:cxn>
              <a:cxn ang="0">
                <a:pos x="18" y="28"/>
              </a:cxn>
              <a:cxn ang="0">
                <a:pos x="19" y="27"/>
              </a:cxn>
              <a:cxn ang="0">
                <a:pos x="27" y="27"/>
              </a:cxn>
              <a:cxn ang="0">
                <a:pos x="27" y="15"/>
              </a:cxn>
              <a:cxn ang="0">
                <a:pos x="28" y="14"/>
              </a:cxn>
              <a:cxn ang="0">
                <a:pos x="31" y="14"/>
              </a:cxn>
              <a:cxn ang="0">
                <a:pos x="32" y="15"/>
              </a:cxn>
              <a:cxn ang="0">
                <a:pos x="32" y="31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27" y="8"/>
                </a:moveTo>
                <a:cubicBezTo>
                  <a:pt x="16" y="8"/>
                  <a:pt x="8" y="17"/>
                  <a:pt x="8" y="27"/>
                </a:cubicBezTo>
                <a:cubicBezTo>
                  <a:pt x="8" y="38"/>
                  <a:pt x="16" y="47"/>
                  <a:pt x="27" y="47"/>
                </a:cubicBezTo>
                <a:cubicBezTo>
                  <a:pt x="38" y="47"/>
                  <a:pt x="47" y="38"/>
                  <a:pt x="47" y="27"/>
                </a:cubicBezTo>
                <a:cubicBezTo>
                  <a:pt x="47" y="17"/>
                  <a:pt x="38" y="8"/>
                  <a:pt x="27" y="8"/>
                </a:cubicBezTo>
                <a:close/>
                <a:moveTo>
                  <a:pt x="32" y="31"/>
                </a:moveTo>
                <a:cubicBezTo>
                  <a:pt x="32" y="31"/>
                  <a:pt x="31" y="32"/>
                  <a:pt x="31" y="32"/>
                </a:cubicBezTo>
                <a:cubicBezTo>
                  <a:pt x="19" y="32"/>
                  <a:pt x="19" y="32"/>
                  <a:pt x="19" y="32"/>
                </a:cubicBezTo>
                <a:cubicBezTo>
                  <a:pt x="19" y="32"/>
                  <a:pt x="18" y="31"/>
                  <a:pt x="18" y="31"/>
                </a:cubicBezTo>
                <a:cubicBezTo>
                  <a:pt x="18" y="28"/>
                  <a:pt x="18" y="28"/>
                  <a:pt x="18" y="28"/>
                </a:cubicBezTo>
                <a:cubicBezTo>
                  <a:pt x="18" y="28"/>
                  <a:pt x="19" y="27"/>
                  <a:pt x="19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15"/>
                  <a:pt x="27" y="15"/>
                  <a:pt x="27" y="15"/>
                </a:cubicBezTo>
                <a:cubicBezTo>
                  <a:pt x="27" y="14"/>
                  <a:pt x="28" y="14"/>
                  <a:pt x="28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4"/>
                  <a:pt x="32" y="15"/>
                </a:cubicBezTo>
                <a:lnTo>
                  <a:pt x="32" y="31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grpSp>
        <p:nvGrpSpPr>
          <p:cNvPr id="52" name="Group 51"/>
          <p:cNvGrpSpPr/>
          <p:nvPr/>
        </p:nvGrpSpPr>
        <p:grpSpPr>
          <a:xfrm rot="10800000">
            <a:off x="899703" y="6277835"/>
            <a:ext cx="511003" cy="444532"/>
            <a:chOff x="4300222" y="1131575"/>
            <a:chExt cx="543557" cy="543557"/>
          </a:xfrm>
        </p:grpSpPr>
        <p:sp>
          <p:nvSpPr>
            <p:cNvPr id="53" name="Flowchart: Off-page Connector 52"/>
            <p:cNvSpPr/>
            <p:nvPr/>
          </p:nvSpPr>
          <p:spPr>
            <a:xfrm>
              <a:off x="4300222" y="1131575"/>
              <a:ext cx="543557" cy="543557"/>
            </a:xfrm>
            <a:prstGeom prst="flowChartOffpageConnector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21920" rtlCol="0" anchor="ctr"/>
            <a:lstStyle/>
            <a:p>
              <a:pPr algn="ctr"/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54" name="Freeform 52"/>
            <p:cNvSpPr>
              <a:spLocks noEditPoints="1"/>
            </p:cNvSpPr>
            <p:nvPr/>
          </p:nvSpPr>
          <p:spPr bwMode="auto">
            <a:xfrm rot="10800000">
              <a:off x="4412721" y="1215881"/>
              <a:ext cx="325750" cy="325750"/>
            </a:xfrm>
            <a:custGeom>
              <a:avLst/>
              <a:gdLst/>
              <a:ahLst/>
              <a:cxnLst>
                <a:cxn ang="0">
                  <a:pos x="27" y="55"/>
                </a:cxn>
                <a:cxn ang="0">
                  <a:pos x="0" y="27"/>
                </a:cxn>
                <a:cxn ang="0">
                  <a:pos x="27" y="0"/>
                </a:cxn>
                <a:cxn ang="0">
                  <a:pos x="55" y="27"/>
                </a:cxn>
                <a:cxn ang="0">
                  <a:pos x="27" y="55"/>
                </a:cxn>
                <a:cxn ang="0">
                  <a:pos x="27" y="8"/>
                </a:cxn>
                <a:cxn ang="0">
                  <a:pos x="8" y="27"/>
                </a:cxn>
                <a:cxn ang="0">
                  <a:pos x="27" y="47"/>
                </a:cxn>
                <a:cxn ang="0">
                  <a:pos x="47" y="27"/>
                </a:cxn>
                <a:cxn ang="0">
                  <a:pos x="27" y="8"/>
                </a:cxn>
                <a:cxn ang="0">
                  <a:pos x="32" y="31"/>
                </a:cxn>
                <a:cxn ang="0">
                  <a:pos x="31" y="32"/>
                </a:cxn>
                <a:cxn ang="0">
                  <a:pos x="19" y="32"/>
                </a:cxn>
                <a:cxn ang="0">
                  <a:pos x="18" y="31"/>
                </a:cxn>
                <a:cxn ang="0">
                  <a:pos x="18" y="28"/>
                </a:cxn>
                <a:cxn ang="0">
                  <a:pos x="19" y="27"/>
                </a:cxn>
                <a:cxn ang="0">
                  <a:pos x="27" y="27"/>
                </a:cxn>
                <a:cxn ang="0">
                  <a:pos x="27" y="15"/>
                </a:cxn>
                <a:cxn ang="0">
                  <a:pos x="28" y="14"/>
                </a:cxn>
                <a:cxn ang="0">
                  <a:pos x="31" y="14"/>
                </a:cxn>
                <a:cxn ang="0">
                  <a:pos x="32" y="15"/>
                </a:cxn>
                <a:cxn ang="0">
                  <a:pos x="32" y="31"/>
                </a:cxn>
              </a:cxnLst>
              <a:rect l="0" t="0" r="r" b="b"/>
              <a:pathLst>
                <a:path w="55" h="55">
                  <a:moveTo>
                    <a:pt x="27" y="55"/>
                  </a:moveTo>
                  <a:cubicBezTo>
                    <a:pt x="12" y="55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5"/>
                    <a:pt x="27" y="55"/>
                  </a:cubicBezTo>
                  <a:close/>
                  <a:moveTo>
                    <a:pt x="27" y="8"/>
                  </a:moveTo>
                  <a:cubicBezTo>
                    <a:pt x="16" y="8"/>
                    <a:pt x="8" y="17"/>
                    <a:pt x="8" y="27"/>
                  </a:cubicBezTo>
                  <a:cubicBezTo>
                    <a:pt x="8" y="38"/>
                    <a:pt x="16" y="47"/>
                    <a:pt x="27" y="47"/>
                  </a:cubicBezTo>
                  <a:cubicBezTo>
                    <a:pt x="38" y="47"/>
                    <a:pt x="47" y="38"/>
                    <a:pt x="47" y="27"/>
                  </a:cubicBezTo>
                  <a:cubicBezTo>
                    <a:pt x="47" y="17"/>
                    <a:pt x="38" y="8"/>
                    <a:pt x="27" y="8"/>
                  </a:cubicBezTo>
                  <a:close/>
                  <a:moveTo>
                    <a:pt x="32" y="31"/>
                  </a:moveTo>
                  <a:cubicBezTo>
                    <a:pt x="32" y="31"/>
                    <a:pt x="31" y="32"/>
                    <a:pt x="31" y="32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9" y="32"/>
                    <a:pt x="18" y="31"/>
                    <a:pt x="18" y="31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7" y="14"/>
                    <a:pt x="28" y="14"/>
                    <a:pt x="28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1" y="14"/>
                    <a:pt x="32" y="14"/>
                    <a:pt x="32" y="15"/>
                  </a:cubicBezTo>
                  <a:lnTo>
                    <a:pt x="32" y="3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382" y="1354115"/>
            <a:ext cx="9084123" cy="6067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49"/>
          <a:stretch/>
        </p:blipFill>
        <p:spPr>
          <a:xfrm>
            <a:off x="1304945" y="4974956"/>
            <a:ext cx="10788610" cy="10223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3071664" y="4040814"/>
            <a:ext cx="8234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De plus, la machine Kali a </a:t>
            </a:r>
            <a:r>
              <a:rPr lang="en-US" sz="2400" dirty="0" err="1" smtClean="0"/>
              <a:t>été</a:t>
            </a:r>
            <a:r>
              <a:rPr lang="en-US" sz="2400" dirty="0" smtClean="0"/>
              <a:t> </a:t>
            </a:r>
            <a:r>
              <a:rPr lang="en-US" sz="2400" dirty="0" err="1" smtClean="0"/>
              <a:t>reportée</a:t>
            </a:r>
            <a:r>
              <a:rPr lang="en-US" sz="2400" dirty="0" smtClean="0"/>
              <a:t> </a:t>
            </a:r>
            <a:r>
              <a:rPr lang="en-US" sz="2400" dirty="0" err="1" smtClean="0"/>
              <a:t>comme</a:t>
            </a:r>
            <a:r>
              <a:rPr lang="en-US" sz="2400" dirty="0" smtClean="0"/>
              <a:t> intrusive au </a:t>
            </a:r>
            <a:r>
              <a:rPr lang="fr-FR" sz="2400" dirty="0" smtClean="0"/>
              <a:t>réseau</a:t>
            </a:r>
            <a:endParaRPr lang="fr-FR" sz="2400" dirty="0"/>
          </a:p>
        </p:txBody>
      </p:sp>
      <p:sp>
        <p:nvSpPr>
          <p:cNvPr id="21" name="Rectangle 20"/>
          <p:cNvSpPr/>
          <p:nvPr/>
        </p:nvSpPr>
        <p:spPr>
          <a:xfrm>
            <a:off x="182499" y="233681"/>
            <a:ext cx="5661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>
                <a:solidFill>
                  <a:schemeClr val="tx2">
                    <a:lumMod val="75000"/>
                  </a:schemeClr>
                </a:solidFill>
              </a:rPr>
              <a:t>23</a:t>
            </a:r>
            <a:endParaRPr lang="fr-FR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641515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35" grpId="0" animBg="1"/>
      <p:bldP spid="36" grpId="0"/>
      <p:bldP spid="37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ardrop 37"/>
          <p:cNvSpPr/>
          <p:nvPr/>
        </p:nvSpPr>
        <p:spPr>
          <a:xfrm rot="2700000">
            <a:off x="1618819" y="1802839"/>
            <a:ext cx="658659" cy="678452"/>
          </a:xfrm>
          <a:prstGeom prst="teardrop">
            <a:avLst/>
          </a:prstGeom>
          <a:solidFill>
            <a:schemeClr val="accent1"/>
          </a:solidFill>
          <a:ln>
            <a:solidFill>
              <a:schemeClr val="bg1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4" name="Straight Connector 3"/>
          <p:cNvCxnSpPr/>
          <p:nvPr/>
        </p:nvCxnSpPr>
        <p:spPr>
          <a:xfrm>
            <a:off x="767408" y="1694022"/>
            <a:ext cx="1555" cy="2837691"/>
          </a:xfrm>
          <a:prstGeom prst="line">
            <a:avLst/>
          </a:prstGeom>
          <a:ln w="28575">
            <a:solidFill>
              <a:schemeClr val="accent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765285" y="1519622"/>
            <a:ext cx="1" cy="174400"/>
          </a:xfrm>
          <a:prstGeom prst="line">
            <a:avLst/>
          </a:prstGeom>
          <a:ln w="28575">
            <a:solidFill>
              <a:schemeClr val="accent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60724" y="1992356"/>
            <a:ext cx="336735" cy="336735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765285" y="4531713"/>
            <a:ext cx="3676" cy="2326287"/>
          </a:xfrm>
          <a:prstGeom prst="line">
            <a:avLst/>
          </a:prstGeom>
          <a:ln w="28575">
            <a:solidFill>
              <a:schemeClr val="accent2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15955" y="5261689"/>
            <a:ext cx="336735" cy="33673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grpSp>
        <p:nvGrpSpPr>
          <p:cNvPr id="10" name="Group 9"/>
          <p:cNvGrpSpPr/>
          <p:nvPr/>
        </p:nvGrpSpPr>
        <p:grpSpPr>
          <a:xfrm>
            <a:off x="502038" y="1099871"/>
            <a:ext cx="530739" cy="444604"/>
            <a:chOff x="4300222" y="1200149"/>
            <a:chExt cx="543557" cy="474982"/>
          </a:xfrm>
        </p:grpSpPr>
        <p:sp>
          <p:nvSpPr>
            <p:cNvPr id="11" name="Flowchart: Off-page Connector 10"/>
            <p:cNvSpPr/>
            <p:nvPr/>
          </p:nvSpPr>
          <p:spPr>
            <a:xfrm>
              <a:off x="4300222" y="1200149"/>
              <a:ext cx="543557" cy="474982"/>
            </a:xfrm>
            <a:prstGeom prst="flowChartOffpageConnector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21920" rtlCol="0" anchor="ctr"/>
            <a:lstStyle/>
            <a:p>
              <a:pPr algn="ctr"/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2" name="Freeform 52"/>
            <p:cNvSpPr>
              <a:spLocks noEditPoints="1"/>
            </p:cNvSpPr>
            <p:nvPr/>
          </p:nvSpPr>
          <p:spPr bwMode="auto">
            <a:xfrm>
              <a:off x="4445888" y="1311446"/>
              <a:ext cx="252388" cy="252388"/>
            </a:xfrm>
            <a:custGeom>
              <a:avLst/>
              <a:gdLst/>
              <a:ahLst/>
              <a:cxnLst>
                <a:cxn ang="0">
                  <a:pos x="27" y="55"/>
                </a:cxn>
                <a:cxn ang="0">
                  <a:pos x="0" y="27"/>
                </a:cxn>
                <a:cxn ang="0">
                  <a:pos x="27" y="0"/>
                </a:cxn>
                <a:cxn ang="0">
                  <a:pos x="55" y="27"/>
                </a:cxn>
                <a:cxn ang="0">
                  <a:pos x="27" y="55"/>
                </a:cxn>
                <a:cxn ang="0">
                  <a:pos x="27" y="8"/>
                </a:cxn>
                <a:cxn ang="0">
                  <a:pos x="8" y="27"/>
                </a:cxn>
                <a:cxn ang="0">
                  <a:pos x="27" y="47"/>
                </a:cxn>
                <a:cxn ang="0">
                  <a:pos x="47" y="27"/>
                </a:cxn>
                <a:cxn ang="0">
                  <a:pos x="27" y="8"/>
                </a:cxn>
                <a:cxn ang="0">
                  <a:pos x="32" y="31"/>
                </a:cxn>
                <a:cxn ang="0">
                  <a:pos x="31" y="32"/>
                </a:cxn>
                <a:cxn ang="0">
                  <a:pos x="19" y="32"/>
                </a:cxn>
                <a:cxn ang="0">
                  <a:pos x="18" y="31"/>
                </a:cxn>
                <a:cxn ang="0">
                  <a:pos x="18" y="28"/>
                </a:cxn>
                <a:cxn ang="0">
                  <a:pos x="19" y="27"/>
                </a:cxn>
                <a:cxn ang="0">
                  <a:pos x="27" y="27"/>
                </a:cxn>
                <a:cxn ang="0">
                  <a:pos x="27" y="15"/>
                </a:cxn>
                <a:cxn ang="0">
                  <a:pos x="28" y="14"/>
                </a:cxn>
                <a:cxn ang="0">
                  <a:pos x="31" y="14"/>
                </a:cxn>
                <a:cxn ang="0">
                  <a:pos x="32" y="15"/>
                </a:cxn>
                <a:cxn ang="0">
                  <a:pos x="32" y="31"/>
                </a:cxn>
              </a:cxnLst>
              <a:rect l="0" t="0" r="r" b="b"/>
              <a:pathLst>
                <a:path w="55" h="55">
                  <a:moveTo>
                    <a:pt x="27" y="55"/>
                  </a:moveTo>
                  <a:cubicBezTo>
                    <a:pt x="12" y="55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5"/>
                    <a:pt x="27" y="55"/>
                  </a:cubicBezTo>
                  <a:close/>
                  <a:moveTo>
                    <a:pt x="27" y="8"/>
                  </a:moveTo>
                  <a:cubicBezTo>
                    <a:pt x="16" y="8"/>
                    <a:pt x="8" y="17"/>
                    <a:pt x="8" y="27"/>
                  </a:cubicBezTo>
                  <a:cubicBezTo>
                    <a:pt x="8" y="38"/>
                    <a:pt x="16" y="47"/>
                    <a:pt x="27" y="47"/>
                  </a:cubicBezTo>
                  <a:cubicBezTo>
                    <a:pt x="38" y="47"/>
                    <a:pt x="47" y="38"/>
                    <a:pt x="47" y="27"/>
                  </a:cubicBezTo>
                  <a:cubicBezTo>
                    <a:pt x="47" y="17"/>
                    <a:pt x="38" y="8"/>
                    <a:pt x="27" y="8"/>
                  </a:cubicBezTo>
                  <a:close/>
                  <a:moveTo>
                    <a:pt x="32" y="31"/>
                  </a:moveTo>
                  <a:cubicBezTo>
                    <a:pt x="32" y="31"/>
                    <a:pt x="31" y="32"/>
                    <a:pt x="31" y="32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9" y="32"/>
                    <a:pt x="18" y="31"/>
                    <a:pt x="18" y="31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7" y="14"/>
                    <a:pt x="28" y="14"/>
                    <a:pt x="28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1" y="14"/>
                    <a:pt x="32" y="14"/>
                    <a:pt x="32" y="15"/>
                  </a:cubicBezTo>
                  <a:lnTo>
                    <a:pt x="32" y="3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2135560" y="1440296"/>
            <a:ext cx="8296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smtClean="0"/>
              <a:t>Suite aux tentatives de connexion, une alarme a été générée</a:t>
            </a:r>
            <a:endParaRPr lang="en-US" sz="2400" dirty="0"/>
          </a:p>
        </p:txBody>
      </p:sp>
      <p:sp>
        <p:nvSpPr>
          <p:cNvPr id="40" name="Teardrop 39"/>
          <p:cNvSpPr/>
          <p:nvPr/>
        </p:nvSpPr>
        <p:spPr>
          <a:xfrm rot="8117690" flipH="1">
            <a:off x="1378324" y="5154683"/>
            <a:ext cx="674990" cy="626287"/>
          </a:xfrm>
          <a:prstGeom prst="teardrop">
            <a:avLst>
              <a:gd name="adj" fmla="val 97038"/>
            </a:avLst>
          </a:prstGeom>
          <a:solidFill>
            <a:schemeClr val="accent2"/>
          </a:solidFill>
          <a:ln>
            <a:solidFill>
              <a:schemeClr val="bg1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1" name="TextBox 40"/>
          <p:cNvSpPr txBox="1"/>
          <p:nvPr/>
        </p:nvSpPr>
        <p:spPr>
          <a:xfrm flipH="1">
            <a:off x="2280230" y="4338915"/>
            <a:ext cx="6969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Un ticket à été ouvert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Titre 1"/>
          <p:cNvSpPr>
            <a:spLocks noGrp="1"/>
          </p:cNvSpPr>
          <p:nvPr>
            <p:ph type="title" idx="4294967295"/>
          </p:nvPr>
        </p:nvSpPr>
        <p:spPr>
          <a:xfrm>
            <a:off x="1248752" y="113855"/>
            <a:ext cx="10871200" cy="990600"/>
          </a:xfrm>
        </p:spPr>
        <p:txBody>
          <a:bodyPr/>
          <a:lstStyle/>
          <a:p>
            <a:pPr algn="ctr"/>
            <a:r>
              <a:rPr lang="fr-FR" dirty="0" smtClean="0"/>
              <a:t>Scénario d’attaque Brute-force</a:t>
            </a:r>
            <a:endParaRPr lang="fr-FR" dirty="0"/>
          </a:p>
        </p:txBody>
      </p:sp>
      <p:cxnSp>
        <p:nvCxnSpPr>
          <p:cNvPr id="20" name="Straight Connector 19"/>
          <p:cNvCxnSpPr>
            <a:stCxn id="38" idx="3"/>
            <a:endCxn id="7" idx="6"/>
          </p:cNvCxnSpPr>
          <p:nvPr/>
        </p:nvCxnSpPr>
        <p:spPr>
          <a:xfrm flipH="1">
            <a:off x="897459" y="2147013"/>
            <a:ext cx="716411" cy="13711"/>
          </a:xfrm>
          <a:prstGeom prst="line">
            <a:avLst/>
          </a:prstGeom>
          <a:ln w="28575">
            <a:solidFill>
              <a:schemeClr val="accent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 flipV="1">
            <a:off x="830320" y="5460046"/>
            <a:ext cx="836865" cy="7779"/>
          </a:xfrm>
          <a:prstGeom prst="line">
            <a:avLst/>
          </a:prstGeom>
          <a:ln w="28575">
            <a:solidFill>
              <a:schemeClr val="accent2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824" y="1979626"/>
            <a:ext cx="9337666" cy="2116680"/>
          </a:xfrm>
          <a:prstGeom prst="rect">
            <a:avLst/>
          </a:prstGeom>
        </p:spPr>
      </p:pic>
      <p:pic>
        <p:nvPicPr>
          <p:cNvPr id="22" name="Imag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03" b="43011"/>
          <a:stretch/>
        </p:blipFill>
        <p:spPr>
          <a:xfrm>
            <a:off x="2284237" y="4856411"/>
            <a:ext cx="9703480" cy="167688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1" name="Rectangle 20"/>
          <p:cNvSpPr/>
          <p:nvPr/>
        </p:nvSpPr>
        <p:spPr>
          <a:xfrm>
            <a:off x="182499" y="233681"/>
            <a:ext cx="5661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>
                <a:solidFill>
                  <a:schemeClr val="tx2">
                    <a:lumMod val="75000"/>
                  </a:schemeClr>
                </a:solidFill>
              </a:rPr>
              <a:t>24</a:t>
            </a:r>
            <a:endParaRPr lang="fr-FR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76086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7" grpId="0" animBg="1"/>
      <p:bldP spid="9" grpId="0" animBg="1"/>
      <p:bldP spid="39" grpId="0"/>
      <p:bldP spid="40" grpId="0" animBg="1"/>
      <p:bldP spid="4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155893" y="1965571"/>
            <a:ext cx="0" cy="4753635"/>
          </a:xfrm>
          <a:prstGeom prst="line">
            <a:avLst/>
          </a:prstGeom>
          <a:ln w="28575">
            <a:solidFill>
              <a:schemeClr val="accent3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H="1" flipV="1">
            <a:off x="1155893" y="228842"/>
            <a:ext cx="9777" cy="1811226"/>
          </a:xfrm>
          <a:prstGeom prst="line">
            <a:avLst/>
          </a:prstGeom>
          <a:ln w="28575">
            <a:solidFill>
              <a:schemeClr val="accent2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997302" y="1571700"/>
            <a:ext cx="336735" cy="336735"/>
          </a:xfrm>
          <a:prstGeom prst="ellipse">
            <a:avLst/>
          </a:prstGeom>
          <a:solidFill>
            <a:schemeClr val="accent3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35" name="Teardrop 34"/>
          <p:cNvSpPr/>
          <p:nvPr/>
        </p:nvSpPr>
        <p:spPr>
          <a:xfrm rot="2712708">
            <a:off x="1545973" y="1444009"/>
            <a:ext cx="668592" cy="639376"/>
          </a:xfrm>
          <a:prstGeom prst="teardrop">
            <a:avLst/>
          </a:prstGeom>
          <a:solidFill>
            <a:schemeClr val="accent3"/>
          </a:solidFill>
          <a:ln>
            <a:solidFill>
              <a:schemeClr val="bg1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6" name="TextBox 35"/>
          <p:cNvSpPr txBox="1"/>
          <p:nvPr/>
        </p:nvSpPr>
        <p:spPr>
          <a:xfrm>
            <a:off x="1844877" y="480057"/>
            <a:ext cx="10127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smtClean="0"/>
              <a:t>Configuration du filtre </a:t>
            </a:r>
            <a:r>
              <a:rPr lang="fr-FR" sz="2400" dirty="0" err="1" smtClean="0"/>
              <a:t>Logstash</a:t>
            </a:r>
            <a:r>
              <a:rPr lang="fr-FR" sz="2400" dirty="0" smtClean="0"/>
              <a:t> et ajout des étiquettes selon le type d’accès SSH </a:t>
            </a:r>
            <a:endParaRPr lang="en-US" sz="2400" dirty="0"/>
          </a:p>
        </p:txBody>
      </p:sp>
      <p:cxnSp>
        <p:nvCxnSpPr>
          <p:cNvPr id="28" name="Straight Connector 27"/>
          <p:cNvCxnSpPr>
            <a:endCxn id="7" idx="6"/>
          </p:cNvCxnSpPr>
          <p:nvPr/>
        </p:nvCxnSpPr>
        <p:spPr>
          <a:xfrm flipH="1" flipV="1">
            <a:off x="1334037" y="1740068"/>
            <a:ext cx="700168" cy="11791"/>
          </a:xfrm>
          <a:prstGeom prst="line">
            <a:avLst/>
          </a:prstGeom>
          <a:ln w="28575">
            <a:solidFill>
              <a:schemeClr val="accent3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reeform 52"/>
          <p:cNvSpPr>
            <a:spLocks noEditPoints="1"/>
          </p:cNvSpPr>
          <p:nvPr/>
        </p:nvSpPr>
        <p:spPr bwMode="auto">
          <a:xfrm>
            <a:off x="1437546" y="6284872"/>
            <a:ext cx="434334" cy="43433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27" y="8"/>
              </a:cxn>
              <a:cxn ang="0">
                <a:pos x="8" y="27"/>
              </a:cxn>
              <a:cxn ang="0">
                <a:pos x="27" y="47"/>
              </a:cxn>
              <a:cxn ang="0">
                <a:pos x="47" y="27"/>
              </a:cxn>
              <a:cxn ang="0">
                <a:pos x="27" y="8"/>
              </a:cxn>
              <a:cxn ang="0">
                <a:pos x="32" y="31"/>
              </a:cxn>
              <a:cxn ang="0">
                <a:pos x="31" y="32"/>
              </a:cxn>
              <a:cxn ang="0">
                <a:pos x="19" y="32"/>
              </a:cxn>
              <a:cxn ang="0">
                <a:pos x="18" y="31"/>
              </a:cxn>
              <a:cxn ang="0">
                <a:pos x="18" y="28"/>
              </a:cxn>
              <a:cxn ang="0">
                <a:pos x="19" y="27"/>
              </a:cxn>
              <a:cxn ang="0">
                <a:pos x="27" y="27"/>
              </a:cxn>
              <a:cxn ang="0">
                <a:pos x="27" y="15"/>
              </a:cxn>
              <a:cxn ang="0">
                <a:pos x="28" y="14"/>
              </a:cxn>
              <a:cxn ang="0">
                <a:pos x="31" y="14"/>
              </a:cxn>
              <a:cxn ang="0">
                <a:pos x="32" y="15"/>
              </a:cxn>
              <a:cxn ang="0">
                <a:pos x="32" y="31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27" y="8"/>
                </a:moveTo>
                <a:cubicBezTo>
                  <a:pt x="16" y="8"/>
                  <a:pt x="8" y="17"/>
                  <a:pt x="8" y="27"/>
                </a:cubicBezTo>
                <a:cubicBezTo>
                  <a:pt x="8" y="38"/>
                  <a:pt x="16" y="47"/>
                  <a:pt x="27" y="47"/>
                </a:cubicBezTo>
                <a:cubicBezTo>
                  <a:pt x="38" y="47"/>
                  <a:pt x="47" y="38"/>
                  <a:pt x="47" y="27"/>
                </a:cubicBezTo>
                <a:cubicBezTo>
                  <a:pt x="47" y="17"/>
                  <a:pt x="38" y="8"/>
                  <a:pt x="27" y="8"/>
                </a:cubicBezTo>
                <a:close/>
                <a:moveTo>
                  <a:pt x="32" y="31"/>
                </a:moveTo>
                <a:cubicBezTo>
                  <a:pt x="32" y="31"/>
                  <a:pt x="31" y="32"/>
                  <a:pt x="31" y="32"/>
                </a:cubicBezTo>
                <a:cubicBezTo>
                  <a:pt x="19" y="32"/>
                  <a:pt x="19" y="32"/>
                  <a:pt x="19" y="32"/>
                </a:cubicBezTo>
                <a:cubicBezTo>
                  <a:pt x="19" y="32"/>
                  <a:pt x="18" y="31"/>
                  <a:pt x="18" y="31"/>
                </a:cubicBezTo>
                <a:cubicBezTo>
                  <a:pt x="18" y="28"/>
                  <a:pt x="18" y="28"/>
                  <a:pt x="18" y="28"/>
                </a:cubicBezTo>
                <a:cubicBezTo>
                  <a:pt x="18" y="28"/>
                  <a:pt x="19" y="27"/>
                  <a:pt x="19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15"/>
                  <a:pt x="27" y="15"/>
                  <a:pt x="27" y="15"/>
                </a:cubicBezTo>
                <a:cubicBezTo>
                  <a:pt x="27" y="14"/>
                  <a:pt x="28" y="14"/>
                  <a:pt x="28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4"/>
                  <a:pt x="32" y="15"/>
                </a:cubicBezTo>
                <a:lnTo>
                  <a:pt x="32" y="31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1" b="1949"/>
          <a:stretch/>
        </p:blipFill>
        <p:spPr>
          <a:xfrm>
            <a:off x="3287688" y="976075"/>
            <a:ext cx="5963482" cy="55446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182499" y="233681"/>
            <a:ext cx="5661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>
                <a:solidFill>
                  <a:schemeClr val="tx2">
                    <a:lumMod val="75000"/>
                  </a:schemeClr>
                </a:solidFill>
              </a:rPr>
              <a:t>25</a:t>
            </a:r>
            <a:endParaRPr lang="fr-FR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33222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5" grpId="0" animBg="1"/>
      <p:bldP spid="3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127448" y="1196752"/>
            <a:ext cx="24376" cy="5661248"/>
          </a:xfrm>
          <a:prstGeom prst="line">
            <a:avLst/>
          </a:prstGeom>
          <a:ln w="28575">
            <a:solidFill>
              <a:schemeClr val="accent4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ardrop 5"/>
          <p:cNvSpPr/>
          <p:nvPr/>
        </p:nvSpPr>
        <p:spPr>
          <a:xfrm rot="8131456" flipH="1">
            <a:off x="1583822" y="782552"/>
            <a:ext cx="670099" cy="606562"/>
          </a:xfrm>
          <a:prstGeom prst="teardrop">
            <a:avLst/>
          </a:prstGeom>
          <a:solidFill>
            <a:schemeClr val="accent4"/>
          </a:solidFill>
          <a:ln>
            <a:solidFill>
              <a:schemeClr val="bg1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1151824" y="1115747"/>
            <a:ext cx="700167" cy="1615"/>
          </a:xfrm>
          <a:prstGeom prst="line">
            <a:avLst/>
          </a:prstGeom>
          <a:ln w="28575">
            <a:solidFill>
              <a:schemeClr val="accent4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83632" y="666139"/>
            <a:ext cx="8234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Création de visualisation </a:t>
            </a:r>
            <a:r>
              <a:rPr lang="fr-FR" sz="2400" dirty="0" err="1" smtClean="0"/>
              <a:t>Kibana</a:t>
            </a:r>
            <a:r>
              <a:rPr lang="fr-FR" sz="2400" dirty="0" smtClean="0"/>
              <a:t> pour les tentatives d’accès SSH.</a:t>
            </a:r>
            <a:endParaRPr lang="fr-FR" sz="24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437"/>
          <a:stretch/>
        </p:blipFill>
        <p:spPr>
          <a:xfrm>
            <a:off x="2276889" y="1325961"/>
            <a:ext cx="9535419" cy="5333066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>
            <a:off x="1151824" y="20472"/>
            <a:ext cx="0" cy="1121187"/>
          </a:xfrm>
          <a:prstGeom prst="line">
            <a:avLst/>
          </a:prstGeom>
          <a:ln w="28575">
            <a:solidFill>
              <a:schemeClr val="accent3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52416" y="959437"/>
            <a:ext cx="336735" cy="336735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182499" y="233681"/>
            <a:ext cx="5661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>
                <a:solidFill>
                  <a:schemeClr val="tx2">
                    <a:lumMod val="75000"/>
                  </a:schemeClr>
                </a:solidFill>
              </a:rPr>
              <a:t>26</a:t>
            </a:r>
            <a:endParaRPr lang="fr-FR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55793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/>
      <p:bldP spid="1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 rot="10800000">
            <a:off x="964344" y="6107416"/>
            <a:ext cx="511003" cy="444532"/>
            <a:chOff x="4300222" y="1131575"/>
            <a:chExt cx="543557" cy="543557"/>
          </a:xfrm>
        </p:grpSpPr>
        <p:sp>
          <p:nvSpPr>
            <p:cNvPr id="5" name="Flowchart: Off-page Connector 4"/>
            <p:cNvSpPr/>
            <p:nvPr/>
          </p:nvSpPr>
          <p:spPr>
            <a:xfrm>
              <a:off x="4300222" y="1131575"/>
              <a:ext cx="543557" cy="543557"/>
            </a:xfrm>
            <a:prstGeom prst="flowChartOffpageConnector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21920" rtlCol="0" anchor="ctr"/>
            <a:lstStyle/>
            <a:p>
              <a:pPr algn="ctr"/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6" name="Freeform 52"/>
            <p:cNvSpPr>
              <a:spLocks noEditPoints="1"/>
            </p:cNvSpPr>
            <p:nvPr/>
          </p:nvSpPr>
          <p:spPr bwMode="auto">
            <a:xfrm rot="10800000">
              <a:off x="4412721" y="1215881"/>
              <a:ext cx="325750" cy="325750"/>
            </a:xfrm>
            <a:custGeom>
              <a:avLst/>
              <a:gdLst/>
              <a:ahLst/>
              <a:cxnLst>
                <a:cxn ang="0">
                  <a:pos x="27" y="55"/>
                </a:cxn>
                <a:cxn ang="0">
                  <a:pos x="0" y="27"/>
                </a:cxn>
                <a:cxn ang="0">
                  <a:pos x="27" y="0"/>
                </a:cxn>
                <a:cxn ang="0">
                  <a:pos x="55" y="27"/>
                </a:cxn>
                <a:cxn ang="0">
                  <a:pos x="27" y="55"/>
                </a:cxn>
                <a:cxn ang="0">
                  <a:pos x="27" y="8"/>
                </a:cxn>
                <a:cxn ang="0">
                  <a:pos x="8" y="27"/>
                </a:cxn>
                <a:cxn ang="0">
                  <a:pos x="27" y="47"/>
                </a:cxn>
                <a:cxn ang="0">
                  <a:pos x="47" y="27"/>
                </a:cxn>
                <a:cxn ang="0">
                  <a:pos x="27" y="8"/>
                </a:cxn>
                <a:cxn ang="0">
                  <a:pos x="32" y="31"/>
                </a:cxn>
                <a:cxn ang="0">
                  <a:pos x="31" y="32"/>
                </a:cxn>
                <a:cxn ang="0">
                  <a:pos x="19" y="32"/>
                </a:cxn>
                <a:cxn ang="0">
                  <a:pos x="18" y="31"/>
                </a:cxn>
                <a:cxn ang="0">
                  <a:pos x="18" y="28"/>
                </a:cxn>
                <a:cxn ang="0">
                  <a:pos x="19" y="27"/>
                </a:cxn>
                <a:cxn ang="0">
                  <a:pos x="27" y="27"/>
                </a:cxn>
                <a:cxn ang="0">
                  <a:pos x="27" y="15"/>
                </a:cxn>
                <a:cxn ang="0">
                  <a:pos x="28" y="14"/>
                </a:cxn>
                <a:cxn ang="0">
                  <a:pos x="31" y="14"/>
                </a:cxn>
                <a:cxn ang="0">
                  <a:pos x="32" y="15"/>
                </a:cxn>
                <a:cxn ang="0">
                  <a:pos x="32" y="31"/>
                </a:cxn>
              </a:cxnLst>
              <a:rect l="0" t="0" r="r" b="b"/>
              <a:pathLst>
                <a:path w="55" h="55">
                  <a:moveTo>
                    <a:pt x="27" y="55"/>
                  </a:moveTo>
                  <a:cubicBezTo>
                    <a:pt x="12" y="55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5"/>
                    <a:pt x="27" y="55"/>
                  </a:cubicBezTo>
                  <a:close/>
                  <a:moveTo>
                    <a:pt x="27" y="8"/>
                  </a:moveTo>
                  <a:cubicBezTo>
                    <a:pt x="16" y="8"/>
                    <a:pt x="8" y="17"/>
                    <a:pt x="8" y="27"/>
                  </a:cubicBezTo>
                  <a:cubicBezTo>
                    <a:pt x="8" y="38"/>
                    <a:pt x="16" y="47"/>
                    <a:pt x="27" y="47"/>
                  </a:cubicBezTo>
                  <a:cubicBezTo>
                    <a:pt x="38" y="47"/>
                    <a:pt x="47" y="38"/>
                    <a:pt x="47" y="27"/>
                  </a:cubicBezTo>
                  <a:cubicBezTo>
                    <a:pt x="47" y="17"/>
                    <a:pt x="38" y="8"/>
                    <a:pt x="27" y="8"/>
                  </a:cubicBezTo>
                  <a:close/>
                  <a:moveTo>
                    <a:pt x="32" y="31"/>
                  </a:moveTo>
                  <a:cubicBezTo>
                    <a:pt x="32" y="31"/>
                    <a:pt x="31" y="32"/>
                    <a:pt x="31" y="32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9" y="32"/>
                    <a:pt x="18" y="31"/>
                    <a:pt x="18" y="31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7" y="14"/>
                    <a:pt x="28" y="14"/>
                    <a:pt x="28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1" y="14"/>
                    <a:pt x="32" y="14"/>
                    <a:pt x="32" y="15"/>
                  </a:cubicBezTo>
                  <a:lnTo>
                    <a:pt x="32" y="3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7" name="Teardrop 6"/>
          <p:cNvSpPr/>
          <p:nvPr/>
        </p:nvSpPr>
        <p:spPr>
          <a:xfrm rot="2700000">
            <a:off x="2073615" y="1233561"/>
            <a:ext cx="658659" cy="678452"/>
          </a:xfrm>
          <a:prstGeom prst="teardrop">
            <a:avLst/>
          </a:prstGeom>
          <a:solidFill>
            <a:schemeClr val="accent1"/>
          </a:solidFill>
          <a:ln>
            <a:solidFill>
              <a:schemeClr val="bg1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8" name="Straight Connector 7"/>
          <p:cNvCxnSpPr/>
          <p:nvPr/>
        </p:nvCxnSpPr>
        <p:spPr>
          <a:xfrm>
            <a:off x="1222204" y="116632"/>
            <a:ext cx="0" cy="5983427"/>
          </a:xfrm>
          <a:prstGeom prst="line">
            <a:avLst/>
          </a:prstGeom>
          <a:ln w="28575">
            <a:solidFill>
              <a:schemeClr val="accent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15520" y="1423078"/>
            <a:ext cx="336735" cy="336735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cxnSp>
        <p:nvCxnSpPr>
          <p:cNvPr id="10" name="Straight Connector 9"/>
          <p:cNvCxnSpPr>
            <a:stCxn id="7" idx="3"/>
            <a:endCxn id="9" idx="6"/>
          </p:cNvCxnSpPr>
          <p:nvPr/>
        </p:nvCxnSpPr>
        <p:spPr>
          <a:xfrm flipH="1">
            <a:off x="1352255" y="1577735"/>
            <a:ext cx="716411" cy="13711"/>
          </a:xfrm>
          <a:prstGeom prst="line">
            <a:avLst/>
          </a:prstGeom>
          <a:ln w="28575">
            <a:solidFill>
              <a:schemeClr val="accent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18" t="83" b="-1"/>
          <a:stretch/>
        </p:blipFill>
        <p:spPr>
          <a:xfrm>
            <a:off x="3453634" y="1679679"/>
            <a:ext cx="7452987" cy="47592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3062686" y="869213"/>
            <a:ext cx="8234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Ajout de la visualisation au tableau de bord </a:t>
            </a:r>
            <a:r>
              <a:rPr lang="fr-FR" sz="2400" dirty="0" err="1" smtClean="0"/>
              <a:t>Kibana</a:t>
            </a:r>
            <a:endParaRPr lang="fr-FR" sz="2400" dirty="0"/>
          </a:p>
        </p:txBody>
      </p:sp>
      <p:sp>
        <p:nvSpPr>
          <p:cNvPr id="15" name="Rectangle 14"/>
          <p:cNvSpPr/>
          <p:nvPr/>
        </p:nvSpPr>
        <p:spPr>
          <a:xfrm>
            <a:off x="182499" y="233681"/>
            <a:ext cx="5661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>
                <a:solidFill>
                  <a:schemeClr val="tx2">
                    <a:lumMod val="75000"/>
                  </a:schemeClr>
                </a:solidFill>
              </a:rPr>
              <a:t>27</a:t>
            </a:r>
            <a:endParaRPr lang="fr-FR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21098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tDnDiag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34"/>
          <p:cNvSpPr>
            <a:spLocks noChangeShapeType="1"/>
          </p:cNvSpPr>
          <p:nvPr/>
        </p:nvSpPr>
        <p:spPr bwMode="auto">
          <a:xfrm>
            <a:off x="6362199" y="4505045"/>
            <a:ext cx="3107267" cy="0"/>
          </a:xfrm>
          <a:prstGeom prst="line">
            <a:avLst/>
          </a:prstGeom>
          <a:noFill/>
          <a:ln w="50800">
            <a:solidFill>
              <a:srgbClr val="B8CDD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400"/>
          </a:p>
        </p:txBody>
      </p:sp>
      <p:sp>
        <p:nvSpPr>
          <p:cNvPr id="14" name="AutoShape 19"/>
          <p:cNvSpPr>
            <a:spLocks/>
          </p:cNvSpPr>
          <p:nvPr/>
        </p:nvSpPr>
        <p:spPr bwMode="auto">
          <a:xfrm>
            <a:off x="4993553" y="3765109"/>
            <a:ext cx="1368646" cy="1322816"/>
          </a:xfrm>
          <a:custGeom>
            <a:avLst/>
            <a:gdLst>
              <a:gd name="T0" fmla="*/ 12471 w 24942"/>
              <a:gd name="T1" fmla="*/ 0 h 21600"/>
              <a:gd name="T2" fmla="*/ 23271 w 24942"/>
              <a:gd name="T3" fmla="*/ 5400 h 21600"/>
              <a:gd name="T4" fmla="*/ 23271 w 24942"/>
              <a:gd name="T5" fmla="*/ 16200 h 21600"/>
              <a:gd name="T6" fmla="*/ 12471 w 24942"/>
              <a:gd name="T7" fmla="*/ 21600 h 21600"/>
              <a:gd name="T8" fmla="*/ 1671 w 24942"/>
              <a:gd name="T9" fmla="*/ 16200 h 21600"/>
              <a:gd name="T10" fmla="*/ 1671 w 24942"/>
              <a:gd name="T11" fmla="*/ 5400 h 21600"/>
              <a:gd name="T12" fmla="*/ 12471 w 24942"/>
              <a:gd name="T13" fmla="*/ 0 h 21600"/>
              <a:gd name="T14" fmla="*/ 12471 w 24942"/>
              <a:gd name="T1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4942" h="21600">
                <a:moveTo>
                  <a:pt x="12471" y="0"/>
                </a:moveTo>
                <a:lnTo>
                  <a:pt x="23271" y="5400"/>
                </a:lnTo>
                <a:lnTo>
                  <a:pt x="23271" y="16200"/>
                </a:lnTo>
                <a:lnTo>
                  <a:pt x="12471" y="21600"/>
                </a:lnTo>
                <a:lnTo>
                  <a:pt x="1671" y="16200"/>
                </a:lnTo>
                <a:lnTo>
                  <a:pt x="1671" y="5400"/>
                </a:lnTo>
                <a:lnTo>
                  <a:pt x="12471" y="0"/>
                </a:lnTo>
                <a:close/>
                <a:moveTo>
                  <a:pt x="12471" y="0"/>
                </a:moveTo>
              </a:path>
            </a:pathLst>
          </a:custGeom>
          <a:solidFill>
            <a:schemeClr val="accent1"/>
          </a:solidFill>
          <a:ln w="25400" cap="flat">
            <a:solidFill>
              <a:schemeClr val="tx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400"/>
          </a:p>
        </p:txBody>
      </p:sp>
      <p:sp>
        <p:nvSpPr>
          <p:cNvPr id="23" name="TextBox 56"/>
          <p:cNvSpPr txBox="1"/>
          <p:nvPr/>
        </p:nvSpPr>
        <p:spPr>
          <a:xfrm>
            <a:off x="1526026" y="4145830"/>
            <a:ext cx="5562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b="1" dirty="0">
                <a:solidFill>
                  <a:schemeClr val="accent1"/>
                </a:solidFill>
              </a:rPr>
              <a:t>Conclusion et perspectives</a:t>
            </a:r>
          </a:p>
        </p:txBody>
      </p:sp>
      <p:sp>
        <p:nvSpPr>
          <p:cNvPr id="28" name="Rectangle 3"/>
          <p:cNvSpPr>
            <a:spLocks/>
          </p:cNvSpPr>
          <p:nvPr/>
        </p:nvSpPr>
        <p:spPr bwMode="auto">
          <a:xfrm>
            <a:off x="5421996" y="4138257"/>
            <a:ext cx="576262" cy="7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1pPr>
            <a:lvl2pPr marL="742950" indent="-28575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2pPr>
            <a:lvl3pPr marL="11430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3pPr>
            <a:lvl4pPr marL="16002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4pPr>
            <a:lvl5pPr marL="20574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9pPr>
          </a:lstStyle>
          <a:p>
            <a:pPr algn="l" eaLnBrk="1" hangingPunct="1"/>
            <a:r>
              <a:rPr lang="en-US" sz="6267" dirty="0">
                <a:solidFill>
                  <a:schemeClr val="bg1"/>
                </a:solidFill>
                <a:latin typeface="Open Sans Condensed Light" charset="0"/>
                <a:sym typeface="Open Sans Cond Light" pitchFamily="-84" charset="0"/>
              </a:rPr>
              <a:t>4</a:t>
            </a:r>
          </a:p>
        </p:txBody>
      </p:sp>
      <p:sp>
        <p:nvSpPr>
          <p:cNvPr id="19" name="AutoShape 19"/>
          <p:cNvSpPr>
            <a:spLocks/>
          </p:cNvSpPr>
          <p:nvPr/>
        </p:nvSpPr>
        <p:spPr bwMode="auto">
          <a:xfrm>
            <a:off x="5023738" y="1367461"/>
            <a:ext cx="788141" cy="857734"/>
          </a:xfrm>
          <a:custGeom>
            <a:avLst/>
            <a:gdLst>
              <a:gd name="T0" fmla="*/ 12471 w 24942"/>
              <a:gd name="T1" fmla="*/ 0 h 21600"/>
              <a:gd name="T2" fmla="*/ 23271 w 24942"/>
              <a:gd name="T3" fmla="*/ 5400 h 21600"/>
              <a:gd name="T4" fmla="*/ 23271 w 24942"/>
              <a:gd name="T5" fmla="*/ 16200 h 21600"/>
              <a:gd name="T6" fmla="*/ 12471 w 24942"/>
              <a:gd name="T7" fmla="*/ 21600 h 21600"/>
              <a:gd name="T8" fmla="*/ 1671 w 24942"/>
              <a:gd name="T9" fmla="*/ 16200 h 21600"/>
              <a:gd name="T10" fmla="*/ 1671 w 24942"/>
              <a:gd name="T11" fmla="*/ 5400 h 21600"/>
              <a:gd name="T12" fmla="*/ 12471 w 24942"/>
              <a:gd name="T13" fmla="*/ 0 h 21600"/>
              <a:gd name="T14" fmla="*/ 12471 w 24942"/>
              <a:gd name="T1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4942" h="21600">
                <a:moveTo>
                  <a:pt x="12471" y="0"/>
                </a:moveTo>
                <a:lnTo>
                  <a:pt x="23271" y="5400"/>
                </a:lnTo>
                <a:lnTo>
                  <a:pt x="23271" y="16200"/>
                </a:lnTo>
                <a:lnTo>
                  <a:pt x="12471" y="21600"/>
                </a:lnTo>
                <a:lnTo>
                  <a:pt x="1671" y="16200"/>
                </a:lnTo>
                <a:lnTo>
                  <a:pt x="1671" y="5400"/>
                </a:lnTo>
                <a:lnTo>
                  <a:pt x="12471" y="0"/>
                </a:lnTo>
                <a:close/>
                <a:moveTo>
                  <a:pt x="12471" y="0"/>
                </a:moveTo>
              </a:path>
            </a:pathLst>
          </a:custGeom>
          <a:solidFill>
            <a:schemeClr val="bg1">
              <a:lumMod val="75000"/>
            </a:schemeClr>
          </a:solidFill>
          <a:ln w="25400" cap="flat">
            <a:solidFill>
              <a:schemeClr val="tx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24" name="Line 31"/>
          <p:cNvSpPr>
            <a:spLocks noChangeShapeType="1"/>
          </p:cNvSpPr>
          <p:nvPr/>
        </p:nvSpPr>
        <p:spPr bwMode="auto">
          <a:xfrm>
            <a:off x="6117274" y="2612935"/>
            <a:ext cx="3109383" cy="0"/>
          </a:xfrm>
          <a:prstGeom prst="line">
            <a:avLst/>
          </a:prstGeom>
          <a:noFill/>
          <a:ln w="50800">
            <a:solidFill>
              <a:schemeClr val="accent6">
                <a:lumMod val="40000"/>
                <a:lumOff val="6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29" name="Line 33"/>
          <p:cNvSpPr>
            <a:spLocks noChangeShapeType="1"/>
          </p:cNvSpPr>
          <p:nvPr/>
        </p:nvSpPr>
        <p:spPr bwMode="auto">
          <a:xfrm>
            <a:off x="1916471" y="1940236"/>
            <a:ext cx="3107267" cy="0"/>
          </a:xfrm>
          <a:prstGeom prst="line">
            <a:avLst/>
          </a:prstGeom>
          <a:noFill/>
          <a:ln w="50800">
            <a:solidFill>
              <a:schemeClr val="accent6">
                <a:lumMod val="40000"/>
                <a:lumOff val="6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30" name="AutoShape 19"/>
          <p:cNvSpPr>
            <a:spLocks/>
          </p:cNvSpPr>
          <p:nvPr/>
        </p:nvSpPr>
        <p:spPr bwMode="auto">
          <a:xfrm>
            <a:off x="5288198" y="2122681"/>
            <a:ext cx="800905" cy="826700"/>
          </a:xfrm>
          <a:custGeom>
            <a:avLst/>
            <a:gdLst>
              <a:gd name="T0" fmla="*/ 12471 w 24942"/>
              <a:gd name="T1" fmla="*/ 0 h 21600"/>
              <a:gd name="T2" fmla="*/ 23271 w 24942"/>
              <a:gd name="T3" fmla="*/ 5400 h 21600"/>
              <a:gd name="T4" fmla="*/ 23271 w 24942"/>
              <a:gd name="T5" fmla="*/ 16200 h 21600"/>
              <a:gd name="T6" fmla="*/ 12471 w 24942"/>
              <a:gd name="T7" fmla="*/ 21600 h 21600"/>
              <a:gd name="T8" fmla="*/ 1671 w 24942"/>
              <a:gd name="T9" fmla="*/ 16200 h 21600"/>
              <a:gd name="T10" fmla="*/ 1671 w 24942"/>
              <a:gd name="T11" fmla="*/ 5400 h 21600"/>
              <a:gd name="T12" fmla="*/ 12471 w 24942"/>
              <a:gd name="T13" fmla="*/ 0 h 21600"/>
              <a:gd name="T14" fmla="*/ 12471 w 24942"/>
              <a:gd name="T1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4942" h="21600">
                <a:moveTo>
                  <a:pt x="12471" y="0"/>
                </a:moveTo>
                <a:lnTo>
                  <a:pt x="23271" y="5400"/>
                </a:lnTo>
                <a:lnTo>
                  <a:pt x="23271" y="16200"/>
                </a:lnTo>
                <a:lnTo>
                  <a:pt x="12471" y="21600"/>
                </a:lnTo>
                <a:lnTo>
                  <a:pt x="1671" y="16200"/>
                </a:lnTo>
                <a:lnTo>
                  <a:pt x="1671" y="5400"/>
                </a:lnTo>
                <a:lnTo>
                  <a:pt x="12471" y="0"/>
                </a:lnTo>
                <a:close/>
                <a:moveTo>
                  <a:pt x="12471" y="0"/>
                </a:moveTo>
              </a:path>
            </a:pathLst>
          </a:custGeom>
          <a:solidFill>
            <a:schemeClr val="bg1">
              <a:lumMod val="75000"/>
            </a:schemeClr>
          </a:solidFill>
          <a:ln w="25400" cap="flat">
            <a:solidFill>
              <a:schemeClr val="tx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31" name="Rectangle 3"/>
          <p:cNvSpPr>
            <a:spLocks/>
          </p:cNvSpPr>
          <p:nvPr/>
        </p:nvSpPr>
        <p:spPr bwMode="auto">
          <a:xfrm flipH="1">
            <a:off x="5533854" y="2336454"/>
            <a:ext cx="45719" cy="418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1pPr>
            <a:lvl2pPr marL="742950" indent="-28575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2pPr>
            <a:lvl3pPr marL="11430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3pPr>
            <a:lvl4pPr marL="16002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4pPr>
            <a:lvl5pPr marL="20574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9pPr>
          </a:lstStyle>
          <a:p>
            <a:pPr algn="l" eaLnBrk="1" hangingPunct="1"/>
            <a:r>
              <a:rPr lang="en-US" sz="3600" dirty="0">
                <a:solidFill>
                  <a:schemeClr val="bg1"/>
                </a:solidFill>
                <a:latin typeface="Open Sans Condensed Light" charset="0"/>
                <a:sym typeface="Open Sans Cond Light" pitchFamily="-84" charset="0"/>
              </a:rPr>
              <a:t>2</a:t>
            </a:r>
          </a:p>
        </p:txBody>
      </p:sp>
      <p:sp>
        <p:nvSpPr>
          <p:cNvPr id="32" name="TextBox 1"/>
          <p:cNvSpPr txBox="1"/>
          <p:nvPr/>
        </p:nvSpPr>
        <p:spPr>
          <a:xfrm>
            <a:off x="5735960" y="1670266"/>
            <a:ext cx="4499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accent6"/>
                </a:solidFill>
              </a:rPr>
              <a:t>État de l’art: Étude sur les SOC/</a:t>
            </a:r>
            <a:r>
              <a:rPr lang="fr-FR" sz="2000" b="1" dirty="0" err="1">
                <a:solidFill>
                  <a:schemeClr val="accent6"/>
                </a:solidFill>
              </a:rPr>
              <a:t>SIEMs</a:t>
            </a:r>
            <a:endParaRPr lang="fr-FR" sz="2000" b="1" dirty="0">
              <a:solidFill>
                <a:schemeClr val="accent6"/>
              </a:solidFill>
            </a:endParaRPr>
          </a:p>
        </p:txBody>
      </p:sp>
      <p:sp>
        <p:nvSpPr>
          <p:cNvPr id="33" name="TextBox 55"/>
          <p:cNvSpPr txBox="1"/>
          <p:nvPr/>
        </p:nvSpPr>
        <p:spPr>
          <a:xfrm>
            <a:off x="2340584" y="2347500"/>
            <a:ext cx="4027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accent6"/>
                </a:solidFill>
              </a:rPr>
              <a:t>R</a:t>
            </a:r>
            <a:r>
              <a:rPr lang="fr-FR" sz="2000" b="1" dirty="0" smtClean="0">
                <a:solidFill>
                  <a:schemeClr val="accent6"/>
                </a:solidFill>
              </a:rPr>
              <a:t>éalisation </a:t>
            </a:r>
            <a:r>
              <a:rPr lang="fr-FR" sz="2000" b="1" dirty="0">
                <a:solidFill>
                  <a:schemeClr val="accent6"/>
                </a:solidFill>
              </a:rPr>
              <a:t>de la solution</a:t>
            </a:r>
          </a:p>
        </p:txBody>
      </p:sp>
      <p:sp>
        <p:nvSpPr>
          <p:cNvPr id="34" name="Rectangle 3"/>
          <p:cNvSpPr>
            <a:spLocks/>
          </p:cNvSpPr>
          <p:nvPr/>
        </p:nvSpPr>
        <p:spPr bwMode="auto">
          <a:xfrm>
            <a:off x="5269585" y="1191315"/>
            <a:ext cx="438214" cy="868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1pPr>
            <a:lvl2pPr marL="742950" indent="-28575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2pPr>
            <a:lvl3pPr marL="11430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3pPr>
            <a:lvl4pPr marL="16002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4pPr>
            <a:lvl5pPr marL="20574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9pPr>
          </a:lstStyle>
          <a:p>
            <a:pPr algn="l" eaLnBrk="1" hangingPunct="1"/>
            <a:r>
              <a:rPr lang="en-US" sz="3600" dirty="0">
                <a:solidFill>
                  <a:schemeClr val="bg1"/>
                </a:solidFill>
                <a:latin typeface="Open Sans Condensed Light" charset="0"/>
                <a:sym typeface="Open Sans Cond Light" pitchFamily="-84" charset="0"/>
              </a:rPr>
              <a:t>1</a:t>
            </a:r>
          </a:p>
        </p:txBody>
      </p:sp>
      <p:sp>
        <p:nvSpPr>
          <p:cNvPr id="35" name="Line 31"/>
          <p:cNvSpPr>
            <a:spLocks noChangeShapeType="1"/>
          </p:cNvSpPr>
          <p:nvPr/>
        </p:nvSpPr>
        <p:spPr bwMode="auto">
          <a:xfrm>
            <a:off x="1860519" y="3435398"/>
            <a:ext cx="3109383" cy="0"/>
          </a:xfrm>
          <a:prstGeom prst="line">
            <a:avLst/>
          </a:prstGeom>
          <a:noFill/>
          <a:ln w="50800">
            <a:solidFill>
              <a:schemeClr val="accent6">
                <a:lumMod val="40000"/>
                <a:lumOff val="6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36" name="Rectangle 35"/>
          <p:cNvSpPr/>
          <p:nvPr/>
        </p:nvSpPr>
        <p:spPr>
          <a:xfrm>
            <a:off x="5778581" y="3162621"/>
            <a:ext cx="49882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 smtClean="0">
                <a:solidFill>
                  <a:schemeClr val="accent6"/>
                </a:solidFill>
              </a:rPr>
              <a:t>Expérimentations d’attaques et résultats</a:t>
            </a:r>
            <a:endParaRPr lang="fr-FR" sz="2000" b="1" dirty="0">
              <a:solidFill>
                <a:schemeClr val="accent6"/>
              </a:solidFill>
            </a:endParaRPr>
          </a:p>
        </p:txBody>
      </p:sp>
      <p:sp>
        <p:nvSpPr>
          <p:cNvPr id="37" name="AutoShape 19"/>
          <p:cNvSpPr>
            <a:spLocks/>
          </p:cNvSpPr>
          <p:nvPr/>
        </p:nvSpPr>
        <p:spPr bwMode="auto">
          <a:xfrm>
            <a:off x="5017610" y="2895313"/>
            <a:ext cx="828032" cy="857630"/>
          </a:xfrm>
          <a:custGeom>
            <a:avLst/>
            <a:gdLst>
              <a:gd name="T0" fmla="*/ 12471 w 24942"/>
              <a:gd name="T1" fmla="*/ 0 h 21600"/>
              <a:gd name="T2" fmla="*/ 23271 w 24942"/>
              <a:gd name="T3" fmla="*/ 5400 h 21600"/>
              <a:gd name="T4" fmla="*/ 23271 w 24942"/>
              <a:gd name="T5" fmla="*/ 16200 h 21600"/>
              <a:gd name="T6" fmla="*/ 12471 w 24942"/>
              <a:gd name="T7" fmla="*/ 21600 h 21600"/>
              <a:gd name="T8" fmla="*/ 1671 w 24942"/>
              <a:gd name="T9" fmla="*/ 16200 h 21600"/>
              <a:gd name="T10" fmla="*/ 1671 w 24942"/>
              <a:gd name="T11" fmla="*/ 5400 h 21600"/>
              <a:gd name="T12" fmla="*/ 12471 w 24942"/>
              <a:gd name="T13" fmla="*/ 0 h 21600"/>
              <a:gd name="T14" fmla="*/ 12471 w 24942"/>
              <a:gd name="T1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4942" h="21600">
                <a:moveTo>
                  <a:pt x="12471" y="0"/>
                </a:moveTo>
                <a:lnTo>
                  <a:pt x="23271" y="5400"/>
                </a:lnTo>
                <a:lnTo>
                  <a:pt x="23271" y="16200"/>
                </a:lnTo>
                <a:lnTo>
                  <a:pt x="12471" y="21600"/>
                </a:lnTo>
                <a:lnTo>
                  <a:pt x="1671" y="16200"/>
                </a:lnTo>
                <a:lnTo>
                  <a:pt x="1671" y="5400"/>
                </a:lnTo>
                <a:lnTo>
                  <a:pt x="12471" y="0"/>
                </a:lnTo>
                <a:close/>
                <a:moveTo>
                  <a:pt x="12471" y="0"/>
                </a:moveTo>
              </a:path>
            </a:pathLst>
          </a:custGeom>
          <a:solidFill>
            <a:schemeClr val="bg1">
              <a:lumMod val="75000"/>
            </a:schemeClr>
          </a:solidFill>
          <a:ln w="25400" cap="flat">
            <a:solidFill>
              <a:schemeClr val="tx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fr-FR" sz="2400"/>
          </a:p>
        </p:txBody>
      </p:sp>
      <p:sp>
        <p:nvSpPr>
          <p:cNvPr id="38" name="Rectangle 3"/>
          <p:cNvSpPr>
            <a:spLocks/>
          </p:cNvSpPr>
          <p:nvPr/>
        </p:nvSpPr>
        <p:spPr bwMode="auto">
          <a:xfrm>
            <a:off x="5291441" y="2839426"/>
            <a:ext cx="576263" cy="7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1pPr>
            <a:lvl2pPr marL="742950" indent="-28575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2pPr>
            <a:lvl3pPr marL="11430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3pPr>
            <a:lvl4pPr marL="16002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4pPr>
            <a:lvl5pPr marL="2057400" indent="-228600" algn="ctr" eaLnBrk="0" hangingPunct="0"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 pitchFamily="-84" charset="0"/>
                <a:ea typeface="ヒラギノ角ゴ ProN W3" pitchFamily="-84" charset="-128"/>
                <a:sym typeface="Gill Sans" pitchFamily="-84" charset="0"/>
              </a:defRPr>
            </a:lvl9pPr>
          </a:lstStyle>
          <a:p>
            <a:pPr algn="l" eaLnBrk="1" hangingPunct="1"/>
            <a:r>
              <a:rPr lang="en-US" sz="3600" dirty="0">
                <a:solidFill>
                  <a:schemeClr val="bg1"/>
                </a:solidFill>
                <a:latin typeface="Open Sans Condensed Light" charset="0"/>
                <a:sym typeface="Open Sans Cond Light" pitchFamily="-8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933600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1717456" y="2164810"/>
            <a:ext cx="1600200" cy="1588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1230265" y="4725953"/>
            <a:ext cx="2201443" cy="474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447954" y="2434141"/>
            <a:ext cx="2408" cy="2291812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3181718" y="1920206"/>
            <a:ext cx="489204" cy="489204"/>
            <a:chOff x="2667000" y="1342276"/>
            <a:chExt cx="489204" cy="489204"/>
          </a:xfrm>
        </p:grpSpPr>
        <p:sp>
          <p:nvSpPr>
            <p:cNvPr id="10" name="Oval 9"/>
            <p:cNvSpPr>
              <a:spLocks noChangeAspect="1"/>
            </p:cNvSpPr>
            <p:nvPr/>
          </p:nvSpPr>
          <p:spPr>
            <a:xfrm>
              <a:off x="2667000" y="1342276"/>
              <a:ext cx="489204" cy="489204"/>
            </a:xfrm>
            <a:prstGeom prst="ellips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689427" y="1386823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01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74150" y="2107234"/>
            <a:ext cx="2653697" cy="1262858"/>
            <a:chOff x="5623311" y="1512063"/>
            <a:chExt cx="2291555" cy="1502500"/>
          </a:xfrm>
        </p:grpSpPr>
        <p:sp>
          <p:nvSpPr>
            <p:cNvPr id="13" name="TextBox 12"/>
            <p:cNvSpPr txBox="1"/>
            <p:nvPr/>
          </p:nvSpPr>
          <p:spPr>
            <a:xfrm>
              <a:off x="5638263" y="1512063"/>
              <a:ext cx="56" cy="21970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endParaRPr lang="en-US" sz="1200" b="1" dirty="0">
                <a:solidFill>
                  <a:schemeClr val="accent1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623311" y="1696312"/>
              <a:ext cx="2291555" cy="131825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2400" dirty="0"/>
                <a:t>Savoir, </a:t>
              </a:r>
              <a:r>
                <a:rPr lang="en-US" sz="2400" dirty="0" err="1"/>
                <a:t>en</a:t>
              </a:r>
              <a:r>
                <a:rPr lang="en-US" sz="2400" dirty="0"/>
                <a:t> temps </a:t>
              </a:r>
              <a:r>
                <a:rPr lang="en-US" sz="2400" dirty="0" err="1" smtClean="0"/>
                <a:t>réel</a:t>
              </a:r>
              <a:r>
                <a:rPr lang="en-US" sz="2400" dirty="0"/>
                <a:t>, </a:t>
              </a:r>
              <a:r>
                <a:rPr lang="en-US" sz="2400" dirty="0" err="1"/>
                <a:t>l’état</a:t>
              </a:r>
              <a:r>
                <a:rPr lang="en-US" sz="2400" dirty="0"/>
                <a:t> de </a:t>
              </a:r>
              <a:r>
                <a:rPr lang="en-US" sz="2400" dirty="0" err="1"/>
                <a:t>sécurité</a:t>
              </a:r>
              <a:r>
                <a:rPr lang="en-US" sz="2400" dirty="0"/>
                <a:t> de </a:t>
              </a:r>
              <a:r>
                <a:rPr lang="en-US" sz="2400" dirty="0" err="1"/>
                <a:t>l’entreprise</a:t>
              </a:r>
              <a:r>
                <a:rPr lang="en-US" sz="2400" dirty="0"/>
                <a:t>.  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 rot="21030848">
            <a:off x="5242708" y="1880421"/>
            <a:ext cx="547595" cy="3232951"/>
            <a:chOff x="4313238" y="1146175"/>
            <a:chExt cx="660400" cy="3295650"/>
          </a:xfrm>
        </p:grpSpPr>
        <p:grpSp>
          <p:nvGrpSpPr>
            <p:cNvPr id="16" name="Group 330"/>
            <p:cNvGrpSpPr/>
            <p:nvPr/>
          </p:nvGrpSpPr>
          <p:grpSpPr>
            <a:xfrm>
              <a:off x="4317999" y="3367086"/>
              <a:ext cx="649287" cy="1060450"/>
              <a:chOff x="3321051" y="3381375"/>
              <a:chExt cx="649287" cy="1060450"/>
            </a:xfrm>
            <a:solidFill>
              <a:schemeClr val="bg1">
                <a:lumMod val="75000"/>
              </a:schemeClr>
            </a:solidFill>
          </p:grpSpPr>
          <p:sp>
            <p:nvSpPr>
              <p:cNvPr id="30" name="Freeform 7"/>
              <p:cNvSpPr>
                <a:spLocks/>
              </p:cNvSpPr>
              <p:nvPr/>
            </p:nvSpPr>
            <p:spPr bwMode="auto">
              <a:xfrm>
                <a:off x="3321051" y="3527425"/>
                <a:ext cx="649287" cy="914400"/>
              </a:xfrm>
              <a:custGeom>
                <a:avLst/>
                <a:gdLst/>
                <a:ahLst/>
                <a:cxnLst>
                  <a:cxn ang="0">
                    <a:pos x="218" y="570"/>
                  </a:cxn>
                  <a:cxn ang="0">
                    <a:pos x="407" y="164"/>
                  </a:cxn>
                  <a:cxn ang="0">
                    <a:pos x="0" y="164"/>
                  </a:cxn>
                  <a:cxn ang="0">
                    <a:pos x="189" y="570"/>
                  </a:cxn>
                  <a:cxn ang="0">
                    <a:pos x="204" y="575"/>
                  </a:cxn>
                  <a:cxn ang="0">
                    <a:pos x="218" y="570"/>
                  </a:cxn>
                </a:cxnLst>
                <a:rect l="0" t="0" r="r" b="b"/>
                <a:pathLst>
                  <a:path w="407" h="575">
                    <a:moveTo>
                      <a:pt x="218" y="570"/>
                    </a:moveTo>
                    <a:cubicBezTo>
                      <a:pt x="281" y="437"/>
                      <a:pt x="345" y="295"/>
                      <a:pt x="407" y="164"/>
                    </a:cubicBezTo>
                    <a:cubicBezTo>
                      <a:pt x="347" y="59"/>
                      <a:pt x="139" y="0"/>
                      <a:pt x="0" y="164"/>
                    </a:cubicBezTo>
                    <a:cubicBezTo>
                      <a:pt x="63" y="296"/>
                      <a:pt x="126" y="437"/>
                      <a:pt x="189" y="570"/>
                    </a:cubicBezTo>
                    <a:cubicBezTo>
                      <a:pt x="191" y="573"/>
                      <a:pt x="197" y="575"/>
                      <a:pt x="204" y="575"/>
                    </a:cubicBezTo>
                    <a:cubicBezTo>
                      <a:pt x="211" y="575"/>
                      <a:pt x="217" y="573"/>
                      <a:pt x="218" y="57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1" name="Freeform 8"/>
              <p:cNvSpPr>
                <a:spLocks/>
              </p:cNvSpPr>
              <p:nvPr/>
            </p:nvSpPr>
            <p:spPr bwMode="auto">
              <a:xfrm>
                <a:off x="3322638" y="3506787"/>
                <a:ext cx="646112" cy="935038"/>
              </a:xfrm>
              <a:custGeom>
                <a:avLst/>
                <a:gdLst/>
                <a:ahLst/>
                <a:cxnLst>
                  <a:cxn ang="0">
                    <a:pos x="217" y="583"/>
                  </a:cxn>
                  <a:cxn ang="0">
                    <a:pos x="405" y="176"/>
                  </a:cxn>
                  <a:cxn ang="0">
                    <a:pos x="0" y="176"/>
                  </a:cxn>
                  <a:cxn ang="0">
                    <a:pos x="188" y="583"/>
                  </a:cxn>
                  <a:cxn ang="0">
                    <a:pos x="203" y="588"/>
                  </a:cxn>
                  <a:cxn ang="0">
                    <a:pos x="217" y="583"/>
                  </a:cxn>
                </a:cxnLst>
                <a:rect l="0" t="0" r="r" b="b"/>
                <a:pathLst>
                  <a:path w="405" h="588">
                    <a:moveTo>
                      <a:pt x="217" y="583"/>
                    </a:moveTo>
                    <a:cubicBezTo>
                      <a:pt x="279" y="450"/>
                      <a:pt x="344" y="307"/>
                      <a:pt x="405" y="176"/>
                    </a:cubicBezTo>
                    <a:cubicBezTo>
                      <a:pt x="345" y="71"/>
                      <a:pt x="135" y="0"/>
                      <a:pt x="0" y="176"/>
                    </a:cubicBezTo>
                    <a:cubicBezTo>
                      <a:pt x="63" y="308"/>
                      <a:pt x="125" y="450"/>
                      <a:pt x="188" y="583"/>
                    </a:cubicBezTo>
                    <a:cubicBezTo>
                      <a:pt x="190" y="586"/>
                      <a:pt x="196" y="588"/>
                      <a:pt x="203" y="588"/>
                    </a:cubicBezTo>
                    <a:cubicBezTo>
                      <a:pt x="210" y="588"/>
                      <a:pt x="216" y="586"/>
                      <a:pt x="217" y="58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2" name="Freeform 9"/>
              <p:cNvSpPr>
                <a:spLocks/>
              </p:cNvSpPr>
              <p:nvPr/>
            </p:nvSpPr>
            <p:spPr bwMode="auto">
              <a:xfrm>
                <a:off x="3324226" y="3486150"/>
                <a:ext cx="644525" cy="955675"/>
              </a:xfrm>
              <a:custGeom>
                <a:avLst/>
                <a:gdLst/>
                <a:ahLst/>
                <a:cxnLst>
                  <a:cxn ang="0">
                    <a:pos x="216" y="596"/>
                  </a:cxn>
                  <a:cxn ang="0">
                    <a:pos x="404" y="188"/>
                  </a:cxn>
                  <a:cxn ang="0">
                    <a:pos x="0" y="187"/>
                  </a:cxn>
                  <a:cxn ang="0">
                    <a:pos x="187" y="596"/>
                  </a:cxn>
                  <a:cxn ang="0">
                    <a:pos x="202" y="601"/>
                  </a:cxn>
                  <a:cxn ang="0">
                    <a:pos x="216" y="596"/>
                  </a:cxn>
                </a:cxnLst>
                <a:rect l="0" t="0" r="r" b="b"/>
                <a:pathLst>
                  <a:path w="404" h="601">
                    <a:moveTo>
                      <a:pt x="216" y="596"/>
                    </a:moveTo>
                    <a:cubicBezTo>
                      <a:pt x="278" y="463"/>
                      <a:pt x="343" y="319"/>
                      <a:pt x="404" y="188"/>
                    </a:cubicBezTo>
                    <a:cubicBezTo>
                      <a:pt x="344" y="83"/>
                      <a:pt x="130" y="0"/>
                      <a:pt x="0" y="187"/>
                    </a:cubicBezTo>
                    <a:cubicBezTo>
                      <a:pt x="63" y="319"/>
                      <a:pt x="125" y="463"/>
                      <a:pt x="187" y="596"/>
                    </a:cubicBezTo>
                    <a:cubicBezTo>
                      <a:pt x="189" y="599"/>
                      <a:pt x="195" y="601"/>
                      <a:pt x="202" y="601"/>
                    </a:cubicBezTo>
                    <a:cubicBezTo>
                      <a:pt x="209" y="601"/>
                      <a:pt x="215" y="599"/>
                      <a:pt x="216" y="59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3" name="Freeform 10"/>
              <p:cNvSpPr>
                <a:spLocks/>
              </p:cNvSpPr>
              <p:nvPr/>
            </p:nvSpPr>
            <p:spPr bwMode="auto">
              <a:xfrm>
                <a:off x="3327401" y="3465512"/>
                <a:ext cx="639762" cy="976313"/>
              </a:xfrm>
              <a:custGeom>
                <a:avLst/>
                <a:gdLst/>
                <a:ahLst/>
                <a:cxnLst>
                  <a:cxn ang="0">
                    <a:pos x="214" y="609"/>
                  </a:cxn>
                  <a:cxn ang="0">
                    <a:pos x="401" y="200"/>
                  </a:cxn>
                  <a:cxn ang="0">
                    <a:pos x="0" y="199"/>
                  </a:cxn>
                  <a:cxn ang="0">
                    <a:pos x="185" y="609"/>
                  </a:cxn>
                  <a:cxn ang="0">
                    <a:pos x="200" y="614"/>
                  </a:cxn>
                  <a:cxn ang="0">
                    <a:pos x="214" y="609"/>
                  </a:cxn>
                </a:cxnLst>
                <a:rect l="0" t="0" r="r" b="b"/>
                <a:pathLst>
                  <a:path w="401" h="614">
                    <a:moveTo>
                      <a:pt x="214" y="609"/>
                    </a:moveTo>
                    <a:cubicBezTo>
                      <a:pt x="275" y="476"/>
                      <a:pt x="341" y="330"/>
                      <a:pt x="401" y="200"/>
                    </a:cubicBezTo>
                    <a:cubicBezTo>
                      <a:pt x="342" y="95"/>
                      <a:pt x="125" y="0"/>
                      <a:pt x="0" y="199"/>
                    </a:cubicBezTo>
                    <a:cubicBezTo>
                      <a:pt x="62" y="331"/>
                      <a:pt x="124" y="476"/>
                      <a:pt x="185" y="609"/>
                    </a:cubicBezTo>
                    <a:cubicBezTo>
                      <a:pt x="187" y="612"/>
                      <a:pt x="193" y="614"/>
                      <a:pt x="200" y="614"/>
                    </a:cubicBezTo>
                    <a:cubicBezTo>
                      <a:pt x="207" y="614"/>
                      <a:pt x="213" y="612"/>
                      <a:pt x="214" y="60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4" name="Freeform 11"/>
              <p:cNvSpPr>
                <a:spLocks/>
              </p:cNvSpPr>
              <p:nvPr/>
            </p:nvSpPr>
            <p:spPr bwMode="auto">
              <a:xfrm>
                <a:off x="3328988" y="3443287"/>
                <a:ext cx="636587" cy="998538"/>
              </a:xfrm>
              <a:custGeom>
                <a:avLst/>
                <a:gdLst/>
                <a:ahLst/>
                <a:cxnLst>
                  <a:cxn ang="0">
                    <a:pos x="213" y="623"/>
                  </a:cxn>
                  <a:cxn ang="0">
                    <a:pos x="399" y="213"/>
                  </a:cxn>
                  <a:cxn ang="0">
                    <a:pos x="0" y="211"/>
                  </a:cxn>
                  <a:cxn ang="0">
                    <a:pos x="185" y="623"/>
                  </a:cxn>
                  <a:cxn ang="0">
                    <a:pos x="199" y="628"/>
                  </a:cxn>
                  <a:cxn ang="0">
                    <a:pos x="213" y="623"/>
                  </a:cxn>
                </a:cxnLst>
                <a:rect l="0" t="0" r="r" b="b"/>
                <a:pathLst>
                  <a:path w="399" h="628">
                    <a:moveTo>
                      <a:pt x="213" y="623"/>
                    </a:moveTo>
                    <a:cubicBezTo>
                      <a:pt x="274" y="490"/>
                      <a:pt x="339" y="343"/>
                      <a:pt x="399" y="213"/>
                    </a:cubicBezTo>
                    <a:cubicBezTo>
                      <a:pt x="341" y="108"/>
                      <a:pt x="120" y="0"/>
                      <a:pt x="0" y="211"/>
                    </a:cubicBezTo>
                    <a:cubicBezTo>
                      <a:pt x="62" y="343"/>
                      <a:pt x="123" y="490"/>
                      <a:pt x="185" y="623"/>
                    </a:cubicBezTo>
                    <a:cubicBezTo>
                      <a:pt x="186" y="626"/>
                      <a:pt x="192" y="628"/>
                      <a:pt x="199" y="628"/>
                    </a:cubicBezTo>
                    <a:cubicBezTo>
                      <a:pt x="206" y="628"/>
                      <a:pt x="211" y="626"/>
                      <a:pt x="213" y="62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5" name="Freeform 12"/>
              <p:cNvSpPr>
                <a:spLocks/>
              </p:cNvSpPr>
              <p:nvPr/>
            </p:nvSpPr>
            <p:spPr bwMode="auto">
              <a:xfrm>
                <a:off x="3330576" y="3422650"/>
                <a:ext cx="635000" cy="1019175"/>
              </a:xfrm>
              <a:custGeom>
                <a:avLst/>
                <a:gdLst/>
                <a:ahLst/>
                <a:cxnLst>
                  <a:cxn ang="0">
                    <a:pos x="212" y="636"/>
                  </a:cxn>
                  <a:cxn ang="0">
                    <a:pos x="398" y="225"/>
                  </a:cxn>
                  <a:cxn ang="0">
                    <a:pos x="0" y="223"/>
                  </a:cxn>
                  <a:cxn ang="0">
                    <a:pos x="184" y="636"/>
                  </a:cxn>
                  <a:cxn ang="0">
                    <a:pos x="198" y="641"/>
                  </a:cxn>
                  <a:cxn ang="0">
                    <a:pos x="212" y="636"/>
                  </a:cxn>
                </a:cxnLst>
                <a:rect l="0" t="0" r="r" b="b"/>
                <a:pathLst>
                  <a:path w="398" h="641">
                    <a:moveTo>
                      <a:pt x="212" y="636"/>
                    </a:moveTo>
                    <a:cubicBezTo>
                      <a:pt x="272" y="503"/>
                      <a:pt x="338" y="354"/>
                      <a:pt x="398" y="225"/>
                    </a:cubicBezTo>
                    <a:cubicBezTo>
                      <a:pt x="339" y="120"/>
                      <a:pt x="116" y="0"/>
                      <a:pt x="0" y="223"/>
                    </a:cubicBezTo>
                    <a:cubicBezTo>
                      <a:pt x="62" y="355"/>
                      <a:pt x="123" y="503"/>
                      <a:pt x="184" y="636"/>
                    </a:cubicBezTo>
                    <a:cubicBezTo>
                      <a:pt x="185" y="639"/>
                      <a:pt x="191" y="641"/>
                      <a:pt x="198" y="641"/>
                    </a:cubicBezTo>
                    <a:cubicBezTo>
                      <a:pt x="205" y="641"/>
                      <a:pt x="210" y="639"/>
                      <a:pt x="212" y="6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6" name="Freeform 13"/>
              <p:cNvSpPr>
                <a:spLocks/>
              </p:cNvSpPr>
              <p:nvPr/>
            </p:nvSpPr>
            <p:spPr bwMode="auto">
              <a:xfrm>
                <a:off x="3333751" y="3402012"/>
                <a:ext cx="630237" cy="1039813"/>
              </a:xfrm>
              <a:custGeom>
                <a:avLst/>
                <a:gdLst/>
                <a:ahLst/>
                <a:cxnLst>
                  <a:cxn ang="0">
                    <a:pos x="210" y="649"/>
                  </a:cxn>
                  <a:cxn ang="0">
                    <a:pos x="395" y="237"/>
                  </a:cxn>
                  <a:cxn ang="0">
                    <a:pos x="0" y="235"/>
                  </a:cxn>
                  <a:cxn ang="0">
                    <a:pos x="182" y="649"/>
                  </a:cxn>
                  <a:cxn ang="0">
                    <a:pos x="196" y="654"/>
                  </a:cxn>
                  <a:cxn ang="0">
                    <a:pos x="210" y="649"/>
                  </a:cxn>
                </a:cxnLst>
                <a:rect l="0" t="0" r="r" b="b"/>
                <a:pathLst>
                  <a:path w="395" h="654">
                    <a:moveTo>
                      <a:pt x="210" y="649"/>
                    </a:moveTo>
                    <a:cubicBezTo>
                      <a:pt x="270" y="516"/>
                      <a:pt x="336" y="366"/>
                      <a:pt x="395" y="237"/>
                    </a:cubicBezTo>
                    <a:cubicBezTo>
                      <a:pt x="337" y="132"/>
                      <a:pt x="110" y="0"/>
                      <a:pt x="0" y="235"/>
                    </a:cubicBezTo>
                    <a:cubicBezTo>
                      <a:pt x="60" y="366"/>
                      <a:pt x="121" y="516"/>
                      <a:pt x="182" y="649"/>
                    </a:cubicBezTo>
                    <a:cubicBezTo>
                      <a:pt x="183" y="652"/>
                      <a:pt x="189" y="654"/>
                      <a:pt x="196" y="654"/>
                    </a:cubicBezTo>
                    <a:cubicBezTo>
                      <a:pt x="203" y="654"/>
                      <a:pt x="208" y="652"/>
                      <a:pt x="210" y="64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7" name="Freeform 14"/>
              <p:cNvSpPr>
                <a:spLocks/>
              </p:cNvSpPr>
              <p:nvPr/>
            </p:nvSpPr>
            <p:spPr bwMode="auto">
              <a:xfrm>
                <a:off x="3335338" y="3381375"/>
                <a:ext cx="627062" cy="1060450"/>
              </a:xfrm>
              <a:custGeom>
                <a:avLst/>
                <a:gdLst/>
                <a:ahLst/>
                <a:cxnLst>
                  <a:cxn ang="0">
                    <a:pos x="209" y="662"/>
                  </a:cxn>
                  <a:cxn ang="0">
                    <a:pos x="393" y="249"/>
                  </a:cxn>
                  <a:cxn ang="0">
                    <a:pos x="0" y="246"/>
                  </a:cxn>
                  <a:cxn ang="0">
                    <a:pos x="181" y="662"/>
                  </a:cxn>
                  <a:cxn ang="0">
                    <a:pos x="195" y="667"/>
                  </a:cxn>
                  <a:cxn ang="0">
                    <a:pos x="209" y="662"/>
                  </a:cxn>
                </a:cxnLst>
                <a:rect l="0" t="0" r="r" b="b"/>
                <a:pathLst>
                  <a:path w="393" h="667">
                    <a:moveTo>
                      <a:pt x="209" y="662"/>
                    </a:moveTo>
                    <a:cubicBezTo>
                      <a:pt x="268" y="529"/>
                      <a:pt x="335" y="377"/>
                      <a:pt x="393" y="249"/>
                    </a:cubicBezTo>
                    <a:cubicBezTo>
                      <a:pt x="336" y="144"/>
                      <a:pt x="106" y="0"/>
                      <a:pt x="0" y="246"/>
                    </a:cubicBezTo>
                    <a:cubicBezTo>
                      <a:pt x="60" y="378"/>
                      <a:pt x="121" y="529"/>
                      <a:pt x="181" y="662"/>
                    </a:cubicBezTo>
                    <a:cubicBezTo>
                      <a:pt x="182" y="665"/>
                      <a:pt x="188" y="667"/>
                      <a:pt x="195" y="667"/>
                    </a:cubicBezTo>
                    <a:cubicBezTo>
                      <a:pt x="201" y="667"/>
                      <a:pt x="207" y="665"/>
                      <a:pt x="209" y="66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17" name="Freeform 27"/>
            <p:cNvSpPr>
              <a:spLocks/>
            </p:cNvSpPr>
            <p:nvPr/>
          </p:nvSpPr>
          <p:spPr bwMode="auto">
            <a:xfrm>
              <a:off x="4419600" y="3341688"/>
              <a:ext cx="288925" cy="1082675"/>
            </a:xfrm>
            <a:custGeom>
              <a:avLst/>
              <a:gdLst/>
              <a:ahLst/>
              <a:cxnLst>
                <a:cxn ang="0">
                  <a:pos x="153" y="676"/>
                </a:cxn>
                <a:cxn ang="0">
                  <a:pos x="181" y="120"/>
                </a:cxn>
                <a:cxn ang="0">
                  <a:pos x="0" y="140"/>
                </a:cxn>
                <a:cxn ang="0">
                  <a:pos x="128" y="676"/>
                </a:cxn>
                <a:cxn ang="0">
                  <a:pos x="141" y="681"/>
                </a:cxn>
                <a:cxn ang="0">
                  <a:pos x="153" y="676"/>
                </a:cxn>
              </a:cxnLst>
              <a:rect l="0" t="0" r="r" b="b"/>
              <a:pathLst>
                <a:path w="181" h="681">
                  <a:moveTo>
                    <a:pt x="153" y="676"/>
                  </a:moveTo>
                  <a:cubicBezTo>
                    <a:pt x="153" y="551"/>
                    <a:pt x="162" y="256"/>
                    <a:pt x="181" y="120"/>
                  </a:cubicBezTo>
                  <a:cubicBezTo>
                    <a:pt x="128" y="15"/>
                    <a:pt x="128" y="0"/>
                    <a:pt x="0" y="140"/>
                  </a:cubicBezTo>
                  <a:cubicBezTo>
                    <a:pt x="17" y="298"/>
                    <a:pt x="93" y="547"/>
                    <a:pt x="128" y="676"/>
                  </a:cubicBezTo>
                  <a:cubicBezTo>
                    <a:pt x="129" y="679"/>
                    <a:pt x="135" y="681"/>
                    <a:pt x="141" y="681"/>
                  </a:cubicBezTo>
                  <a:cubicBezTo>
                    <a:pt x="147" y="681"/>
                    <a:pt x="153" y="679"/>
                    <a:pt x="153" y="676"/>
                  </a:cubicBezTo>
                  <a:close/>
                </a:path>
              </a:pathLst>
            </a:custGeom>
            <a:solidFill>
              <a:schemeClr val="tx2">
                <a:lumMod val="50000"/>
                <a:lumOff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auto">
            <a:xfrm>
              <a:off x="4540250" y="4251325"/>
              <a:ext cx="206375" cy="190500"/>
            </a:xfrm>
            <a:custGeom>
              <a:avLst/>
              <a:gdLst/>
              <a:ahLst/>
              <a:cxnLst>
                <a:cxn ang="0">
                  <a:pos x="79" y="108"/>
                </a:cxn>
                <a:cxn ang="0">
                  <a:pos x="130" y="0"/>
                </a:cxn>
                <a:cxn ang="0">
                  <a:pos x="0" y="1"/>
                </a:cxn>
                <a:cxn ang="0">
                  <a:pos x="50" y="108"/>
                </a:cxn>
                <a:cxn ang="0">
                  <a:pos x="79" y="108"/>
                </a:cxn>
              </a:cxnLst>
              <a:rect l="0" t="0" r="r" b="b"/>
              <a:pathLst>
                <a:path w="130" h="120">
                  <a:moveTo>
                    <a:pt x="79" y="108"/>
                  </a:moveTo>
                  <a:cubicBezTo>
                    <a:pt x="96" y="74"/>
                    <a:pt x="114" y="35"/>
                    <a:pt x="130" y="0"/>
                  </a:cubicBezTo>
                  <a:cubicBezTo>
                    <a:pt x="87" y="1"/>
                    <a:pt x="44" y="1"/>
                    <a:pt x="0" y="1"/>
                  </a:cubicBezTo>
                  <a:cubicBezTo>
                    <a:pt x="17" y="35"/>
                    <a:pt x="34" y="74"/>
                    <a:pt x="50" y="108"/>
                  </a:cubicBezTo>
                  <a:cubicBezTo>
                    <a:pt x="55" y="118"/>
                    <a:pt x="74" y="120"/>
                    <a:pt x="79" y="108"/>
                  </a:cubicBezTo>
                  <a:close/>
                </a:path>
              </a:pathLst>
            </a:custGeom>
            <a:solidFill>
              <a:srgbClr val="01010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auto">
            <a:xfrm>
              <a:off x="4422775" y="1628775"/>
              <a:ext cx="379412" cy="2071688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6" y="1236"/>
                </a:cxn>
                <a:cxn ang="0">
                  <a:pos x="99" y="1302"/>
                </a:cxn>
                <a:cxn ang="0">
                  <a:pos x="2" y="1269"/>
                </a:cxn>
                <a:cxn ang="0">
                  <a:pos x="3" y="1"/>
                </a:cxn>
                <a:cxn ang="0">
                  <a:pos x="238" y="0"/>
                </a:cxn>
              </a:cxnLst>
              <a:rect l="0" t="0" r="r" b="b"/>
              <a:pathLst>
                <a:path w="238" h="1302">
                  <a:moveTo>
                    <a:pt x="238" y="0"/>
                  </a:moveTo>
                  <a:cubicBezTo>
                    <a:pt x="238" y="407"/>
                    <a:pt x="235" y="647"/>
                    <a:pt x="236" y="1236"/>
                  </a:cubicBezTo>
                  <a:cubicBezTo>
                    <a:pt x="172" y="1270"/>
                    <a:pt x="148" y="1302"/>
                    <a:pt x="99" y="1302"/>
                  </a:cubicBezTo>
                  <a:cubicBezTo>
                    <a:pt x="70" y="1302"/>
                    <a:pt x="31" y="1269"/>
                    <a:pt x="2" y="1269"/>
                  </a:cubicBezTo>
                  <a:cubicBezTo>
                    <a:pt x="0" y="676"/>
                    <a:pt x="4" y="421"/>
                    <a:pt x="3" y="1"/>
                  </a:cubicBezTo>
                  <a:lnTo>
                    <a:pt x="238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30"/>
            <p:cNvSpPr>
              <a:spLocks/>
            </p:cNvSpPr>
            <p:nvPr/>
          </p:nvSpPr>
          <p:spPr bwMode="auto">
            <a:xfrm>
              <a:off x="4795838" y="1628775"/>
              <a:ext cx="177800" cy="2201863"/>
            </a:xfrm>
            <a:custGeom>
              <a:avLst/>
              <a:gdLst/>
              <a:ahLst/>
              <a:cxnLst>
                <a:cxn ang="0">
                  <a:pos x="110" y="0"/>
                </a:cxn>
                <a:cxn ang="0">
                  <a:pos x="110" y="1350"/>
                </a:cxn>
                <a:cxn ang="0">
                  <a:pos x="0" y="1238"/>
                </a:cxn>
                <a:cxn ang="0">
                  <a:pos x="4" y="0"/>
                </a:cxn>
                <a:cxn ang="0">
                  <a:pos x="110" y="0"/>
                </a:cxn>
              </a:cxnLst>
              <a:rect l="0" t="0" r="r" b="b"/>
              <a:pathLst>
                <a:path w="111" h="1384">
                  <a:moveTo>
                    <a:pt x="110" y="0"/>
                  </a:moveTo>
                  <a:cubicBezTo>
                    <a:pt x="111" y="507"/>
                    <a:pt x="108" y="684"/>
                    <a:pt x="110" y="1350"/>
                  </a:cubicBezTo>
                  <a:cubicBezTo>
                    <a:pt x="54" y="1384"/>
                    <a:pt x="25" y="1276"/>
                    <a:pt x="0" y="1238"/>
                  </a:cubicBezTo>
                  <a:cubicBezTo>
                    <a:pt x="0" y="928"/>
                    <a:pt x="4" y="224"/>
                    <a:pt x="4" y="0"/>
                  </a:cubicBezTo>
                  <a:lnTo>
                    <a:pt x="110" y="0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auto">
            <a:xfrm>
              <a:off x="4313238" y="1630363"/>
              <a:ext cx="115887" cy="2147888"/>
            </a:xfrm>
            <a:custGeom>
              <a:avLst/>
              <a:gdLst/>
              <a:ahLst/>
              <a:cxnLst>
                <a:cxn ang="0">
                  <a:pos x="72" y="0"/>
                </a:cxn>
                <a:cxn ang="0">
                  <a:pos x="70" y="1268"/>
                </a:cxn>
                <a:cxn ang="0">
                  <a:pos x="1" y="1350"/>
                </a:cxn>
                <a:cxn ang="0">
                  <a:pos x="1" y="0"/>
                </a:cxn>
                <a:cxn ang="0">
                  <a:pos x="72" y="0"/>
                </a:cxn>
              </a:cxnLst>
              <a:rect l="0" t="0" r="r" b="b"/>
              <a:pathLst>
                <a:path w="73" h="1350">
                  <a:moveTo>
                    <a:pt x="72" y="0"/>
                  </a:moveTo>
                  <a:cubicBezTo>
                    <a:pt x="73" y="469"/>
                    <a:pt x="68" y="611"/>
                    <a:pt x="70" y="1268"/>
                  </a:cubicBezTo>
                  <a:cubicBezTo>
                    <a:pt x="46" y="1268"/>
                    <a:pt x="24" y="1350"/>
                    <a:pt x="1" y="1350"/>
                  </a:cubicBezTo>
                  <a:cubicBezTo>
                    <a:pt x="0" y="1004"/>
                    <a:pt x="2" y="260"/>
                    <a:pt x="1" y="0"/>
                  </a:cubicBezTo>
                  <a:lnTo>
                    <a:pt x="7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32"/>
            <p:cNvSpPr>
              <a:spLocks/>
            </p:cNvSpPr>
            <p:nvPr/>
          </p:nvSpPr>
          <p:spPr bwMode="auto">
            <a:xfrm>
              <a:off x="4313238" y="1146175"/>
              <a:ext cx="660400" cy="541338"/>
            </a:xfrm>
            <a:custGeom>
              <a:avLst/>
              <a:gdLst/>
              <a:ahLst/>
              <a:cxnLst>
                <a:cxn ang="0">
                  <a:pos x="1" y="340"/>
                </a:cxn>
                <a:cxn ang="0">
                  <a:pos x="0" y="124"/>
                </a:cxn>
                <a:cxn ang="0">
                  <a:pos x="414" y="124"/>
                </a:cxn>
                <a:cxn ang="0">
                  <a:pos x="413" y="339"/>
                </a:cxn>
                <a:cxn ang="0">
                  <a:pos x="1" y="340"/>
                </a:cxn>
              </a:cxnLst>
              <a:rect l="0" t="0" r="r" b="b"/>
              <a:pathLst>
                <a:path w="414" h="340">
                  <a:moveTo>
                    <a:pt x="1" y="340"/>
                  </a:moveTo>
                  <a:cubicBezTo>
                    <a:pt x="0" y="124"/>
                    <a:pt x="0" y="124"/>
                    <a:pt x="0" y="124"/>
                  </a:cubicBezTo>
                  <a:cubicBezTo>
                    <a:pt x="0" y="1"/>
                    <a:pt x="414" y="0"/>
                    <a:pt x="414" y="124"/>
                  </a:cubicBezTo>
                  <a:cubicBezTo>
                    <a:pt x="413" y="339"/>
                    <a:pt x="413" y="339"/>
                    <a:pt x="413" y="339"/>
                  </a:cubicBezTo>
                  <a:lnTo>
                    <a:pt x="1" y="340"/>
                  </a:lnTo>
                  <a:close/>
                </a:path>
              </a:pathLst>
            </a:custGeom>
            <a:solidFill>
              <a:schemeClr val="tx1">
                <a:lumMod val="90000"/>
                <a:lumOff val="1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54"/>
            <p:cNvSpPr>
              <a:spLocks/>
            </p:cNvSpPr>
            <p:nvPr/>
          </p:nvSpPr>
          <p:spPr bwMode="auto">
            <a:xfrm>
              <a:off x="4419600" y="1289050"/>
              <a:ext cx="381000" cy="403225"/>
            </a:xfrm>
            <a:custGeom>
              <a:avLst/>
              <a:gdLst/>
              <a:ahLst/>
              <a:cxnLst>
                <a:cxn ang="0">
                  <a:pos x="0" y="253"/>
                </a:cxn>
                <a:cxn ang="0">
                  <a:pos x="1" y="34"/>
                </a:cxn>
                <a:cxn ang="0">
                  <a:pos x="239" y="33"/>
                </a:cxn>
                <a:cxn ang="0">
                  <a:pos x="238" y="252"/>
                </a:cxn>
                <a:cxn ang="0">
                  <a:pos x="0" y="253"/>
                </a:cxn>
              </a:cxnLst>
              <a:rect l="0" t="0" r="r" b="b"/>
              <a:pathLst>
                <a:path w="239" h="253">
                  <a:moveTo>
                    <a:pt x="0" y="253"/>
                  </a:moveTo>
                  <a:cubicBezTo>
                    <a:pt x="1" y="150"/>
                    <a:pt x="1" y="138"/>
                    <a:pt x="1" y="34"/>
                  </a:cubicBezTo>
                  <a:cubicBezTo>
                    <a:pt x="80" y="5"/>
                    <a:pt x="160" y="0"/>
                    <a:pt x="239" y="33"/>
                  </a:cubicBezTo>
                  <a:cubicBezTo>
                    <a:pt x="239" y="137"/>
                    <a:pt x="239" y="148"/>
                    <a:pt x="238" y="252"/>
                  </a:cubicBezTo>
                  <a:cubicBezTo>
                    <a:pt x="159" y="252"/>
                    <a:pt x="80" y="253"/>
                    <a:pt x="0" y="253"/>
                  </a:cubicBezTo>
                  <a:close/>
                </a:path>
              </a:pathLst>
            </a:custGeom>
            <a:solidFill>
              <a:schemeClr val="tx2">
                <a:lumMod val="75000"/>
                <a:lumOff val="2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55"/>
            <p:cNvSpPr>
              <a:spLocks/>
            </p:cNvSpPr>
            <p:nvPr/>
          </p:nvSpPr>
          <p:spPr bwMode="auto">
            <a:xfrm>
              <a:off x="4800600" y="1316038"/>
              <a:ext cx="173037" cy="371475"/>
            </a:xfrm>
            <a:custGeom>
              <a:avLst/>
              <a:gdLst/>
              <a:ahLst/>
              <a:cxnLst>
                <a:cxn ang="0">
                  <a:pos x="107" y="231"/>
                </a:cxn>
                <a:cxn ang="0">
                  <a:pos x="108" y="17"/>
                </a:cxn>
                <a:cxn ang="0">
                  <a:pos x="0" y="17"/>
                </a:cxn>
                <a:cxn ang="0">
                  <a:pos x="1" y="233"/>
                </a:cxn>
                <a:cxn ang="0">
                  <a:pos x="107" y="231"/>
                </a:cxn>
              </a:cxnLst>
              <a:rect l="0" t="0" r="r" b="b"/>
              <a:pathLst>
                <a:path w="108" h="233">
                  <a:moveTo>
                    <a:pt x="107" y="231"/>
                  </a:moveTo>
                  <a:cubicBezTo>
                    <a:pt x="107" y="128"/>
                    <a:pt x="108" y="119"/>
                    <a:pt x="108" y="17"/>
                  </a:cubicBezTo>
                  <a:cubicBezTo>
                    <a:pt x="72" y="0"/>
                    <a:pt x="36" y="0"/>
                    <a:pt x="0" y="17"/>
                  </a:cubicBezTo>
                  <a:cubicBezTo>
                    <a:pt x="1" y="119"/>
                    <a:pt x="1" y="131"/>
                    <a:pt x="1" y="233"/>
                  </a:cubicBezTo>
                  <a:cubicBezTo>
                    <a:pt x="37" y="233"/>
                    <a:pt x="72" y="231"/>
                    <a:pt x="107" y="231"/>
                  </a:cubicBezTo>
                  <a:close/>
                </a:path>
              </a:pathLst>
            </a:custGeom>
            <a:solidFill>
              <a:schemeClr val="tx2">
                <a:lumMod val="50000"/>
                <a:lumOff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56"/>
            <p:cNvSpPr>
              <a:spLocks/>
            </p:cNvSpPr>
            <p:nvPr/>
          </p:nvSpPr>
          <p:spPr bwMode="auto">
            <a:xfrm>
              <a:off x="4313238" y="1314450"/>
              <a:ext cx="107950" cy="374650"/>
            </a:xfrm>
            <a:custGeom>
              <a:avLst/>
              <a:gdLst/>
              <a:ahLst/>
              <a:cxnLst>
                <a:cxn ang="0">
                  <a:pos x="68" y="234"/>
                </a:cxn>
                <a:cxn ang="0">
                  <a:pos x="68" y="18"/>
                </a:cxn>
                <a:cxn ang="0">
                  <a:pos x="0" y="18"/>
                </a:cxn>
                <a:cxn ang="0">
                  <a:pos x="0" y="235"/>
                </a:cxn>
                <a:cxn ang="0">
                  <a:pos x="68" y="234"/>
                </a:cxn>
              </a:cxnLst>
              <a:rect l="0" t="0" r="r" b="b"/>
              <a:pathLst>
                <a:path w="68" h="235">
                  <a:moveTo>
                    <a:pt x="68" y="234"/>
                  </a:moveTo>
                  <a:cubicBezTo>
                    <a:pt x="68" y="132"/>
                    <a:pt x="68" y="121"/>
                    <a:pt x="68" y="18"/>
                  </a:cubicBezTo>
                  <a:cubicBezTo>
                    <a:pt x="44" y="0"/>
                    <a:pt x="24" y="0"/>
                    <a:pt x="0" y="18"/>
                  </a:cubicBezTo>
                  <a:cubicBezTo>
                    <a:pt x="0" y="121"/>
                    <a:pt x="0" y="132"/>
                    <a:pt x="0" y="235"/>
                  </a:cubicBezTo>
                  <a:cubicBezTo>
                    <a:pt x="24" y="235"/>
                    <a:pt x="45" y="235"/>
                    <a:pt x="68" y="234"/>
                  </a:cubicBezTo>
                  <a:close/>
                </a:path>
              </a:pathLst>
            </a:custGeom>
            <a:solidFill>
              <a:schemeClr val="tx2">
                <a:lumMod val="50000"/>
                <a:lumOff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26" name="Group 329"/>
            <p:cNvGrpSpPr/>
            <p:nvPr/>
          </p:nvGrpSpPr>
          <p:grpSpPr>
            <a:xfrm>
              <a:off x="4313238" y="1684338"/>
              <a:ext cx="660400" cy="258763"/>
              <a:chOff x="4313238" y="1684338"/>
              <a:chExt cx="660400" cy="258763"/>
            </a:xfrm>
          </p:grpSpPr>
          <p:sp>
            <p:nvSpPr>
              <p:cNvPr id="27" name="Rectangle 57"/>
              <p:cNvSpPr>
                <a:spLocks noChangeArrowheads="1"/>
              </p:cNvSpPr>
              <p:nvPr/>
            </p:nvSpPr>
            <p:spPr bwMode="auto">
              <a:xfrm>
                <a:off x="4427538" y="1684338"/>
                <a:ext cx="374650" cy="258763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8" name="Freeform 58"/>
              <p:cNvSpPr>
                <a:spLocks/>
              </p:cNvSpPr>
              <p:nvPr/>
            </p:nvSpPr>
            <p:spPr bwMode="auto">
              <a:xfrm>
                <a:off x="4802188" y="1684338"/>
                <a:ext cx="171450" cy="258763"/>
              </a:xfrm>
              <a:custGeom>
                <a:avLst/>
                <a:gdLst/>
                <a:ahLst/>
                <a:cxnLst>
                  <a:cxn ang="0">
                    <a:pos x="107" y="0"/>
                  </a:cxn>
                  <a:cxn ang="0">
                    <a:pos x="108" y="162"/>
                  </a:cxn>
                  <a:cxn ang="0">
                    <a:pos x="0" y="163"/>
                  </a:cxn>
                  <a:cxn ang="0">
                    <a:pos x="0" y="0"/>
                  </a:cxn>
                  <a:cxn ang="0">
                    <a:pos x="107" y="0"/>
                  </a:cxn>
                </a:cxnLst>
                <a:rect l="0" t="0" r="r" b="b"/>
                <a:pathLst>
                  <a:path w="108" h="163">
                    <a:moveTo>
                      <a:pt x="107" y="0"/>
                    </a:moveTo>
                    <a:lnTo>
                      <a:pt x="108" y="162"/>
                    </a:lnTo>
                    <a:lnTo>
                      <a:pt x="0" y="163"/>
                    </a:lnTo>
                    <a:lnTo>
                      <a:pt x="0" y="0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9" name="Freeform 59"/>
              <p:cNvSpPr>
                <a:spLocks/>
              </p:cNvSpPr>
              <p:nvPr/>
            </p:nvSpPr>
            <p:spPr bwMode="auto">
              <a:xfrm>
                <a:off x="4313238" y="1684338"/>
                <a:ext cx="114300" cy="258763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72" y="163"/>
                  </a:cxn>
                  <a:cxn ang="0">
                    <a:pos x="1" y="163"/>
                  </a:cxn>
                  <a:cxn ang="0">
                    <a:pos x="0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163">
                    <a:moveTo>
                      <a:pt x="72" y="0"/>
                    </a:moveTo>
                    <a:lnTo>
                      <a:pt x="72" y="163"/>
                    </a:lnTo>
                    <a:lnTo>
                      <a:pt x="1" y="163"/>
                    </a:lnTo>
                    <a:lnTo>
                      <a:pt x="0" y="0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38" name="Straight Connector 37"/>
          <p:cNvCxnSpPr/>
          <p:nvPr/>
        </p:nvCxnSpPr>
        <p:spPr>
          <a:xfrm flipV="1">
            <a:off x="1017416" y="4855014"/>
            <a:ext cx="24752" cy="1692513"/>
          </a:xfrm>
          <a:prstGeom prst="line">
            <a:avLst/>
          </a:prstGeom>
          <a:ln w="19050">
            <a:solidFill>
              <a:schemeClr val="accent2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5100134" y="4923918"/>
            <a:ext cx="9510" cy="1647020"/>
          </a:xfrm>
          <a:prstGeom prst="line">
            <a:avLst/>
          </a:prstGeom>
          <a:ln w="19050">
            <a:solidFill>
              <a:schemeClr val="accent3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1040398" y="6570938"/>
            <a:ext cx="4054228" cy="16547"/>
          </a:xfrm>
          <a:prstGeom prst="line">
            <a:avLst/>
          </a:prstGeom>
          <a:ln w="19050">
            <a:solidFill>
              <a:schemeClr val="accent3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/>
          <p:cNvGrpSpPr/>
          <p:nvPr/>
        </p:nvGrpSpPr>
        <p:grpSpPr>
          <a:xfrm>
            <a:off x="673993" y="4321263"/>
            <a:ext cx="489204" cy="489204"/>
            <a:chOff x="1120574" y="2755803"/>
            <a:chExt cx="489204" cy="489204"/>
          </a:xfrm>
        </p:grpSpPr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1120574" y="2755803"/>
              <a:ext cx="489204" cy="48920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143001" y="2800350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02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1298257" y="4679365"/>
            <a:ext cx="2932305" cy="1277056"/>
            <a:chOff x="5638262" y="1529584"/>
            <a:chExt cx="2291555" cy="1277056"/>
          </a:xfrm>
        </p:grpSpPr>
        <p:sp>
          <p:nvSpPr>
            <p:cNvPr id="45" name="TextBox 44"/>
            <p:cNvSpPr txBox="1"/>
            <p:nvPr/>
          </p:nvSpPr>
          <p:spPr>
            <a:xfrm>
              <a:off x="5638263" y="1529584"/>
              <a:ext cx="51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endParaRPr lang="en-US" sz="1200" b="1" dirty="0">
                <a:solidFill>
                  <a:schemeClr val="accent2"/>
                </a:solidFill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638262" y="1698644"/>
              <a:ext cx="2291555" cy="110799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spcBef>
                  <a:spcPct val="20000"/>
                </a:spcBef>
                <a:defRPr/>
              </a:pPr>
              <a:r>
                <a:rPr lang="fr-FR" sz="2400" dirty="0"/>
                <a:t>Mieux</a:t>
              </a:r>
              <a:r>
                <a:rPr lang="en-US" sz="2400" dirty="0"/>
                <a:t> </a:t>
              </a:r>
              <a:r>
                <a:rPr lang="fr-FR" sz="2400" dirty="0"/>
                <a:t>détecter</a:t>
              </a:r>
              <a:r>
                <a:rPr lang="en-US" sz="2400" dirty="0"/>
                <a:t> les </a:t>
              </a:r>
              <a:r>
                <a:rPr lang="en-US" sz="2400" dirty="0" err="1"/>
                <a:t>alertes</a:t>
              </a:r>
              <a:r>
                <a:rPr lang="en-US" sz="2400" dirty="0"/>
                <a:t> grâce au </a:t>
              </a:r>
              <a:r>
                <a:rPr lang="en-US" sz="2400" dirty="0" err="1"/>
                <a:t>principe</a:t>
              </a:r>
              <a:r>
                <a:rPr lang="en-US" sz="2400" dirty="0"/>
                <a:t> de correlation.</a:t>
              </a:r>
            </a:p>
          </p:txBody>
        </p:sp>
      </p:grpSp>
      <p:cxnSp>
        <p:nvCxnSpPr>
          <p:cNvPr id="47" name="Straight Connector 46"/>
          <p:cNvCxnSpPr/>
          <p:nvPr/>
        </p:nvCxnSpPr>
        <p:spPr>
          <a:xfrm flipV="1">
            <a:off x="11357966" y="4813747"/>
            <a:ext cx="9273" cy="1703847"/>
          </a:xfrm>
          <a:prstGeom prst="line">
            <a:avLst/>
          </a:prstGeom>
          <a:ln w="19050">
            <a:solidFill>
              <a:schemeClr val="accent3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/>
          <p:cNvGrpSpPr/>
          <p:nvPr/>
        </p:nvGrpSpPr>
        <p:grpSpPr>
          <a:xfrm>
            <a:off x="5328290" y="5966852"/>
            <a:ext cx="489204" cy="489204"/>
            <a:chOff x="1120574" y="2755803"/>
            <a:chExt cx="489204" cy="489204"/>
          </a:xfrm>
        </p:grpSpPr>
        <p:sp>
          <p:nvSpPr>
            <p:cNvPr id="49" name="Oval 48"/>
            <p:cNvSpPr>
              <a:spLocks noChangeAspect="1"/>
            </p:cNvSpPr>
            <p:nvPr/>
          </p:nvSpPr>
          <p:spPr>
            <a:xfrm>
              <a:off x="1120574" y="2755803"/>
              <a:ext cx="489204" cy="48920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143001" y="2800350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03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6038965" y="5179434"/>
            <a:ext cx="3818656" cy="1312888"/>
            <a:chOff x="5440709" y="1445089"/>
            <a:chExt cx="2291555" cy="2514321"/>
          </a:xfrm>
        </p:grpSpPr>
        <p:sp>
          <p:nvSpPr>
            <p:cNvPr id="52" name="TextBox 51"/>
            <p:cNvSpPr txBox="1"/>
            <p:nvPr/>
          </p:nvSpPr>
          <p:spPr>
            <a:xfrm>
              <a:off x="5638263" y="1445089"/>
              <a:ext cx="39" cy="3536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endParaRPr lang="en-US" sz="1200" b="1" dirty="0">
                <a:solidFill>
                  <a:schemeClr val="accent3"/>
                </a:solidFill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440709" y="1837479"/>
              <a:ext cx="2291555" cy="212193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spcBef>
                  <a:spcPct val="20000"/>
                </a:spcBef>
                <a:defRPr/>
              </a:pPr>
              <a:r>
                <a:rPr lang="en-US" sz="2400" dirty="0" err="1"/>
                <a:t>Tâche</a:t>
              </a:r>
              <a:r>
                <a:rPr lang="en-US" sz="2400" dirty="0"/>
                <a:t> de supervision </a:t>
              </a:r>
              <a:r>
                <a:rPr lang="en-US" sz="2400" dirty="0" err="1"/>
                <a:t>moins</a:t>
              </a:r>
              <a:r>
                <a:rPr lang="en-US" sz="2400" dirty="0"/>
                <a:t> </a:t>
              </a:r>
              <a:r>
                <a:rPr lang="en-US" sz="2400" dirty="0" err="1"/>
                <a:t>gênante</a:t>
              </a:r>
              <a:r>
                <a:rPr lang="en-US" sz="2400" dirty="0"/>
                <a:t> et </a:t>
              </a:r>
              <a:r>
                <a:rPr lang="en-US" sz="2400" dirty="0" err="1"/>
                <a:t>gestion</a:t>
              </a:r>
              <a:r>
                <a:rPr lang="en-US" sz="2400" dirty="0"/>
                <a:t> </a:t>
              </a:r>
              <a:r>
                <a:rPr lang="en-US" sz="2400" dirty="0" err="1"/>
                <a:t>centralisée</a:t>
              </a:r>
              <a:r>
                <a:rPr lang="en-US" sz="2400" dirty="0"/>
                <a:t> de la </a:t>
              </a:r>
              <a:r>
                <a:rPr lang="en-US" sz="2400" dirty="0" err="1"/>
                <a:t>sécurité</a:t>
              </a:r>
              <a:r>
                <a:rPr lang="en-US" sz="2400" dirty="0"/>
                <a:t>.</a:t>
              </a:r>
            </a:p>
          </p:txBody>
        </p:sp>
      </p:grpSp>
      <p:cxnSp>
        <p:nvCxnSpPr>
          <p:cNvPr id="54" name="Straight Connector 53"/>
          <p:cNvCxnSpPr/>
          <p:nvPr/>
        </p:nvCxnSpPr>
        <p:spPr>
          <a:xfrm flipH="1">
            <a:off x="5211814" y="6582491"/>
            <a:ext cx="6146152" cy="6253"/>
          </a:xfrm>
          <a:prstGeom prst="line">
            <a:avLst/>
          </a:prstGeom>
          <a:ln w="19050">
            <a:solidFill>
              <a:schemeClr val="accent3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7092044" y="3198326"/>
            <a:ext cx="1" cy="1626442"/>
          </a:xfrm>
          <a:prstGeom prst="line">
            <a:avLst/>
          </a:prstGeom>
          <a:ln w="19050">
            <a:solidFill>
              <a:schemeClr val="accent4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7092044" y="4795752"/>
            <a:ext cx="4276663" cy="13410"/>
          </a:xfrm>
          <a:prstGeom prst="line">
            <a:avLst/>
          </a:prstGeom>
          <a:ln w="19050">
            <a:solidFill>
              <a:schemeClr val="accent4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 56"/>
          <p:cNvGrpSpPr/>
          <p:nvPr/>
        </p:nvGrpSpPr>
        <p:grpSpPr>
          <a:xfrm>
            <a:off x="11367239" y="4199567"/>
            <a:ext cx="489204" cy="489204"/>
            <a:chOff x="1120574" y="2755803"/>
            <a:chExt cx="489204" cy="489204"/>
          </a:xfrm>
        </p:grpSpPr>
        <p:sp>
          <p:nvSpPr>
            <p:cNvPr id="58" name="Oval 57"/>
            <p:cNvSpPr>
              <a:spLocks noChangeAspect="1"/>
            </p:cNvSpPr>
            <p:nvPr/>
          </p:nvSpPr>
          <p:spPr>
            <a:xfrm>
              <a:off x="1120574" y="2755803"/>
              <a:ext cx="489204" cy="489204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143001" y="2800350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04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7697202" y="3198326"/>
            <a:ext cx="3646396" cy="1534209"/>
            <a:chOff x="6270145" y="1491317"/>
            <a:chExt cx="2267997" cy="1999350"/>
          </a:xfrm>
        </p:grpSpPr>
        <p:sp>
          <p:nvSpPr>
            <p:cNvPr id="61" name="TextBox 60"/>
            <p:cNvSpPr txBox="1"/>
            <p:nvPr/>
          </p:nvSpPr>
          <p:spPr>
            <a:xfrm>
              <a:off x="8311705" y="1491317"/>
              <a:ext cx="40" cy="24065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/>
              <a:endParaRPr lang="en-US" sz="1200" b="1" dirty="0">
                <a:solidFill>
                  <a:schemeClr val="accent4"/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6270145" y="2046749"/>
              <a:ext cx="2267997" cy="144391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spcBef>
                  <a:spcPct val="20000"/>
                </a:spcBef>
                <a:defRPr/>
              </a:pPr>
              <a:r>
                <a:rPr lang="en-US" sz="2400" dirty="0" err="1"/>
                <a:t>Possibilité</a:t>
              </a:r>
              <a:r>
                <a:rPr lang="en-US" sz="2400" dirty="0"/>
                <a:t> </a:t>
              </a:r>
              <a:r>
                <a:rPr lang="en-US" sz="2400" dirty="0" err="1"/>
                <a:t>d’archivage</a:t>
              </a:r>
              <a:r>
                <a:rPr lang="en-US" sz="2400" dirty="0"/>
                <a:t> de logs </a:t>
              </a:r>
              <a:r>
                <a:rPr lang="en-US" sz="2400" dirty="0" smtClean="0"/>
                <a:t>pour </a:t>
              </a:r>
              <a:r>
                <a:rPr lang="en-US" sz="2400" dirty="0" err="1" smtClean="0"/>
                <a:t>une</a:t>
              </a:r>
              <a:r>
                <a:rPr lang="en-US" sz="2400" dirty="0" smtClean="0"/>
                <a:t> </a:t>
              </a:r>
              <a:r>
                <a:rPr lang="en-US" sz="2400" dirty="0"/>
                <a:t>investigation au </a:t>
              </a:r>
              <a:r>
                <a:rPr lang="en-US" sz="2400" dirty="0" err="1"/>
                <a:t>besoin</a:t>
              </a:r>
              <a:r>
                <a:rPr lang="en-US" sz="2400" dirty="0"/>
                <a:t>.</a:t>
              </a:r>
            </a:p>
          </p:txBody>
        </p:sp>
      </p:grpSp>
      <p:cxnSp>
        <p:nvCxnSpPr>
          <p:cNvPr id="64" name="Straight Connector 63"/>
          <p:cNvCxnSpPr/>
          <p:nvPr/>
        </p:nvCxnSpPr>
        <p:spPr>
          <a:xfrm flipH="1" flipV="1">
            <a:off x="7215640" y="3126873"/>
            <a:ext cx="3260820" cy="16472"/>
          </a:xfrm>
          <a:prstGeom prst="line">
            <a:avLst/>
          </a:prstGeom>
          <a:ln w="19050">
            <a:solidFill>
              <a:schemeClr val="accent5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oup 64"/>
          <p:cNvGrpSpPr/>
          <p:nvPr/>
        </p:nvGrpSpPr>
        <p:grpSpPr>
          <a:xfrm>
            <a:off x="7377799" y="1779671"/>
            <a:ext cx="3760268" cy="1271880"/>
            <a:chOff x="5338904" y="1553970"/>
            <a:chExt cx="2972841" cy="794447"/>
          </a:xfrm>
        </p:grpSpPr>
        <p:sp>
          <p:nvSpPr>
            <p:cNvPr id="66" name="TextBox 65"/>
            <p:cNvSpPr txBox="1"/>
            <p:nvPr/>
          </p:nvSpPr>
          <p:spPr>
            <a:xfrm>
              <a:off x="8311694" y="1553970"/>
              <a:ext cx="51" cy="11534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/>
              <a:endParaRPr lang="en-US" sz="1200" b="1" dirty="0">
                <a:solidFill>
                  <a:schemeClr val="accent5"/>
                </a:solidFill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338904" y="1656336"/>
              <a:ext cx="2720668" cy="69208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spcBef>
                  <a:spcPct val="20000"/>
                </a:spcBef>
                <a:defRPr/>
              </a:pPr>
              <a:r>
                <a:rPr lang="en-US" sz="2400" dirty="0"/>
                <a:t>Se </a:t>
              </a:r>
              <a:r>
                <a:rPr lang="en-US" sz="2400" dirty="0" err="1"/>
                <a:t>contenter</a:t>
              </a:r>
              <a:r>
                <a:rPr lang="en-US" sz="2400" dirty="0"/>
                <a:t> d’un </a:t>
              </a:r>
              <a:r>
                <a:rPr lang="en-US" sz="2400" dirty="0" err="1"/>
                <a:t>seul</a:t>
              </a:r>
              <a:r>
                <a:rPr lang="en-US" sz="2400" dirty="0"/>
                <a:t> tableau de </a:t>
              </a:r>
              <a:r>
                <a:rPr lang="en-US" sz="2400" dirty="0" err="1"/>
                <a:t>bord</a:t>
              </a:r>
              <a:r>
                <a:rPr lang="en-US" sz="2400" dirty="0"/>
                <a:t> </a:t>
              </a:r>
              <a:r>
                <a:rPr lang="en-US" sz="2400" dirty="0" err="1"/>
                <a:t>commun</a:t>
              </a:r>
              <a:r>
                <a:rPr lang="en-US" sz="2400" dirty="0"/>
                <a:t> entre OSSIM et ELK</a:t>
              </a:r>
            </a:p>
          </p:txBody>
        </p:sp>
      </p:grpSp>
      <p:grpSp>
        <p:nvGrpSpPr>
          <p:cNvPr id="68" name="Group 74"/>
          <p:cNvGrpSpPr/>
          <p:nvPr/>
        </p:nvGrpSpPr>
        <p:grpSpPr>
          <a:xfrm>
            <a:off x="6746619" y="2795931"/>
            <a:ext cx="469021" cy="455593"/>
            <a:chOff x="5105400" y="3867150"/>
            <a:chExt cx="469021" cy="455593"/>
          </a:xfrm>
        </p:grpSpPr>
        <p:sp>
          <p:nvSpPr>
            <p:cNvPr id="69" name="Oval 68"/>
            <p:cNvSpPr>
              <a:spLocks noChangeAspect="1"/>
            </p:cNvSpPr>
            <p:nvPr/>
          </p:nvSpPr>
          <p:spPr>
            <a:xfrm>
              <a:off x="5105400" y="3867150"/>
              <a:ext cx="469021" cy="45559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Freeform 228"/>
            <p:cNvSpPr>
              <a:spLocks noChangeAspect="1"/>
            </p:cNvSpPr>
            <p:nvPr/>
          </p:nvSpPr>
          <p:spPr bwMode="auto">
            <a:xfrm>
              <a:off x="5200704" y="3962465"/>
              <a:ext cx="263173" cy="264963"/>
            </a:xfrm>
            <a:custGeom>
              <a:avLst/>
              <a:gdLst/>
              <a:ahLst/>
              <a:cxnLst>
                <a:cxn ang="0">
                  <a:pos x="68" y="3"/>
                </a:cxn>
                <a:cxn ang="0">
                  <a:pos x="58" y="61"/>
                </a:cxn>
                <a:cxn ang="0">
                  <a:pos x="57" y="63"/>
                </a:cxn>
                <a:cxn ang="0">
                  <a:pos x="56" y="63"/>
                </a:cxn>
                <a:cxn ang="0">
                  <a:pos x="55" y="63"/>
                </a:cxn>
                <a:cxn ang="0">
                  <a:pos x="38" y="56"/>
                </a:cxn>
                <a:cxn ang="0">
                  <a:pos x="28" y="67"/>
                </a:cxn>
                <a:cxn ang="0">
                  <a:pos x="26" y="68"/>
                </a:cxn>
                <a:cxn ang="0">
                  <a:pos x="26" y="68"/>
                </a:cxn>
                <a:cxn ang="0">
                  <a:pos x="24" y="65"/>
                </a:cxn>
                <a:cxn ang="0">
                  <a:pos x="24" y="52"/>
                </a:cxn>
                <a:cxn ang="0">
                  <a:pos x="57" y="12"/>
                </a:cxn>
                <a:cxn ang="0">
                  <a:pos x="16" y="47"/>
                </a:cxn>
                <a:cxn ang="0">
                  <a:pos x="1" y="41"/>
                </a:cxn>
                <a:cxn ang="0">
                  <a:pos x="0" y="39"/>
                </a:cxn>
                <a:cxn ang="0">
                  <a:pos x="1" y="36"/>
                </a:cxn>
                <a:cxn ang="0">
                  <a:pos x="64" y="0"/>
                </a:cxn>
                <a:cxn ang="0">
                  <a:pos x="65" y="0"/>
                </a:cxn>
                <a:cxn ang="0">
                  <a:pos x="67" y="0"/>
                </a:cxn>
                <a:cxn ang="0">
                  <a:pos x="68" y="3"/>
                </a:cxn>
              </a:cxnLst>
              <a:rect l="0" t="0" r="r" b="b"/>
              <a:pathLst>
                <a:path w="68" h="68">
                  <a:moveTo>
                    <a:pt x="68" y="3"/>
                  </a:moveTo>
                  <a:cubicBezTo>
                    <a:pt x="58" y="61"/>
                    <a:pt x="58" y="61"/>
                    <a:pt x="58" y="61"/>
                  </a:cubicBezTo>
                  <a:cubicBezTo>
                    <a:pt x="58" y="62"/>
                    <a:pt x="57" y="62"/>
                    <a:pt x="57" y="63"/>
                  </a:cubicBezTo>
                  <a:cubicBezTo>
                    <a:pt x="56" y="63"/>
                    <a:pt x="56" y="63"/>
                    <a:pt x="56" y="63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38" y="56"/>
                    <a:pt x="38" y="56"/>
                    <a:pt x="38" y="56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28" y="67"/>
                    <a:pt x="27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5" y="67"/>
                    <a:pt x="24" y="66"/>
                    <a:pt x="24" y="65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0" y="40"/>
                    <a:pt x="0" y="40"/>
                    <a:pt x="0" y="39"/>
                  </a:cubicBezTo>
                  <a:cubicBezTo>
                    <a:pt x="0" y="38"/>
                    <a:pt x="0" y="37"/>
                    <a:pt x="1" y="36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6" y="0"/>
                    <a:pt x="66" y="0"/>
                    <a:pt x="67" y="0"/>
                  </a:cubicBezTo>
                  <a:cubicBezTo>
                    <a:pt x="68" y="1"/>
                    <a:pt x="68" y="2"/>
                    <a:pt x="68" y="3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1" name="Titre 1"/>
          <p:cNvSpPr>
            <a:spLocks noGrp="1"/>
          </p:cNvSpPr>
          <p:nvPr>
            <p:ph type="title"/>
          </p:nvPr>
        </p:nvSpPr>
        <p:spPr>
          <a:xfrm>
            <a:off x="3024167" y="214291"/>
            <a:ext cx="6102492" cy="990600"/>
          </a:xfrm>
        </p:spPr>
        <p:txBody>
          <a:bodyPr/>
          <a:lstStyle/>
          <a:p>
            <a:r>
              <a:rPr lang="fr-FR" dirty="0" smtClean="0"/>
              <a:t>Conclusion et perspectives</a:t>
            </a:r>
            <a:endParaRPr lang="fr-FR" dirty="0"/>
          </a:p>
        </p:txBody>
      </p:sp>
      <p:sp>
        <p:nvSpPr>
          <p:cNvPr id="72" name="Rectangle 71"/>
          <p:cNvSpPr/>
          <p:nvPr/>
        </p:nvSpPr>
        <p:spPr>
          <a:xfrm>
            <a:off x="182499" y="233681"/>
            <a:ext cx="5661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>
                <a:solidFill>
                  <a:schemeClr val="tx2">
                    <a:lumMod val="75000"/>
                  </a:schemeClr>
                </a:solidFill>
              </a:rPr>
              <a:t>28</a:t>
            </a:r>
            <a:endParaRPr lang="fr-FR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49866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5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5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75">
          <a:fgClr>
            <a:schemeClr val="accent1">
              <a:lumMod val="60000"/>
              <a:lumOff val="40000"/>
            </a:schemeClr>
          </a:fgClr>
          <a:bgClr>
            <a:schemeClr val="accent2">
              <a:lumMod val="40000"/>
              <a:lumOff val="6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863758" y="2779194"/>
            <a:ext cx="45997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600" dirty="0"/>
              <a:t>Merci de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28677722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édian">
  <a:themeElements>
    <a:clrScheme name="Mé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é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é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5078</TotalTime>
  <Words>1161</Words>
  <Application>Microsoft Office PowerPoint</Application>
  <PresentationFormat>Widescreen</PresentationFormat>
  <Paragraphs>250</Paragraphs>
  <Slides>35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Arial</vt:lpstr>
      <vt:lpstr>Calibri</vt:lpstr>
      <vt:lpstr>FontAwesome</vt:lpstr>
      <vt:lpstr>Open Sans Cond Light</vt:lpstr>
      <vt:lpstr>Open Sans Condensed Light</vt:lpstr>
      <vt:lpstr>Tw Cen MT</vt:lpstr>
      <vt:lpstr>Wingdings</vt:lpstr>
      <vt:lpstr>Wingdings 2</vt:lpstr>
      <vt:lpstr>ヒラギノ角ゴ ProN W3</vt:lpstr>
      <vt:lpstr>Médian</vt:lpstr>
      <vt:lpstr>PowerPoint Presentation</vt:lpstr>
      <vt:lpstr>Contexte et problématique</vt:lpstr>
      <vt:lpstr>Contexte et problématique Présentation de l’entreprise</vt:lpstr>
      <vt:lpstr>Missions et objectifs</vt:lpstr>
      <vt:lpstr>PowerPoint Presentation</vt:lpstr>
      <vt:lpstr>PowerPoint Presentation</vt:lpstr>
      <vt:lpstr>Security Operation Center (SOC)</vt:lpstr>
      <vt:lpstr>Fonctions du SIEM</vt:lpstr>
      <vt:lpstr>Etude comparative des produits SIEM</vt:lpstr>
      <vt:lpstr>Choix de la solution</vt:lpstr>
      <vt:lpstr>PowerPoint Presentation</vt:lpstr>
      <vt:lpstr>Déploiement de la solution OSSIM-ELK Architecture réseau de la solution</vt:lpstr>
      <vt:lpstr>PowerPoint Presentation</vt:lpstr>
      <vt:lpstr>Déploiement de la solution OSSIM-ELK OSSIM - Authentification</vt:lpstr>
      <vt:lpstr>Déploiement de la solution OSSIM-ELK OSSIM – Tableau de bord</vt:lpstr>
      <vt:lpstr>Déploiement de la solution OSSIM-ELK OSSIM – Plugins</vt:lpstr>
      <vt:lpstr>Déploiement de la solution OSSIM-ELK Pare-feu Monowall</vt:lpstr>
      <vt:lpstr>PowerPoint Presentation</vt:lpstr>
      <vt:lpstr>Déploiement de la solution OSSIM-ELK Plugin Openvas</vt:lpstr>
      <vt:lpstr>Déploiement de la solution OSSIM-ELK Plugin Ossec</vt:lpstr>
      <vt:lpstr>Déploiement de la solution OSSIM-ELK Plugin Nagios</vt:lpstr>
      <vt:lpstr> Déploiement de la solution OSSIM-ELK Architecture d’intégration OSSIM-ELK</vt:lpstr>
      <vt:lpstr> Déploiement de la solution OSSIM-ELK Sécurisation de l’échange OSSIM-ELK</vt:lpstr>
      <vt:lpstr>Déploiement de la solution OSSIM-ELK Expédition de logs par Filebeat</vt:lpstr>
      <vt:lpstr>Déploiement de la solution OSSIM-ELK  Interface web Kibana</vt:lpstr>
      <vt:lpstr>PowerPoint Presentation</vt:lpstr>
      <vt:lpstr>Scénario d’attaque Port Scanning</vt:lpstr>
      <vt:lpstr>PowerPoint Presentation</vt:lpstr>
      <vt:lpstr>Scénario d’attaque Brute-force</vt:lpstr>
      <vt:lpstr>PowerPoint Presentation</vt:lpstr>
      <vt:lpstr>PowerPoint Presentation</vt:lpstr>
      <vt:lpstr>PowerPoint Presentation</vt:lpstr>
      <vt:lpstr>PowerPoint Presentation</vt:lpstr>
      <vt:lpstr>Conclusion et perspectives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SIGLE ISI                          SIGLE                           ENTREPRISSE</dc:title>
  <dc:creator>sonia</dc:creator>
  <cp:lastModifiedBy>dell</cp:lastModifiedBy>
  <cp:revision>398</cp:revision>
  <dcterms:created xsi:type="dcterms:W3CDTF">2014-11-23T18:04:01Z</dcterms:created>
  <dcterms:modified xsi:type="dcterms:W3CDTF">2017-06-01T03:40:35Z</dcterms:modified>
</cp:coreProperties>
</file>