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1085" r:id="rId2"/>
    <p:sldId id="1086" r:id="rId3"/>
    <p:sldId id="1087" r:id="rId4"/>
    <p:sldId id="1088" r:id="rId5"/>
    <p:sldId id="1089" r:id="rId6"/>
    <p:sldId id="1083" r:id="rId7"/>
    <p:sldId id="1091" r:id="rId8"/>
    <p:sldId id="1092" r:id="rId9"/>
    <p:sldId id="918" r:id="rId10"/>
    <p:sldId id="275" r:id="rId11"/>
    <p:sldId id="283" r:id="rId12"/>
    <p:sldId id="1117" r:id="rId13"/>
    <p:sldId id="324" r:id="rId14"/>
    <p:sldId id="1098" r:id="rId15"/>
    <p:sldId id="1119" r:id="rId16"/>
    <p:sldId id="1090" r:id="rId17"/>
    <p:sldId id="1097" r:id="rId18"/>
    <p:sldId id="1118" r:id="rId19"/>
    <p:sldId id="266" r:id="rId20"/>
    <p:sldId id="1102" r:id="rId21"/>
    <p:sldId id="1109" r:id="rId22"/>
    <p:sldId id="1108" r:id="rId23"/>
    <p:sldId id="1105" r:id="rId24"/>
    <p:sldId id="1104" r:id="rId25"/>
    <p:sldId id="1115" r:id="rId26"/>
    <p:sldId id="1106" r:id="rId27"/>
    <p:sldId id="1111" r:id="rId28"/>
    <p:sldId id="1110" r:id="rId29"/>
    <p:sldId id="1112" r:id="rId30"/>
    <p:sldId id="1120" r:id="rId31"/>
    <p:sldId id="276" r:id="rId32"/>
    <p:sldId id="1122" r:id="rId33"/>
    <p:sldId id="110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AADC"/>
    <a:srgbClr val="B4C7E7"/>
    <a:srgbClr val="477EEC"/>
    <a:srgbClr val="9DDDDD"/>
    <a:srgbClr val="203864"/>
    <a:srgbClr val="A1DAF7"/>
    <a:srgbClr val="42BEBE"/>
    <a:srgbClr val="008080"/>
    <a:srgbClr val="2F5597"/>
    <a:srgbClr val="59B2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0292" autoAdjust="0"/>
  </p:normalViewPr>
  <p:slideViewPr>
    <p:cSldViewPr snapToGrid="0">
      <p:cViewPr varScale="1">
        <p:scale>
          <a:sx n="46" d="100"/>
          <a:sy n="46" d="100"/>
        </p:scale>
        <p:origin x="16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Sheet1!$B$1</c:f>
              <c:strCache>
                <c:ptCount val="1"/>
                <c:pt idx="0">
                  <c:v>Pourcentage</c:v>
                </c:pt>
              </c:strCache>
            </c:strRef>
          </c:tx>
          <c:explosion val="2"/>
          <c:dPt>
            <c:idx val="0"/>
            <c:bubble3D val="0"/>
            <c:spPr>
              <a:gradFill rotWithShape="1">
                <a:gsLst>
                  <a:gs pos="0">
                    <a:schemeClr val="accent1">
                      <a:shade val="76000"/>
                      <a:satMod val="103000"/>
                      <a:lumMod val="102000"/>
                      <a:tint val="94000"/>
                    </a:schemeClr>
                  </a:gs>
                  <a:gs pos="50000">
                    <a:schemeClr val="accent1">
                      <a:shade val="76000"/>
                      <a:satMod val="110000"/>
                      <a:lumMod val="100000"/>
                      <a:shade val="100000"/>
                    </a:schemeClr>
                  </a:gs>
                  <a:gs pos="100000">
                    <a:schemeClr val="accent1">
                      <a:shade val="76000"/>
                      <a:lumMod val="99000"/>
                      <a:satMod val="120000"/>
                      <a:shade val="78000"/>
                    </a:schemeClr>
                  </a:gs>
                </a:gsLst>
                <a:lin ang="5400000" scaled="0"/>
              </a:gradFill>
              <a:ln>
                <a:noFill/>
              </a:ln>
              <a:effectLst/>
            </c:spPr>
            <c:extLst>
              <c:ext xmlns:c16="http://schemas.microsoft.com/office/drawing/2014/chart" uri="{C3380CC4-5D6E-409C-BE32-E72D297353CC}">
                <c16:uniqueId val="{00000000-D027-44F8-B939-2CB1A45F2FF5}"/>
              </c:ext>
            </c:extLst>
          </c:dPt>
          <c:dPt>
            <c:idx val="1"/>
            <c:bubble3D val="0"/>
            <c:spPr>
              <a:gradFill rotWithShape="1">
                <a:gsLst>
                  <a:gs pos="0">
                    <a:schemeClr val="accent1">
                      <a:tint val="77000"/>
                      <a:satMod val="103000"/>
                      <a:lumMod val="102000"/>
                      <a:tint val="94000"/>
                    </a:schemeClr>
                  </a:gs>
                  <a:gs pos="50000">
                    <a:schemeClr val="accent1">
                      <a:tint val="77000"/>
                      <a:satMod val="110000"/>
                      <a:lumMod val="100000"/>
                      <a:shade val="100000"/>
                    </a:schemeClr>
                  </a:gs>
                  <a:gs pos="100000">
                    <a:schemeClr val="accent1">
                      <a:tint val="77000"/>
                      <a:lumMod val="99000"/>
                      <a:satMod val="120000"/>
                      <a:shade val="78000"/>
                    </a:schemeClr>
                  </a:gs>
                </a:gsLst>
                <a:lin ang="5400000" scaled="0"/>
              </a:gradFill>
              <a:ln>
                <a:noFill/>
              </a:ln>
              <a:effectLst/>
            </c:spPr>
            <c:extLst>
              <c:ext xmlns:c16="http://schemas.microsoft.com/office/drawing/2014/chart" uri="{C3380CC4-5D6E-409C-BE32-E72D297353CC}">
                <c16:uniqueId val="{00000001-D027-44F8-B939-2CB1A45F2FF5}"/>
              </c:ext>
            </c:extLst>
          </c:dPt>
          <c:cat>
            <c:strRef>
              <c:f>Sheet1!$A$2:$A$3</c:f>
              <c:strCache>
                <c:ptCount val="2"/>
                <c:pt idx="0">
                  <c:v>investigation,réponse initiée</c:v>
                </c:pt>
                <c:pt idx="1">
                  <c:v>ignoré par les analystes de sécurité</c:v>
                </c:pt>
              </c:strCache>
            </c:strRef>
          </c:cat>
          <c:val>
            <c:numRef>
              <c:f>Sheet1!$B$2:$B$3</c:f>
              <c:numCache>
                <c:formatCode>0%</c:formatCode>
                <c:ptCount val="2"/>
                <c:pt idx="0">
                  <c:v>0.26</c:v>
                </c:pt>
                <c:pt idx="1">
                  <c:v>0.74</c:v>
                </c:pt>
              </c:numCache>
            </c:numRef>
          </c:val>
          <c:extLst>
            <c:ext xmlns:c16="http://schemas.microsoft.com/office/drawing/2014/chart" uri="{C3380CC4-5D6E-409C-BE32-E72D297353CC}">
              <c16:uniqueId val="{00000002-D027-44F8-B939-2CB1A45F2FF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Bahnschrift" panose="020B0502040204020203"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37C116-68EF-4BD3-B1FC-71C24683A9FF}" type="doc">
      <dgm:prSet loTypeId="urn:microsoft.com/office/officeart/2005/8/layout/vList2" loCatId="list" qsTypeId="urn:microsoft.com/office/officeart/2005/8/quickstyle/simple4" qsCatId="simple" csTypeId="urn:microsoft.com/office/officeart/2005/8/colors/colorful5" csCatId="colorful" phldr="1"/>
      <dgm:spPr/>
    </dgm:pt>
    <dgm:pt modelId="{B32F5146-D49B-4245-A122-89713C57B48D}">
      <dgm:prSet phldrT="[Text]"/>
      <dgm:spPr/>
      <dgm:t>
        <a:bodyPr/>
        <a:lstStyle/>
        <a:p>
          <a:r>
            <a:rPr lang="fr-FR">
              <a:latin typeface="Bahnschrift" panose="020B0502040204020203" pitchFamily="34" charset="0"/>
            </a:rPr>
            <a:t>Automatisation et Provisionnement Déclaratif</a:t>
          </a:r>
          <a:r>
            <a:rPr lang="en-US">
              <a:latin typeface="Bahnschrift" panose="020B0502040204020203" pitchFamily="34" charset="0"/>
            </a:rPr>
            <a:t> </a:t>
          </a:r>
          <a:endParaRPr lang="en-US" dirty="0"/>
        </a:p>
      </dgm:t>
    </dgm:pt>
    <dgm:pt modelId="{58A20D57-6107-4BC0-AB20-2E11E5B3C3DC}" type="parTrans" cxnId="{D75ED0A6-7AA2-4D62-999B-96C8D11B3FEC}">
      <dgm:prSet/>
      <dgm:spPr/>
      <dgm:t>
        <a:bodyPr/>
        <a:lstStyle/>
        <a:p>
          <a:endParaRPr lang="en-US"/>
        </a:p>
      </dgm:t>
    </dgm:pt>
    <dgm:pt modelId="{170CCD1C-1330-48CB-99AA-02B27658E12B}" type="sibTrans" cxnId="{D75ED0A6-7AA2-4D62-999B-96C8D11B3FEC}">
      <dgm:prSet/>
      <dgm:spPr/>
      <dgm:t>
        <a:bodyPr/>
        <a:lstStyle/>
        <a:p>
          <a:endParaRPr lang="en-US"/>
        </a:p>
      </dgm:t>
    </dgm:pt>
    <dgm:pt modelId="{776AD7D3-C0EC-40DA-9CB0-9096E7ED70D5}">
      <dgm:prSet phldrT="[Text]"/>
      <dgm:spPr/>
      <dgm:t>
        <a:bodyPr/>
        <a:lstStyle/>
        <a:p>
          <a:r>
            <a:rPr lang="fr-FR" dirty="0">
              <a:latin typeface="Bahnschrift" panose="020B0502040204020203" pitchFamily="34" charset="0"/>
            </a:rPr>
            <a:t>Gestion Rigoureuse des Règles de Sécurité</a:t>
          </a:r>
          <a:r>
            <a:rPr lang="en-US" dirty="0">
              <a:latin typeface="Bahnschrift" panose="020B0502040204020203" pitchFamily="34" charset="0"/>
            </a:rPr>
            <a:t> </a:t>
          </a:r>
          <a:endParaRPr lang="en-US" dirty="0"/>
        </a:p>
      </dgm:t>
    </dgm:pt>
    <dgm:pt modelId="{9EF017B5-2B7F-400B-9A6D-13390D5C6CC3}" type="parTrans" cxnId="{D6F17602-DE5F-42BB-A1CC-B6246B6726E1}">
      <dgm:prSet/>
      <dgm:spPr/>
      <dgm:t>
        <a:bodyPr/>
        <a:lstStyle/>
        <a:p>
          <a:endParaRPr lang="en-US"/>
        </a:p>
      </dgm:t>
    </dgm:pt>
    <dgm:pt modelId="{050C8829-96D7-4D27-B1F5-52044BDEBB26}" type="sibTrans" cxnId="{D6F17602-DE5F-42BB-A1CC-B6246B6726E1}">
      <dgm:prSet/>
      <dgm:spPr/>
      <dgm:t>
        <a:bodyPr/>
        <a:lstStyle/>
        <a:p>
          <a:endParaRPr lang="en-US"/>
        </a:p>
      </dgm:t>
    </dgm:pt>
    <dgm:pt modelId="{C5B72A7C-928E-4CDD-A441-516921AD216B}">
      <dgm:prSet phldrT="[Text]"/>
      <dgm:spPr/>
      <dgm:t>
        <a:bodyPr/>
        <a:lstStyle/>
        <a:p>
          <a:r>
            <a:rPr lang="fr-FR">
              <a:latin typeface="Bahnschrift" panose="020B0502040204020203" pitchFamily="34" charset="0"/>
            </a:rPr>
            <a:t>Conformité et Surveillance Continue</a:t>
          </a:r>
          <a:r>
            <a:rPr lang="en-US">
              <a:latin typeface="Bahnschrift" panose="020B0502040204020203" pitchFamily="34" charset="0"/>
            </a:rPr>
            <a:t> </a:t>
          </a:r>
          <a:endParaRPr lang="en-US" dirty="0"/>
        </a:p>
      </dgm:t>
    </dgm:pt>
    <dgm:pt modelId="{DAC0C478-697C-4B55-B8A9-EE5B48BB92A9}" type="parTrans" cxnId="{F78D49C7-F1A4-49A7-9623-6AD2DFCA2BE5}">
      <dgm:prSet/>
      <dgm:spPr/>
      <dgm:t>
        <a:bodyPr/>
        <a:lstStyle/>
        <a:p>
          <a:endParaRPr lang="en-US"/>
        </a:p>
      </dgm:t>
    </dgm:pt>
    <dgm:pt modelId="{DE086B3B-4518-4058-A82C-1750591FF3B7}" type="sibTrans" cxnId="{F78D49C7-F1A4-49A7-9623-6AD2DFCA2BE5}">
      <dgm:prSet/>
      <dgm:spPr/>
      <dgm:t>
        <a:bodyPr/>
        <a:lstStyle/>
        <a:p>
          <a:endParaRPr lang="en-US"/>
        </a:p>
      </dgm:t>
    </dgm:pt>
    <dgm:pt modelId="{5D72C999-A005-4961-8CED-4772CAD7DF94}">
      <dgm:prSet/>
      <dgm:spPr/>
      <dgm:t>
        <a:bodyPr/>
        <a:lstStyle/>
        <a:p>
          <a:r>
            <a:rPr lang="fr-FR">
              <a:latin typeface="Bahnschrift" panose="020B0502040204020203" pitchFamily="34" charset="0"/>
            </a:rPr>
            <a:t>Amélioration Continue et Automatisation des Correctifs</a:t>
          </a:r>
          <a:endParaRPr lang="en-US" dirty="0">
            <a:latin typeface="Bahnschrift" panose="020B0502040204020203" pitchFamily="34" charset="0"/>
          </a:endParaRPr>
        </a:p>
      </dgm:t>
    </dgm:pt>
    <dgm:pt modelId="{E364844E-49CF-4E46-909F-512481C22D41}" type="parTrans" cxnId="{4D273075-879E-4252-B593-1FA994228F79}">
      <dgm:prSet/>
      <dgm:spPr/>
      <dgm:t>
        <a:bodyPr/>
        <a:lstStyle/>
        <a:p>
          <a:endParaRPr lang="en-US"/>
        </a:p>
      </dgm:t>
    </dgm:pt>
    <dgm:pt modelId="{2192F372-9A15-4540-AC4A-49605DF8C946}" type="sibTrans" cxnId="{4D273075-879E-4252-B593-1FA994228F79}">
      <dgm:prSet/>
      <dgm:spPr/>
      <dgm:t>
        <a:bodyPr/>
        <a:lstStyle/>
        <a:p>
          <a:endParaRPr lang="en-US"/>
        </a:p>
      </dgm:t>
    </dgm:pt>
    <dgm:pt modelId="{C503A4C8-CF9B-4BFA-AD28-E3CB3B5826A1}" type="pres">
      <dgm:prSet presAssocID="{4437C116-68EF-4BD3-B1FC-71C24683A9FF}" presName="linear" presStyleCnt="0">
        <dgm:presLayoutVars>
          <dgm:animLvl val="lvl"/>
          <dgm:resizeHandles val="exact"/>
        </dgm:presLayoutVars>
      </dgm:prSet>
      <dgm:spPr/>
    </dgm:pt>
    <dgm:pt modelId="{A2F082A0-39CA-4DA7-B489-9CAE37BA6AD3}" type="pres">
      <dgm:prSet presAssocID="{B32F5146-D49B-4245-A122-89713C57B48D}" presName="parentText" presStyleLbl="node1" presStyleIdx="0" presStyleCnt="4">
        <dgm:presLayoutVars>
          <dgm:chMax val="0"/>
          <dgm:bulletEnabled val="1"/>
        </dgm:presLayoutVars>
      </dgm:prSet>
      <dgm:spPr/>
    </dgm:pt>
    <dgm:pt modelId="{1AFF6417-27D5-4879-96A5-DEC48060557F}" type="pres">
      <dgm:prSet presAssocID="{170CCD1C-1330-48CB-99AA-02B27658E12B}" presName="spacer" presStyleCnt="0"/>
      <dgm:spPr/>
    </dgm:pt>
    <dgm:pt modelId="{C20232D0-DC96-468E-BC62-2A9A3364DC62}" type="pres">
      <dgm:prSet presAssocID="{776AD7D3-C0EC-40DA-9CB0-9096E7ED70D5}" presName="parentText" presStyleLbl="node1" presStyleIdx="1" presStyleCnt="4" custLinFactNeighborX="3572" custLinFactNeighborY="4491">
        <dgm:presLayoutVars>
          <dgm:chMax val="0"/>
          <dgm:bulletEnabled val="1"/>
        </dgm:presLayoutVars>
      </dgm:prSet>
      <dgm:spPr/>
    </dgm:pt>
    <dgm:pt modelId="{BC375E5B-63D4-4958-85A4-299C1437316D}" type="pres">
      <dgm:prSet presAssocID="{050C8829-96D7-4D27-B1F5-52044BDEBB26}" presName="spacer" presStyleCnt="0"/>
      <dgm:spPr/>
    </dgm:pt>
    <dgm:pt modelId="{13B8FF05-C531-417D-872B-51E81EAD7DD3}" type="pres">
      <dgm:prSet presAssocID="{C5B72A7C-928E-4CDD-A441-516921AD216B}" presName="parentText" presStyleLbl="node1" presStyleIdx="2" presStyleCnt="4">
        <dgm:presLayoutVars>
          <dgm:chMax val="0"/>
          <dgm:bulletEnabled val="1"/>
        </dgm:presLayoutVars>
      </dgm:prSet>
      <dgm:spPr/>
    </dgm:pt>
    <dgm:pt modelId="{F1C591B1-FFF3-4D7C-9FC2-B9AD21A56A1A}" type="pres">
      <dgm:prSet presAssocID="{DE086B3B-4518-4058-A82C-1750591FF3B7}" presName="spacer" presStyleCnt="0"/>
      <dgm:spPr/>
    </dgm:pt>
    <dgm:pt modelId="{FA073FFF-7D1B-404D-9335-A9EB785CA39B}" type="pres">
      <dgm:prSet presAssocID="{5D72C999-A005-4961-8CED-4772CAD7DF94}" presName="parentText" presStyleLbl="node1" presStyleIdx="3" presStyleCnt="4">
        <dgm:presLayoutVars>
          <dgm:chMax val="0"/>
          <dgm:bulletEnabled val="1"/>
        </dgm:presLayoutVars>
      </dgm:prSet>
      <dgm:spPr/>
    </dgm:pt>
  </dgm:ptLst>
  <dgm:cxnLst>
    <dgm:cxn modelId="{D6F17602-DE5F-42BB-A1CC-B6246B6726E1}" srcId="{4437C116-68EF-4BD3-B1FC-71C24683A9FF}" destId="{776AD7D3-C0EC-40DA-9CB0-9096E7ED70D5}" srcOrd="1" destOrd="0" parTransId="{9EF017B5-2B7F-400B-9A6D-13390D5C6CC3}" sibTransId="{050C8829-96D7-4D27-B1F5-52044BDEBB26}"/>
    <dgm:cxn modelId="{E8758E0E-3926-427F-96D5-DC92C60D1EB8}" type="presOf" srcId="{776AD7D3-C0EC-40DA-9CB0-9096E7ED70D5}" destId="{C20232D0-DC96-468E-BC62-2A9A3364DC62}" srcOrd="0" destOrd="0" presId="urn:microsoft.com/office/officeart/2005/8/layout/vList2"/>
    <dgm:cxn modelId="{33826832-F22E-42CA-86CE-03C3D5E4C467}" type="presOf" srcId="{5D72C999-A005-4961-8CED-4772CAD7DF94}" destId="{FA073FFF-7D1B-404D-9335-A9EB785CA39B}" srcOrd="0" destOrd="0" presId="urn:microsoft.com/office/officeart/2005/8/layout/vList2"/>
    <dgm:cxn modelId="{4D273075-879E-4252-B593-1FA994228F79}" srcId="{4437C116-68EF-4BD3-B1FC-71C24683A9FF}" destId="{5D72C999-A005-4961-8CED-4772CAD7DF94}" srcOrd="3" destOrd="0" parTransId="{E364844E-49CF-4E46-909F-512481C22D41}" sibTransId="{2192F372-9A15-4540-AC4A-49605DF8C946}"/>
    <dgm:cxn modelId="{D75ED0A6-7AA2-4D62-999B-96C8D11B3FEC}" srcId="{4437C116-68EF-4BD3-B1FC-71C24683A9FF}" destId="{B32F5146-D49B-4245-A122-89713C57B48D}" srcOrd="0" destOrd="0" parTransId="{58A20D57-6107-4BC0-AB20-2E11E5B3C3DC}" sibTransId="{170CCD1C-1330-48CB-99AA-02B27658E12B}"/>
    <dgm:cxn modelId="{F78D49C7-F1A4-49A7-9623-6AD2DFCA2BE5}" srcId="{4437C116-68EF-4BD3-B1FC-71C24683A9FF}" destId="{C5B72A7C-928E-4CDD-A441-516921AD216B}" srcOrd="2" destOrd="0" parTransId="{DAC0C478-697C-4B55-B8A9-EE5B48BB92A9}" sibTransId="{DE086B3B-4518-4058-A82C-1750591FF3B7}"/>
    <dgm:cxn modelId="{2A8C8AD1-88FD-4A4A-9A29-B97C24408859}" type="presOf" srcId="{B32F5146-D49B-4245-A122-89713C57B48D}" destId="{A2F082A0-39CA-4DA7-B489-9CAE37BA6AD3}" srcOrd="0" destOrd="0" presId="urn:microsoft.com/office/officeart/2005/8/layout/vList2"/>
    <dgm:cxn modelId="{C02236DD-8322-4AE7-92AA-D8B08C015744}" type="presOf" srcId="{C5B72A7C-928E-4CDD-A441-516921AD216B}" destId="{13B8FF05-C531-417D-872B-51E81EAD7DD3}" srcOrd="0" destOrd="0" presId="urn:microsoft.com/office/officeart/2005/8/layout/vList2"/>
    <dgm:cxn modelId="{07760EF6-9379-44F5-BF3A-96A81D0C1F24}" type="presOf" srcId="{4437C116-68EF-4BD3-B1FC-71C24683A9FF}" destId="{C503A4C8-CF9B-4BFA-AD28-E3CB3B5826A1}" srcOrd="0" destOrd="0" presId="urn:microsoft.com/office/officeart/2005/8/layout/vList2"/>
    <dgm:cxn modelId="{36967F33-6B20-4A29-AEDC-14F504ECE649}" type="presParOf" srcId="{C503A4C8-CF9B-4BFA-AD28-E3CB3B5826A1}" destId="{A2F082A0-39CA-4DA7-B489-9CAE37BA6AD3}" srcOrd="0" destOrd="0" presId="urn:microsoft.com/office/officeart/2005/8/layout/vList2"/>
    <dgm:cxn modelId="{BA3B5D30-3105-4CDE-8741-274760B82934}" type="presParOf" srcId="{C503A4C8-CF9B-4BFA-AD28-E3CB3B5826A1}" destId="{1AFF6417-27D5-4879-96A5-DEC48060557F}" srcOrd="1" destOrd="0" presId="urn:microsoft.com/office/officeart/2005/8/layout/vList2"/>
    <dgm:cxn modelId="{C875BCDA-0272-4CC2-82D3-1DE8FACC542D}" type="presParOf" srcId="{C503A4C8-CF9B-4BFA-AD28-E3CB3B5826A1}" destId="{C20232D0-DC96-468E-BC62-2A9A3364DC62}" srcOrd="2" destOrd="0" presId="urn:microsoft.com/office/officeart/2005/8/layout/vList2"/>
    <dgm:cxn modelId="{17E76576-8AA7-45C3-B1FA-B71501207CD6}" type="presParOf" srcId="{C503A4C8-CF9B-4BFA-AD28-E3CB3B5826A1}" destId="{BC375E5B-63D4-4958-85A4-299C1437316D}" srcOrd="3" destOrd="0" presId="urn:microsoft.com/office/officeart/2005/8/layout/vList2"/>
    <dgm:cxn modelId="{5CDC4A11-793C-4D60-8015-6724C3D03E4B}" type="presParOf" srcId="{C503A4C8-CF9B-4BFA-AD28-E3CB3B5826A1}" destId="{13B8FF05-C531-417D-872B-51E81EAD7DD3}" srcOrd="4" destOrd="0" presId="urn:microsoft.com/office/officeart/2005/8/layout/vList2"/>
    <dgm:cxn modelId="{BC26B05A-753A-4F1C-92F4-435EE708A587}" type="presParOf" srcId="{C503A4C8-CF9B-4BFA-AD28-E3CB3B5826A1}" destId="{F1C591B1-FFF3-4D7C-9FC2-B9AD21A56A1A}" srcOrd="5" destOrd="0" presId="urn:microsoft.com/office/officeart/2005/8/layout/vList2"/>
    <dgm:cxn modelId="{126D962B-9344-4CB5-9F30-AA8D2B848233}" type="presParOf" srcId="{C503A4C8-CF9B-4BFA-AD28-E3CB3B5826A1}" destId="{FA073FFF-7D1B-404D-9335-A9EB785CA39B}"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EDF960-2F51-4D13-A8FB-BF19F058089A}"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86A0C7D0-31D4-4CB0-92E7-76D12C2A426C}">
      <dgm:prSet phldrT="[Text]" custT="1"/>
      <dgm:spPr>
        <a:solidFill>
          <a:srgbClr val="00A4A5"/>
        </a:solidFill>
        <a:ln>
          <a:noFill/>
        </a:ln>
      </dgm:spPr>
      <dgm:t>
        <a:bodyPr/>
        <a:lstStyle/>
        <a:p>
          <a:r>
            <a:rPr lang="fr-FR" sz="2400" b="1" dirty="0">
              <a:solidFill>
                <a:schemeClr val="bg1"/>
              </a:solidFill>
              <a:latin typeface="Bahnschrift" panose="020B0502040204020203" pitchFamily="34" charset="0"/>
            </a:rPr>
            <a:t>Vérification continue de la conformité</a:t>
          </a:r>
          <a:endParaRPr lang="en-US" sz="2400" b="1" dirty="0">
            <a:solidFill>
              <a:schemeClr val="bg1"/>
            </a:solidFill>
            <a:latin typeface="Bahnschrift" panose="020B0502040204020203" pitchFamily="34" charset="0"/>
          </a:endParaRPr>
        </a:p>
      </dgm:t>
    </dgm:pt>
    <dgm:pt modelId="{A5E5157A-6830-4AB4-8DE8-05EBD5066CA2}" type="parTrans" cxnId="{0E1F5DA6-9578-4E9F-A282-28500FD356CE}">
      <dgm:prSet/>
      <dgm:spPr/>
      <dgm:t>
        <a:bodyPr/>
        <a:lstStyle/>
        <a:p>
          <a:endParaRPr lang="en-US">
            <a:solidFill>
              <a:schemeClr val="bg1"/>
            </a:solidFill>
          </a:endParaRPr>
        </a:p>
      </dgm:t>
    </dgm:pt>
    <dgm:pt modelId="{5E01FA58-2AC6-4BA8-B4C0-49D785D43870}" type="sibTrans" cxnId="{0E1F5DA6-9578-4E9F-A282-28500FD356CE}">
      <dgm:prSet/>
      <dgm:spPr/>
      <dgm:t>
        <a:bodyPr/>
        <a:lstStyle/>
        <a:p>
          <a:endParaRPr lang="en-US">
            <a:solidFill>
              <a:schemeClr val="bg1"/>
            </a:solidFill>
          </a:endParaRPr>
        </a:p>
      </dgm:t>
    </dgm:pt>
    <dgm:pt modelId="{4BC66A2A-8D1C-4DE1-9B3A-4A9D076483BD}">
      <dgm:prSet custT="1"/>
      <dgm:spPr>
        <a:solidFill>
          <a:srgbClr val="00A4A5"/>
        </a:solidFill>
        <a:ln>
          <a:noFill/>
        </a:ln>
      </dgm:spPr>
      <dgm:t>
        <a:bodyPr/>
        <a:lstStyle/>
        <a:p>
          <a:r>
            <a:rPr lang="en-US" sz="2400" b="1" dirty="0">
              <a:solidFill>
                <a:schemeClr val="bg1"/>
              </a:solidFill>
              <a:latin typeface="Bahnschrift" panose="020B0502040204020203" pitchFamily="34" charset="0"/>
            </a:rPr>
            <a:t>La gestion des secrets </a:t>
          </a:r>
        </a:p>
      </dgm:t>
    </dgm:pt>
    <dgm:pt modelId="{CE1E45C2-B318-4B1D-8AB8-CD003F8161A8}" type="parTrans" cxnId="{47204D81-F93B-465B-A1EF-73652F1D01DE}">
      <dgm:prSet/>
      <dgm:spPr/>
      <dgm:t>
        <a:bodyPr/>
        <a:lstStyle/>
        <a:p>
          <a:endParaRPr lang="en-US">
            <a:solidFill>
              <a:schemeClr val="bg1"/>
            </a:solidFill>
          </a:endParaRPr>
        </a:p>
      </dgm:t>
    </dgm:pt>
    <dgm:pt modelId="{CA47473F-2F59-4F2D-886B-B1758D7E241C}" type="sibTrans" cxnId="{47204D81-F93B-465B-A1EF-73652F1D01DE}">
      <dgm:prSet/>
      <dgm:spPr/>
      <dgm:t>
        <a:bodyPr/>
        <a:lstStyle/>
        <a:p>
          <a:endParaRPr lang="en-US">
            <a:solidFill>
              <a:schemeClr val="bg1"/>
            </a:solidFill>
          </a:endParaRPr>
        </a:p>
      </dgm:t>
    </dgm:pt>
    <dgm:pt modelId="{D78BA5BE-9FBD-4709-9C08-B848CA62E2E6}">
      <dgm:prSet phldrT="[Text]" custT="1"/>
      <dgm:spPr>
        <a:solidFill>
          <a:srgbClr val="00A4A5"/>
        </a:solidFill>
        <a:ln>
          <a:noFill/>
        </a:ln>
      </dgm:spPr>
      <dgm:t>
        <a:bodyPr/>
        <a:lstStyle/>
        <a:p>
          <a:r>
            <a:rPr lang="fr-FR" sz="2400" b="1" dirty="0">
              <a:solidFill>
                <a:schemeClr val="bg1"/>
              </a:solidFill>
              <a:latin typeface="Bahnschrift" panose="020B0502040204020203" pitchFamily="34" charset="0"/>
            </a:rPr>
            <a:t>La configuration Automatisée des serveurs </a:t>
          </a:r>
          <a:endParaRPr lang="en-US" sz="2400" dirty="0">
            <a:solidFill>
              <a:schemeClr val="bg1"/>
            </a:solidFill>
            <a:latin typeface="Bahnschrift" panose="020B0502040204020203" pitchFamily="34" charset="0"/>
          </a:endParaRPr>
        </a:p>
      </dgm:t>
    </dgm:pt>
    <dgm:pt modelId="{1CA84D88-DF75-4916-8299-D57CEB52AA80}" type="sibTrans" cxnId="{7E72DE06-E8F3-48C6-93B8-2FBBBC61188D}">
      <dgm:prSet/>
      <dgm:spPr>
        <a:ln>
          <a:solidFill>
            <a:srgbClr val="006666"/>
          </a:solidFill>
        </a:ln>
      </dgm:spPr>
      <dgm:t>
        <a:bodyPr/>
        <a:lstStyle/>
        <a:p>
          <a:endParaRPr lang="en-US">
            <a:solidFill>
              <a:schemeClr val="bg1"/>
            </a:solidFill>
          </a:endParaRPr>
        </a:p>
      </dgm:t>
    </dgm:pt>
    <dgm:pt modelId="{567AE520-25B0-4068-8411-F2582D62A590}" type="parTrans" cxnId="{7E72DE06-E8F3-48C6-93B8-2FBBBC61188D}">
      <dgm:prSet/>
      <dgm:spPr/>
      <dgm:t>
        <a:bodyPr/>
        <a:lstStyle/>
        <a:p>
          <a:endParaRPr lang="en-US">
            <a:solidFill>
              <a:schemeClr val="bg1"/>
            </a:solidFill>
          </a:endParaRPr>
        </a:p>
      </dgm:t>
    </dgm:pt>
    <dgm:pt modelId="{CC53DA7E-5EE9-4140-8E32-FBD03B311600}">
      <dgm:prSet phldrT="[Text]" custT="1"/>
      <dgm:spPr>
        <a:solidFill>
          <a:srgbClr val="00A4A5"/>
        </a:solidFill>
        <a:ln>
          <a:noFill/>
        </a:ln>
      </dgm:spPr>
      <dgm:t>
        <a:bodyPr/>
        <a:lstStyle/>
        <a:p>
          <a:r>
            <a:rPr lang="fr-FR" sz="2400" b="1">
              <a:solidFill>
                <a:schemeClr val="bg1"/>
              </a:solidFill>
              <a:latin typeface="Bahnschrift" panose="020B0502040204020203" pitchFamily="34" charset="0"/>
            </a:rPr>
            <a:t>Automatisation du provisionnement d'infrastructures cloud</a:t>
          </a:r>
          <a:endParaRPr lang="en-US" sz="2400" dirty="0">
            <a:solidFill>
              <a:schemeClr val="bg1"/>
            </a:solidFill>
            <a:latin typeface="Bahnschrift" panose="020B0502040204020203" pitchFamily="34" charset="0"/>
          </a:endParaRPr>
        </a:p>
      </dgm:t>
    </dgm:pt>
    <dgm:pt modelId="{5397BB78-499E-4D4C-AC90-24362B523C11}" type="parTrans" cxnId="{7E833E38-78D7-4750-9F2B-B9FB550DC5C8}">
      <dgm:prSet/>
      <dgm:spPr/>
      <dgm:t>
        <a:bodyPr/>
        <a:lstStyle/>
        <a:p>
          <a:endParaRPr lang="en-US"/>
        </a:p>
      </dgm:t>
    </dgm:pt>
    <dgm:pt modelId="{248EF728-43BD-4FD6-8382-6D2780DB3931}" type="sibTrans" cxnId="{7E833E38-78D7-4750-9F2B-B9FB550DC5C8}">
      <dgm:prSet/>
      <dgm:spPr/>
      <dgm:t>
        <a:bodyPr/>
        <a:lstStyle/>
        <a:p>
          <a:endParaRPr lang="en-US"/>
        </a:p>
      </dgm:t>
    </dgm:pt>
    <dgm:pt modelId="{2485B67E-8B3F-4087-AD68-99E308D0CA20}" type="pres">
      <dgm:prSet presAssocID="{D7EDF960-2F51-4D13-A8FB-BF19F058089A}" presName="Name0" presStyleCnt="0">
        <dgm:presLayoutVars>
          <dgm:chMax val="7"/>
          <dgm:chPref val="7"/>
          <dgm:dir/>
        </dgm:presLayoutVars>
      </dgm:prSet>
      <dgm:spPr/>
    </dgm:pt>
    <dgm:pt modelId="{CC9BEA71-F4B0-45DC-A0C2-928E34F5F1FF}" type="pres">
      <dgm:prSet presAssocID="{D7EDF960-2F51-4D13-A8FB-BF19F058089A}" presName="Name1" presStyleCnt="0"/>
      <dgm:spPr/>
    </dgm:pt>
    <dgm:pt modelId="{7FA653CF-3025-4B20-A9F4-B9C3A702DC63}" type="pres">
      <dgm:prSet presAssocID="{D7EDF960-2F51-4D13-A8FB-BF19F058089A}" presName="cycle" presStyleCnt="0"/>
      <dgm:spPr/>
    </dgm:pt>
    <dgm:pt modelId="{B572A28F-3586-492A-9BB5-BC55F7955D06}" type="pres">
      <dgm:prSet presAssocID="{D7EDF960-2F51-4D13-A8FB-BF19F058089A}" presName="srcNode" presStyleLbl="node1" presStyleIdx="0" presStyleCnt="4"/>
      <dgm:spPr/>
    </dgm:pt>
    <dgm:pt modelId="{DD80BE0F-3438-45C9-8E9F-073E8AF3BAEB}" type="pres">
      <dgm:prSet presAssocID="{D7EDF960-2F51-4D13-A8FB-BF19F058089A}" presName="conn" presStyleLbl="parChTrans1D2" presStyleIdx="0" presStyleCnt="1" custLinFactNeighborX="-10696" custLinFactNeighborY="608"/>
      <dgm:spPr/>
    </dgm:pt>
    <dgm:pt modelId="{2F7D09E3-9BFB-496A-BF5B-223BF4BB6D38}" type="pres">
      <dgm:prSet presAssocID="{D7EDF960-2F51-4D13-A8FB-BF19F058089A}" presName="extraNode" presStyleLbl="node1" presStyleIdx="0" presStyleCnt="4"/>
      <dgm:spPr/>
    </dgm:pt>
    <dgm:pt modelId="{8F975E4D-7408-410F-91D6-6C06758DEE5D}" type="pres">
      <dgm:prSet presAssocID="{D7EDF960-2F51-4D13-A8FB-BF19F058089A}" presName="dstNode" presStyleLbl="node1" presStyleIdx="0" presStyleCnt="4"/>
      <dgm:spPr/>
    </dgm:pt>
    <dgm:pt modelId="{8A3CD80C-CC68-4EC5-AEA5-6FF595EC759C}" type="pres">
      <dgm:prSet presAssocID="{CC53DA7E-5EE9-4140-8E32-FBD03B311600}" presName="text_1" presStyleLbl="node1" presStyleIdx="0" presStyleCnt="4">
        <dgm:presLayoutVars>
          <dgm:bulletEnabled val="1"/>
        </dgm:presLayoutVars>
      </dgm:prSet>
      <dgm:spPr/>
    </dgm:pt>
    <dgm:pt modelId="{404C4CA9-D0B1-4F02-AE74-FCD356856385}" type="pres">
      <dgm:prSet presAssocID="{CC53DA7E-5EE9-4140-8E32-FBD03B311600}" presName="accent_1" presStyleCnt="0"/>
      <dgm:spPr/>
    </dgm:pt>
    <dgm:pt modelId="{3F6400F0-8E00-49A8-AD20-7CD1D7E6B531}" type="pres">
      <dgm:prSet presAssocID="{CC53DA7E-5EE9-4140-8E32-FBD03B311600}" presName="accentRepeatNode" presStyleLbl="solidFgAcc1" presStyleIdx="0" presStyleCnt="4"/>
      <dgm:spPr>
        <a:solidFill>
          <a:srgbClr val="9DDDDD"/>
        </a:solidFill>
        <a:ln>
          <a:noFill/>
        </a:ln>
      </dgm:spPr>
    </dgm:pt>
    <dgm:pt modelId="{CC787228-593F-4D1E-B8E3-E1B7F22CCE7C}" type="pres">
      <dgm:prSet presAssocID="{D78BA5BE-9FBD-4709-9C08-B848CA62E2E6}" presName="text_2" presStyleLbl="node1" presStyleIdx="1" presStyleCnt="4">
        <dgm:presLayoutVars>
          <dgm:bulletEnabled val="1"/>
        </dgm:presLayoutVars>
      </dgm:prSet>
      <dgm:spPr/>
    </dgm:pt>
    <dgm:pt modelId="{9E42578C-4BF9-48D6-9B2C-E588BAD5B791}" type="pres">
      <dgm:prSet presAssocID="{D78BA5BE-9FBD-4709-9C08-B848CA62E2E6}" presName="accent_2" presStyleCnt="0"/>
      <dgm:spPr/>
    </dgm:pt>
    <dgm:pt modelId="{5E2B849C-8E25-464F-9CF0-8585D06FC3A9}" type="pres">
      <dgm:prSet presAssocID="{D78BA5BE-9FBD-4709-9C08-B848CA62E2E6}" presName="accentRepeatNode" presStyleLbl="solidFgAcc1" presStyleIdx="1" presStyleCnt="4"/>
      <dgm:spPr>
        <a:solidFill>
          <a:srgbClr val="9DDDDD"/>
        </a:solidFill>
        <a:ln>
          <a:noFill/>
        </a:ln>
      </dgm:spPr>
    </dgm:pt>
    <dgm:pt modelId="{B590AA76-681C-4664-BA2C-D718695BA60D}" type="pres">
      <dgm:prSet presAssocID="{86A0C7D0-31D4-4CB0-92E7-76D12C2A426C}" presName="text_3" presStyleLbl="node1" presStyleIdx="2" presStyleCnt="4">
        <dgm:presLayoutVars>
          <dgm:bulletEnabled val="1"/>
        </dgm:presLayoutVars>
      </dgm:prSet>
      <dgm:spPr/>
    </dgm:pt>
    <dgm:pt modelId="{7DC09A18-6AD5-4BB9-864E-8C25FFD89BA5}" type="pres">
      <dgm:prSet presAssocID="{86A0C7D0-31D4-4CB0-92E7-76D12C2A426C}" presName="accent_3" presStyleCnt="0"/>
      <dgm:spPr/>
    </dgm:pt>
    <dgm:pt modelId="{20399A37-31CB-45B5-88F7-75560E1070CE}" type="pres">
      <dgm:prSet presAssocID="{86A0C7D0-31D4-4CB0-92E7-76D12C2A426C}" presName="accentRepeatNode" presStyleLbl="solidFgAcc1" presStyleIdx="2" presStyleCnt="4"/>
      <dgm:spPr>
        <a:solidFill>
          <a:srgbClr val="9DDDDD"/>
        </a:solidFill>
        <a:ln>
          <a:noFill/>
        </a:ln>
      </dgm:spPr>
    </dgm:pt>
    <dgm:pt modelId="{98D0397E-B46D-4366-84F0-611970ACA67F}" type="pres">
      <dgm:prSet presAssocID="{4BC66A2A-8D1C-4DE1-9B3A-4A9D076483BD}" presName="text_4" presStyleLbl="node1" presStyleIdx="3" presStyleCnt="4">
        <dgm:presLayoutVars>
          <dgm:bulletEnabled val="1"/>
        </dgm:presLayoutVars>
      </dgm:prSet>
      <dgm:spPr/>
    </dgm:pt>
    <dgm:pt modelId="{E2E5098B-DC44-43C0-B7FC-7246538BF33F}" type="pres">
      <dgm:prSet presAssocID="{4BC66A2A-8D1C-4DE1-9B3A-4A9D076483BD}" presName="accent_4" presStyleCnt="0"/>
      <dgm:spPr/>
    </dgm:pt>
    <dgm:pt modelId="{3CC9FF01-FFEA-4499-BD00-0DD919669541}" type="pres">
      <dgm:prSet presAssocID="{4BC66A2A-8D1C-4DE1-9B3A-4A9D076483BD}" presName="accentRepeatNode" presStyleLbl="solidFgAcc1" presStyleIdx="3" presStyleCnt="4"/>
      <dgm:spPr>
        <a:solidFill>
          <a:srgbClr val="9DDDDD"/>
        </a:solidFill>
        <a:ln>
          <a:noFill/>
        </a:ln>
      </dgm:spPr>
    </dgm:pt>
  </dgm:ptLst>
  <dgm:cxnLst>
    <dgm:cxn modelId="{7E72DE06-E8F3-48C6-93B8-2FBBBC61188D}" srcId="{D7EDF960-2F51-4D13-A8FB-BF19F058089A}" destId="{D78BA5BE-9FBD-4709-9C08-B848CA62E2E6}" srcOrd="1" destOrd="0" parTransId="{567AE520-25B0-4068-8411-F2582D62A590}" sibTransId="{1CA84D88-DF75-4916-8299-D57CEB52AA80}"/>
    <dgm:cxn modelId="{1F0DDA0A-CCCA-4892-BCE7-11D5B147CE02}" type="presOf" srcId="{86A0C7D0-31D4-4CB0-92E7-76D12C2A426C}" destId="{B590AA76-681C-4664-BA2C-D718695BA60D}" srcOrd="0" destOrd="0" presId="urn:microsoft.com/office/officeart/2008/layout/VerticalCurvedList"/>
    <dgm:cxn modelId="{AF640C27-B604-4B75-9635-7718B394FC3E}" type="presOf" srcId="{CC53DA7E-5EE9-4140-8E32-FBD03B311600}" destId="{8A3CD80C-CC68-4EC5-AEA5-6FF595EC759C}" srcOrd="0" destOrd="0" presId="urn:microsoft.com/office/officeart/2008/layout/VerticalCurvedList"/>
    <dgm:cxn modelId="{7E833E38-78D7-4750-9F2B-B9FB550DC5C8}" srcId="{D7EDF960-2F51-4D13-A8FB-BF19F058089A}" destId="{CC53DA7E-5EE9-4140-8E32-FBD03B311600}" srcOrd="0" destOrd="0" parTransId="{5397BB78-499E-4D4C-AC90-24362B523C11}" sibTransId="{248EF728-43BD-4FD6-8382-6D2780DB3931}"/>
    <dgm:cxn modelId="{0F9F3239-14D5-4C40-A5FB-E2E16A79328C}" type="presOf" srcId="{D7EDF960-2F51-4D13-A8FB-BF19F058089A}" destId="{2485B67E-8B3F-4087-AD68-99E308D0CA20}" srcOrd="0" destOrd="0" presId="urn:microsoft.com/office/officeart/2008/layout/VerticalCurvedList"/>
    <dgm:cxn modelId="{47204D81-F93B-465B-A1EF-73652F1D01DE}" srcId="{D7EDF960-2F51-4D13-A8FB-BF19F058089A}" destId="{4BC66A2A-8D1C-4DE1-9B3A-4A9D076483BD}" srcOrd="3" destOrd="0" parTransId="{CE1E45C2-B318-4B1D-8AB8-CD003F8161A8}" sibTransId="{CA47473F-2F59-4F2D-886B-B1758D7E241C}"/>
    <dgm:cxn modelId="{0E1F5DA6-9578-4E9F-A282-28500FD356CE}" srcId="{D7EDF960-2F51-4D13-A8FB-BF19F058089A}" destId="{86A0C7D0-31D4-4CB0-92E7-76D12C2A426C}" srcOrd="2" destOrd="0" parTransId="{A5E5157A-6830-4AB4-8DE8-05EBD5066CA2}" sibTransId="{5E01FA58-2AC6-4BA8-B4C0-49D785D43870}"/>
    <dgm:cxn modelId="{10D830A7-D129-4F71-B963-4289B89E2941}" type="presOf" srcId="{D78BA5BE-9FBD-4709-9C08-B848CA62E2E6}" destId="{CC787228-593F-4D1E-B8E3-E1B7F22CCE7C}" srcOrd="0" destOrd="0" presId="urn:microsoft.com/office/officeart/2008/layout/VerticalCurvedList"/>
    <dgm:cxn modelId="{E29D37D4-3AC1-448C-AE83-5FA1D4ED12EB}" type="presOf" srcId="{248EF728-43BD-4FD6-8382-6D2780DB3931}" destId="{DD80BE0F-3438-45C9-8E9F-073E8AF3BAEB}" srcOrd="0" destOrd="0" presId="urn:microsoft.com/office/officeart/2008/layout/VerticalCurvedList"/>
    <dgm:cxn modelId="{C0BD44E3-0B9D-46B6-B972-1DD69D654609}" type="presOf" srcId="{4BC66A2A-8D1C-4DE1-9B3A-4A9D076483BD}" destId="{98D0397E-B46D-4366-84F0-611970ACA67F}" srcOrd="0" destOrd="0" presId="urn:microsoft.com/office/officeart/2008/layout/VerticalCurvedList"/>
    <dgm:cxn modelId="{2EA8FE44-DA53-4A7A-8284-118DE0891F18}" type="presParOf" srcId="{2485B67E-8B3F-4087-AD68-99E308D0CA20}" destId="{CC9BEA71-F4B0-45DC-A0C2-928E34F5F1FF}" srcOrd="0" destOrd="0" presId="urn:microsoft.com/office/officeart/2008/layout/VerticalCurvedList"/>
    <dgm:cxn modelId="{E98B0028-FB3E-4302-947F-AA8BF0660E5D}" type="presParOf" srcId="{CC9BEA71-F4B0-45DC-A0C2-928E34F5F1FF}" destId="{7FA653CF-3025-4B20-A9F4-B9C3A702DC63}" srcOrd="0" destOrd="0" presId="urn:microsoft.com/office/officeart/2008/layout/VerticalCurvedList"/>
    <dgm:cxn modelId="{19B487C7-9712-4DFC-B68D-F7DED2E16241}" type="presParOf" srcId="{7FA653CF-3025-4B20-A9F4-B9C3A702DC63}" destId="{B572A28F-3586-492A-9BB5-BC55F7955D06}" srcOrd="0" destOrd="0" presId="urn:microsoft.com/office/officeart/2008/layout/VerticalCurvedList"/>
    <dgm:cxn modelId="{DB7B25FE-54F1-4B25-BD5B-27A06855B42D}" type="presParOf" srcId="{7FA653CF-3025-4B20-A9F4-B9C3A702DC63}" destId="{DD80BE0F-3438-45C9-8E9F-073E8AF3BAEB}" srcOrd="1" destOrd="0" presId="urn:microsoft.com/office/officeart/2008/layout/VerticalCurvedList"/>
    <dgm:cxn modelId="{7C4D22D3-70CC-4A95-969C-1EEC39170C42}" type="presParOf" srcId="{7FA653CF-3025-4B20-A9F4-B9C3A702DC63}" destId="{2F7D09E3-9BFB-496A-BF5B-223BF4BB6D38}" srcOrd="2" destOrd="0" presId="urn:microsoft.com/office/officeart/2008/layout/VerticalCurvedList"/>
    <dgm:cxn modelId="{0607047C-C690-4640-942A-917E6C9F4E93}" type="presParOf" srcId="{7FA653CF-3025-4B20-A9F4-B9C3A702DC63}" destId="{8F975E4D-7408-410F-91D6-6C06758DEE5D}" srcOrd="3" destOrd="0" presId="urn:microsoft.com/office/officeart/2008/layout/VerticalCurvedList"/>
    <dgm:cxn modelId="{85A8A817-5C30-4BDB-88E2-6DCD7952295A}" type="presParOf" srcId="{CC9BEA71-F4B0-45DC-A0C2-928E34F5F1FF}" destId="{8A3CD80C-CC68-4EC5-AEA5-6FF595EC759C}" srcOrd="1" destOrd="0" presId="urn:microsoft.com/office/officeart/2008/layout/VerticalCurvedList"/>
    <dgm:cxn modelId="{C0BD8BCA-BA3F-4D68-8475-B080CDFD63FC}" type="presParOf" srcId="{CC9BEA71-F4B0-45DC-A0C2-928E34F5F1FF}" destId="{404C4CA9-D0B1-4F02-AE74-FCD356856385}" srcOrd="2" destOrd="0" presId="urn:microsoft.com/office/officeart/2008/layout/VerticalCurvedList"/>
    <dgm:cxn modelId="{316D04B8-867F-4440-987A-9E8256AD3407}" type="presParOf" srcId="{404C4CA9-D0B1-4F02-AE74-FCD356856385}" destId="{3F6400F0-8E00-49A8-AD20-7CD1D7E6B531}" srcOrd="0" destOrd="0" presId="urn:microsoft.com/office/officeart/2008/layout/VerticalCurvedList"/>
    <dgm:cxn modelId="{AAA2AA5B-2BE0-40A1-A90C-EB27B023EE07}" type="presParOf" srcId="{CC9BEA71-F4B0-45DC-A0C2-928E34F5F1FF}" destId="{CC787228-593F-4D1E-B8E3-E1B7F22CCE7C}" srcOrd="3" destOrd="0" presId="urn:microsoft.com/office/officeart/2008/layout/VerticalCurvedList"/>
    <dgm:cxn modelId="{CF935610-CEDA-4E7A-BE9C-414DEBC4A043}" type="presParOf" srcId="{CC9BEA71-F4B0-45DC-A0C2-928E34F5F1FF}" destId="{9E42578C-4BF9-48D6-9B2C-E588BAD5B791}" srcOrd="4" destOrd="0" presId="urn:microsoft.com/office/officeart/2008/layout/VerticalCurvedList"/>
    <dgm:cxn modelId="{FABAC004-BA85-4AF8-A848-E2B0F8AA1928}" type="presParOf" srcId="{9E42578C-4BF9-48D6-9B2C-E588BAD5B791}" destId="{5E2B849C-8E25-464F-9CF0-8585D06FC3A9}" srcOrd="0" destOrd="0" presId="urn:microsoft.com/office/officeart/2008/layout/VerticalCurvedList"/>
    <dgm:cxn modelId="{5E475FCA-52D7-48EC-8A6E-CB7B86044433}" type="presParOf" srcId="{CC9BEA71-F4B0-45DC-A0C2-928E34F5F1FF}" destId="{B590AA76-681C-4664-BA2C-D718695BA60D}" srcOrd="5" destOrd="0" presId="urn:microsoft.com/office/officeart/2008/layout/VerticalCurvedList"/>
    <dgm:cxn modelId="{AAE99223-1BF4-48D9-B84F-9C2C4852EC4A}" type="presParOf" srcId="{CC9BEA71-F4B0-45DC-A0C2-928E34F5F1FF}" destId="{7DC09A18-6AD5-4BB9-864E-8C25FFD89BA5}" srcOrd="6" destOrd="0" presId="urn:microsoft.com/office/officeart/2008/layout/VerticalCurvedList"/>
    <dgm:cxn modelId="{DA23ABDF-9F5A-4A36-8705-70B2F855334A}" type="presParOf" srcId="{7DC09A18-6AD5-4BB9-864E-8C25FFD89BA5}" destId="{20399A37-31CB-45B5-88F7-75560E1070CE}" srcOrd="0" destOrd="0" presId="urn:microsoft.com/office/officeart/2008/layout/VerticalCurvedList"/>
    <dgm:cxn modelId="{87AABDD9-515C-4399-8619-E1449D11BA51}" type="presParOf" srcId="{CC9BEA71-F4B0-45DC-A0C2-928E34F5F1FF}" destId="{98D0397E-B46D-4366-84F0-611970ACA67F}" srcOrd="7" destOrd="0" presId="urn:microsoft.com/office/officeart/2008/layout/VerticalCurvedList"/>
    <dgm:cxn modelId="{7904BD6B-7AAE-4E7E-998A-8FA03C793AE1}" type="presParOf" srcId="{CC9BEA71-F4B0-45DC-A0C2-928E34F5F1FF}" destId="{E2E5098B-DC44-43C0-B7FC-7246538BF33F}" srcOrd="8" destOrd="0" presId="urn:microsoft.com/office/officeart/2008/layout/VerticalCurvedList"/>
    <dgm:cxn modelId="{D587BA66-1F57-4476-8C4A-2D66B6E75597}" type="presParOf" srcId="{E2E5098B-DC44-43C0-B7FC-7246538BF33F}" destId="{3CC9FF01-FFEA-4499-BD00-0DD919669541}"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B9A91C-AB5F-4504-87E1-C0FC6D6D69E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85FFE8B1-4C60-4DF9-8969-98F243169A89}">
      <dgm:prSet phldrT="[Text]" custT="1"/>
      <dgm:spPr>
        <a:solidFill>
          <a:srgbClr val="59B2E5"/>
        </a:solidFill>
        <a:ln>
          <a:noFill/>
        </a:ln>
      </dgm:spPr>
      <dgm:t>
        <a:bodyPr/>
        <a:lstStyle/>
        <a:p>
          <a:r>
            <a:rPr lang="en-US" sz="2800" b="1" dirty="0">
              <a:solidFill>
                <a:srgbClr val="2F5597"/>
              </a:solidFill>
              <a:latin typeface="Bahnschrift" panose="020B0502040204020203" pitchFamily="34" charset="0"/>
            </a:rPr>
            <a:t>01</a:t>
          </a:r>
        </a:p>
      </dgm:t>
    </dgm:pt>
    <dgm:pt modelId="{0DB6B988-5E4E-4386-933A-921A41FD6030}" type="parTrans" cxnId="{8EE4140F-14F5-4E38-88E0-5887483DF8F1}">
      <dgm:prSet/>
      <dgm:spPr/>
      <dgm:t>
        <a:bodyPr/>
        <a:lstStyle/>
        <a:p>
          <a:endParaRPr lang="en-US" sz="1600">
            <a:latin typeface="Bahnschrift" panose="020B0502040204020203" pitchFamily="34" charset="0"/>
          </a:endParaRPr>
        </a:p>
      </dgm:t>
    </dgm:pt>
    <dgm:pt modelId="{AED82DB4-6F18-4925-8414-CF9CB8BAF6FF}" type="sibTrans" cxnId="{8EE4140F-14F5-4E38-88E0-5887483DF8F1}">
      <dgm:prSet/>
      <dgm:spPr/>
      <dgm:t>
        <a:bodyPr/>
        <a:lstStyle/>
        <a:p>
          <a:endParaRPr lang="en-US" sz="1600">
            <a:latin typeface="Bahnschrift" panose="020B0502040204020203" pitchFamily="34" charset="0"/>
          </a:endParaRPr>
        </a:p>
      </dgm:t>
    </dgm:pt>
    <dgm:pt modelId="{24522795-D958-43E3-A839-A3E6227BD70E}">
      <dgm:prSet phldrT="[Text]" custT="1"/>
      <dgm:spPr>
        <a:solidFill>
          <a:srgbClr val="59B2E5"/>
        </a:solidFill>
        <a:ln>
          <a:noFill/>
        </a:ln>
      </dgm:spPr>
      <dgm:t>
        <a:bodyPr/>
        <a:lstStyle/>
        <a:p>
          <a:r>
            <a:rPr lang="en-US" sz="2800" b="1" dirty="0">
              <a:solidFill>
                <a:srgbClr val="2F5597"/>
              </a:solidFill>
              <a:latin typeface="Bahnschrift" panose="020B0502040204020203" pitchFamily="34" charset="0"/>
            </a:rPr>
            <a:t>02</a:t>
          </a:r>
        </a:p>
      </dgm:t>
    </dgm:pt>
    <dgm:pt modelId="{45B56066-10D1-4359-B33C-5FF2F3336A87}" type="parTrans" cxnId="{EA945750-6DC6-4B1B-98A1-D1A2B03CC000}">
      <dgm:prSet/>
      <dgm:spPr/>
      <dgm:t>
        <a:bodyPr/>
        <a:lstStyle/>
        <a:p>
          <a:endParaRPr lang="en-US" sz="1600">
            <a:latin typeface="Bahnschrift" panose="020B0502040204020203" pitchFamily="34" charset="0"/>
          </a:endParaRPr>
        </a:p>
      </dgm:t>
    </dgm:pt>
    <dgm:pt modelId="{2F71C002-CC70-4A6F-AE25-763EDE536300}" type="sibTrans" cxnId="{EA945750-6DC6-4B1B-98A1-D1A2B03CC000}">
      <dgm:prSet/>
      <dgm:spPr/>
      <dgm:t>
        <a:bodyPr/>
        <a:lstStyle/>
        <a:p>
          <a:endParaRPr lang="en-US" sz="1600">
            <a:latin typeface="Bahnschrift" panose="020B0502040204020203" pitchFamily="34" charset="0"/>
          </a:endParaRPr>
        </a:p>
      </dgm:t>
    </dgm:pt>
    <dgm:pt modelId="{F264F586-8464-44B6-8912-FDD2B11FAD02}">
      <dgm:prSet phldrT="[Text]" custT="1"/>
      <dgm:spPr>
        <a:solidFill>
          <a:schemeClr val="accent1">
            <a:lumMod val="20000"/>
            <a:lumOff val="80000"/>
            <a:alpha val="90000"/>
          </a:schemeClr>
        </a:solidFill>
      </dgm:spPr>
      <dgm:t>
        <a:bodyPr/>
        <a:lstStyle/>
        <a:p>
          <a:r>
            <a:rPr lang="en-US" sz="1500" b="1" dirty="0">
              <a:solidFill>
                <a:srgbClr val="203864"/>
              </a:solidFill>
              <a:latin typeface="Bahnschrift" panose="020B0502040204020203" pitchFamily="34" charset="0"/>
            </a:rPr>
            <a:t>Configuration </a:t>
          </a:r>
          <a:r>
            <a:rPr lang="en-US" sz="1500" b="1" dirty="0" err="1">
              <a:solidFill>
                <a:srgbClr val="203864"/>
              </a:solidFill>
              <a:latin typeface="Bahnschrift" panose="020B0502040204020203" pitchFamily="34" charset="0"/>
            </a:rPr>
            <a:t>sécurisée</a:t>
          </a:r>
          <a:r>
            <a:rPr lang="en-US" sz="1500" b="1" dirty="0">
              <a:solidFill>
                <a:srgbClr val="203864"/>
              </a:solidFill>
              <a:latin typeface="Bahnschrift" panose="020B0502040204020203" pitchFamily="34" charset="0"/>
            </a:rPr>
            <a:t> des </a:t>
          </a:r>
          <a:r>
            <a:rPr lang="en-US" sz="1500" b="1" dirty="0" err="1">
              <a:solidFill>
                <a:srgbClr val="203864"/>
              </a:solidFill>
              <a:latin typeface="Bahnschrift" panose="020B0502040204020203" pitchFamily="34" charset="0"/>
            </a:rPr>
            <a:t>serveurs</a:t>
          </a:r>
          <a:endParaRPr lang="en-US" sz="1500" b="1" dirty="0">
            <a:solidFill>
              <a:srgbClr val="203864"/>
            </a:solidFill>
            <a:latin typeface="Bahnschrift" panose="020B0502040204020203" pitchFamily="34" charset="0"/>
          </a:endParaRPr>
        </a:p>
      </dgm:t>
    </dgm:pt>
    <dgm:pt modelId="{33427B6C-E58D-4583-B48B-EEDD33025A64}" type="parTrans" cxnId="{696C0964-F1F8-469D-A4CC-8F1A2AC0345D}">
      <dgm:prSet/>
      <dgm:spPr/>
      <dgm:t>
        <a:bodyPr/>
        <a:lstStyle/>
        <a:p>
          <a:endParaRPr lang="en-US" sz="1600">
            <a:latin typeface="Bahnschrift" panose="020B0502040204020203" pitchFamily="34" charset="0"/>
          </a:endParaRPr>
        </a:p>
      </dgm:t>
    </dgm:pt>
    <dgm:pt modelId="{10B9CF8F-DE95-4A29-A2A9-FB56AED2C74B}" type="sibTrans" cxnId="{696C0964-F1F8-469D-A4CC-8F1A2AC0345D}">
      <dgm:prSet/>
      <dgm:spPr/>
      <dgm:t>
        <a:bodyPr/>
        <a:lstStyle/>
        <a:p>
          <a:endParaRPr lang="en-US" sz="1600">
            <a:latin typeface="Bahnschrift" panose="020B0502040204020203" pitchFamily="34" charset="0"/>
          </a:endParaRPr>
        </a:p>
      </dgm:t>
    </dgm:pt>
    <dgm:pt modelId="{BBB271F5-71BE-4975-A76A-95DCC3619FB0}">
      <dgm:prSet phldrT="[Text]" custT="1"/>
      <dgm:spPr>
        <a:solidFill>
          <a:srgbClr val="59B2E5"/>
        </a:solidFill>
        <a:ln>
          <a:noFill/>
        </a:ln>
      </dgm:spPr>
      <dgm:t>
        <a:bodyPr/>
        <a:lstStyle/>
        <a:p>
          <a:r>
            <a:rPr lang="en-US" sz="2800" b="1" dirty="0">
              <a:solidFill>
                <a:srgbClr val="2F5597"/>
              </a:solidFill>
              <a:latin typeface="Bahnschrift" panose="020B0502040204020203" pitchFamily="34" charset="0"/>
            </a:rPr>
            <a:t>03</a:t>
          </a:r>
        </a:p>
      </dgm:t>
    </dgm:pt>
    <dgm:pt modelId="{900BAA88-B8CF-4607-BC31-2371A414549F}" type="parTrans" cxnId="{3D97A139-E29F-4A02-A0B9-10991721DDCC}">
      <dgm:prSet/>
      <dgm:spPr/>
      <dgm:t>
        <a:bodyPr/>
        <a:lstStyle/>
        <a:p>
          <a:endParaRPr lang="en-US" sz="1600">
            <a:latin typeface="Bahnschrift" panose="020B0502040204020203" pitchFamily="34" charset="0"/>
          </a:endParaRPr>
        </a:p>
      </dgm:t>
    </dgm:pt>
    <dgm:pt modelId="{171ED676-3CAA-440F-9251-6ABE0DD8C64C}" type="sibTrans" cxnId="{3D97A139-E29F-4A02-A0B9-10991721DDCC}">
      <dgm:prSet/>
      <dgm:spPr/>
      <dgm:t>
        <a:bodyPr/>
        <a:lstStyle/>
        <a:p>
          <a:endParaRPr lang="en-US" sz="1600">
            <a:latin typeface="Bahnschrift" panose="020B0502040204020203" pitchFamily="34" charset="0"/>
          </a:endParaRPr>
        </a:p>
      </dgm:t>
    </dgm:pt>
    <dgm:pt modelId="{DAA1227E-A8E0-45C3-B0A7-6D0783275C5C}">
      <dgm:prSet phldrT="[Text]" custT="1"/>
      <dgm:spPr>
        <a:solidFill>
          <a:schemeClr val="accent1">
            <a:lumMod val="20000"/>
            <a:lumOff val="80000"/>
            <a:alpha val="90000"/>
          </a:schemeClr>
        </a:solidFill>
      </dgm:spPr>
      <dgm:t>
        <a:bodyPr/>
        <a:lstStyle/>
        <a:p>
          <a:r>
            <a:rPr lang="en-US" sz="1500" b="1" dirty="0" err="1">
              <a:solidFill>
                <a:srgbClr val="203864"/>
              </a:solidFill>
              <a:latin typeface="Bahnschrift" panose="020B0502040204020203" pitchFamily="34" charset="0"/>
            </a:rPr>
            <a:t>Analyse</a:t>
          </a:r>
          <a:r>
            <a:rPr lang="en-US" sz="1500" b="1" dirty="0">
              <a:solidFill>
                <a:srgbClr val="203864"/>
              </a:solidFill>
              <a:latin typeface="Bahnschrift" panose="020B0502040204020203" pitchFamily="34" charset="0"/>
            </a:rPr>
            <a:t> de </a:t>
          </a:r>
          <a:r>
            <a:rPr lang="en-US" sz="1500" b="1" dirty="0" err="1">
              <a:solidFill>
                <a:srgbClr val="203864"/>
              </a:solidFill>
              <a:latin typeface="Bahnschrift" panose="020B0502040204020203" pitchFamily="34" charset="0"/>
            </a:rPr>
            <a:t>conformité</a:t>
          </a:r>
          <a:endParaRPr lang="en-US" sz="1500" b="1" dirty="0">
            <a:solidFill>
              <a:srgbClr val="203864"/>
            </a:solidFill>
            <a:latin typeface="Bahnschrift" panose="020B0502040204020203" pitchFamily="34" charset="0"/>
          </a:endParaRPr>
        </a:p>
      </dgm:t>
    </dgm:pt>
    <dgm:pt modelId="{C41975CE-AE05-4C18-99D8-DE60528005EA}" type="parTrans" cxnId="{A04A0486-A672-41FF-8270-FA5F6C774052}">
      <dgm:prSet/>
      <dgm:spPr/>
      <dgm:t>
        <a:bodyPr/>
        <a:lstStyle/>
        <a:p>
          <a:endParaRPr lang="en-US" sz="1600">
            <a:latin typeface="Bahnschrift" panose="020B0502040204020203" pitchFamily="34" charset="0"/>
          </a:endParaRPr>
        </a:p>
      </dgm:t>
    </dgm:pt>
    <dgm:pt modelId="{9A69592A-E1AF-4757-A937-B100A62CBCF3}" type="sibTrans" cxnId="{A04A0486-A672-41FF-8270-FA5F6C774052}">
      <dgm:prSet/>
      <dgm:spPr/>
      <dgm:t>
        <a:bodyPr/>
        <a:lstStyle/>
        <a:p>
          <a:endParaRPr lang="en-US" sz="1600">
            <a:latin typeface="Bahnschrift" panose="020B0502040204020203" pitchFamily="34" charset="0"/>
          </a:endParaRPr>
        </a:p>
      </dgm:t>
    </dgm:pt>
    <dgm:pt modelId="{1DD83E78-2B9C-44F4-8086-E5D8F3584746}">
      <dgm:prSet phldrT="[Text]" custT="1"/>
      <dgm:spPr>
        <a:solidFill>
          <a:srgbClr val="59B2E5"/>
        </a:solidFill>
        <a:ln>
          <a:noFill/>
        </a:ln>
      </dgm:spPr>
      <dgm:t>
        <a:bodyPr/>
        <a:lstStyle/>
        <a:p>
          <a:r>
            <a:rPr lang="en-US" sz="2800" b="1" dirty="0">
              <a:solidFill>
                <a:srgbClr val="2F5597"/>
              </a:solidFill>
              <a:latin typeface="Bahnschrift" panose="020B0502040204020203" pitchFamily="34" charset="0"/>
            </a:rPr>
            <a:t>04</a:t>
          </a:r>
        </a:p>
      </dgm:t>
    </dgm:pt>
    <dgm:pt modelId="{7C53166E-2D6B-407D-A53A-C195822A9D50}" type="parTrans" cxnId="{39C3538E-CB79-43D4-AC56-9DC8BACD53B8}">
      <dgm:prSet/>
      <dgm:spPr/>
      <dgm:t>
        <a:bodyPr/>
        <a:lstStyle/>
        <a:p>
          <a:endParaRPr lang="en-US" sz="1600">
            <a:latin typeface="Bahnschrift" panose="020B0502040204020203" pitchFamily="34" charset="0"/>
          </a:endParaRPr>
        </a:p>
      </dgm:t>
    </dgm:pt>
    <dgm:pt modelId="{29405E6C-DEBD-40AB-9A5A-EE9A50A2C4D7}" type="sibTrans" cxnId="{39C3538E-CB79-43D4-AC56-9DC8BACD53B8}">
      <dgm:prSet/>
      <dgm:spPr/>
      <dgm:t>
        <a:bodyPr/>
        <a:lstStyle/>
        <a:p>
          <a:endParaRPr lang="en-US" sz="1600">
            <a:latin typeface="Bahnschrift" panose="020B0502040204020203" pitchFamily="34" charset="0"/>
          </a:endParaRPr>
        </a:p>
      </dgm:t>
    </dgm:pt>
    <dgm:pt modelId="{479C2658-E803-4D5F-9DE0-2FF957A76687}">
      <dgm:prSet phldrT="[Text]" custT="1"/>
      <dgm:spPr>
        <a:solidFill>
          <a:schemeClr val="accent1">
            <a:lumMod val="20000"/>
            <a:lumOff val="80000"/>
            <a:alpha val="90000"/>
          </a:schemeClr>
        </a:solidFill>
      </dgm:spPr>
      <dgm:t>
        <a:bodyPr/>
        <a:lstStyle/>
        <a:p>
          <a:r>
            <a:rPr lang="en-US" sz="1500" b="1" dirty="0">
              <a:solidFill>
                <a:srgbClr val="203864"/>
              </a:solidFill>
              <a:latin typeface="Bahnschrift" panose="020B0502040204020203" pitchFamily="34" charset="0"/>
            </a:rPr>
            <a:t>Gestion des secrets</a:t>
          </a:r>
        </a:p>
      </dgm:t>
    </dgm:pt>
    <dgm:pt modelId="{78D807A0-F084-4F3C-B230-D50294196D7F}" type="parTrans" cxnId="{B385CA2C-683A-4328-95D8-D3F4BA74752E}">
      <dgm:prSet/>
      <dgm:spPr/>
      <dgm:t>
        <a:bodyPr/>
        <a:lstStyle/>
        <a:p>
          <a:endParaRPr lang="en-US" sz="1600">
            <a:latin typeface="Bahnschrift" panose="020B0502040204020203" pitchFamily="34" charset="0"/>
          </a:endParaRPr>
        </a:p>
      </dgm:t>
    </dgm:pt>
    <dgm:pt modelId="{A18A9AF4-F97F-4F43-A0F0-2F41B4777A01}" type="sibTrans" cxnId="{B385CA2C-683A-4328-95D8-D3F4BA74752E}">
      <dgm:prSet/>
      <dgm:spPr/>
      <dgm:t>
        <a:bodyPr/>
        <a:lstStyle/>
        <a:p>
          <a:endParaRPr lang="en-US" sz="1600">
            <a:latin typeface="Bahnschrift" panose="020B0502040204020203" pitchFamily="34" charset="0"/>
          </a:endParaRPr>
        </a:p>
      </dgm:t>
    </dgm:pt>
    <dgm:pt modelId="{53DD4ECF-8B9E-4AAD-A9B1-375DD7DA46DC}">
      <dgm:prSet phldrT="[Text]" custT="1"/>
      <dgm:spPr>
        <a:solidFill>
          <a:srgbClr val="59B2E5"/>
        </a:solidFill>
        <a:ln>
          <a:noFill/>
        </a:ln>
      </dgm:spPr>
      <dgm:t>
        <a:bodyPr/>
        <a:lstStyle/>
        <a:p>
          <a:r>
            <a:rPr lang="en-US" sz="2800" b="1" dirty="0">
              <a:solidFill>
                <a:srgbClr val="2F5597"/>
              </a:solidFill>
              <a:latin typeface="Bahnschrift" panose="020B0502040204020203" pitchFamily="34" charset="0"/>
            </a:rPr>
            <a:t>05</a:t>
          </a:r>
        </a:p>
      </dgm:t>
    </dgm:pt>
    <dgm:pt modelId="{A996B6A9-291E-4EFA-910E-F9DE8A8D0B8F}" type="parTrans" cxnId="{80742492-4279-4991-AC3B-191B089ACA55}">
      <dgm:prSet/>
      <dgm:spPr/>
      <dgm:t>
        <a:bodyPr/>
        <a:lstStyle/>
        <a:p>
          <a:endParaRPr lang="en-US" sz="1600">
            <a:latin typeface="Bahnschrift" panose="020B0502040204020203" pitchFamily="34" charset="0"/>
          </a:endParaRPr>
        </a:p>
      </dgm:t>
    </dgm:pt>
    <dgm:pt modelId="{330750B3-315B-4D35-8319-D7D18351C725}" type="sibTrans" cxnId="{80742492-4279-4991-AC3B-191B089ACA55}">
      <dgm:prSet/>
      <dgm:spPr/>
      <dgm:t>
        <a:bodyPr/>
        <a:lstStyle/>
        <a:p>
          <a:endParaRPr lang="en-US" sz="1600">
            <a:latin typeface="Bahnschrift" panose="020B0502040204020203" pitchFamily="34" charset="0"/>
          </a:endParaRPr>
        </a:p>
      </dgm:t>
    </dgm:pt>
    <dgm:pt modelId="{B65581CC-CF1A-485C-8386-66F7E8069A98}">
      <dgm:prSet phldrT="[Text]" custT="1"/>
      <dgm:spPr>
        <a:solidFill>
          <a:schemeClr val="accent1">
            <a:lumMod val="20000"/>
            <a:lumOff val="80000"/>
            <a:alpha val="90000"/>
          </a:schemeClr>
        </a:solidFill>
      </dgm:spPr>
      <dgm:t>
        <a:bodyPr/>
        <a:lstStyle/>
        <a:p>
          <a:r>
            <a:rPr lang="en-US" sz="1500" b="1" dirty="0">
              <a:solidFill>
                <a:srgbClr val="203864"/>
              </a:solidFill>
              <a:latin typeface="Bahnschrift" panose="020B0502040204020203" pitchFamily="34" charset="0"/>
            </a:rPr>
            <a:t>Automatisation et </a:t>
          </a:r>
          <a:r>
            <a:rPr lang="en-US" sz="1500" b="1" dirty="0" err="1">
              <a:solidFill>
                <a:srgbClr val="203864"/>
              </a:solidFill>
              <a:latin typeface="Bahnschrift" panose="020B0502040204020203" pitchFamily="34" charset="0"/>
            </a:rPr>
            <a:t>amélioration</a:t>
          </a:r>
          <a:r>
            <a:rPr lang="en-US" sz="1500" b="1" dirty="0">
              <a:solidFill>
                <a:srgbClr val="203864"/>
              </a:solidFill>
              <a:latin typeface="Bahnschrift" panose="020B0502040204020203" pitchFamily="34" charset="0"/>
            </a:rPr>
            <a:t> continue</a:t>
          </a:r>
        </a:p>
      </dgm:t>
    </dgm:pt>
    <dgm:pt modelId="{DE1297A3-B292-4D04-A2BD-2EC10C8AD5D7}" type="parTrans" cxnId="{AD95E65D-91B3-4F89-8E72-ECFA3EB2398D}">
      <dgm:prSet/>
      <dgm:spPr/>
      <dgm:t>
        <a:bodyPr/>
        <a:lstStyle/>
        <a:p>
          <a:endParaRPr lang="en-US" sz="1600">
            <a:latin typeface="Bahnschrift" panose="020B0502040204020203" pitchFamily="34" charset="0"/>
          </a:endParaRPr>
        </a:p>
      </dgm:t>
    </dgm:pt>
    <dgm:pt modelId="{13D0283C-E0FC-4F8D-80AF-FF0B1BAC99C7}" type="sibTrans" cxnId="{AD95E65D-91B3-4F89-8E72-ECFA3EB2398D}">
      <dgm:prSet/>
      <dgm:spPr/>
      <dgm:t>
        <a:bodyPr/>
        <a:lstStyle/>
        <a:p>
          <a:endParaRPr lang="en-US" sz="1600">
            <a:latin typeface="Bahnschrift" panose="020B0502040204020203" pitchFamily="34" charset="0"/>
          </a:endParaRPr>
        </a:p>
      </dgm:t>
    </dgm:pt>
    <dgm:pt modelId="{E4C612F7-DFED-428F-8B34-83D976001E51}">
      <dgm:prSet custT="1"/>
      <dgm:spPr/>
      <dgm:t>
        <a:bodyPr/>
        <a:lstStyle/>
        <a:p>
          <a:endParaRPr lang="en-US" sz="1500" b="1" dirty="0">
            <a:solidFill>
              <a:srgbClr val="203864"/>
            </a:solidFill>
            <a:latin typeface="Bahnschrift" panose="020B0502040204020203" pitchFamily="34" charset="0"/>
          </a:endParaRPr>
        </a:p>
      </dgm:t>
    </dgm:pt>
    <dgm:pt modelId="{9B0C41B7-8960-4AB9-BC40-9E79DD576FE6}" type="parTrans" cxnId="{295CBCB0-4E0A-4EDB-85B7-9FEA3FA49DA4}">
      <dgm:prSet/>
      <dgm:spPr/>
      <dgm:t>
        <a:bodyPr/>
        <a:lstStyle/>
        <a:p>
          <a:endParaRPr lang="en-US"/>
        </a:p>
      </dgm:t>
    </dgm:pt>
    <dgm:pt modelId="{E81C53DB-338A-4A1F-9B17-7ACAEAF270A4}" type="sibTrans" cxnId="{295CBCB0-4E0A-4EDB-85B7-9FEA3FA49DA4}">
      <dgm:prSet/>
      <dgm:spPr/>
      <dgm:t>
        <a:bodyPr/>
        <a:lstStyle/>
        <a:p>
          <a:endParaRPr lang="en-US"/>
        </a:p>
      </dgm:t>
    </dgm:pt>
    <dgm:pt modelId="{E61E0D33-A9C7-4158-89B8-7C681EE8F594}">
      <dgm:prSet phldrT="[Text]" custT="1"/>
      <dgm:spPr>
        <a:solidFill>
          <a:schemeClr val="accent1">
            <a:lumMod val="20000"/>
            <a:lumOff val="80000"/>
            <a:alpha val="90000"/>
          </a:schemeClr>
        </a:solidFill>
      </dgm:spPr>
      <dgm:t>
        <a:bodyPr/>
        <a:lstStyle/>
        <a:p>
          <a:r>
            <a:rPr lang="en-US" sz="1500" b="1" dirty="0" err="1">
              <a:solidFill>
                <a:srgbClr val="203864"/>
              </a:solidFill>
              <a:latin typeface="Bahnschrift" panose="020B0502040204020203" pitchFamily="34" charset="0"/>
            </a:rPr>
            <a:t>Provisionnement</a:t>
          </a:r>
          <a:r>
            <a:rPr lang="en-US" sz="1500" b="1" dirty="0">
              <a:solidFill>
                <a:srgbClr val="203864"/>
              </a:solidFill>
              <a:latin typeface="Bahnschrift" panose="020B0502040204020203" pitchFamily="34" charset="0"/>
            </a:rPr>
            <a:t> </a:t>
          </a:r>
          <a:r>
            <a:rPr lang="en-US" sz="1500" b="1" dirty="0" err="1">
              <a:solidFill>
                <a:srgbClr val="203864"/>
              </a:solidFill>
              <a:latin typeface="Bahnschrift" panose="020B0502040204020203" pitchFamily="34" charset="0"/>
            </a:rPr>
            <a:t>sécurisé</a:t>
          </a:r>
          <a:endParaRPr lang="en-US" sz="1500" b="1" dirty="0">
            <a:solidFill>
              <a:srgbClr val="203864"/>
            </a:solidFill>
            <a:latin typeface="Bahnschrift" panose="020B0502040204020203" pitchFamily="34" charset="0"/>
          </a:endParaRPr>
        </a:p>
      </dgm:t>
    </dgm:pt>
    <dgm:pt modelId="{6EB029A2-E9DC-4DC1-BF2F-6B11C0767580}" type="sibTrans" cxnId="{B64FF716-FEE4-4645-8300-618AFF0FA721}">
      <dgm:prSet/>
      <dgm:spPr/>
      <dgm:t>
        <a:bodyPr/>
        <a:lstStyle/>
        <a:p>
          <a:endParaRPr lang="en-US" sz="1600">
            <a:latin typeface="Bahnschrift" panose="020B0502040204020203" pitchFamily="34" charset="0"/>
          </a:endParaRPr>
        </a:p>
      </dgm:t>
    </dgm:pt>
    <dgm:pt modelId="{3D20EA2D-1F13-4BA7-B02D-7E31B7451AEA}" type="parTrans" cxnId="{B64FF716-FEE4-4645-8300-618AFF0FA721}">
      <dgm:prSet/>
      <dgm:spPr/>
      <dgm:t>
        <a:bodyPr/>
        <a:lstStyle/>
        <a:p>
          <a:endParaRPr lang="en-US" sz="1600">
            <a:latin typeface="Bahnschrift" panose="020B0502040204020203" pitchFamily="34" charset="0"/>
          </a:endParaRPr>
        </a:p>
      </dgm:t>
    </dgm:pt>
    <dgm:pt modelId="{091378F0-B4CB-4268-BD24-537B77A60B1C}" type="pres">
      <dgm:prSet presAssocID="{BDB9A91C-AB5F-4504-87E1-C0FC6D6D69ED}" presName="Name0" presStyleCnt="0">
        <dgm:presLayoutVars>
          <dgm:dir/>
          <dgm:animLvl val="lvl"/>
          <dgm:resizeHandles val="exact"/>
        </dgm:presLayoutVars>
      </dgm:prSet>
      <dgm:spPr/>
    </dgm:pt>
    <dgm:pt modelId="{C2713789-ACD4-4C3B-8104-BFB03BBDDDCE}" type="pres">
      <dgm:prSet presAssocID="{85FFE8B1-4C60-4DF9-8969-98F243169A89}" presName="composite" presStyleCnt="0"/>
      <dgm:spPr/>
    </dgm:pt>
    <dgm:pt modelId="{C3CBE67A-0C7A-409F-A22F-7BAB125DF125}" type="pres">
      <dgm:prSet presAssocID="{85FFE8B1-4C60-4DF9-8969-98F243169A89}" presName="parTx" presStyleLbl="alignNode1" presStyleIdx="0" presStyleCnt="5">
        <dgm:presLayoutVars>
          <dgm:chMax val="0"/>
          <dgm:chPref val="0"/>
          <dgm:bulletEnabled val="1"/>
        </dgm:presLayoutVars>
      </dgm:prSet>
      <dgm:spPr/>
    </dgm:pt>
    <dgm:pt modelId="{3B6A55E2-3035-4EA1-8DF4-57AD802FE660}" type="pres">
      <dgm:prSet presAssocID="{85FFE8B1-4C60-4DF9-8969-98F243169A89}" presName="desTx" presStyleLbl="alignAccFollowNode1" presStyleIdx="0" presStyleCnt="5">
        <dgm:presLayoutVars>
          <dgm:bulletEnabled val="1"/>
        </dgm:presLayoutVars>
      </dgm:prSet>
      <dgm:spPr/>
    </dgm:pt>
    <dgm:pt modelId="{E28CC6B8-0259-49A7-9A41-491E70E0B41A}" type="pres">
      <dgm:prSet presAssocID="{AED82DB4-6F18-4925-8414-CF9CB8BAF6FF}" presName="space" presStyleCnt="0"/>
      <dgm:spPr/>
    </dgm:pt>
    <dgm:pt modelId="{6D88C04F-1BA1-48B4-9744-53C938F845A9}" type="pres">
      <dgm:prSet presAssocID="{24522795-D958-43E3-A839-A3E6227BD70E}" presName="composite" presStyleCnt="0"/>
      <dgm:spPr/>
    </dgm:pt>
    <dgm:pt modelId="{60B26A7E-C6EE-4A70-8026-9C67B9D9F644}" type="pres">
      <dgm:prSet presAssocID="{24522795-D958-43E3-A839-A3E6227BD70E}" presName="parTx" presStyleLbl="alignNode1" presStyleIdx="1" presStyleCnt="5">
        <dgm:presLayoutVars>
          <dgm:chMax val="0"/>
          <dgm:chPref val="0"/>
          <dgm:bulletEnabled val="1"/>
        </dgm:presLayoutVars>
      </dgm:prSet>
      <dgm:spPr/>
    </dgm:pt>
    <dgm:pt modelId="{E6723E91-9EE4-450C-9BC8-AA1FBA01EE90}" type="pres">
      <dgm:prSet presAssocID="{24522795-D958-43E3-A839-A3E6227BD70E}" presName="desTx" presStyleLbl="alignAccFollowNode1" presStyleIdx="1" presStyleCnt="5">
        <dgm:presLayoutVars>
          <dgm:bulletEnabled val="1"/>
        </dgm:presLayoutVars>
      </dgm:prSet>
      <dgm:spPr/>
    </dgm:pt>
    <dgm:pt modelId="{5AA354AD-BEA6-4FAC-AD1C-937EC534ED51}" type="pres">
      <dgm:prSet presAssocID="{2F71C002-CC70-4A6F-AE25-763EDE536300}" presName="space" presStyleCnt="0"/>
      <dgm:spPr/>
    </dgm:pt>
    <dgm:pt modelId="{CBEE91B5-DBF3-436C-9542-A708DB6CDF77}" type="pres">
      <dgm:prSet presAssocID="{BBB271F5-71BE-4975-A76A-95DCC3619FB0}" presName="composite" presStyleCnt="0"/>
      <dgm:spPr/>
    </dgm:pt>
    <dgm:pt modelId="{CFF936FE-D4BC-40CD-8D80-3D321CBCA2D9}" type="pres">
      <dgm:prSet presAssocID="{BBB271F5-71BE-4975-A76A-95DCC3619FB0}" presName="parTx" presStyleLbl="alignNode1" presStyleIdx="2" presStyleCnt="5">
        <dgm:presLayoutVars>
          <dgm:chMax val="0"/>
          <dgm:chPref val="0"/>
          <dgm:bulletEnabled val="1"/>
        </dgm:presLayoutVars>
      </dgm:prSet>
      <dgm:spPr/>
    </dgm:pt>
    <dgm:pt modelId="{C0014A01-CCEF-4320-A8E6-F25BD26ABE9B}" type="pres">
      <dgm:prSet presAssocID="{BBB271F5-71BE-4975-A76A-95DCC3619FB0}" presName="desTx" presStyleLbl="alignAccFollowNode1" presStyleIdx="2" presStyleCnt="5">
        <dgm:presLayoutVars>
          <dgm:bulletEnabled val="1"/>
        </dgm:presLayoutVars>
      </dgm:prSet>
      <dgm:spPr/>
    </dgm:pt>
    <dgm:pt modelId="{07FAAE1E-A7F2-4E9F-8F67-701C91496315}" type="pres">
      <dgm:prSet presAssocID="{171ED676-3CAA-440F-9251-6ABE0DD8C64C}" presName="space" presStyleCnt="0"/>
      <dgm:spPr/>
    </dgm:pt>
    <dgm:pt modelId="{89C2FC7F-5ADB-427D-BBC0-4F605E7D1D3E}" type="pres">
      <dgm:prSet presAssocID="{1DD83E78-2B9C-44F4-8086-E5D8F3584746}" presName="composite" presStyleCnt="0"/>
      <dgm:spPr/>
    </dgm:pt>
    <dgm:pt modelId="{DCCDC84B-50FA-430D-B75F-AD397DF06F2B}" type="pres">
      <dgm:prSet presAssocID="{1DD83E78-2B9C-44F4-8086-E5D8F3584746}" presName="parTx" presStyleLbl="alignNode1" presStyleIdx="3" presStyleCnt="5">
        <dgm:presLayoutVars>
          <dgm:chMax val="0"/>
          <dgm:chPref val="0"/>
          <dgm:bulletEnabled val="1"/>
        </dgm:presLayoutVars>
      </dgm:prSet>
      <dgm:spPr/>
    </dgm:pt>
    <dgm:pt modelId="{6A9CE55A-00FE-4883-B0CE-B8530C343055}" type="pres">
      <dgm:prSet presAssocID="{1DD83E78-2B9C-44F4-8086-E5D8F3584746}" presName="desTx" presStyleLbl="alignAccFollowNode1" presStyleIdx="3" presStyleCnt="5">
        <dgm:presLayoutVars>
          <dgm:bulletEnabled val="1"/>
        </dgm:presLayoutVars>
      </dgm:prSet>
      <dgm:spPr/>
    </dgm:pt>
    <dgm:pt modelId="{F50E9537-D33C-44AD-8C19-121646B2A85C}" type="pres">
      <dgm:prSet presAssocID="{29405E6C-DEBD-40AB-9A5A-EE9A50A2C4D7}" presName="space" presStyleCnt="0"/>
      <dgm:spPr/>
    </dgm:pt>
    <dgm:pt modelId="{366D10AE-3391-4DAB-8011-A64BBAE90A31}" type="pres">
      <dgm:prSet presAssocID="{53DD4ECF-8B9E-4AAD-A9B1-375DD7DA46DC}" presName="composite" presStyleCnt="0"/>
      <dgm:spPr/>
    </dgm:pt>
    <dgm:pt modelId="{1D3EFC03-63CA-45F7-B66C-194697BBD0C3}" type="pres">
      <dgm:prSet presAssocID="{53DD4ECF-8B9E-4AAD-A9B1-375DD7DA46DC}" presName="parTx" presStyleLbl="alignNode1" presStyleIdx="4" presStyleCnt="5">
        <dgm:presLayoutVars>
          <dgm:chMax val="0"/>
          <dgm:chPref val="0"/>
          <dgm:bulletEnabled val="1"/>
        </dgm:presLayoutVars>
      </dgm:prSet>
      <dgm:spPr/>
    </dgm:pt>
    <dgm:pt modelId="{1AEEA2A8-7F48-4A95-8B04-6224332813A2}" type="pres">
      <dgm:prSet presAssocID="{53DD4ECF-8B9E-4AAD-A9B1-375DD7DA46DC}" presName="desTx" presStyleLbl="alignAccFollowNode1" presStyleIdx="4" presStyleCnt="5">
        <dgm:presLayoutVars>
          <dgm:bulletEnabled val="1"/>
        </dgm:presLayoutVars>
      </dgm:prSet>
      <dgm:spPr/>
    </dgm:pt>
  </dgm:ptLst>
  <dgm:cxnLst>
    <dgm:cxn modelId="{68EAA906-5BE3-444D-97A2-67463953EA8B}" type="presOf" srcId="{E61E0D33-A9C7-4158-89B8-7C681EE8F594}" destId="{3B6A55E2-3035-4EA1-8DF4-57AD802FE660}" srcOrd="0" destOrd="0" presId="urn:microsoft.com/office/officeart/2005/8/layout/hList1"/>
    <dgm:cxn modelId="{19B3F70D-6C83-49D0-A23A-C703DAB78FB0}" type="presOf" srcId="{F264F586-8464-44B6-8912-FDD2B11FAD02}" destId="{E6723E91-9EE4-450C-9BC8-AA1FBA01EE90}" srcOrd="0" destOrd="0" presId="urn:microsoft.com/office/officeart/2005/8/layout/hList1"/>
    <dgm:cxn modelId="{8EE4140F-14F5-4E38-88E0-5887483DF8F1}" srcId="{BDB9A91C-AB5F-4504-87E1-C0FC6D6D69ED}" destId="{85FFE8B1-4C60-4DF9-8969-98F243169A89}" srcOrd="0" destOrd="0" parTransId="{0DB6B988-5E4E-4386-933A-921A41FD6030}" sibTransId="{AED82DB4-6F18-4925-8414-CF9CB8BAF6FF}"/>
    <dgm:cxn modelId="{B64FF716-FEE4-4645-8300-618AFF0FA721}" srcId="{85FFE8B1-4C60-4DF9-8969-98F243169A89}" destId="{E61E0D33-A9C7-4158-89B8-7C681EE8F594}" srcOrd="0" destOrd="0" parTransId="{3D20EA2D-1F13-4BA7-B02D-7E31B7451AEA}" sibTransId="{6EB029A2-E9DC-4DC1-BF2F-6B11C0767580}"/>
    <dgm:cxn modelId="{B385CA2C-683A-4328-95D8-D3F4BA74752E}" srcId="{1DD83E78-2B9C-44F4-8086-E5D8F3584746}" destId="{479C2658-E803-4D5F-9DE0-2FF957A76687}" srcOrd="0" destOrd="0" parTransId="{78D807A0-F084-4F3C-B230-D50294196D7F}" sibTransId="{A18A9AF4-F97F-4F43-A0F0-2F41B4777A01}"/>
    <dgm:cxn modelId="{39E7A22E-27F9-4D53-B5B6-77515E467539}" type="presOf" srcId="{BBB271F5-71BE-4975-A76A-95DCC3619FB0}" destId="{CFF936FE-D4BC-40CD-8D80-3D321CBCA2D9}" srcOrd="0" destOrd="0" presId="urn:microsoft.com/office/officeart/2005/8/layout/hList1"/>
    <dgm:cxn modelId="{3D97A139-E29F-4A02-A0B9-10991721DDCC}" srcId="{BDB9A91C-AB5F-4504-87E1-C0FC6D6D69ED}" destId="{BBB271F5-71BE-4975-A76A-95DCC3619FB0}" srcOrd="2" destOrd="0" parTransId="{900BAA88-B8CF-4607-BC31-2371A414549F}" sibTransId="{171ED676-3CAA-440F-9251-6ABE0DD8C64C}"/>
    <dgm:cxn modelId="{FBE5DE5D-DA3F-44BE-A972-AAC3B3A28676}" type="presOf" srcId="{BDB9A91C-AB5F-4504-87E1-C0FC6D6D69ED}" destId="{091378F0-B4CB-4268-BD24-537B77A60B1C}" srcOrd="0" destOrd="0" presId="urn:microsoft.com/office/officeart/2005/8/layout/hList1"/>
    <dgm:cxn modelId="{AD95E65D-91B3-4F89-8E72-ECFA3EB2398D}" srcId="{53DD4ECF-8B9E-4AAD-A9B1-375DD7DA46DC}" destId="{B65581CC-CF1A-485C-8386-66F7E8069A98}" srcOrd="0" destOrd="0" parTransId="{DE1297A3-B292-4D04-A2BD-2EC10C8AD5D7}" sibTransId="{13D0283C-E0FC-4F8D-80AF-FF0B1BAC99C7}"/>
    <dgm:cxn modelId="{696C0964-F1F8-469D-A4CC-8F1A2AC0345D}" srcId="{24522795-D958-43E3-A839-A3E6227BD70E}" destId="{F264F586-8464-44B6-8912-FDD2B11FAD02}" srcOrd="0" destOrd="0" parTransId="{33427B6C-E58D-4583-B48B-EEDD33025A64}" sibTransId="{10B9CF8F-DE95-4A29-A2A9-FB56AED2C74B}"/>
    <dgm:cxn modelId="{30609B46-645E-49AD-BA84-7889DF5BD928}" type="presOf" srcId="{85FFE8B1-4C60-4DF9-8969-98F243169A89}" destId="{C3CBE67A-0C7A-409F-A22F-7BAB125DF125}" srcOrd="0" destOrd="0" presId="urn:microsoft.com/office/officeart/2005/8/layout/hList1"/>
    <dgm:cxn modelId="{3DE0BE4D-74BF-4BF9-8E86-83502BFF1777}" type="presOf" srcId="{53DD4ECF-8B9E-4AAD-A9B1-375DD7DA46DC}" destId="{1D3EFC03-63CA-45F7-B66C-194697BBD0C3}" srcOrd="0" destOrd="0" presId="urn:microsoft.com/office/officeart/2005/8/layout/hList1"/>
    <dgm:cxn modelId="{EA945750-6DC6-4B1B-98A1-D1A2B03CC000}" srcId="{BDB9A91C-AB5F-4504-87E1-C0FC6D6D69ED}" destId="{24522795-D958-43E3-A839-A3E6227BD70E}" srcOrd="1" destOrd="0" parTransId="{45B56066-10D1-4359-B33C-5FF2F3336A87}" sibTransId="{2F71C002-CC70-4A6F-AE25-763EDE536300}"/>
    <dgm:cxn modelId="{13E58159-2383-4854-A4B6-10AB6AD1E4F9}" type="presOf" srcId="{24522795-D958-43E3-A839-A3E6227BD70E}" destId="{60B26A7E-C6EE-4A70-8026-9C67B9D9F644}" srcOrd="0" destOrd="0" presId="urn:microsoft.com/office/officeart/2005/8/layout/hList1"/>
    <dgm:cxn modelId="{A04A0486-A672-41FF-8270-FA5F6C774052}" srcId="{BBB271F5-71BE-4975-A76A-95DCC3619FB0}" destId="{DAA1227E-A8E0-45C3-B0A7-6D0783275C5C}" srcOrd="0" destOrd="0" parTransId="{C41975CE-AE05-4C18-99D8-DE60528005EA}" sibTransId="{9A69592A-E1AF-4757-A937-B100A62CBCF3}"/>
    <dgm:cxn modelId="{39C3538E-CB79-43D4-AC56-9DC8BACD53B8}" srcId="{BDB9A91C-AB5F-4504-87E1-C0FC6D6D69ED}" destId="{1DD83E78-2B9C-44F4-8086-E5D8F3584746}" srcOrd="3" destOrd="0" parTransId="{7C53166E-2D6B-407D-A53A-C195822A9D50}" sibTransId="{29405E6C-DEBD-40AB-9A5A-EE9A50A2C4D7}"/>
    <dgm:cxn modelId="{80742492-4279-4991-AC3B-191B089ACA55}" srcId="{BDB9A91C-AB5F-4504-87E1-C0FC6D6D69ED}" destId="{53DD4ECF-8B9E-4AAD-A9B1-375DD7DA46DC}" srcOrd="4" destOrd="0" parTransId="{A996B6A9-291E-4EFA-910E-F9DE8A8D0B8F}" sibTransId="{330750B3-315B-4D35-8319-D7D18351C725}"/>
    <dgm:cxn modelId="{754C9F97-ED8B-4180-94CB-9497618CDBC4}" type="presOf" srcId="{E4C612F7-DFED-428F-8B34-83D976001E51}" destId="{6A9CE55A-00FE-4883-B0CE-B8530C343055}" srcOrd="0" destOrd="1" presId="urn:microsoft.com/office/officeart/2005/8/layout/hList1"/>
    <dgm:cxn modelId="{28114EA2-A530-4F6E-AAE1-859983AC1716}" type="presOf" srcId="{479C2658-E803-4D5F-9DE0-2FF957A76687}" destId="{6A9CE55A-00FE-4883-B0CE-B8530C343055}" srcOrd="0" destOrd="0" presId="urn:microsoft.com/office/officeart/2005/8/layout/hList1"/>
    <dgm:cxn modelId="{295CBCB0-4E0A-4EDB-85B7-9FEA3FA49DA4}" srcId="{1DD83E78-2B9C-44F4-8086-E5D8F3584746}" destId="{E4C612F7-DFED-428F-8B34-83D976001E51}" srcOrd="1" destOrd="0" parTransId="{9B0C41B7-8960-4AB9-BC40-9E79DD576FE6}" sibTransId="{E81C53DB-338A-4A1F-9B17-7ACAEAF270A4}"/>
    <dgm:cxn modelId="{86BF92BB-C470-4489-94E4-57240BFA5D1D}" type="presOf" srcId="{1DD83E78-2B9C-44F4-8086-E5D8F3584746}" destId="{DCCDC84B-50FA-430D-B75F-AD397DF06F2B}" srcOrd="0" destOrd="0" presId="urn:microsoft.com/office/officeart/2005/8/layout/hList1"/>
    <dgm:cxn modelId="{3FBFA4CE-A0C1-47F3-8F0E-D652F32EA6D3}" type="presOf" srcId="{DAA1227E-A8E0-45C3-B0A7-6D0783275C5C}" destId="{C0014A01-CCEF-4320-A8E6-F25BD26ABE9B}" srcOrd="0" destOrd="0" presId="urn:microsoft.com/office/officeart/2005/8/layout/hList1"/>
    <dgm:cxn modelId="{218163D6-B70D-467D-ABF8-7E3812C0C963}" type="presOf" srcId="{B65581CC-CF1A-485C-8386-66F7E8069A98}" destId="{1AEEA2A8-7F48-4A95-8B04-6224332813A2}" srcOrd="0" destOrd="0" presId="urn:microsoft.com/office/officeart/2005/8/layout/hList1"/>
    <dgm:cxn modelId="{C24050E0-017E-46E1-86B9-C69FFDA8F157}" type="presParOf" srcId="{091378F0-B4CB-4268-BD24-537B77A60B1C}" destId="{C2713789-ACD4-4C3B-8104-BFB03BBDDDCE}" srcOrd="0" destOrd="0" presId="urn:microsoft.com/office/officeart/2005/8/layout/hList1"/>
    <dgm:cxn modelId="{33AF7A69-7643-4571-83E8-243909ABDEAE}" type="presParOf" srcId="{C2713789-ACD4-4C3B-8104-BFB03BBDDDCE}" destId="{C3CBE67A-0C7A-409F-A22F-7BAB125DF125}" srcOrd="0" destOrd="0" presId="urn:microsoft.com/office/officeart/2005/8/layout/hList1"/>
    <dgm:cxn modelId="{48C94B2A-1D45-4B52-992A-8F6068F1AB08}" type="presParOf" srcId="{C2713789-ACD4-4C3B-8104-BFB03BBDDDCE}" destId="{3B6A55E2-3035-4EA1-8DF4-57AD802FE660}" srcOrd="1" destOrd="0" presId="urn:microsoft.com/office/officeart/2005/8/layout/hList1"/>
    <dgm:cxn modelId="{C11E6427-F1D4-49E0-9787-A7045715F4DA}" type="presParOf" srcId="{091378F0-B4CB-4268-BD24-537B77A60B1C}" destId="{E28CC6B8-0259-49A7-9A41-491E70E0B41A}" srcOrd="1" destOrd="0" presId="urn:microsoft.com/office/officeart/2005/8/layout/hList1"/>
    <dgm:cxn modelId="{0D5D7C55-1CDB-4FD5-93AF-68D7326EC727}" type="presParOf" srcId="{091378F0-B4CB-4268-BD24-537B77A60B1C}" destId="{6D88C04F-1BA1-48B4-9744-53C938F845A9}" srcOrd="2" destOrd="0" presId="urn:microsoft.com/office/officeart/2005/8/layout/hList1"/>
    <dgm:cxn modelId="{CEEFC80D-4E9C-4BFC-8A90-A15D6E942B20}" type="presParOf" srcId="{6D88C04F-1BA1-48B4-9744-53C938F845A9}" destId="{60B26A7E-C6EE-4A70-8026-9C67B9D9F644}" srcOrd="0" destOrd="0" presId="urn:microsoft.com/office/officeart/2005/8/layout/hList1"/>
    <dgm:cxn modelId="{F054C1B5-5505-4D06-8228-0254C064A29A}" type="presParOf" srcId="{6D88C04F-1BA1-48B4-9744-53C938F845A9}" destId="{E6723E91-9EE4-450C-9BC8-AA1FBA01EE90}" srcOrd="1" destOrd="0" presId="urn:microsoft.com/office/officeart/2005/8/layout/hList1"/>
    <dgm:cxn modelId="{BA817519-5314-4C0D-9D66-D33AF372F5F2}" type="presParOf" srcId="{091378F0-B4CB-4268-BD24-537B77A60B1C}" destId="{5AA354AD-BEA6-4FAC-AD1C-937EC534ED51}" srcOrd="3" destOrd="0" presId="urn:microsoft.com/office/officeart/2005/8/layout/hList1"/>
    <dgm:cxn modelId="{51791728-8AEF-4C16-9595-5509C33ED838}" type="presParOf" srcId="{091378F0-B4CB-4268-BD24-537B77A60B1C}" destId="{CBEE91B5-DBF3-436C-9542-A708DB6CDF77}" srcOrd="4" destOrd="0" presId="urn:microsoft.com/office/officeart/2005/8/layout/hList1"/>
    <dgm:cxn modelId="{CF808326-E7C2-46AA-BD19-BC243DB85F81}" type="presParOf" srcId="{CBEE91B5-DBF3-436C-9542-A708DB6CDF77}" destId="{CFF936FE-D4BC-40CD-8D80-3D321CBCA2D9}" srcOrd="0" destOrd="0" presId="urn:microsoft.com/office/officeart/2005/8/layout/hList1"/>
    <dgm:cxn modelId="{27171718-4657-4DD2-AEB6-FDA38E980521}" type="presParOf" srcId="{CBEE91B5-DBF3-436C-9542-A708DB6CDF77}" destId="{C0014A01-CCEF-4320-A8E6-F25BD26ABE9B}" srcOrd="1" destOrd="0" presId="urn:microsoft.com/office/officeart/2005/8/layout/hList1"/>
    <dgm:cxn modelId="{8C5059BA-5DBA-4707-82F9-73D6DE2452C6}" type="presParOf" srcId="{091378F0-B4CB-4268-BD24-537B77A60B1C}" destId="{07FAAE1E-A7F2-4E9F-8F67-701C91496315}" srcOrd="5" destOrd="0" presId="urn:microsoft.com/office/officeart/2005/8/layout/hList1"/>
    <dgm:cxn modelId="{C3C8C820-F363-436F-8A6B-360524E69BCD}" type="presParOf" srcId="{091378F0-B4CB-4268-BD24-537B77A60B1C}" destId="{89C2FC7F-5ADB-427D-BBC0-4F605E7D1D3E}" srcOrd="6" destOrd="0" presId="urn:microsoft.com/office/officeart/2005/8/layout/hList1"/>
    <dgm:cxn modelId="{8665DB50-12AC-43BB-B5A9-612E08BB246B}" type="presParOf" srcId="{89C2FC7F-5ADB-427D-BBC0-4F605E7D1D3E}" destId="{DCCDC84B-50FA-430D-B75F-AD397DF06F2B}" srcOrd="0" destOrd="0" presId="urn:microsoft.com/office/officeart/2005/8/layout/hList1"/>
    <dgm:cxn modelId="{79F3B59F-77D9-4D8F-943F-C200BA80C369}" type="presParOf" srcId="{89C2FC7F-5ADB-427D-BBC0-4F605E7D1D3E}" destId="{6A9CE55A-00FE-4883-B0CE-B8530C343055}" srcOrd="1" destOrd="0" presId="urn:microsoft.com/office/officeart/2005/8/layout/hList1"/>
    <dgm:cxn modelId="{27D8B5A3-6067-4930-8BCB-EA9A1F41CA97}" type="presParOf" srcId="{091378F0-B4CB-4268-BD24-537B77A60B1C}" destId="{F50E9537-D33C-44AD-8C19-121646B2A85C}" srcOrd="7" destOrd="0" presId="urn:microsoft.com/office/officeart/2005/8/layout/hList1"/>
    <dgm:cxn modelId="{74C00DD3-BE39-4823-A2D4-73725232FFD3}" type="presParOf" srcId="{091378F0-B4CB-4268-BD24-537B77A60B1C}" destId="{366D10AE-3391-4DAB-8011-A64BBAE90A31}" srcOrd="8" destOrd="0" presId="urn:microsoft.com/office/officeart/2005/8/layout/hList1"/>
    <dgm:cxn modelId="{72FE4A65-B8E8-47BC-AAC2-858DAEFA9F9A}" type="presParOf" srcId="{366D10AE-3391-4DAB-8011-A64BBAE90A31}" destId="{1D3EFC03-63CA-45F7-B66C-194697BBD0C3}" srcOrd="0" destOrd="0" presId="urn:microsoft.com/office/officeart/2005/8/layout/hList1"/>
    <dgm:cxn modelId="{93A53A8C-5F30-42EF-9E6C-F774E831EE89}" type="presParOf" srcId="{366D10AE-3391-4DAB-8011-A64BBAE90A31}" destId="{1AEEA2A8-7F48-4A95-8B04-6224332813A2}"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F082A0-39CA-4DA7-B489-9CAE37BA6AD3}">
      <dsp:nvSpPr>
        <dsp:cNvPr id="0" name=""/>
        <dsp:cNvSpPr/>
      </dsp:nvSpPr>
      <dsp:spPr>
        <a:xfrm>
          <a:off x="0" y="75732"/>
          <a:ext cx="4621684" cy="8751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latin typeface="Bahnschrift" panose="020B0502040204020203" pitchFamily="34" charset="0"/>
            </a:rPr>
            <a:t>Automatisation et Provisionnement Déclaratif</a:t>
          </a:r>
          <a:r>
            <a:rPr lang="en-US" sz="2200" kern="1200">
              <a:latin typeface="Bahnschrift" panose="020B0502040204020203" pitchFamily="34" charset="0"/>
            </a:rPr>
            <a:t> </a:t>
          </a:r>
          <a:endParaRPr lang="en-US" sz="2200" kern="1200" dirty="0"/>
        </a:p>
      </dsp:txBody>
      <dsp:txXfrm>
        <a:off x="42722" y="118454"/>
        <a:ext cx="4536240" cy="789716"/>
      </dsp:txXfrm>
    </dsp:sp>
    <dsp:sp modelId="{C20232D0-DC96-468E-BC62-2A9A3364DC62}">
      <dsp:nvSpPr>
        <dsp:cNvPr id="0" name=""/>
        <dsp:cNvSpPr/>
      </dsp:nvSpPr>
      <dsp:spPr>
        <a:xfrm>
          <a:off x="0" y="1017097"/>
          <a:ext cx="4621684" cy="875160"/>
        </a:xfrm>
        <a:prstGeom prst="roundRect">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dirty="0">
              <a:latin typeface="Bahnschrift" panose="020B0502040204020203" pitchFamily="34" charset="0"/>
            </a:rPr>
            <a:t>Gestion Rigoureuse des Règles de Sécurité</a:t>
          </a:r>
          <a:r>
            <a:rPr lang="en-US" sz="2200" kern="1200" dirty="0">
              <a:latin typeface="Bahnschrift" panose="020B0502040204020203" pitchFamily="34" charset="0"/>
            </a:rPr>
            <a:t> </a:t>
          </a:r>
          <a:endParaRPr lang="en-US" sz="2200" kern="1200" dirty="0"/>
        </a:p>
      </dsp:txBody>
      <dsp:txXfrm>
        <a:off x="42722" y="1059819"/>
        <a:ext cx="4536240" cy="789716"/>
      </dsp:txXfrm>
    </dsp:sp>
    <dsp:sp modelId="{13B8FF05-C531-417D-872B-51E81EAD7DD3}">
      <dsp:nvSpPr>
        <dsp:cNvPr id="0" name=""/>
        <dsp:cNvSpPr/>
      </dsp:nvSpPr>
      <dsp:spPr>
        <a:xfrm>
          <a:off x="0" y="1952772"/>
          <a:ext cx="4621684" cy="875160"/>
        </a:xfrm>
        <a:prstGeom prst="roundRect">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latin typeface="Bahnschrift" panose="020B0502040204020203" pitchFamily="34" charset="0"/>
            </a:rPr>
            <a:t>Conformité et Surveillance Continue</a:t>
          </a:r>
          <a:r>
            <a:rPr lang="en-US" sz="2200" kern="1200">
              <a:latin typeface="Bahnschrift" panose="020B0502040204020203" pitchFamily="34" charset="0"/>
            </a:rPr>
            <a:t> </a:t>
          </a:r>
          <a:endParaRPr lang="en-US" sz="2200" kern="1200" dirty="0"/>
        </a:p>
      </dsp:txBody>
      <dsp:txXfrm>
        <a:off x="42722" y="1995494"/>
        <a:ext cx="4536240" cy="789716"/>
      </dsp:txXfrm>
    </dsp:sp>
    <dsp:sp modelId="{FA073FFF-7D1B-404D-9335-A9EB785CA39B}">
      <dsp:nvSpPr>
        <dsp:cNvPr id="0" name=""/>
        <dsp:cNvSpPr/>
      </dsp:nvSpPr>
      <dsp:spPr>
        <a:xfrm>
          <a:off x="0" y="2891292"/>
          <a:ext cx="4621684" cy="87516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latin typeface="Bahnschrift" panose="020B0502040204020203" pitchFamily="34" charset="0"/>
            </a:rPr>
            <a:t>Amélioration Continue et Automatisation des Correctifs</a:t>
          </a:r>
          <a:endParaRPr lang="en-US" sz="2200" kern="1200" dirty="0">
            <a:latin typeface="Bahnschrift" panose="020B0502040204020203" pitchFamily="34" charset="0"/>
          </a:endParaRPr>
        </a:p>
      </dsp:txBody>
      <dsp:txXfrm>
        <a:off x="42722" y="2934014"/>
        <a:ext cx="4536240"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80BE0F-3438-45C9-8E9F-073E8AF3BAEB}">
      <dsp:nvSpPr>
        <dsp:cNvPr id="0" name=""/>
        <dsp:cNvSpPr/>
      </dsp:nvSpPr>
      <dsp:spPr>
        <a:xfrm>
          <a:off x="-4860015" y="-709604"/>
          <a:ext cx="5788424" cy="5788424"/>
        </a:xfrm>
        <a:prstGeom prst="blockArc">
          <a:avLst>
            <a:gd name="adj1" fmla="val 18900000"/>
            <a:gd name="adj2" fmla="val 2700000"/>
            <a:gd name="adj3" fmla="val 373"/>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3CD80C-CC68-4EC5-AEA5-6FF595EC759C}">
      <dsp:nvSpPr>
        <dsp:cNvPr id="0" name=""/>
        <dsp:cNvSpPr/>
      </dsp:nvSpPr>
      <dsp:spPr>
        <a:xfrm>
          <a:off x="486195" y="330493"/>
          <a:ext cx="8591169" cy="661331"/>
        </a:xfrm>
        <a:prstGeom prst="rect">
          <a:avLst/>
        </a:prstGeom>
        <a:solidFill>
          <a:srgbClr val="00A4A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4932"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a:solidFill>
                <a:schemeClr val="bg1"/>
              </a:solidFill>
              <a:latin typeface="Bahnschrift" panose="020B0502040204020203" pitchFamily="34" charset="0"/>
            </a:rPr>
            <a:t>Automatisation du provisionnement d'infrastructures cloud</a:t>
          </a:r>
          <a:endParaRPr lang="en-US" sz="2400" kern="1200" dirty="0">
            <a:solidFill>
              <a:schemeClr val="bg1"/>
            </a:solidFill>
            <a:latin typeface="Bahnschrift" panose="020B0502040204020203" pitchFamily="34" charset="0"/>
          </a:endParaRPr>
        </a:p>
      </dsp:txBody>
      <dsp:txXfrm>
        <a:off x="486195" y="330493"/>
        <a:ext cx="8591169" cy="661331"/>
      </dsp:txXfrm>
    </dsp:sp>
    <dsp:sp modelId="{3F6400F0-8E00-49A8-AD20-7CD1D7E6B531}">
      <dsp:nvSpPr>
        <dsp:cNvPr id="0" name=""/>
        <dsp:cNvSpPr/>
      </dsp:nvSpPr>
      <dsp:spPr>
        <a:xfrm>
          <a:off x="72863" y="247827"/>
          <a:ext cx="826664" cy="826664"/>
        </a:xfrm>
        <a:prstGeom prst="ellipse">
          <a:avLst/>
        </a:prstGeom>
        <a:solidFill>
          <a:srgbClr val="9DDDDD"/>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C787228-593F-4D1E-B8E3-E1B7F22CCE7C}">
      <dsp:nvSpPr>
        <dsp:cNvPr id="0" name=""/>
        <dsp:cNvSpPr/>
      </dsp:nvSpPr>
      <dsp:spPr>
        <a:xfrm>
          <a:off x="865352" y="1322663"/>
          <a:ext cx="8212012" cy="661331"/>
        </a:xfrm>
        <a:prstGeom prst="rect">
          <a:avLst/>
        </a:prstGeom>
        <a:solidFill>
          <a:srgbClr val="00A4A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4932"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bg1"/>
              </a:solidFill>
              <a:latin typeface="Bahnschrift" panose="020B0502040204020203" pitchFamily="34" charset="0"/>
            </a:rPr>
            <a:t>La configuration Automatisée des serveurs </a:t>
          </a:r>
          <a:endParaRPr lang="en-US" sz="2400" kern="1200" dirty="0">
            <a:solidFill>
              <a:schemeClr val="bg1"/>
            </a:solidFill>
            <a:latin typeface="Bahnschrift" panose="020B0502040204020203" pitchFamily="34" charset="0"/>
          </a:endParaRPr>
        </a:p>
      </dsp:txBody>
      <dsp:txXfrm>
        <a:off x="865352" y="1322663"/>
        <a:ext cx="8212012" cy="661331"/>
      </dsp:txXfrm>
    </dsp:sp>
    <dsp:sp modelId="{5E2B849C-8E25-464F-9CF0-8585D06FC3A9}">
      <dsp:nvSpPr>
        <dsp:cNvPr id="0" name=""/>
        <dsp:cNvSpPr/>
      </dsp:nvSpPr>
      <dsp:spPr>
        <a:xfrm>
          <a:off x="452020" y="1239996"/>
          <a:ext cx="826664" cy="826664"/>
        </a:xfrm>
        <a:prstGeom prst="ellipse">
          <a:avLst/>
        </a:prstGeom>
        <a:solidFill>
          <a:srgbClr val="9DDDDD"/>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590AA76-681C-4664-BA2C-D718695BA60D}">
      <dsp:nvSpPr>
        <dsp:cNvPr id="0" name=""/>
        <dsp:cNvSpPr/>
      </dsp:nvSpPr>
      <dsp:spPr>
        <a:xfrm>
          <a:off x="865352" y="2314832"/>
          <a:ext cx="8212012" cy="661331"/>
        </a:xfrm>
        <a:prstGeom prst="rect">
          <a:avLst/>
        </a:prstGeom>
        <a:solidFill>
          <a:srgbClr val="00A4A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4932" tIns="60960" rIns="60960" bIns="60960" numCol="1" spcCol="1270" anchor="ctr" anchorCtr="0">
          <a:noAutofit/>
        </a:bodyPr>
        <a:lstStyle/>
        <a:p>
          <a:pPr marL="0" lvl="0" indent="0" algn="l" defTabSz="1066800">
            <a:lnSpc>
              <a:spcPct val="90000"/>
            </a:lnSpc>
            <a:spcBef>
              <a:spcPct val="0"/>
            </a:spcBef>
            <a:spcAft>
              <a:spcPct val="35000"/>
            </a:spcAft>
            <a:buNone/>
          </a:pPr>
          <a:r>
            <a:rPr lang="fr-FR" sz="2400" b="1" kern="1200" dirty="0">
              <a:solidFill>
                <a:schemeClr val="bg1"/>
              </a:solidFill>
              <a:latin typeface="Bahnschrift" panose="020B0502040204020203" pitchFamily="34" charset="0"/>
            </a:rPr>
            <a:t>Vérification continue de la conformité</a:t>
          </a:r>
          <a:endParaRPr lang="en-US" sz="2400" b="1" kern="1200" dirty="0">
            <a:solidFill>
              <a:schemeClr val="bg1"/>
            </a:solidFill>
            <a:latin typeface="Bahnschrift" panose="020B0502040204020203" pitchFamily="34" charset="0"/>
          </a:endParaRPr>
        </a:p>
      </dsp:txBody>
      <dsp:txXfrm>
        <a:off x="865352" y="2314832"/>
        <a:ext cx="8212012" cy="661331"/>
      </dsp:txXfrm>
    </dsp:sp>
    <dsp:sp modelId="{20399A37-31CB-45B5-88F7-75560E1070CE}">
      <dsp:nvSpPr>
        <dsp:cNvPr id="0" name=""/>
        <dsp:cNvSpPr/>
      </dsp:nvSpPr>
      <dsp:spPr>
        <a:xfrm>
          <a:off x="452020" y="2232166"/>
          <a:ext cx="826664" cy="826664"/>
        </a:xfrm>
        <a:prstGeom prst="ellipse">
          <a:avLst/>
        </a:prstGeom>
        <a:solidFill>
          <a:srgbClr val="9DDDDD"/>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8D0397E-B46D-4366-84F0-611970ACA67F}">
      <dsp:nvSpPr>
        <dsp:cNvPr id="0" name=""/>
        <dsp:cNvSpPr/>
      </dsp:nvSpPr>
      <dsp:spPr>
        <a:xfrm>
          <a:off x="486195" y="3307002"/>
          <a:ext cx="8591169" cy="661331"/>
        </a:xfrm>
        <a:prstGeom prst="rect">
          <a:avLst/>
        </a:prstGeom>
        <a:solidFill>
          <a:srgbClr val="00A4A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4932" tIns="60960" rIns="60960" bIns="60960"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chemeClr val="bg1"/>
              </a:solidFill>
              <a:latin typeface="Bahnschrift" panose="020B0502040204020203" pitchFamily="34" charset="0"/>
            </a:rPr>
            <a:t>La gestion des secrets </a:t>
          </a:r>
        </a:p>
      </dsp:txBody>
      <dsp:txXfrm>
        <a:off x="486195" y="3307002"/>
        <a:ext cx="8591169" cy="661331"/>
      </dsp:txXfrm>
    </dsp:sp>
    <dsp:sp modelId="{3CC9FF01-FFEA-4499-BD00-0DD919669541}">
      <dsp:nvSpPr>
        <dsp:cNvPr id="0" name=""/>
        <dsp:cNvSpPr/>
      </dsp:nvSpPr>
      <dsp:spPr>
        <a:xfrm>
          <a:off x="72863" y="3224335"/>
          <a:ext cx="826664" cy="826664"/>
        </a:xfrm>
        <a:prstGeom prst="ellipse">
          <a:avLst/>
        </a:prstGeom>
        <a:solidFill>
          <a:srgbClr val="9DDDDD"/>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BE67A-0C7A-409F-A22F-7BAB125DF125}">
      <dsp:nvSpPr>
        <dsp:cNvPr id="0" name=""/>
        <dsp:cNvSpPr/>
      </dsp:nvSpPr>
      <dsp:spPr>
        <a:xfrm>
          <a:off x="4829" y="7010"/>
          <a:ext cx="1851267" cy="740506"/>
        </a:xfrm>
        <a:prstGeom prst="rect">
          <a:avLst/>
        </a:prstGeom>
        <a:solidFill>
          <a:srgbClr val="59B2E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F5597"/>
              </a:solidFill>
              <a:latin typeface="Bahnschrift" panose="020B0502040204020203" pitchFamily="34" charset="0"/>
            </a:rPr>
            <a:t>01</a:t>
          </a:r>
        </a:p>
      </dsp:txBody>
      <dsp:txXfrm>
        <a:off x="4829" y="7010"/>
        <a:ext cx="1851267" cy="740506"/>
      </dsp:txXfrm>
    </dsp:sp>
    <dsp:sp modelId="{3B6A55E2-3035-4EA1-8DF4-57AD802FE660}">
      <dsp:nvSpPr>
        <dsp:cNvPr id="0" name=""/>
        <dsp:cNvSpPr/>
      </dsp:nvSpPr>
      <dsp:spPr>
        <a:xfrm>
          <a:off x="4829" y="747516"/>
          <a:ext cx="1851267" cy="1537199"/>
        </a:xfrm>
        <a:prstGeom prst="rect">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err="1">
              <a:solidFill>
                <a:srgbClr val="203864"/>
              </a:solidFill>
              <a:latin typeface="Bahnschrift" panose="020B0502040204020203" pitchFamily="34" charset="0"/>
            </a:rPr>
            <a:t>Provisionnement</a:t>
          </a:r>
          <a:r>
            <a:rPr lang="en-US" sz="1500" b="1" kern="1200" dirty="0">
              <a:solidFill>
                <a:srgbClr val="203864"/>
              </a:solidFill>
              <a:latin typeface="Bahnschrift" panose="020B0502040204020203" pitchFamily="34" charset="0"/>
            </a:rPr>
            <a:t> </a:t>
          </a:r>
          <a:r>
            <a:rPr lang="en-US" sz="1500" b="1" kern="1200" dirty="0" err="1">
              <a:solidFill>
                <a:srgbClr val="203864"/>
              </a:solidFill>
              <a:latin typeface="Bahnschrift" panose="020B0502040204020203" pitchFamily="34" charset="0"/>
            </a:rPr>
            <a:t>sécurisé</a:t>
          </a:r>
          <a:endParaRPr lang="en-US" sz="1500" b="1" kern="1200" dirty="0">
            <a:solidFill>
              <a:srgbClr val="203864"/>
            </a:solidFill>
            <a:latin typeface="Bahnschrift" panose="020B0502040204020203" pitchFamily="34" charset="0"/>
          </a:endParaRPr>
        </a:p>
      </dsp:txBody>
      <dsp:txXfrm>
        <a:off x="4829" y="747516"/>
        <a:ext cx="1851267" cy="1537199"/>
      </dsp:txXfrm>
    </dsp:sp>
    <dsp:sp modelId="{60B26A7E-C6EE-4A70-8026-9C67B9D9F644}">
      <dsp:nvSpPr>
        <dsp:cNvPr id="0" name=""/>
        <dsp:cNvSpPr/>
      </dsp:nvSpPr>
      <dsp:spPr>
        <a:xfrm>
          <a:off x="2115274" y="7010"/>
          <a:ext cx="1851267" cy="740506"/>
        </a:xfrm>
        <a:prstGeom prst="rect">
          <a:avLst/>
        </a:prstGeom>
        <a:solidFill>
          <a:srgbClr val="59B2E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F5597"/>
              </a:solidFill>
              <a:latin typeface="Bahnschrift" panose="020B0502040204020203" pitchFamily="34" charset="0"/>
            </a:rPr>
            <a:t>02</a:t>
          </a:r>
        </a:p>
      </dsp:txBody>
      <dsp:txXfrm>
        <a:off x="2115274" y="7010"/>
        <a:ext cx="1851267" cy="740506"/>
      </dsp:txXfrm>
    </dsp:sp>
    <dsp:sp modelId="{E6723E91-9EE4-450C-9BC8-AA1FBA01EE90}">
      <dsp:nvSpPr>
        <dsp:cNvPr id="0" name=""/>
        <dsp:cNvSpPr/>
      </dsp:nvSpPr>
      <dsp:spPr>
        <a:xfrm>
          <a:off x="2115274" y="747516"/>
          <a:ext cx="1851267" cy="1537199"/>
        </a:xfrm>
        <a:prstGeom prst="rect">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solidFill>
                <a:srgbClr val="203864"/>
              </a:solidFill>
              <a:latin typeface="Bahnschrift" panose="020B0502040204020203" pitchFamily="34" charset="0"/>
            </a:rPr>
            <a:t>Configuration </a:t>
          </a:r>
          <a:r>
            <a:rPr lang="en-US" sz="1500" b="1" kern="1200" dirty="0" err="1">
              <a:solidFill>
                <a:srgbClr val="203864"/>
              </a:solidFill>
              <a:latin typeface="Bahnschrift" panose="020B0502040204020203" pitchFamily="34" charset="0"/>
            </a:rPr>
            <a:t>sécurisée</a:t>
          </a:r>
          <a:r>
            <a:rPr lang="en-US" sz="1500" b="1" kern="1200" dirty="0">
              <a:solidFill>
                <a:srgbClr val="203864"/>
              </a:solidFill>
              <a:latin typeface="Bahnschrift" panose="020B0502040204020203" pitchFamily="34" charset="0"/>
            </a:rPr>
            <a:t> des </a:t>
          </a:r>
          <a:r>
            <a:rPr lang="en-US" sz="1500" b="1" kern="1200" dirty="0" err="1">
              <a:solidFill>
                <a:srgbClr val="203864"/>
              </a:solidFill>
              <a:latin typeface="Bahnschrift" panose="020B0502040204020203" pitchFamily="34" charset="0"/>
            </a:rPr>
            <a:t>serveurs</a:t>
          </a:r>
          <a:endParaRPr lang="en-US" sz="1500" b="1" kern="1200" dirty="0">
            <a:solidFill>
              <a:srgbClr val="203864"/>
            </a:solidFill>
            <a:latin typeface="Bahnschrift" panose="020B0502040204020203" pitchFamily="34" charset="0"/>
          </a:endParaRPr>
        </a:p>
      </dsp:txBody>
      <dsp:txXfrm>
        <a:off x="2115274" y="747516"/>
        <a:ext cx="1851267" cy="1537199"/>
      </dsp:txXfrm>
    </dsp:sp>
    <dsp:sp modelId="{CFF936FE-D4BC-40CD-8D80-3D321CBCA2D9}">
      <dsp:nvSpPr>
        <dsp:cNvPr id="0" name=""/>
        <dsp:cNvSpPr/>
      </dsp:nvSpPr>
      <dsp:spPr>
        <a:xfrm>
          <a:off x="4225718" y="7010"/>
          <a:ext cx="1851267" cy="740506"/>
        </a:xfrm>
        <a:prstGeom prst="rect">
          <a:avLst/>
        </a:prstGeom>
        <a:solidFill>
          <a:srgbClr val="59B2E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F5597"/>
              </a:solidFill>
              <a:latin typeface="Bahnschrift" panose="020B0502040204020203" pitchFamily="34" charset="0"/>
            </a:rPr>
            <a:t>03</a:t>
          </a:r>
        </a:p>
      </dsp:txBody>
      <dsp:txXfrm>
        <a:off x="4225718" y="7010"/>
        <a:ext cx="1851267" cy="740506"/>
      </dsp:txXfrm>
    </dsp:sp>
    <dsp:sp modelId="{C0014A01-CCEF-4320-A8E6-F25BD26ABE9B}">
      <dsp:nvSpPr>
        <dsp:cNvPr id="0" name=""/>
        <dsp:cNvSpPr/>
      </dsp:nvSpPr>
      <dsp:spPr>
        <a:xfrm>
          <a:off x="4225718" y="747516"/>
          <a:ext cx="1851267" cy="1537199"/>
        </a:xfrm>
        <a:prstGeom prst="rect">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err="1">
              <a:solidFill>
                <a:srgbClr val="203864"/>
              </a:solidFill>
              <a:latin typeface="Bahnschrift" panose="020B0502040204020203" pitchFamily="34" charset="0"/>
            </a:rPr>
            <a:t>Analyse</a:t>
          </a:r>
          <a:r>
            <a:rPr lang="en-US" sz="1500" b="1" kern="1200" dirty="0">
              <a:solidFill>
                <a:srgbClr val="203864"/>
              </a:solidFill>
              <a:latin typeface="Bahnschrift" panose="020B0502040204020203" pitchFamily="34" charset="0"/>
            </a:rPr>
            <a:t> de </a:t>
          </a:r>
          <a:r>
            <a:rPr lang="en-US" sz="1500" b="1" kern="1200" dirty="0" err="1">
              <a:solidFill>
                <a:srgbClr val="203864"/>
              </a:solidFill>
              <a:latin typeface="Bahnschrift" panose="020B0502040204020203" pitchFamily="34" charset="0"/>
            </a:rPr>
            <a:t>conformité</a:t>
          </a:r>
          <a:endParaRPr lang="en-US" sz="1500" b="1" kern="1200" dirty="0">
            <a:solidFill>
              <a:srgbClr val="203864"/>
            </a:solidFill>
            <a:latin typeface="Bahnschrift" panose="020B0502040204020203" pitchFamily="34" charset="0"/>
          </a:endParaRPr>
        </a:p>
      </dsp:txBody>
      <dsp:txXfrm>
        <a:off x="4225718" y="747516"/>
        <a:ext cx="1851267" cy="1537199"/>
      </dsp:txXfrm>
    </dsp:sp>
    <dsp:sp modelId="{DCCDC84B-50FA-430D-B75F-AD397DF06F2B}">
      <dsp:nvSpPr>
        <dsp:cNvPr id="0" name=""/>
        <dsp:cNvSpPr/>
      </dsp:nvSpPr>
      <dsp:spPr>
        <a:xfrm>
          <a:off x="6336163" y="7010"/>
          <a:ext cx="1851267" cy="740506"/>
        </a:xfrm>
        <a:prstGeom prst="rect">
          <a:avLst/>
        </a:prstGeom>
        <a:solidFill>
          <a:srgbClr val="59B2E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F5597"/>
              </a:solidFill>
              <a:latin typeface="Bahnschrift" panose="020B0502040204020203" pitchFamily="34" charset="0"/>
            </a:rPr>
            <a:t>04</a:t>
          </a:r>
        </a:p>
      </dsp:txBody>
      <dsp:txXfrm>
        <a:off x="6336163" y="7010"/>
        <a:ext cx="1851267" cy="740506"/>
      </dsp:txXfrm>
    </dsp:sp>
    <dsp:sp modelId="{6A9CE55A-00FE-4883-B0CE-B8530C343055}">
      <dsp:nvSpPr>
        <dsp:cNvPr id="0" name=""/>
        <dsp:cNvSpPr/>
      </dsp:nvSpPr>
      <dsp:spPr>
        <a:xfrm>
          <a:off x="6336163" y="747516"/>
          <a:ext cx="1851267" cy="1537199"/>
        </a:xfrm>
        <a:prstGeom prst="rect">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solidFill>
                <a:srgbClr val="203864"/>
              </a:solidFill>
              <a:latin typeface="Bahnschrift" panose="020B0502040204020203" pitchFamily="34" charset="0"/>
            </a:rPr>
            <a:t>Gestion des secrets</a:t>
          </a:r>
        </a:p>
        <a:p>
          <a:pPr marL="114300" lvl="1" indent="-114300" algn="l" defTabSz="666750">
            <a:lnSpc>
              <a:spcPct val="90000"/>
            </a:lnSpc>
            <a:spcBef>
              <a:spcPct val="0"/>
            </a:spcBef>
            <a:spcAft>
              <a:spcPct val="15000"/>
            </a:spcAft>
            <a:buChar char="•"/>
          </a:pPr>
          <a:endParaRPr lang="en-US" sz="1500" b="1" kern="1200" dirty="0">
            <a:solidFill>
              <a:srgbClr val="203864"/>
            </a:solidFill>
            <a:latin typeface="Bahnschrift" panose="020B0502040204020203" pitchFamily="34" charset="0"/>
          </a:endParaRPr>
        </a:p>
      </dsp:txBody>
      <dsp:txXfrm>
        <a:off x="6336163" y="747516"/>
        <a:ext cx="1851267" cy="1537199"/>
      </dsp:txXfrm>
    </dsp:sp>
    <dsp:sp modelId="{1D3EFC03-63CA-45F7-B66C-194697BBD0C3}">
      <dsp:nvSpPr>
        <dsp:cNvPr id="0" name=""/>
        <dsp:cNvSpPr/>
      </dsp:nvSpPr>
      <dsp:spPr>
        <a:xfrm>
          <a:off x="8446608" y="7010"/>
          <a:ext cx="1851267" cy="740506"/>
        </a:xfrm>
        <a:prstGeom prst="rect">
          <a:avLst/>
        </a:prstGeom>
        <a:solidFill>
          <a:srgbClr val="59B2E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2F5597"/>
              </a:solidFill>
              <a:latin typeface="Bahnschrift" panose="020B0502040204020203" pitchFamily="34" charset="0"/>
            </a:rPr>
            <a:t>05</a:t>
          </a:r>
        </a:p>
      </dsp:txBody>
      <dsp:txXfrm>
        <a:off x="8446608" y="7010"/>
        <a:ext cx="1851267" cy="740506"/>
      </dsp:txXfrm>
    </dsp:sp>
    <dsp:sp modelId="{1AEEA2A8-7F48-4A95-8B04-6224332813A2}">
      <dsp:nvSpPr>
        <dsp:cNvPr id="0" name=""/>
        <dsp:cNvSpPr/>
      </dsp:nvSpPr>
      <dsp:spPr>
        <a:xfrm>
          <a:off x="8446608" y="747516"/>
          <a:ext cx="1851267" cy="1537199"/>
        </a:xfrm>
        <a:prstGeom prst="rect">
          <a:avLst/>
        </a:prstGeom>
        <a:solidFill>
          <a:schemeClr val="accent1">
            <a:lumMod val="20000"/>
            <a:lumOff val="8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solidFill>
                <a:srgbClr val="203864"/>
              </a:solidFill>
              <a:latin typeface="Bahnschrift" panose="020B0502040204020203" pitchFamily="34" charset="0"/>
            </a:rPr>
            <a:t>Automatisation et </a:t>
          </a:r>
          <a:r>
            <a:rPr lang="en-US" sz="1500" b="1" kern="1200" dirty="0" err="1">
              <a:solidFill>
                <a:srgbClr val="203864"/>
              </a:solidFill>
              <a:latin typeface="Bahnschrift" panose="020B0502040204020203" pitchFamily="34" charset="0"/>
            </a:rPr>
            <a:t>amélioration</a:t>
          </a:r>
          <a:r>
            <a:rPr lang="en-US" sz="1500" b="1" kern="1200" dirty="0">
              <a:solidFill>
                <a:srgbClr val="203864"/>
              </a:solidFill>
              <a:latin typeface="Bahnschrift" panose="020B0502040204020203" pitchFamily="34" charset="0"/>
            </a:rPr>
            <a:t> continue</a:t>
          </a:r>
        </a:p>
      </dsp:txBody>
      <dsp:txXfrm>
        <a:off x="8446608" y="747516"/>
        <a:ext cx="1851267" cy="15371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D47EB8-3C92-45F6-9268-4E323EE46F0E}" type="datetimeFigureOut">
              <a:rPr lang="en-US" smtClean="0"/>
              <a:t>6/24/2024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34EE57-99F4-4229-9B3A-9F95A25AF0A2}" type="slidenum">
              <a:rPr lang="en-US" smtClean="0"/>
              <a:t>‹#›</a:t>
            </a:fld>
            <a:endParaRPr lang="en-US"/>
          </a:p>
        </p:txBody>
      </p:sp>
    </p:spTree>
    <p:extLst>
      <p:ext uri="{BB962C8B-B14F-4D97-AF65-F5344CB8AC3E}">
        <p14:creationId xmlns:p14="http://schemas.microsoft.com/office/powerpoint/2010/main" val="161168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84B65776-970D-B9A2-36A0-28FA8199F8B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0A82E533-A020-8BEA-346C-25FBEAA947F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Monsieur le Président, Mesdames et Messieurs les membres du jury,</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Nous sommes </a:t>
            </a:r>
            <a:r>
              <a:rPr lang="fr-FR" sz="1800" dirty="0" err="1">
                <a:effectLst/>
                <a:latin typeface="Times New Roman" panose="02020603050405020304" pitchFamily="18" charset="0"/>
                <a:ea typeface="Times New Roman" panose="02020603050405020304" pitchFamily="18" charset="0"/>
              </a:rPr>
              <a:t>fiéres</a:t>
            </a:r>
            <a:r>
              <a:rPr lang="fr-FR" sz="1800" dirty="0">
                <a:effectLst/>
                <a:latin typeface="Times New Roman" panose="02020603050405020304" pitchFamily="18" charset="0"/>
                <a:ea typeface="Times New Roman" panose="02020603050405020304" pitchFamily="18" charset="0"/>
              </a:rPr>
              <a:t> et honorés de vous </a:t>
            </a:r>
            <a:r>
              <a:rPr lang="fr-FR" sz="1800" dirty="0" err="1">
                <a:effectLst/>
                <a:latin typeface="Times New Roman" panose="02020603050405020304" pitchFamily="18" charset="0"/>
                <a:ea typeface="Times New Roman" panose="02020603050405020304" pitchFamily="18" charset="0"/>
              </a:rPr>
              <a:t>presenter</a:t>
            </a:r>
            <a:r>
              <a:rPr lang="fr-FR" sz="1800" dirty="0">
                <a:effectLst/>
                <a:latin typeface="Times New Roman" panose="02020603050405020304" pitchFamily="18" charset="0"/>
                <a:ea typeface="Times New Roman" panose="02020603050405020304" pitchFamily="18" charset="0"/>
              </a:rPr>
              <a:t> notre mémoire de fin d’études de Master Professionnel, intitulé </a:t>
            </a:r>
            <a:r>
              <a:rPr lang="fr-FR" sz="1800" b="1" dirty="0">
                <a:effectLst/>
                <a:latin typeface="Times New Roman" panose="02020603050405020304" pitchFamily="18" charset="0"/>
                <a:ea typeface="Times New Roman" panose="02020603050405020304" pitchFamily="18" charset="0"/>
              </a:rPr>
              <a:t>"Automatisation de la Sécurité de l'Infrastructure avec </a:t>
            </a:r>
            <a:r>
              <a:rPr lang="fr-FR" sz="1800" b="1" dirty="0" err="1">
                <a:effectLst/>
                <a:latin typeface="Times New Roman" panose="02020603050405020304" pitchFamily="18" charset="0"/>
                <a:ea typeface="Times New Roman" panose="02020603050405020304" pitchFamily="18" charset="0"/>
              </a:rPr>
              <a:t>Terraform</a:t>
            </a:r>
            <a:r>
              <a:rPr lang="fr-FR" sz="1800" b="1" dirty="0">
                <a:effectLst/>
                <a:latin typeface="Times New Roman" panose="02020603050405020304" pitchFamily="18" charset="0"/>
                <a:ea typeface="Times New Roman" panose="02020603050405020304" pitchFamily="18" charset="0"/>
              </a:rPr>
              <a:t>  et Ansible "</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Notre travail s'inscrit dans un contexte où la sécurité des infrastructures informatiques est devenue cruciale face à l'augmentation des cyberattaques et des violations de données. Nous avons choisi de nous concentrer sur l'automatisation de cette sécurité en utilisant les outils </a:t>
            </a:r>
            <a:r>
              <a:rPr lang="fr-FR" sz="1800"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et Ansible et </a:t>
            </a:r>
            <a:r>
              <a:rPr lang="fr-FR" sz="1800"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qui sont reconnus pour leur efficacité et leur flexibilité.</a:t>
            </a:r>
            <a:endParaRPr lang="en-US" sz="1800" dirty="0">
              <a:effectLst/>
              <a:latin typeface="Times New Roman" panose="02020603050405020304" pitchFamily="18" charset="0"/>
              <a:ea typeface="Times New Roman" panose="02020603050405020304" pitchFamily="18" charset="0"/>
            </a:endParaRPr>
          </a:p>
        </p:txBody>
      </p:sp>
      <p:sp>
        <p:nvSpPr>
          <p:cNvPr id="4100" name="Slide Number Placeholder 3">
            <a:extLst>
              <a:ext uri="{FF2B5EF4-FFF2-40B4-BE49-F238E27FC236}">
                <a16:creationId xmlns:a16="http://schemas.microsoft.com/office/drawing/2014/main" id="{82A0179E-A626-CF58-B05E-E0AE9E189E6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AFE238A-C77D-4533-AACC-CD65A5502C4B}" type="slidenum">
              <a:rPr lang="en-US" altLang="fr-TN"/>
              <a:pPr fontAlgn="base">
                <a:spcBef>
                  <a:spcPct val="0"/>
                </a:spcBef>
                <a:spcAft>
                  <a:spcPct val="0"/>
                </a:spcAft>
              </a:pPr>
              <a:t>1</a:t>
            </a:fld>
            <a:endParaRPr lang="en-US" altLang="fr-T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EE103BC9-1DBD-197C-C4B6-F827F17F9CE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B8A3A4E9-3B5D-D5BE-02DB-4C28D030FBDD}"/>
              </a:ext>
            </a:extLst>
          </p:cNvPr>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Pour bien comprendre l'importance de notre projet, examinons une étude récente menée par l'Enterprise </a:t>
            </a:r>
            <a:r>
              <a:rPr lang="fr-FR" sz="1800" dirty="0" err="1">
                <a:effectLst/>
                <a:latin typeface="Times New Roman" panose="02020603050405020304" pitchFamily="18" charset="0"/>
                <a:ea typeface="Times New Roman" panose="02020603050405020304" pitchFamily="18" charset="0"/>
              </a:rPr>
              <a:t>Strategy</a:t>
            </a:r>
            <a:r>
              <a:rPr lang="fr-FR" sz="1800">
                <a:effectLst/>
                <a:latin typeface="Times New Roman" panose="02020603050405020304" pitchFamily="18" charset="0"/>
                <a:ea typeface="Times New Roman" panose="02020603050405020304" pitchFamily="18" charset="0"/>
              </a:rPr>
              <a:t> Group. </a:t>
            </a:r>
            <a:r>
              <a:rPr lang="fr-FR" sz="1800" dirty="0">
                <a:effectLst/>
                <a:latin typeface="Times New Roman" panose="02020603050405020304" pitchFamily="18" charset="0"/>
                <a:ea typeface="Times New Roman" panose="02020603050405020304" pitchFamily="18" charset="0"/>
              </a:rPr>
              <a:t>Cette étude révèle une réalité Critique : les équipes IT ignorent 74% des événements et alertes de sécurité.</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Comme vous pouvez le voir sur ce graphique, seuls 26% des alertes de sécurité font l'objet d'une investigation et d'une réponse. Cela signifie que près de trois quarts des alertes sont ignorées, ce qui expose les organisations à des risques importants.***</a:t>
            </a:r>
          </a:p>
          <a:p>
            <a:pPr marL="0" marR="0"/>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fr-FR" sz="18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Cette situation s'explique par plusieurs facteurs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Les équipes de sécurité sont souvent submergées par un grand nombre d'alertes, rendant difficile leur gestion efficace.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De plus Le manque de ressources humaines et technologiques pour traiter ces alertes de manière proactive.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Ainsi que La diversité et la complexité croissantes des environnements IT augmentent la difficulté de surveillance et de gestion des incidents de sécurité.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Ces défis mettent en évidence la nécessité d'une approche automatisée pour la gestion de la sécurité des infrastructures. Notre projet vise précisément à répondre à ce besoin pour automatiser la détection, l'investigation et la réponse aux incidents de sécurité.</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148" name="Slide Number Placeholder 3">
            <a:extLst>
              <a:ext uri="{FF2B5EF4-FFF2-40B4-BE49-F238E27FC236}">
                <a16:creationId xmlns:a16="http://schemas.microsoft.com/office/drawing/2014/main" id="{F3028CF4-861D-62CE-511A-F00FE1C3A1D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98364D2-3BA3-4A44-BA36-7D2E316E1385}" type="slidenum">
              <a:rPr lang="en-US" altLang="fr-TN"/>
              <a:pPr fontAlgn="base">
                <a:spcBef>
                  <a:spcPct val="0"/>
                </a:spcBef>
                <a:spcAft>
                  <a:spcPct val="0"/>
                </a:spcAft>
              </a:pPr>
              <a:t>2</a:t>
            </a:fld>
            <a:endParaRPr lang="en-US" altLang="fr-T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AE980503-EE77-E8E7-8C98-A8C398B7FF1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F9540702-E2F8-1B28-655F-4DACFAD677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Avant d'explorer les détails de notre projet, il est important de comprendre le contexte dans lequel nous avons travaillé. Nous avons eu la chance de réaliser notre projet au sein de la société </a:t>
            </a:r>
            <a:r>
              <a:rPr lang="fr-FR" sz="1800" b="1" dirty="0">
                <a:effectLst/>
                <a:latin typeface="Times New Roman" panose="02020603050405020304" pitchFamily="18" charset="0"/>
                <a:ea typeface="Times New Roman" panose="02020603050405020304" pitchFamily="18" charset="0"/>
              </a:rPr>
              <a:t>Cloud Temple.</a:t>
            </a:r>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CTT est une entreprise de services numériques résultant d’un partenariat entre le groupe tunisien Poulina Group Holding et </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Dragonfly</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une filiale du groupe Neurones, Cette alliance a été créée le 14 février 2014.</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r>
              <a:rPr lang="fr-FR" sz="1800" dirty="0">
                <a:effectLst/>
                <a:latin typeface="Times New Roman" panose="02020603050405020304" pitchFamily="18" charset="0"/>
                <a:ea typeface="Times New Roman" panose="02020603050405020304" pitchFamily="18" charset="0"/>
              </a:rPr>
              <a:t>CTT offre une gamme complète de services aux entreprises, incluant le cloud </a:t>
            </a:r>
            <a:r>
              <a:rPr lang="fr-FR" sz="1800" dirty="0" err="1">
                <a:effectLst/>
                <a:latin typeface="Times New Roman" panose="02020603050405020304" pitchFamily="18" charset="0"/>
                <a:ea typeface="Times New Roman" panose="02020603050405020304" pitchFamily="18" charset="0"/>
              </a:rPr>
              <a:t>computing</a:t>
            </a:r>
            <a:r>
              <a:rPr lang="fr-FR" sz="1800" dirty="0">
                <a:effectLst/>
                <a:latin typeface="Times New Roman" panose="02020603050405020304" pitchFamily="18" charset="0"/>
                <a:ea typeface="Times New Roman" panose="02020603050405020304" pitchFamily="18" charset="0"/>
              </a:rPr>
              <a:t>, la sécurité informatique et l'infogérance. Leur expertise et leur position de leader en Tunisie ont fourni un environnement idéal pour notre projet</a:t>
            </a:r>
            <a:endParaRPr lang="en-US" sz="1800" dirty="0">
              <a:effectLst/>
              <a:latin typeface="Times New Roman" panose="02020603050405020304" pitchFamily="18" charset="0"/>
              <a:ea typeface="Times New Roman" panose="02020603050405020304" pitchFamily="18" charset="0"/>
            </a:endParaRPr>
          </a:p>
        </p:txBody>
      </p:sp>
      <p:sp>
        <p:nvSpPr>
          <p:cNvPr id="8196" name="Slide Number Placeholder 3">
            <a:extLst>
              <a:ext uri="{FF2B5EF4-FFF2-40B4-BE49-F238E27FC236}">
                <a16:creationId xmlns:a16="http://schemas.microsoft.com/office/drawing/2014/main" id="{E54870F8-EC63-AE68-1876-4AD682DBC6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5E0E11C-306D-44AA-B001-3BD014E06EFA}" type="slidenum">
              <a:rPr lang="en-US" altLang="fr-TN"/>
              <a:pPr fontAlgn="base">
                <a:spcBef>
                  <a:spcPct val="0"/>
                </a:spcBef>
                <a:spcAft>
                  <a:spcPct val="0"/>
                </a:spcAft>
              </a:pPr>
              <a:t>3</a:t>
            </a:fld>
            <a:endParaRPr lang="en-US" altLang="fr-T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200" b="1" i="1" dirty="0">
                <a:effectLst/>
                <a:highlight>
                  <a:srgbClr val="00FFFF"/>
                </a:highlight>
                <a:latin typeface="Times New Roman" panose="02020603050405020304" pitchFamily="18" charset="0"/>
                <a:ea typeface="Times New Roman" panose="02020603050405020304" pitchFamily="18" charset="0"/>
              </a:rPr>
              <a:t>BEL***</a:t>
            </a:r>
            <a:r>
              <a:rPr lang="fr-FR" sz="1200" dirty="0">
                <a:effectLst/>
                <a:latin typeface="Times New Roman" panose="02020603050405020304" pitchFamily="18" charset="0"/>
                <a:ea typeface="Times New Roman" panose="02020603050405020304" pitchFamily="18" charset="0"/>
              </a:rPr>
              <a:t>Après avoir présenté notre organisme d'accueil et le contexte dans lequel nous avons travaillé, il est important de se pencher sur la problématique à laquelle nous avons souhaité répondre.</a:t>
            </a:r>
            <a:endParaRPr lang="en-US" sz="12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Notre projet part du constat suivant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200" b="1" kern="0" dirty="0">
                <a:effectLst/>
                <a:latin typeface="Times New Roman" panose="02020603050405020304" pitchFamily="18" charset="0"/>
                <a:ea typeface="Times New Roman" panose="02020603050405020304" pitchFamily="18" charset="0"/>
                <a:cs typeface="Arial" panose="020B0604020202020204" pitchFamily="34" charset="0"/>
              </a:rPr>
              <a:t>Les défis de la gestion manuelle de la sécurité de l'infrastructure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Les infrastructures informatiques modernes sont de plus en plus complexes et distribuées, rendant la gestion manuelle de la sécurité inefficace et sujette aux erreurs humaines.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fr-FR" sz="1200" b="1" kern="0" dirty="0">
                <a:effectLst/>
                <a:latin typeface="Times New Roman" panose="02020603050405020304" pitchFamily="18" charset="0"/>
                <a:ea typeface="Times New Roman" panose="02020603050405020304" pitchFamily="18" charset="0"/>
                <a:cs typeface="Arial" panose="020B0604020202020204" pitchFamily="34" charset="0"/>
              </a:rPr>
              <a:t>Besoins d'automatisation pour améliorer la sécurité et la conformité aux exigences réglementaires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Les entreprises doivent non seulement protéger leurs données et systèmes, mais aussi se conformer à des normes et réglementations de plus en plus strictes.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4</a:t>
            </a:fld>
            <a:endParaRPr lang="en-US"/>
          </a:p>
        </p:txBody>
      </p:sp>
    </p:spTree>
    <p:extLst>
      <p:ext uri="{BB962C8B-B14F-4D97-AF65-F5344CB8AC3E}">
        <p14:creationId xmlns:p14="http://schemas.microsoft.com/office/powerpoint/2010/main" val="2450058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2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Maintenant que nous avons identifié la problématique, il est crucial de définir les objectifs que nous avons poursuivis pour apporter des solutions efficaces.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Nous avons défini quatre objectifs principaux pour notre projet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Automatisation</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et </a:t>
            </a: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Provisionnement</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Déclaratif</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L'automatisation des configurations de sécurité réduit les erreurs humaines et augmente l'efficacité du déploiement des mesures de sécurité.</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fr-FR" sz="1200" b="1" kern="0" dirty="0">
                <a:effectLst/>
                <a:latin typeface="Times New Roman" panose="02020603050405020304" pitchFamily="18" charset="0"/>
                <a:ea typeface="Times New Roman" panose="02020603050405020304" pitchFamily="18" charset="0"/>
                <a:cs typeface="Arial" panose="020B0604020202020204" pitchFamily="34" charset="0"/>
              </a:rPr>
              <a:t>Gestion Rigoureuse des Règles de Sécurité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Assurer une gestion stricte et systématique des règles de sécurité pour protéger l'infrastructure contre les menaces potentielles.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Conformité</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et Surveillance Continue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Maintenir une conformité continue avec les normes et réglementations de sécurité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fr-FR" sz="1200" b="1" kern="0" dirty="0">
                <a:effectLst/>
                <a:latin typeface="Times New Roman" panose="02020603050405020304" pitchFamily="18" charset="0"/>
                <a:ea typeface="Times New Roman" panose="02020603050405020304" pitchFamily="18" charset="0"/>
                <a:cs typeface="Arial" panose="020B0604020202020204" pitchFamily="34" charset="0"/>
              </a:rPr>
              <a:t>Amélioration Continue et Automatisation des Correctifs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L'automatisation des correctifs et l'amélioration continue permettent de maintenir une sécurité proactive et élevée</a:t>
            </a:r>
            <a:r>
              <a:rPr lang="fr-FR" sz="11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5</a:t>
            </a:fld>
            <a:endParaRPr lang="en-US"/>
          </a:p>
        </p:txBody>
      </p:sp>
    </p:spTree>
    <p:extLst>
      <p:ext uri="{BB962C8B-B14F-4D97-AF65-F5344CB8AC3E}">
        <p14:creationId xmlns:p14="http://schemas.microsoft.com/office/powerpoint/2010/main" val="662443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800" b="1" i="1" kern="0"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BEL***</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Pour surmonter les défis identifiés et atteindre nos objectifs, nous avons élaboré une solution complète et ciblée.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Notre solution s'articule autour de quatre axes principaux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Automatisation du Provisionnement d'Infrastructures Cloud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La Configuration Automatisée des Serveurs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Vérification Continue de la Conformité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800" b="1" kern="0" dirty="0">
                <a:effectLst/>
                <a:latin typeface="Times New Roman" panose="02020603050405020304" pitchFamily="18" charset="0"/>
                <a:ea typeface="Times New Roman" panose="02020603050405020304" pitchFamily="18" charset="0"/>
                <a:cs typeface="Arial" panose="020B0604020202020204" pitchFamily="34" charset="0"/>
              </a:rPr>
              <a:t>La Gestion des Secrets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r>
              <a:rPr lang="fr-FR" sz="1800" kern="0" dirty="0">
                <a:effectLst/>
                <a:latin typeface="Times New Roman" panose="02020603050405020304" pitchFamily="18" charset="0"/>
                <a:ea typeface="Times New Roman" panose="02020603050405020304" pitchFamily="18" charset="0"/>
              </a:rPr>
              <a:t>Ces éléments constituent le cœur de notre approche pour automatiser la sécurité de l'infrastructure. En intégrant ces composants, nous visons à créer un environnement sécurisé, conforme et </a:t>
            </a:r>
            <a:r>
              <a:rPr lang="fr-FR" sz="1800" dirty="0">
                <a:solidFill>
                  <a:srgbClr val="202124"/>
                </a:solidFill>
                <a:effectLst/>
                <a:highlight>
                  <a:srgbClr val="FFFFFF"/>
                </a:highlight>
                <a:latin typeface="Arial" panose="020B0604020202020204" pitchFamily="34" charset="0"/>
                <a:ea typeface="Calibri" panose="020F0502020204030204" pitchFamily="34" charset="0"/>
              </a:rPr>
              <a:t>robuste</a:t>
            </a:r>
            <a:r>
              <a:rPr lang="fr-FR" sz="1800" kern="0" dirty="0">
                <a:effectLst/>
                <a:latin typeface="Times New Roman" panose="02020603050405020304" pitchFamily="18" charset="0"/>
                <a:ea typeface="Times New Roman" panose="02020603050405020304" pitchFamily="18" charset="0"/>
              </a:rPr>
              <a:t> face aux menaces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6</a:t>
            </a:fld>
            <a:endParaRPr lang="en-US"/>
          </a:p>
        </p:txBody>
      </p:sp>
    </p:spTree>
    <p:extLst>
      <p:ext uri="{BB962C8B-B14F-4D97-AF65-F5344CB8AC3E}">
        <p14:creationId xmlns:p14="http://schemas.microsoft.com/office/powerpoint/2010/main" val="853962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200" b="1" i="1" kern="0"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BEL***</a:t>
            </a: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Pour vous donner une vue d'ensemble de notre travail, voici le plan que nous suivrons durant cette présentation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Contexte</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Général</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Nous commencerons par présenter le contexte global de notre projet</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Spécification</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des </a:t>
            </a: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Besoins</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Ensuite, nous détaillerons les besoins spécifiques que nous avons identifiés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Architecture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Nous vous présenterons ensuite l'architecture de la solution que nous avons conçue.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err="1">
                <a:effectLst/>
                <a:latin typeface="Times New Roman" panose="02020603050405020304" pitchFamily="18" charset="0"/>
                <a:ea typeface="Times New Roman" panose="02020603050405020304" pitchFamily="18" charset="0"/>
                <a:cs typeface="Arial" panose="020B0604020202020204" pitchFamily="34" charset="0"/>
              </a:rPr>
              <a:t>Réalisation</a:t>
            </a: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Nous passerons à la réalisation concrète de notre projet, en décrivant les étapes de mise en œuvre et les résultats obtenus.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200" b="1" kern="0" dirty="0">
                <a:effectLst/>
                <a:latin typeface="Times New Roman" panose="02020603050405020304" pitchFamily="18" charset="0"/>
                <a:ea typeface="Times New Roman" panose="02020603050405020304" pitchFamily="18" charset="0"/>
                <a:cs typeface="Arial" panose="020B0604020202020204" pitchFamily="34" charset="0"/>
              </a:rPr>
              <a:t>Conclusion et Perspectives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Enfin, nous conclurons en discutant des résultats de notre projet, des perspectives d'amélioration et de développement futur.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fr-FR" sz="1200" kern="0" dirty="0">
                <a:effectLst/>
                <a:latin typeface="Times New Roman" panose="02020603050405020304" pitchFamily="18" charset="0"/>
                <a:ea typeface="Times New Roman" panose="02020603050405020304" pitchFamily="18" charset="0"/>
                <a:cs typeface="Arial" panose="020B0604020202020204" pitchFamily="34" charset="0"/>
              </a:rPr>
              <a:t>Ce plan structuré nous permettra de vous guider à travers les différentes étapes de notre projet de manière claire et cohérente. Commençons donc par le contexte général.</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7</a:t>
            </a:fld>
            <a:endParaRPr lang="en-US"/>
          </a:p>
        </p:txBody>
      </p:sp>
    </p:spTree>
    <p:extLst>
      <p:ext uri="{BB962C8B-B14F-4D97-AF65-F5344CB8AC3E}">
        <p14:creationId xmlns:p14="http://schemas.microsoft.com/office/powerpoint/2010/main" val="3239375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Google Shape;3009;g94a06c92dc_0_685:notes">
            <a:extLst>
              <a:ext uri="{FF2B5EF4-FFF2-40B4-BE49-F238E27FC236}">
                <a16:creationId xmlns:a16="http://schemas.microsoft.com/office/drawing/2014/main" id="{022ADB3F-800E-555B-6B06-92B28D544DF7}"/>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14339" name="Google Shape;3010;g94a06c92dc_0_685:notes">
            <a:extLst>
              <a:ext uri="{FF2B5EF4-FFF2-40B4-BE49-F238E27FC236}">
                <a16:creationId xmlns:a16="http://schemas.microsoft.com/office/drawing/2014/main" id="{1A42F837-0C48-7BBF-FC56-BF19648A0D37}"/>
              </a:ext>
            </a:extLst>
          </p:cNvPr>
          <p:cNvSpPr txBox="1">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marL="0" marR="0">
              <a:lnSpc>
                <a:spcPct val="107000"/>
              </a:lnSpc>
              <a:spcBef>
                <a:spcPts val="0"/>
              </a:spcBef>
              <a:spcAft>
                <a:spcPts val="800"/>
              </a:spcAft>
            </a:pPr>
            <a:r>
              <a:rPr lang="fr-FR" sz="18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Pour présenter notre approche de projet, il est essentiel de comprendre les concepts de </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DevSecOps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Les concepts clés de </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DevSecOps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incluent la mise en place d'un contrôle de version pour gérer les configurations, l'intégration continue pour regrouper les modifications de code, le déploiement continu automatisé des infrastructures, l'exécution de tests continus pour éviter les vulnérabilités, l'intégration de la sécurité dès le début du cycle de développement avec des analyses automatisées, et l'orchestration pour gérer et automatiser les workflows et processus.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Ces concepts nous ont permis de construire une infrastructure sécurisée et résiliente, tout en assurant une efficacité opérationnelle maximale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8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Adopter les principes de </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DevSecOps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offre de nombreux avantages qui renforcent la sécurité et l'efficacité de nos opérations.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DevSecOps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permet de déployer du code rapidement sans compromettre la sécurité, en intégrant des mesures de sécurité à chaque étape du développement. Cela permet de gagner du temps, de réduire les coûts, de détecter les vulnérabilités tôt, d'assurer un feedback continu entre les équipes, et de renforcer la collaboration, aboutissant à des applications plus sécurisées et cohérentes.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Ces avantages montrent clairement l'importance de l'approche </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DevSecOps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dans notre projet.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8BB250-E466-4CB7-BEAA-33A8BA048D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442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a3dab6318a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a3dab6318a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a:lnSpc>
                <a:spcPct val="107000"/>
              </a:lnSpc>
              <a:spcBef>
                <a:spcPts val="0"/>
              </a:spcBef>
              <a:spcAft>
                <a:spcPts val="800"/>
              </a:spcAft>
            </a:pPr>
            <a:r>
              <a:rPr lang="fr-FR" sz="1800" b="1" i="1" kern="0"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BEL***</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L'un des piliers de notre approche pour automatiser la sécurité de l'infrastructure est l'utilisation de l'Infrastructure as Code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L'</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IaC</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nous permet de gérer et de provisionner l'infrastructure via des fichiers de configuration. Cela assure des déploiements rapides et cohérents, facilement versionnés et traçables. Cette méthode est extensible, sans erreur, et permet une exécution plus rapide, garantissant des résultats cohérents et fiables à chaque déploiement."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9d4972649b_0_5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2" name="Google Shape;982;g9d4972649b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a:lnSpc>
                <a:spcPct val="107000"/>
              </a:lnSpc>
              <a:spcBef>
                <a:spcPts val="0"/>
              </a:spcBef>
              <a:spcAft>
                <a:spcPts val="800"/>
              </a:spcAft>
            </a:pPr>
            <a:r>
              <a:rPr lang="fr-FR" sz="1800" b="1" i="1" kern="0"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BEL***</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Explorons maintenant les avantages concrets que l'</a:t>
            </a:r>
            <a:r>
              <a:rPr lang="fr-FR" sz="1800" kern="0" dirty="0" err="1">
                <a:effectLst/>
                <a:latin typeface="Times New Roman" panose="02020603050405020304" pitchFamily="18" charset="0"/>
                <a:ea typeface="Times New Roman" panose="02020603050405020304" pitchFamily="18" charset="0"/>
                <a:cs typeface="Arial" panose="020B0604020202020204" pitchFamily="34" charset="0"/>
              </a:rPr>
              <a:t>IaC</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apporte à notre projet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Exécution plus rapide :</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Les déploiements sont automatisés et rapides.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Sans Erreur :</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Réduit les erreurs humaines grâce à des configurations répétables.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Extensibilité :</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Facilité d'adaptation et de mise à l'échelle de l'infrastructure.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Idempotent :</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Les mêmes configurations peuvent être appliquées plusieurs fois sans effets indésirables.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fr-FR" sz="1800" b="1" kern="0" dirty="0">
                <a:effectLst/>
                <a:latin typeface="Times New Roman" panose="02020603050405020304" pitchFamily="18" charset="0"/>
                <a:ea typeface="Times New Roman" panose="02020603050405020304" pitchFamily="18" charset="0"/>
                <a:cs typeface="Arial" panose="020B0604020202020204" pitchFamily="34" charset="0"/>
              </a:rPr>
              <a:t>Rentable :</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 Réduction des coûts à long terme grâce à l'automatisation.</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800" b="1" i="1" kern="0" dirty="0">
                <a:effectLst/>
                <a:highlight>
                  <a:srgbClr val="00FFFF"/>
                </a:highlight>
                <a:latin typeface="Times New Roman" panose="02020603050405020304" pitchFamily="18" charset="0"/>
                <a:ea typeface="Times New Roman" panose="02020603050405020304" pitchFamily="18" charset="0"/>
                <a:cs typeface="Arial" panose="020B0604020202020204" pitchFamily="34" charset="0"/>
              </a:rPr>
              <a:t>BEL***</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Nous allons maintenant détailler les besoins spécifiques que nous avons identifiés pour notre projet, ainsi que les exigences fonctionnelles et techniques.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12</a:t>
            </a:fld>
            <a:endParaRPr lang="en-US"/>
          </a:p>
        </p:txBody>
      </p:sp>
    </p:spTree>
    <p:extLst>
      <p:ext uri="{BB962C8B-B14F-4D97-AF65-F5344CB8AC3E}">
        <p14:creationId xmlns:p14="http://schemas.microsoft.com/office/powerpoint/2010/main" val="2068288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8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Pour répondre aux besoins de notre projet, nous avons identifié plusieurs besoins fonctionnels clés : provisionnement sécurisé des ressources, configuration sécurisée des serveurs, analyse de conformité continue, gestion sécurisée des secrets, et automatisation avec amélioration continue. Ces éléments sont essentiels pour assurer une infrastructure fiable et sécurisée.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68D2766-C49B-4C1A-9FEE-6F146754B02B}" type="slidenum">
              <a:rPr lang="en-US" smtClean="0"/>
              <a:t>13</a:t>
            </a:fld>
            <a:endParaRPr lang="en-US"/>
          </a:p>
        </p:txBody>
      </p:sp>
    </p:spTree>
    <p:extLst>
      <p:ext uri="{BB962C8B-B14F-4D97-AF65-F5344CB8AC3E}">
        <p14:creationId xmlns:p14="http://schemas.microsoft.com/office/powerpoint/2010/main" val="3282076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fr-FR" sz="1800" b="1" i="1" kern="0" dirty="0">
                <a:effectLst/>
                <a:highlight>
                  <a:srgbClr val="FF00FF"/>
                </a:highlight>
                <a:latin typeface="Times New Roman" panose="02020603050405020304" pitchFamily="18" charset="0"/>
                <a:ea typeface="Times New Roman" panose="02020603050405020304" pitchFamily="18" charset="0"/>
                <a:cs typeface="Arial" panose="020B0604020202020204" pitchFamily="34" charset="0"/>
              </a:rPr>
              <a:t>YAS***</a:t>
            </a:r>
            <a:r>
              <a:rPr lang="fr-FR" sz="1800" kern="0" dirty="0">
                <a:effectLst/>
                <a:latin typeface="Times New Roman" panose="02020603050405020304" pitchFamily="18" charset="0"/>
                <a:ea typeface="Times New Roman" panose="02020603050405020304" pitchFamily="18" charset="0"/>
                <a:cs typeface="Arial" panose="020B0604020202020204" pitchFamily="34" charset="0"/>
              </a:rPr>
              <a:t>Après avoir identifié les besoins fonctionnels, il est essentiel de se pencher sur les besoins non fonctionnels. Ces besoins garantissent que la solution est non seulement fonctionnelle, mais aussi performante et fiable. Qui sont : </a:t>
            </a:r>
            <a:r>
              <a:rPr lang="fr-FR" sz="1800" b="1" kern="100" dirty="0">
                <a:effectLst/>
                <a:latin typeface="Calibri" panose="020F0502020204030204" pitchFamily="34" charset="0"/>
                <a:ea typeface="Calibri" panose="020F0502020204030204" pitchFamily="34" charset="0"/>
                <a:cs typeface="Arial" panose="020B0604020202020204" pitchFamily="34" charset="0"/>
              </a:rPr>
              <a:t>Performance</a:t>
            </a:r>
            <a:r>
              <a:rPr lang="fr-FR" sz="1800" kern="100" dirty="0">
                <a:effectLst/>
                <a:latin typeface="Calibri" panose="020F0502020204030204" pitchFamily="34" charset="0"/>
                <a:ea typeface="Calibri" panose="020F0502020204030204" pitchFamily="34" charset="0"/>
                <a:cs typeface="Arial" panose="020B0604020202020204" pitchFamily="34" charset="0"/>
              </a:rPr>
              <a:t>, </a:t>
            </a:r>
            <a:r>
              <a:rPr lang="fr-FR" sz="1800" b="1" kern="100" dirty="0">
                <a:effectLst/>
                <a:latin typeface="Calibri" panose="020F0502020204030204" pitchFamily="34" charset="0"/>
                <a:ea typeface="Calibri" panose="020F0502020204030204" pitchFamily="34" charset="0"/>
                <a:cs typeface="Arial" panose="020B0604020202020204" pitchFamily="34" charset="0"/>
              </a:rPr>
              <a:t>Sécurité, Fiabilité , Évolutivité , Efficacité Opérationnelle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80D3DF6B-CDFA-4E49-9CA4-150604EDAB82}" type="slidenum">
              <a:rPr lang="en-US" smtClean="0"/>
              <a:t>14</a:t>
            </a:fld>
            <a:endParaRPr lang="en-US"/>
          </a:p>
        </p:txBody>
      </p:sp>
    </p:spTree>
    <p:extLst>
      <p:ext uri="{BB962C8B-B14F-4D97-AF65-F5344CB8AC3E}">
        <p14:creationId xmlns:p14="http://schemas.microsoft.com/office/powerpoint/2010/main" val="365997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Nous allons maintenant détailler les composants clés de notre infrastructure et expliquer comment ils interagissent pour fournir une solution sécurisée et efficace.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15</a:t>
            </a:fld>
            <a:endParaRPr lang="en-US"/>
          </a:p>
        </p:txBody>
      </p:sp>
    </p:spTree>
    <p:extLst>
      <p:ext uri="{BB962C8B-B14F-4D97-AF65-F5344CB8AC3E}">
        <p14:creationId xmlns:p14="http://schemas.microsoft.com/office/powerpoint/2010/main" val="286153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L'architecture de notre solution est illustrée comme suit :</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Les administrateurs poussent le code sur GitHub. Ensuite, </a:t>
            </a:r>
            <a:r>
              <a:rPr lang="fr-FR" sz="1800" b="1" dirty="0">
                <a:effectLst/>
                <a:latin typeface="Times New Roman" panose="02020603050405020304" pitchFamily="18" charset="0"/>
                <a:ea typeface="Times New Roman" panose="02020603050405020304" pitchFamily="18" charset="0"/>
              </a:rPr>
              <a:t>Jenkins</a:t>
            </a:r>
            <a:r>
              <a:rPr lang="fr-FR" sz="1800" dirty="0">
                <a:effectLst/>
                <a:latin typeface="Times New Roman" panose="02020603050405020304" pitchFamily="18" charset="0"/>
                <a:ea typeface="Times New Roman" panose="02020603050405020304" pitchFamily="18" charset="0"/>
              </a:rPr>
              <a:t> orchestre les déploiements en automatisant les différentes étapes.</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Les ressources sont provisionnées automatiquement avec </a:t>
            </a:r>
            <a:r>
              <a:rPr lang="fr-FR" sz="1800" b="1"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Les configurations de sécurité sont appliquées à l'aide de </a:t>
            </a:r>
            <a:r>
              <a:rPr lang="fr-FR" sz="1800" b="1" dirty="0">
                <a:effectLst/>
                <a:latin typeface="Times New Roman" panose="02020603050405020304" pitchFamily="18" charset="0"/>
                <a:ea typeface="Times New Roman" panose="02020603050405020304" pitchFamily="18" charset="0"/>
              </a:rPr>
              <a:t>Ansible</a:t>
            </a:r>
            <a:r>
              <a:rPr lang="fr-FR" sz="1800" dirty="0">
                <a:effectLst/>
                <a:latin typeface="Times New Roman" panose="02020603050405020304" pitchFamily="18" charset="0"/>
                <a:ea typeface="Times New Roman" panose="02020603050405020304" pitchFamily="18" charset="0"/>
              </a:rPr>
              <a:t>. </a:t>
            </a:r>
            <a:r>
              <a:rPr lang="fr-FR" sz="1800" b="1" dirty="0">
                <a:effectLst/>
                <a:latin typeface="Times New Roman" panose="02020603050405020304" pitchFamily="18" charset="0"/>
                <a:ea typeface="Times New Roman" panose="02020603050405020304" pitchFamily="18" charset="0"/>
              </a:rPr>
              <a:t>Vault</a:t>
            </a:r>
            <a:r>
              <a:rPr lang="fr-FR" sz="1800" dirty="0">
                <a:effectLst/>
                <a:latin typeface="Times New Roman" panose="02020603050405020304" pitchFamily="18" charset="0"/>
                <a:ea typeface="Times New Roman" panose="02020603050405020304" pitchFamily="18" charset="0"/>
              </a:rPr>
              <a:t> est utilisé pour la gestion sécurisée des secrets, garantissant que les informations sensibles sont protégées.</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L’analyse de conformité est réalisée en continu pour vérifier que toutes les configurations respectent les normes de sécurité. Enfin, l'ensemble de l'infrastructure est surveillé pour détecter et réagir rapidement aux incidents, assurant ainsi une gestion proactive de la sécurité.</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16</a:t>
            </a:fld>
            <a:endParaRPr lang="en-US"/>
          </a:p>
        </p:txBody>
      </p:sp>
    </p:spTree>
    <p:extLst>
      <p:ext uri="{BB962C8B-B14F-4D97-AF65-F5344CB8AC3E}">
        <p14:creationId xmlns:p14="http://schemas.microsoft.com/office/powerpoint/2010/main" val="1606065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Examinant maintenant les détails de notre architecture logicielle, qui structure efficacement chaque étape de notre solution : </a:t>
            </a:r>
            <a:endParaRPr lang="en-US" sz="1800" dirty="0">
              <a:effectLst/>
              <a:latin typeface="Times New Roman" panose="02020603050405020304" pitchFamily="18" charset="0"/>
              <a:ea typeface="Times New Roman" panose="02020603050405020304" pitchFamily="18" charset="0"/>
            </a:endParaRPr>
          </a:p>
          <a:p>
            <a:pPr marL="0" marR="0"/>
            <a:r>
              <a:rPr lang="fr-FR" sz="1800" dirty="0">
                <a:effectLst/>
                <a:latin typeface="Times New Roman" panose="02020603050405020304" pitchFamily="18" charset="0"/>
                <a:ea typeface="Times New Roman" panose="02020603050405020304" pitchFamily="18" charset="0"/>
              </a:rPr>
              <a:t>La couche de Gestion des Secrets est responsable de la sécurisation des informations sensibles. La couche de Provisionnement assure l'automatisation de la création et de la gestion des ressources nécessaires à l'infrastructure. Ensuite, la couche de Configuration applique les configurations de sécurité de manière cohérente . La couche d'Analyse de Conformité vérifie en continu que toutes les configurations respectent les normes de sécurité. Enfin, la couche d'Automatisation orchestre l'ensemble des processus, assurant une gestion fluide et sécurisée de l'infrastructure.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17</a:t>
            </a:fld>
            <a:endParaRPr lang="en-US"/>
          </a:p>
        </p:txBody>
      </p:sp>
    </p:spTree>
    <p:extLst>
      <p:ext uri="{BB962C8B-B14F-4D97-AF65-F5344CB8AC3E}">
        <p14:creationId xmlns:p14="http://schemas.microsoft.com/office/powerpoint/2010/main" val="441015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Passons maintenant à la phase de réalisation de notre projet. </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18</a:t>
            </a:fld>
            <a:endParaRPr lang="en-US"/>
          </a:p>
        </p:txBody>
      </p:sp>
    </p:spTree>
    <p:extLst>
      <p:ext uri="{BB962C8B-B14F-4D97-AF65-F5344CB8AC3E}">
        <p14:creationId xmlns:p14="http://schemas.microsoft.com/office/powerpoint/2010/main" val="1144511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Pour la mise en œuvre de notre architecture, nous avons sélectionné les technologies suivantes : </a:t>
            </a:r>
            <a:r>
              <a:rPr lang="fr-FR" sz="1800" b="1" dirty="0">
                <a:effectLst/>
                <a:latin typeface="Times New Roman" panose="02020603050405020304" pitchFamily="18" charset="0"/>
                <a:ea typeface="Times New Roman" panose="02020603050405020304" pitchFamily="18" charset="0"/>
              </a:rPr>
              <a:t>GitHub</a:t>
            </a:r>
            <a:r>
              <a:rPr lang="fr-FR" sz="1800" dirty="0">
                <a:effectLst/>
                <a:latin typeface="Times New Roman" panose="02020603050405020304" pitchFamily="18" charset="0"/>
                <a:ea typeface="Times New Roman" panose="02020603050405020304" pitchFamily="18" charset="0"/>
              </a:rPr>
              <a:t> pour le contrôle de version, </a:t>
            </a:r>
            <a:r>
              <a:rPr lang="fr-FR" sz="1800" b="1" dirty="0">
                <a:effectLst/>
                <a:latin typeface="Times New Roman" panose="02020603050405020304" pitchFamily="18" charset="0"/>
                <a:ea typeface="Times New Roman" panose="02020603050405020304" pitchFamily="18" charset="0"/>
              </a:rPr>
              <a:t>Jenkins</a:t>
            </a:r>
            <a:r>
              <a:rPr lang="fr-FR" sz="1800" dirty="0">
                <a:effectLst/>
                <a:latin typeface="Times New Roman" panose="02020603050405020304" pitchFamily="18" charset="0"/>
                <a:ea typeface="Times New Roman" panose="02020603050405020304" pitchFamily="18" charset="0"/>
              </a:rPr>
              <a:t> pour l'orchestration CI/CD, </a:t>
            </a:r>
            <a:r>
              <a:rPr lang="fr-FR" sz="1800" b="1"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pour le provisionnement, et </a:t>
            </a:r>
            <a:r>
              <a:rPr lang="fr-FR" sz="1800" b="1" dirty="0">
                <a:effectLst/>
                <a:latin typeface="Times New Roman" panose="02020603050405020304" pitchFamily="18" charset="0"/>
                <a:ea typeface="Times New Roman" panose="02020603050405020304" pitchFamily="18" charset="0"/>
              </a:rPr>
              <a:t>Ansible</a:t>
            </a:r>
            <a:r>
              <a:rPr lang="fr-FR" sz="1800" dirty="0">
                <a:effectLst/>
                <a:latin typeface="Times New Roman" panose="02020603050405020304" pitchFamily="18" charset="0"/>
                <a:ea typeface="Times New Roman" panose="02020603050405020304" pitchFamily="18" charset="0"/>
              </a:rPr>
              <a:t> pour la configuration automatique. </a:t>
            </a:r>
            <a:r>
              <a:rPr lang="fr-FR" sz="1800" b="1" dirty="0">
                <a:effectLst/>
                <a:latin typeface="Times New Roman" panose="02020603050405020304" pitchFamily="18" charset="0"/>
                <a:ea typeface="Times New Roman" panose="02020603050405020304" pitchFamily="18" charset="0"/>
              </a:rPr>
              <a:t>Vault</a:t>
            </a:r>
            <a:r>
              <a:rPr lang="fr-FR" sz="1800" dirty="0">
                <a:effectLst/>
                <a:latin typeface="Times New Roman" panose="02020603050405020304" pitchFamily="18" charset="0"/>
                <a:ea typeface="Times New Roman" panose="02020603050405020304" pitchFamily="18" charset="0"/>
              </a:rPr>
              <a:t> gère les secrets de manière sécurisée, tandis que </a:t>
            </a:r>
            <a:r>
              <a:rPr lang="fr-FR" sz="1800" b="1"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assure l'analyse de conformité continue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19</a:t>
            </a:fld>
            <a:endParaRPr lang="en-US"/>
          </a:p>
        </p:txBody>
      </p:sp>
    </p:spTree>
    <p:extLst>
      <p:ext uri="{BB962C8B-B14F-4D97-AF65-F5344CB8AC3E}">
        <p14:creationId xmlns:p14="http://schemas.microsoft.com/office/powerpoint/2010/main" val="943247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Nous utilisons </a:t>
            </a:r>
            <a:r>
              <a:rPr lang="fr-FR" sz="1800" b="1" dirty="0">
                <a:effectLst/>
                <a:latin typeface="Times New Roman" panose="02020603050405020304" pitchFamily="18" charset="0"/>
                <a:ea typeface="Times New Roman" panose="02020603050405020304" pitchFamily="18" charset="0"/>
              </a:rPr>
              <a:t>Vault</a:t>
            </a:r>
            <a:r>
              <a:rPr lang="fr-FR" sz="1800" dirty="0">
                <a:effectLst/>
                <a:latin typeface="Times New Roman" panose="02020603050405020304" pitchFamily="18" charset="0"/>
                <a:ea typeface="Times New Roman" panose="02020603050405020304" pitchFamily="18" charset="0"/>
              </a:rPr>
              <a:t> pour sécuriser les informations sensibles. La première capture montre comment nous configurons Vault pour stocker ces secrets de manière sécurisée. La deuxième illustre la manière dont Vault permet une gestion centralisée des secrets, avec des politiques d'accès strictes. Les secrets sont cryptés et accessibles uniquement aux services autorisés, garantissant leur confidentialité et leur intégrité.</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20</a:t>
            </a:fld>
            <a:endParaRPr lang="en-US"/>
          </a:p>
        </p:txBody>
      </p:sp>
    </p:spTree>
    <p:extLst>
      <p:ext uri="{BB962C8B-B14F-4D97-AF65-F5344CB8AC3E}">
        <p14:creationId xmlns:p14="http://schemas.microsoft.com/office/powerpoint/2010/main" val="11654513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Pour ajouter une couche supplémentaire de sécurité, nous utilisons également </a:t>
            </a:r>
            <a:r>
              <a:rPr lang="fr-FR" sz="1800" b="1" dirty="0">
                <a:effectLst/>
                <a:latin typeface="Times New Roman" panose="02020603050405020304" pitchFamily="18" charset="0"/>
                <a:ea typeface="Times New Roman" panose="02020603050405020304" pitchFamily="18" charset="0"/>
              </a:rPr>
              <a:t>Ansible-Vault</a:t>
            </a:r>
            <a:r>
              <a:rPr lang="fr-FR" sz="1800" dirty="0">
                <a:effectLst/>
                <a:latin typeface="Times New Roman" panose="02020603050405020304" pitchFamily="18" charset="0"/>
                <a:ea typeface="Times New Roman" panose="02020603050405020304" pitchFamily="18" charset="0"/>
              </a:rPr>
              <a:t> pour chiffrer et gérer les variables sensibles dans nos fichiers de configuration. Ces captures montrent le fichier du configuration YAML avant et après le chiffrement par ansible Vault</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21</a:t>
            </a:fld>
            <a:endParaRPr lang="en-US"/>
          </a:p>
        </p:txBody>
      </p:sp>
    </p:spTree>
    <p:extLst>
      <p:ext uri="{BB962C8B-B14F-4D97-AF65-F5344CB8AC3E}">
        <p14:creationId xmlns:p14="http://schemas.microsoft.com/office/powerpoint/2010/main" val="1866286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Nous utilisons </a:t>
            </a:r>
            <a:r>
              <a:rPr lang="fr-FR" sz="1800" b="1"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pour créer, modifier et versionner les configurations du notre infrastructure de manière efficace. Les captures d'écran montrent les fichiers de configuration </a:t>
            </a:r>
            <a:r>
              <a:rPr lang="fr-FR" sz="1800"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utilisés pour définir les ressources et les paramètres. </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22</a:t>
            </a:fld>
            <a:endParaRPr lang="en-US"/>
          </a:p>
        </p:txBody>
      </p:sp>
    </p:spTree>
    <p:extLst>
      <p:ext uri="{BB962C8B-B14F-4D97-AF65-F5344CB8AC3E}">
        <p14:creationId xmlns:p14="http://schemas.microsoft.com/office/powerpoint/2010/main" val="1907715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Une fois que les VM sont clonées et provisionnées avec </a:t>
            </a:r>
            <a:r>
              <a:rPr lang="fr-FR" sz="1800" dirty="0" err="1">
                <a:effectLst/>
                <a:latin typeface="Times New Roman" panose="02020603050405020304" pitchFamily="18" charset="0"/>
                <a:ea typeface="Times New Roman" panose="02020603050405020304" pitchFamily="18" charset="0"/>
              </a:rPr>
              <a:t>Terraform</a:t>
            </a:r>
            <a:r>
              <a:rPr lang="fr-FR" sz="1800" dirty="0">
                <a:effectLst/>
                <a:latin typeface="Times New Roman" panose="02020603050405020304" pitchFamily="18" charset="0"/>
                <a:ea typeface="Times New Roman" panose="02020603050405020304" pitchFamily="18" charset="0"/>
              </a:rPr>
              <a:t>, Ansible prend le relais pour la configuration des systèmes. En automatisant ce processus, nous garantissons que les configurations sont appliquées de manière cohérente et répétable sur tous les machines. Cela réduit les erreurs humaines et améliore l'efficacité opérationnelle.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23</a:t>
            </a:fld>
            <a:endParaRPr lang="en-US"/>
          </a:p>
        </p:txBody>
      </p:sp>
    </p:spTree>
    <p:extLst>
      <p:ext uri="{BB962C8B-B14F-4D97-AF65-F5344CB8AC3E}">
        <p14:creationId xmlns:p14="http://schemas.microsoft.com/office/powerpoint/2010/main" val="1626311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Nous avons également utilisé </a:t>
            </a:r>
            <a:r>
              <a:rPr lang="fr-FR" sz="1800" b="1" dirty="0">
                <a:effectLst/>
                <a:latin typeface="Times New Roman" panose="02020603050405020304" pitchFamily="18" charset="0"/>
                <a:ea typeface="Times New Roman" panose="02020603050405020304" pitchFamily="18" charset="0"/>
              </a:rPr>
              <a:t>Ansible</a:t>
            </a:r>
            <a:r>
              <a:rPr lang="fr-FR" sz="1800" dirty="0">
                <a:effectLst/>
                <a:latin typeface="Times New Roman" panose="02020603050405020304" pitchFamily="18" charset="0"/>
                <a:ea typeface="Times New Roman" panose="02020603050405020304" pitchFamily="18" charset="0"/>
              </a:rPr>
              <a:t> pour diverses tâches de configuration automatique. Les captures d'écran montrent comment nous avons installé et configuré Docker et JDK. En automatisant ces configurations, nous avons pu déployer rapidement et de manière cohérente les services sur tous nos machines, ce qui a amélioré la gestion et la maintenance de notre infrastructure.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24</a:t>
            </a:fld>
            <a:endParaRPr lang="en-US"/>
          </a:p>
        </p:txBody>
      </p:sp>
    </p:spTree>
    <p:extLst>
      <p:ext uri="{BB962C8B-B14F-4D97-AF65-F5344CB8AC3E}">
        <p14:creationId xmlns:p14="http://schemas.microsoft.com/office/powerpoint/2010/main" val="41146009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Pour la sécurité, nous avons configuré les agents </a:t>
            </a:r>
            <a:r>
              <a:rPr lang="fr-FR" sz="1800"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à l'aide d'</a:t>
            </a:r>
            <a:r>
              <a:rPr lang="fr-FR" sz="1800" b="1" dirty="0">
                <a:effectLst/>
                <a:latin typeface="Times New Roman" panose="02020603050405020304" pitchFamily="18" charset="0"/>
                <a:ea typeface="Times New Roman" panose="02020603050405020304" pitchFamily="18" charset="0"/>
              </a:rPr>
              <a:t>Ansible</a:t>
            </a:r>
            <a:r>
              <a:rPr lang="fr-FR" sz="1800" dirty="0">
                <a:effectLst/>
                <a:latin typeface="Times New Roman" panose="02020603050405020304" pitchFamily="18" charset="0"/>
                <a:ea typeface="Times New Roman" panose="02020603050405020304" pitchFamily="18" charset="0"/>
              </a:rPr>
              <a:t>. Les fichiers de configuration, présentés ici, montrent comment nous avons défini les paramètres des agents </a:t>
            </a:r>
            <a:r>
              <a:rPr lang="fr-FR" sz="1800"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Cette approche nous permet de déployer les agents de sécurité sur tous nos machines, garantissant une surveillance continue et une réponse efficace aux incidents.</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25</a:t>
            </a:fld>
            <a:endParaRPr lang="en-US"/>
          </a:p>
        </p:txBody>
      </p:sp>
    </p:spTree>
    <p:extLst>
      <p:ext uri="{BB962C8B-B14F-4D97-AF65-F5344CB8AC3E}">
        <p14:creationId xmlns:p14="http://schemas.microsoft.com/office/powerpoint/2010/main" val="2121022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 Grâce à Jenkins, nous avons pu automatiser les tâches répétitives, réduire les erreurs humaines et améliorer l'efficacité globale de notre infrastructure. Les captures d'écran montrent les pipelines Jenkins que nous avons mis en place pour automatiser l'installation et la configuration des services. </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26</a:t>
            </a:fld>
            <a:endParaRPr lang="en-US"/>
          </a:p>
        </p:txBody>
      </p:sp>
    </p:spTree>
    <p:extLst>
      <p:ext uri="{BB962C8B-B14F-4D97-AF65-F5344CB8AC3E}">
        <p14:creationId xmlns:p14="http://schemas.microsoft.com/office/powerpoint/2010/main" val="4233931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00FFFF"/>
                </a:highlight>
                <a:latin typeface="Calibri" panose="020F0502020204030204" pitchFamily="34" charset="0"/>
                <a:ea typeface="Calibri" panose="020F0502020204030204" pitchFamily="34" charset="0"/>
                <a:cs typeface="Arial" panose="020B0604020202020204" pitchFamily="34" charset="0"/>
              </a:rPr>
              <a:t>BEL***</a:t>
            </a:r>
            <a:r>
              <a:rPr lang="fr-FR" sz="1800" dirty="0">
                <a:effectLst/>
                <a:latin typeface="Calibri" panose="020F0502020204030204" pitchFamily="34" charset="0"/>
                <a:ea typeface="Calibri" panose="020F0502020204030204" pitchFamily="34" charset="0"/>
                <a:cs typeface="Arial" panose="020B0604020202020204" pitchFamily="34" charset="0"/>
              </a:rPr>
              <a:t> Pour assurer que notre infrastructure respecte les normes de sécurité, nous avons mis en place une </a:t>
            </a:r>
            <a:r>
              <a:rPr lang="fr-FR" sz="1800" b="1" dirty="0">
                <a:effectLst/>
                <a:latin typeface="Calibri" panose="020F0502020204030204" pitchFamily="34" charset="0"/>
                <a:ea typeface="Calibri" panose="020F0502020204030204" pitchFamily="34" charset="0"/>
                <a:cs typeface="Arial" panose="020B0604020202020204" pitchFamily="34" charset="0"/>
              </a:rPr>
              <a:t>analyse de conformité</a:t>
            </a:r>
            <a:r>
              <a:rPr lang="fr-FR" sz="1800" dirty="0">
                <a:effectLst/>
                <a:latin typeface="Calibri" panose="020F0502020204030204" pitchFamily="34" charset="0"/>
                <a:ea typeface="Calibri" panose="020F0502020204030204" pitchFamily="34" charset="0"/>
                <a:cs typeface="Arial" panose="020B0604020202020204" pitchFamily="34" charset="0"/>
              </a:rPr>
              <a:t> continue avec </a:t>
            </a:r>
            <a:r>
              <a:rPr lang="fr-FR" sz="1800" b="1" dirty="0" err="1">
                <a:effectLst/>
                <a:latin typeface="Calibri" panose="020F0502020204030204" pitchFamily="34" charset="0"/>
                <a:ea typeface="Calibri" panose="020F0502020204030204" pitchFamily="34" charset="0"/>
                <a:cs typeface="Arial" panose="020B0604020202020204" pitchFamily="34" charset="0"/>
              </a:rPr>
              <a:t>Wazuh</a:t>
            </a:r>
            <a:r>
              <a:rPr lang="fr-FR" sz="1800" dirty="0">
                <a:effectLst/>
                <a:latin typeface="Calibri" panose="020F0502020204030204" pitchFamily="34" charset="0"/>
                <a:ea typeface="Calibri" panose="020F0502020204030204" pitchFamily="34" charset="0"/>
                <a:cs typeface="Arial" panose="020B0604020202020204" pitchFamily="34" charset="0"/>
              </a:rPr>
              <a:t>. La capture montre les résultats d'un audit de conformité, détaillant les vérifications effectuées et les événements non-conforme détectées. En utilisant </a:t>
            </a:r>
            <a:r>
              <a:rPr lang="fr-FR" sz="1800" dirty="0" err="1">
                <a:effectLst/>
                <a:latin typeface="Calibri" panose="020F0502020204030204" pitchFamily="34" charset="0"/>
                <a:ea typeface="Calibri" panose="020F0502020204030204" pitchFamily="34" charset="0"/>
                <a:cs typeface="Arial" panose="020B0604020202020204" pitchFamily="34" charset="0"/>
              </a:rPr>
              <a:t>Wazuh</a:t>
            </a:r>
            <a:r>
              <a:rPr lang="fr-FR" sz="1800" dirty="0">
                <a:effectLst/>
                <a:latin typeface="Calibri" panose="020F0502020204030204" pitchFamily="34" charset="0"/>
                <a:ea typeface="Calibri" panose="020F0502020204030204" pitchFamily="34" charset="0"/>
                <a:cs typeface="Arial" panose="020B0604020202020204" pitchFamily="34" charset="0"/>
              </a:rPr>
              <a:t>, nous surveillons en temps réel la conformité de notre infrastructure, ce qui nous permet de prendre des mesures correctives rapides</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27</a:t>
            </a:fld>
            <a:endParaRPr lang="en-US"/>
          </a:p>
        </p:txBody>
      </p:sp>
    </p:spTree>
    <p:extLst>
      <p:ext uri="{BB962C8B-B14F-4D97-AF65-F5344CB8AC3E}">
        <p14:creationId xmlns:p14="http://schemas.microsoft.com/office/powerpoint/2010/main" val="17258443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Pour renforcer la sécurité, nous avons également mis en place des mécanismes de détection et de réponse aux attaques brute force par SSH. Les captures montrent comment </a:t>
            </a:r>
            <a:r>
              <a:rPr lang="fr-FR" sz="1800" b="1"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détecte ces attaques en surveillant les tentatives de connexion échouées. Une fois détectée, une alerte est générée et affichée dans le tableau de bord de </a:t>
            </a:r>
            <a:r>
              <a:rPr lang="fr-FR" sz="1800"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Ensuite, des actions automatiques sont déclenchées pour bloquer l'adresse IP malveillante et prévenir d'autres tentatives. Cela nous permet de réagir rapidement et de protéger notre infrastructure contre les attaques.</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28</a:t>
            </a:fld>
            <a:endParaRPr lang="en-US"/>
          </a:p>
        </p:txBody>
      </p:sp>
    </p:spTree>
    <p:extLst>
      <p:ext uri="{BB962C8B-B14F-4D97-AF65-F5344CB8AC3E}">
        <p14:creationId xmlns:p14="http://schemas.microsoft.com/office/powerpoint/2010/main" val="813975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Aussi nous avons intégré </a:t>
            </a:r>
            <a:r>
              <a:rPr lang="fr-FR" sz="1800" b="1" dirty="0" err="1">
                <a:effectLst/>
                <a:latin typeface="Times New Roman" panose="02020603050405020304" pitchFamily="18" charset="0"/>
                <a:ea typeface="Times New Roman" panose="02020603050405020304" pitchFamily="18" charset="0"/>
              </a:rPr>
              <a:t>VirusTotal</a:t>
            </a:r>
            <a:r>
              <a:rPr lang="fr-FR" sz="1800" dirty="0">
                <a:effectLst/>
                <a:latin typeface="Times New Roman" panose="02020603050405020304" pitchFamily="18" charset="0"/>
                <a:ea typeface="Times New Roman" panose="02020603050405020304" pitchFamily="18" charset="0"/>
              </a:rPr>
              <a:t> avec </a:t>
            </a:r>
            <a:r>
              <a:rPr lang="fr-FR" sz="1800" b="1" dirty="0" err="1">
                <a:effectLst/>
                <a:latin typeface="Times New Roman" panose="02020603050405020304" pitchFamily="18" charset="0"/>
                <a:ea typeface="Times New Roman" panose="02020603050405020304" pitchFamily="18" charset="0"/>
              </a:rPr>
              <a:t>Wazuh</a:t>
            </a:r>
            <a:r>
              <a:rPr lang="fr-FR" sz="1800" b="1"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Pour améliorer la sécurité</a:t>
            </a:r>
            <a:r>
              <a:rPr lang="fr-FR" sz="1800" b="1" dirty="0">
                <a:effectLst/>
                <a:latin typeface="Times New Roman" panose="02020603050405020304" pitchFamily="18" charset="0"/>
                <a:ea typeface="Times New Roman" panose="02020603050405020304" pitchFamily="18" charset="0"/>
              </a:rPr>
              <a:t> </a:t>
            </a:r>
            <a:r>
              <a:rPr lang="fr-FR" sz="1800" dirty="0">
                <a:effectLst/>
                <a:latin typeface="Times New Roman" panose="02020603050405020304" pitchFamily="18" charset="0"/>
                <a:ea typeface="Times New Roman" panose="02020603050405020304" pitchFamily="18" charset="0"/>
              </a:rPr>
              <a:t>contre les logiciels malveillants. Les captures montrent comment les fichiers suspects sont automatiquement envoyés à </a:t>
            </a:r>
            <a:r>
              <a:rPr lang="fr-FR" sz="1800" dirty="0" err="1">
                <a:effectLst/>
                <a:latin typeface="Times New Roman" panose="02020603050405020304" pitchFamily="18" charset="0"/>
                <a:ea typeface="Times New Roman" panose="02020603050405020304" pitchFamily="18" charset="0"/>
              </a:rPr>
              <a:t>VirusTotal</a:t>
            </a:r>
            <a:r>
              <a:rPr lang="fr-FR" sz="1800" dirty="0">
                <a:effectLst/>
                <a:latin typeface="Times New Roman" panose="02020603050405020304" pitchFamily="18" charset="0"/>
                <a:ea typeface="Times New Roman" panose="02020603050405020304" pitchFamily="18" charset="0"/>
              </a:rPr>
              <a:t> pour analyse. Si un fichier est identifié comme malveillant, une alerte est générée dans </a:t>
            </a:r>
            <a:r>
              <a:rPr lang="fr-FR" sz="1800" dirty="0" err="1">
                <a:effectLst/>
                <a:latin typeface="Times New Roman" panose="02020603050405020304" pitchFamily="18" charset="0"/>
                <a:ea typeface="Times New Roman" panose="02020603050405020304" pitchFamily="18" charset="0"/>
              </a:rPr>
              <a:t>Wazuh</a:t>
            </a:r>
            <a:r>
              <a:rPr lang="fr-FR" sz="1800" dirty="0">
                <a:effectLst/>
                <a:latin typeface="Times New Roman" panose="02020603050405020304" pitchFamily="18" charset="0"/>
                <a:ea typeface="Times New Roman" panose="02020603050405020304" pitchFamily="18" charset="0"/>
              </a:rPr>
              <a:t>. Cette intégration nous permet de détecter et de neutraliser rapidement les logiciels malveillants, assurant ainsi une protection proactive de notre infrastructure.</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29</a:t>
            </a:fld>
            <a:endParaRPr lang="en-US"/>
          </a:p>
        </p:txBody>
      </p:sp>
    </p:spTree>
    <p:extLst>
      <p:ext uri="{BB962C8B-B14F-4D97-AF65-F5344CB8AC3E}">
        <p14:creationId xmlns:p14="http://schemas.microsoft.com/office/powerpoint/2010/main" val="23323965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Passons maintenant à la conclusion et aux perspectives de notre projet.</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30</a:t>
            </a:fld>
            <a:endParaRPr lang="en-US"/>
          </a:p>
        </p:txBody>
      </p:sp>
    </p:spTree>
    <p:extLst>
      <p:ext uri="{BB962C8B-B14F-4D97-AF65-F5344CB8AC3E}">
        <p14:creationId xmlns:p14="http://schemas.microsoft.com/office/powerpoint/2010/main" val="5833776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En conclusion, notre projet a permis d'améliorer la </a:t>
            </a:r>
            <a:r>
              <a:rPr lang="fr-FR" sz="1800" b="1" dirty="0">
                <a:effectLst/>
                <a:latin typeface="Times New Roman" panose="02020603050405020304" pitchFamily="18" charset="0"/>
                <a:ea typeface="Times New Roman" panose="02020603050405020304" pitchFamily="18" charset="0"/>
              </a:rPr>
              <a:t>performance</a:t>
            </a:r>
            <a:r>
              <a:rPr lang="fr-FR" sz="1800" dirty="0">
                <a:effectLst/>
                <a:latin typeface="Times New Roman" panose="02020603050405020304" pitchFamily="18" charset="0"/>
                <a:ea typeface="Times New Roman" panose="02020603050405020304" pitchFamily="18" charset="0"/>
              </a:rPr>
              <a:t> grâce à l'optimisation des ressources et des processus. L'</a:t>
            </a:r>
            <a:r>
              <a:rPr lang="fr-FR" sz="1800" b="1" dirty="0">
                <a:effectLst/>
                <a:latin typeface="Times New Roman" panose="02020603050405020304" pitchFamily="18" charset="0"/>
                <a:ea typeface="Times New Roman" panose="02020603050405020304" pitchFamily="18" charset="0"/>
              </a:rPr>
              <a:t>automatisation</a:t>
            </a:r>
            <a:r>
              <a:rPr lang="fr-FR" sz="1800" dirty="0">
                <a:effectLst/>
                <a:latin typeface="Times New Roman" panose="02020603050405020304" pitchFamily="18" charset="0"/>
                <a:ea typeface="Times New Roman" panose="02020603050405020304" pitchFamily="18" charset="0"/>
              </a:rPr>
              <a:t> des tâches a réduit les erreurs humaines et augmenté l'efficacité opérationnelle. De plus, la capacité de </a:t>
            </a:r>
            <a:r>
              <a:rPr lang="fr-FR" sz="1800" b="1" dirty="0">
                <a:effectLst/>
                <a:latin typeface="Times New Roman" panose="02020603050405020304" pitchFamily="18" charset="0"/>
                <a:ea typeface="Times New Roman" panose="02020603050405020304" pitchFamily="18" charset="0"/>
              </a:rPr>
              <a:t>réponse rapide</a:t>
            </a:r>
            <a:r>
              <a:rPr lang="fr-FR" sz="1800" dirty="0">
                <a:effectLst/>
                <a:latin typeface="Times New Roman" panose="02020603050405020304" pitchFamily="18" charset="0"/>
                <a:ea typeface="Times New Roman" panose="02020603050405020304" pitchFamily="18" charset="0"/>
              </a:rPr>
              <a:t> aux incidents a renforcé la sécurité de notre infrastructure. Ces éléments clés démontrent la réussite de notre approche et ouvrent la voie à de futures améliorations.</a:t>
            </a:r>
            <a:endParaRPr lang="en-US" sz="1800" dirty="0">
              <a:effectLst/>
              <a:latin typeface="Times New Roman" panose="02020603050405020304" pitchFamily="18" charset="0"/>
              <a:ea typeface="Times New Roman" panose="02020603050405020304" pitchFamily="18" charset="0"/>
            </a:endParaRPr>
          </a:p>
        </p:txBody>
      </p:sp>
      <p:sp>
        <p:nvSpPr>
          <p:cNvPr id="4" name="Espace réservé du numéro de diapositive 3"/>
          <p:cNvSpPr>
            <a:spLocks noGrp="1"/>
          </p:cNvSpPr>
          <p:nvPr>
            <p:ph type="sldNum" sz="quarter" idx="10"/>
          </p:nvPr>
        </p:nvSpPr>
        <p:spPr/>
        <p:txBody>
          <a:bodyPr/>
          <a:lstStyle/>
          <a:p>
            <a:fld id="{5B0FB7F0-7E73-449A-A8FD-7F6744BD5CC0}" type="slidenum">
              <a:rPr lang="fr-FR" smtClean="0"/>
              <a:pPr/>
              <a:t>31</a:t>
            </a:fld>
            <a:endParaRPr lang="fr-FR"/>
          </a:p>
        </p:txBody>
      </p:sp>
    </p:spTree>
    <p:extLst>
      <p:ext uri="{BB962C8B-B14F-4D97-AF65-F5344CB8AC3E}">
        <p14:creationId xmlns:p14="http://schemas.microsoft.com/office/powerpoint/2010/main" val="42678606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a:r>
              <a:rPr lang="fr-FR" sz="1800" b="1" i="1" dirty="0">
                <a:effectLst/>
                <a:highlight>
                  <a:srgbClr val="00FFFF"/>
                </a:highlight>
                <a:latin typeface="Times New Roman" panose="02020603050405020304" pitchFamily="18" charset="0"/>
                <a:ea typeface="Times New Roman" panose="02020603050405020304" pitchFamily="18" charset="0"/>
              </a:rPr>
              <a:t>BEL***</a:t>
            </a:r>
            <a:r>
              <a:rPr lang="fr-FR" sz="1800" dirty="0">
                <a:effectLst/>
                <a:latin typeface="Times New Roman" panose="02020603050405020304" pitchFamily="18" charset="0"/>
                <a:ea typeface="Times New Roman" panose="02020603050405020304" pitchFamily="18" charset="0"/>
              </a:rPr>
              <a:t>À l'avenir, nous </a:t>
            </a:r>
            <a:r>
              <a:rPr lang="fr-FR" sz="1800" b="0" dirty="0">
                <a:effectLst/>
                <a:latin typeface="Times New Roman" panose="02020603050405020304" pitchFamily="18" charset="0"/>
                <a:ea typeface="Times New Roman" panose="02020603050405020304" pitchFamily="18" charset="0"/>
              </a:rPr>
              <a:t>planifions</a:t>
            </a:r>
            <a:r>
              <a:rPr lang="fr-FR" sz="1800" dirty="0">
                <a:effectLst/>
                <a:latin typeface="Times New Roman" panose="02020603050405020304" pitchFamily="18" charset="0"/>
                <a:ea typeface="Times New Roman" panose="02020603050405020304" pitchFamily="18" charset="0"/>
              </a:rPr>
              <a:t> d'intégrer l'intelligence artificielle pour améliorer la visibilité et la transparence de la sécurité. Nous renforcerons également la sécurité réseau et la segmentation pour mieux protéger notre infrastructure. </a:t>
            </a:r>
          </a:p>
          <a:p>
            <a:pPr marL="0" marR="0"/>
            <a:endParaRPr lang="en-US" sz="1800" dirty="0">
              <a:effectLst/>
              <a:latin typeface="Times New Roman" panose="02020603050405020304" pitchFamily="18" charset="0"/>
              <a:ea typeface="Times New Roman" panose="02020603050405020304" pitchFamily="18" charset="0"/>
            </a:endParaRPr>
          </a:p>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Ces améliorations permettront d'optimiser la sécurité et la gestion de notre environnement.</a:t>
            </a:r>
            <a:endParaRPr lang="en-US" sz="1800" dirty="0">
              <a:effectLst/>
              <a:latin typeface="Times New Roman" panose="02020603050405020304" pitchFamily="18" charset="0"/>
              <a:ea typeface="Times New Roman" panose="02020603050405020304" pitchFamily="18" charset="0"/>
            </a:endParaRPr>
          </a:p>
        </p:txBody>
      </p:sp>
      <p:sp>
        <p:nvSpPr>
          <p:cNvPr id="4" name="Espace réservé du numéro de diapositive 3"/>
          <p:cNvSpPr>
            <a:spLocks noGrp="1"/>
          </p:cNvSpPr>
          <p:nvPr>
            <p:ph type="sldNum" sz="quarter" idx="10"/>
          </p:nvPr>
        </p:nvSpPr>
        <p:spPr/>
        <p:txBody>
          <a:bodyPr/>
          <a:lstStyle/>
          <a:p>
            <a:fld id="{5B0FB7F0-7E73-449A-A8FD-7F6744BD5CC0}" type="slidenum">
              <a:rPr lang="fr-FR" smtClean="0"/>
              <a:pPr/>
              <a:t>32</a:t>
            </a:fld>
            <a:endParaRPr lang="fr-FR"/>
          </a:p>
        </p:txBody>
      </p:sp>
    </p:spTree>
    <p:extLst>
      <p:ext uri="{BB962C8B-B14F-4D97-AF65-F5344CB8AC3E}">
        <p14:creationId xmlns:p14="http://schemas.microsoft.com/office/powerpoint/2010/main" val="4051270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fr-FR" sz="1800" b="1" i="1" dirty="0">
                <a:effectLst/>
                <a:highlight>
                  <a:srgbClr val="FF00FF"/>
                </a:highlight>
                <a:latin typeface="Times New Roman" panose="02020603050405020304" pitchFamily="18" charset="0"/>
                <a:ea typeface="Times New Roman" panose="02020603050405020304" pitchFamily="18" charset="0"/>
              </a:rPr>
              <a:t>YAS***</a:t>
            </a:r>
            <a:r>
              <a:rPr lang="fr-FR" sz="1800" dirty="0">
                <a:effectLst/>
                <a:latin typeface="Times New Roman" panose="02020603050405020304" pitchFamily="18" charset="0"/>
                <a:ea typeface="Times New Roman" panose="02020603050405020304" pitchFamily="18" charset="0"/>
              </a:rPr>
              <a:t>Nous tenons à remercier nos superviseurs pour leur soutien tout au long de ce projet. Nous espérons que cette présentation vous a fourni une vision claire de notre projet et de ses bénéfices. Merci pour votre attention, et nous sommes maintenant ouverts à vos questions et commentaires.</a:t>
            </a:r>
            <a:endParaRPr lang="en-US"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6534EE57-99F4-4229-9B3A-9F95A25AF0A2}" type="slidenum">
              <a:rPr lang="en-US" smtClean="0"/>
              <a:t>33</a:t>
            </a:fld>
            <a:endParaRPr lang="en-US"/>
          </a:p>
        </p:txBody>
      </p:sp>
    </p:spTree>
    <p:extLst>
      <p:ext uri="{BB962C8B-B14F-4D97-AF65-F5344CB8AC3E}">
        <p14:creationId xmlns:p14="http://schemas.microsoft.com/office/powerpoint/2010/main" val="33987901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A2D76-02CD-36B5-B13F-E35FEF8898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CF41E5-A3DF-4B6F-6D5E-D4D65B14C3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19CFA0-1A46-1199-9982-10DDC320AE92}"/>
              </a:ext>
            </a:extLst>
          </p:cNvPr>
          <p:cNvSpPr>
            <a:spLocks noGrp="1"/>
          </p:cNvSpPr>
          <p:nvPr>
            <p:ph type="dt" sz="half" idx="10"/>
          </p:nvPr>
        </p:nvSpPr>
        <p:spPr/>
        <p:txBody>
          <a:bodyPr/>
          <a:lstStyle/>
          <a:p>
            <a:fld id="{ACC30470-831C-4D38-AB90-A9AFE3494C49}" type="datetime1">
              <a:rPr lang="en-US" smtClean="0"/>
              <a:t>6/24/2024</a:t>
            </a:fld>
            <a:endParaRPr lang="en-US"/>
          </a:p>
        </p:txBody>
      </p:sp>
      <p:sp>
        <p:nvSpPr>
          <p:cNvPr id="5" name="Footer Placeholder 4">
            <a:extLst>
              <a:ext uri="{FF2B5EF4-FFF2-40B4-BE49-F238E27FC236}">
                <a16:creationId xmlns:a16="http://schemas.microsoft.com/office/drawing/2014/main" id="{55333633-4017-7462-98C8-B53BBF302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755311-A812-8188-D7D4-4287DE008A48}"/>
              </a:ext>
            </a:extLst>
          </p:cNvPr>
          <p:cNvSpPr>
            <a:spLocks noGrp="1"/>
          </p:cNvSpPr>
          <p:nvPr>
            <p:ph type="sldNum" sz="quarter" idx="12"/>
          </p:nvPr>
        </p:nvSpPr>
        <p:spPr/>
        <p:txBody>
          <a:bodyPr/>
          <a:lstStyle/>
          <a:p>
            <a:fld id="{AC03623B-441A-4B08-B43E-185D9FF53926}" type="slidenum">
              <a:rPr lang="en-US" smtClean="0"/>
              <a:t>‹#›</a:t>
            </a:fld>
            <a:endParaRPr lang="en-US" dirty="0"/>
          </a:p>
        </p:txBody>
      </p:sp>
    </p:spTree>
    <p:extLst>
      <p:ext uri="{BB962C8B-B14F-4D97-AF65-F5344CB8AC3E}">
        <p14:creationId xmlns:p14="http://schemas.microsoft.com/office/powerpoint/2010/main" val="1672352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B9C8-58B1-4628-FEBD-D70F1205280A}"/>
              </a:ext>
            </a:extLst>
          </p:cNvPr>
          <p:cNvSpPr>
            <a:spLocks noGrp="1"/>
          </p:cNvSpPr>
          <p:nvPr>
            <p:ph type="title"/>
          </p:nvPr>
        </p:nvSpPr>
        <p:spPr>
          <a:xfrm>
            <a:off x="1570120" y="649480"/>
            <a:ext cx="10422308" cy="512748"/>
          </a:xfrm>
        </p:spPr>
        <p:txBody>
          <a:bodyPr/>
          <a:lstStyle>
            <a:lvl1pPr>
              <a:defRPr>
                <a:solidFill>
                  <a:schemeClr val="accent1">
                    <a:lumMod val="50000"/>
                  </a:schemeClr>
                </a:solidFill>
                <a:latin typeface="Bahnschrift" panose="020B0502040204020203"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4F80B16-133E-3191-3657-76DF7FF4235F}"/>
              </a:ext>
            </a:extLst>
          </p:cNvPr>
          <p:cNvSpPr>
            <a:spLocks noGrp="1"/>
          </p:cNvSpPr>
          <p:nvPr>
            <p:ph idx="1"/>
          </p:nvPr>
        </p:nvSpPr>
        <p:spPr>
          <a:xfrm>
            <a:off x="931492" y="1392964"/>
            <a:ext cx="10422308" cy="478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65FC4-C2B8-6235-DCC7-5EE7721D799B}"/>
              </a:ext>
            </a:extLst>
          </p:cNvPr>
          <p:cNvSpPr>
            <a:spLocks noGrp="1"/>
          </p:cNvSpPr>
          <p:nvPr>
            <p:ph type="dt" sz="half" idx="10"/>
          </p:nvPr>
        </p:nvSpPr>
        <p:spPr/>
        <p:txBody>
          <a:bodyPr/>
          <a:lstStyle/>
          <a:p>
            <a:fld id="{5EE9A9CA-93BD-4537-8F27-FD3D89CCEFDB}" type="datetime1">
              <a:rPr lang="en-US" smtClean="0"/>
              <a:t>6/24/2024</a:t>
            </a:fld>
            <a:endParaRPr lang="en-US"/>
          </a:p>
        </p:txBody>
      </p:sp>
      <p:sp>
        <p:nvSpPr>
          <p:cNvPr id="5" name="Footer Placeholder 4">
            <a:extLst>
              <a:ext uri="{FF2B5EF4-FFF2-40B4-BE49-F238E27FC236}">
                <a16:creationId xmlns:a16="http://schemas.microsoft.com/office/drawing/2014/main" id="{A220461F-D4FE-320A-6201-545EB8387F5E}"/>
              </a:ext>
            </a:extLst>
          </p:cNvPr>
          <p:cNvSpPr>
            <a:spLocks noGrp="1"/>
          </p:cNvSpPr>
          <p:nvPr>
            <p:ph type="ftr" sz="quarter" idx="11"/>
          </p:nvPr>
        </p:nvSpPr>
        <p:spPr/>
        <p:txBody>
          <a:bodyPr/>
          <a:lstStyle/>
          <a:p>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0758" y="6325268"/>
            <a:ext cx="438684" cy="438684"/>
          </a:xfrm>
          <a:prstGeom prst="rect">
            <a:avLst/>
          </a:prstGeom>
        </p:spPr>
      </p:pic>
      <p:sp>
        <p:nvSpPr>
          <p:cNvPr id="6" name="Slide Number Placeholder 5">
            <a:extLst>
              <a:ext uri="{FF2B5EF4-FFF2-40B4-BE49-F238E27FC236}">
                <a16:creationId xmlns:a16="http://schemas.microsoft.com/office/drawing/2014/main" id="{939E4125-5342-EAB4-A6E3-ACF5538E9D46}"/>
              </a:ext>
            </a:extLst>
          </p:cNvPr>
          <p:cNvSpPr>
            <a:spLocks noGrp="1"/>
          </p:cNvSpPr>
          <p:nvPr>
            <p:ph type="sldNum" sz="quarter" idx="12"/>
          </p:nvPr>
        </p:nvSpPr>
        <p:spPr>
          <a:xfrm>
            <a:off x="187872" y="6291084"/>
            <a:ext cx="464457" cy="512747"/>
          </a:xfrm>
        </p:spPr>
        <p:txBody>
          <a:bodyPr/>
          <a:lstStyle>
            <a:lvl1pPr algn="ctr">
              <a:defRPr sz="1200" b="1">
                <a:solidFill>
                  <a:schemeClr val="tx1"/>
                </a:solidFill>
                <a:latin typeface="Bahnschrift" panose="020B0502040204020203" pitchFamily="34" charset="0"/>
              </a:defRPr>
            </a:lvl1pPr>
          </a:lstStyle>
          <a:p>
            <a:fld id="{AC03623B-441A-4B08-B43E-185D9FF53926}" type="slidenum">
              <a:rPr lang="en-US" smtClean="0"/>
              <a:pPr/>
              <a:t>‹#›</a:t>
            </a:fld>
            <a:endParaRPr lang="en-US" dirty="0"/>
          </a:p>
        </p:txBody>
      </p:sp>
    </p:spTree>
    <p:extLst>
      <p:ext uri="{BB962C8B-B14F-4D97-AF65-F5344CB8AC3E}">
        <p14:creationId xmlns:p14="http://schemas.microsoft.com/office/powerpoint/2010/main" val="98822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A488-555D-EB85-FCEF-DD146EC175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15AB74-2C5F-AA9A-3F1D-CD57829520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BA48D-C72B-DFF9-B8C5-79D248293312}"/>
              </a:ext>
            </a:extLst>
          </p:cNvPr>
          <p:cNvSpPr>
            <a:spLocks noGrp="1"/>
          </p:cNvSpPr>
          <p:nvPr>
            <p:ph type="dt" sz="half" idx="10"/>
          </p:nvPr>
        </p:nvSpPr>
        <p:spPr/>
        <p:txBody>
          <a:bodyPr/>
          <a:lstStyle/>
          <a:p>
            <a:fld id="{272FF929-B96A-4860-AB26-93F50E89DDA5}" type="datetime1">
              <a:rPr lang="en-US" smtClean="0"/>
              <a:t>6/24/2024</a:t>
            </a:fld>
            <a:endParaRPr lang="en-US"/>
          </a:p>
        </p:txBody>
      </p:sp>
      <p:sp>
        <p:nvSpPr>
          <p:cNvPr id="5" name="Footer Placeholder 4">
            <a:extLst>
              <a:ext uri="{FF2B5EF4-FFF2-40B4-BE49-F238E27FC236}">
                <a16:creationId xmlns:a16="http://schemas.microsoft.com/office/drawing/2014/main" id="{858D32FD-220A-2DE9-67F3-74332EC3C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FB47E-32BA-BE0C-9B13-A352BF812226}"/>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970953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64C2-6DB9-C052-D1EE-A5F2724F74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C30019-A952-9C19-B214-0DBF54B13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A74992-61DF-7303-C675-E515308210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8B8B7C-9D7A-EA91-15F5-3346CB7C9E80}"/>
              </a:ext>
            </a:extLst>
          </p:cNvPr>
          <p:cNvSpPr>
            <a:spLocks noGrp="1"/>
          </p:cNvSpPr>
          <p:nvPr>
            <p:ph type="dt" sz="half" idx="10"/>
          </p:nvPr>
        </p:nvSpPr>
        <p:spPr/>
        <p:txBody>
          <a:bodyPr/>
          <a:lstStyle/>
          <a:p>
            <a:fld id="{FA17FC65-AD1D-41DD-94FC-B181B1EB102E}" type="datetime1">
              <a:rPr lang="en-US" smtClean="0"/>
              <a:t>6/24/2024</a:t>
            </a:fld>
            <a:endParaRPr lang="en-US"/>
          </a:p>
        </p:txBody>
      </p:sp>
      <p:sp>
        <p:nvSpPr>
          <p:cNvPr id="6" name="Footer Placeholder 5">
            <a:extLst>
              <a:ext uri="{FF2B5EF4-FFF2-40B4-BE49-F238E27FC236}">
                <a16:creationId xmlns:a16="http://schemas.microsoft.com/office/drawing/2014/main" id="{E0013F35-7F55-54D7-079E-2D1F0A19E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F2CE3C-396F-B917-FEF6-0530A05E7FC2}"/>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599939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C3F0-368A-98AD-F2EC-29D625A865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2D3B2-B08D-A347-8FDC-A9441B891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0A74B0-2F18-7DD3-3E12-F2857B1401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FC7733-E64C-3D23-1151-9C2576D2DB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C8A842-66AD-4205-4F18-27736A8ED0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50736B-F663-2E2E-C032-53888DEACBB8}"/>
              </a:ext>
            </a:extLst>
          </p:cNvPr>
          <p:cNvSpPr>
            <a:spLocks noGrp="1"/>
          </p:cNvSpPr>
          <p:nvPr>
            <p:ph type="dt" sz="half" idx="10"/>
          </p:nvPr>
        </p:nvSpPr>
        <p:spPr/>
        <p:txBody>
          <a:bodyPr/>
          <a:lstStyle/>
          <a:p>
            <a:fld id="{93313EAA-001A-42C7-9EFB-0CFE823A82B5}" type="datetime1">
              <a:rPr lang="en-US" smtClean="0"/>
              <a:t>6/24/2024</a:t>
            </a:fld>
            <a:endParaRPr lang="en-US"/>
          </a:p>
        </p:txBody>
      </p:sp>
      <p:sp>
        <p:nvSpPr>
          <p:cNvPr id="8" name="Footer Placeholder 7">
            <a:extLst>
              <a:ext uri="{FF2B5EF4-FFF2-40B4-BE49-F238E27FC236}">
                <a16:creationId xmlns:a16="http://schemas.microsoft.com/office/drawing/2014/main" id="{640271AA-233D-83E2-2D5B-D957F7B790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387269-2DDB-D1B9-2250-396D80E0FF82}"/>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996020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E9BC-7D4D-D774-586C-9E51EA0B97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5A3912-8EB9-3E59-8C29-A0C937BFB996}"/>
              </a:ext>
            </a:extLst>
          </p:cNvPr>
          <p:cNvSpPr>
            <a:spLocks noGrp="1"/>
          </p:cNvSpPr>
          <p:nvPr>
            <p:ph type="dt" sz="half" idx="10"/>
          </p:nvPr>
        </p:nvSpPr>
        <p:spPr/>
        <p:txBody>
          <a:bodyPr/>
          <a:lstStyle/>
          <a:p>
            <a:fld id="{EE1E7734-0129-456E-A0C2-1F12CEF72D66}" type="datetime1">
              <a:rPr lang="en-US" smtClean="0"/>
              <a:t>6/24/2024</a:t>
            </a:fld>
            <a:endParaRPr lang="en-US"/>
          </a:p>
        </p:txBody>
      </p:sp>
      <p:sp>
        <p:nvSpPr>
          <p:cNvPr id="4" name="Footer Placeholder 3">
            <a:extLst>
              <a:ext uri="{FF2B5EF4-FFF2-40B4-BE49-F238E27FC236}">
                <a16:creationId xmlns:a16="http://schemas.microsoft.com/office/drawing/2014/main" id="{0DFE0D7A-FE43-B7E2-6F39-7974ED3F73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D47A0B-CE57-AA94-D17C-DF56948A1582}"/>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3278864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E5AEE-8E16-9026-3DB5-8927B8790286}"/>
              </a:ext>
            </a:extLst>
          </p:cNvPr>
          <p:cNvSpPr>
            <a:spLocks noGrp="1"/>
          </p:cNvSpPr>
          <p:nvPr>
            <p:ph type="dt" sz="half" idx="10"/>
          </p:nvPr>
        </p:nvSpPr>
        <p:spPr/>
        <p:txBody>
          <a:bodyPr/>
          <a:lstStyle/>
          <a:p>
            <a:fld id="{D3AC1433-9D13-492F-A4A7-A27D1E12C3FA}" type="datetime1">
              <a:rPr lang="en-US" smtClean="0"/>
              <a:t>6/24/2024</a:t>
            </a:fld>
            <a:endParaRPr lang="en-US"/>
          </a:p>
        </p:txBody>
      </p:sp>
      <p:sp>
        <p:nvSpPr>
          <p:cNvPr id="3" name="Footer Placeholder 2">
            <a:extLst>
              <a:ext uri="{FF2B5EF4-FFF2-40B4-BE49-F238E27FC236}">
                <a16:creationId xmlns:a16="http://schemas.microsoft.com/office/drawing/2014/main" id="{C8C7DBB0-EBF4-155F-E6CA-165380A635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AA3EC9-77BE-07C0-7ECC-9523B7390577}"/>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3467888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461DA-31BE-CFF9-C744-4E1D1BC976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93DCD6-C0E9-3CC2-9284-10BA56F4F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AB249E-6A40-6632-BA3C-429EA751F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7430E1-6C3E-74D7-109F-AF77781AB0FF}"/>
              </a:ext>
            </a:extLst>
          </p:cNvPr>
          <p:cNvSpPr>
            <a:spLocks noGrp="1"/>
          </p:cNvSpPr>
          <p:nvPr>
            <p:ph type="dt" sz="half" idx="10"/>
          </p:nvPr>
        </p:nvSpPr>
        <p:spPr/>
        <p:txBody>
          <a:bodyPr/>
          <a:lstStyle/>
          <a:p>
            <a:fld id="{F3765C9A-11FA-499B-B11B-627E544B83E3}" type="datetime1">
              <a:rPr lang="en-US" smtClean="0"/>
              <a:t>6/24/2024</a:t>
            </a:fld>
            <a:endParaRPr lang="en-US"/>
          </a:p>
        </p:txBody>
      </p:sp>
      <p:sp>
        <p:nvSpPr>
          <p:cNvPr id="6" name="Footer Placeholder 5">
            <a:extLst>
              <a:ext uri="{FF2B5EF4-FFF2-40B4-BE49-F238E27FC236}">
                <a16:creationId xmlns:a16="http://schemas.microsoft.com/office/drawing/2014/main" id="{4CA1B077-ED28-CCC4-55D9-3E00777C4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E8086-33A3-FA83-97AA-14FAE8A7245B}"/>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59539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BF608-6483-9E70-CA41-0090863CC3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44FFDF-56BE-169D-E48D-3FD157F7CE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2DAB02-59D0-C8CE-71E5-36787F5F5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4E605-66D5-1421-453D-EEFF91720923}"/>
              </a:ext>
            </a:extLst>
          </p:cNvPr>
          <p:cNvSpPr>
            <a:spLocks noGrp="1"/>
          </p:cNvSpPr>
          <p:nvPr>
            <p:ph type="dt" sz="half" idx="10"/>
          </p:nvPr>
        </p:nvSpPr>
        <p:spPr/>
        <p:txBody>
          <a:bodyPr/>
          <a:lstStyle/>
          <a:p>
            <a:fld id="{1360DF70-FB92-45DF-9919-70FC3D0F59B0}" type="datetime1">
              <a:rPr lang="en-US" smtClean="0"/>
              <a:t>6/24/2024</a:t>
            </a:fld>
            <a:endParaRPr lang="en-US"/>
          </a:p>
        </p:txBody>
      </p:sp>
      <p:sp>
        <p:nvSpPr>
          <p:cNvPr id="6" name="Footer Placeholder 5">
            <a:extLst>
              <a:ext uri="{FF2B5EF4-FFF2-40B4-BE49-F238E27FC236}">
                <a16:creationId xmlns:a16="http://schemas.microsoft.com/office/drawing/2014/main" id="{7632E43D-D452-8913-1F70-88492FEF08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D3F5EB-031A-1900-D2C6-CE1A684B577A}"/>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2593450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5639F-6644-32C1-2908-4EEEE68DA1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6C309D-1EDC-9DD3-DB37-FD9831D656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C1ED8-9241-E128-C85D-EE564CDA729C}"/>
              </a:ext>
            </a:extLst>
          </p:cNvPr>
          <p:cNvSpPr>
            <a:spLocks noGrp="1"/>
          </p:cNvSpPr>
          <p:nvPr>
            <p:ph type="dt" sz="half" idx="10"/>
          </p:nvPr>
        </p:nvSpPr>
        <p:spPr/>
        <p:txBody>
          <a:bodyPr/>
          <a:lstStyle/>
          <a:p>
            <a:fld id="{62549D99-3E57-4E85-9A67-CD90DC988504}" type="datetime1">
              <a:rPr lang="en-US" smtClean="0"/>
              <a:t>6/24/2024</a:t>
            </a:fld>
            <a:endParaRPr lang="en-US"/>
          </a:p>
        </p:txBody>
      </p:sp>
      <p:sp>
        <p:nvSpPr>
          <p:cNvPr id="5" name="Footer Placeholder 4">
            <a:extLst>
              <a:ext uri="{FF2B5EF4-FFF2-40B4-BE49-F238E27FC236}">
                <a16:creationId xmlns:a16="http://schemas.microsoft.com/office/drawing/2014/main" id="{236CE315-DB5F-EC7B-0628-8DE7A1D59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5D701-11D0-2A08-5558-0F033D8BF63E}"/>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1752284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C102C5-6F7D-CB50-662B-8D3478ABDB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55EAD-3355-E191-8906-D241C0D97E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718C5-B0D5-EA4C-A6EB-83FAE5D60307}"/>
              </a:ext>
            </a:extLst>
          </p:cNvPr>
          <p:cNvSpPr>
            <a:spLocks noGrp="1"/>
          </p:cNvSpPr>
          <p:nvPr>
            <p:ph type="dt" sz="half" idx="10"/>
          </p:nvPr>
        </p:nvSpPr>
        <p:spPr/>
        <p:txBody>
          <a:bodyPr/>
          <a:lstStyle/>
          <a:p>
            <a:fld id="{0E177AC1-EC8D-488B-BBF4-4B5CD5645311}" type="datetime1">
              <a:rPr lang="en-US" smtClean="0"/>
              <a:t>6/24/2024</a:t>
            </a:fld>
            <a:endParaRPr lang="en-US"/>
          </a:p>
        </p:txBody>
      </p:sp>
      <p:sp>
        <p:nvSpPr>
          <p:cNvPr id="5" name="Footer Placeholder 4">
            <a:extLst>
              <a:ext uri="{FF2B5EF4-FFF2-40B4-BE49-F238E27FC236}">
                <a16:creationId xmlns:a16="http://schemas.microsoft.com/office/drawing/2014/main" id="{B312EFD8-233D-2E3F-9DC5-6444FD29B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B83F2-1EE9-A76B-E2D7-FFF246F3E651}"/>
              </a:ext>
            </a:extLst>
          </p:cNvPr>
          <p:cNvSpPr>
            <a:spLocks noGrp="1"/>
          </p:cNvSpPr>
          <p:nvPr>
            <p:ph type="sldNum" sz="quarter" idx="12"/>
          </p:nvPr>
        </p:nvSpPr>
        <p:spPr/>
        <p:txBody>
          <a:bodyPr/>
          <a:lstStyle/>
          <a:p>
            <a:fld id="{AC03623B-441A-4B08-B43E-185D9FF53926}" type="slidenum">
              <a:rPr lang="en-US" smtClean="0"/>
              <a:t>‹#›</a:t>
            </a:fld>
            <a:endParaRPr lang="en-US"/>
          </a:p>
        </p:txBody>
      </p:sp>
    </p:spTree>
    <p:extLst>
      <p:ext uri="{BB962C8B-B14F-4D97-AF65-F5344CB8AC3E}">
        <p14:creationId xmlns:p14="http://schemas.microsoft.com/office/powerpoint/2010/main" val="3045979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398DC6-650C-4CEC-0D1C-08567294A8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6661C3-9BCB-7721-73A7-6D6E3EAB5F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BB1C3-9160-D737-F323-AEFE0AC1D6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9BE8A-BE43-4FA0-8C5A-87C6B5C1ED7A}" type="datetime1">
              <a:rPr lang="en-US" smtClean="0"/>
              <a:t>6/24/2024</a:t>
            </a:fld>
            <a:endParaRPr lang="en-US"/>
          </a:p>
        </p:txBody>
      </p:sp>
      <p:sp>
        <p:nvSpPr>
          <p:cNvPr id="5" name="Footer Placeholder 4">
            <a:extLst>
              <a:ext uri="{FF2B5EF4-FFF2-40B4-BE49-F238E27FC236}">
                <a16:creationId xmlns:a16="http://schemas.microsoft.com/office/drawing/2014/main" id="{B4A62F79-BECD-8921-B9BC-DE76880B6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38CB24-D35C-F638-2269-168491B63B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03623B-441A-4B08-B43E-185D9FF53926}" type="slidenum">
              <a:rPr lang="en-US" smtClean="0"/>
              <a:t>‹#›</a:t>
            </a:fld>
            <a:endParaRPr lang="en-US"/>
          </a:p>
        </p:txBody>
      </p:sp>
    </p:spTree>
    <p:extLst>
      <p:ext uri="{BB962C8B-B14F-4D97-AF65-F5344CB8AC3E}">
        <p14:creationId xmlns:p14="http://schemas.microsoft.com/office/powerpoint/2010/main" val="4198528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hart" Target="../charts/chart1.xml"/><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www.businesswire.com/news/home/20160315005555/en/Phantom-ESG-Research-Finds-Companies-Ignore-Majority" TargetMode="External"/><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2.png"/><Relationship Id="rId7" Type="http://schemas.openxmlformats.org/officeDocument/2006/relationships/diagramColors" Target="../diagrams/colors2.xml"/><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2.xml"/><Relationship Id="rId11" Type="http://schemas.openxmlformats.org/officeDocument/2006/relationships/image" Target="../media/image25.png"/><Relationship Id="rId5" Type="http://schemas.openxmlformats.org/officeDocument/2006/relationships/diagramLayout" Target="../diagrams/layout2.xml"/><Relationship Id="rId10" Type="http://schemas.openxmlformats.org/officeDocument/2006/relationships/image" Target="../media/image24.png"/><Relationship Id="rId4" Type="http://schemas.openxmlformats.org/officeDocument/2006/relationships/diagramData" Target="../diagrams/data2.xml"/><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22.png"/><Relationship Id="rId4" Type="http://schemas.openxmlformats.org/officeDocument/2006/relationships/image" Target="../media/image34.png"/><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1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4.png"/><Relationship Id="rId7" Type="http://schemas.openxmlformats.org/officeDocument/2006/relationships/diagramColors" Target="../diagrams/colors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33.png"/><Relationship Id="rId7"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69.png"/><Relationship Id="rId4" Type="http://schemas.openxmlformats.org/officeDocument/2006/relationships/image" Target="../media/image71.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9.jfif"/><Relationship Id="rId5" Type="http://schemas.openxmlformats.org/officeDocument/2006/relationships/image" Target="../media/image70.png"/><Relationship Id="rId4" Type="http://schemas.openxmlformats.org/officeDocument/2006/relationships/image" Target="../media/image78.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6.pn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99.gi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3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0">
            <a:extLst>
              <a:ext uri="{FF2B5EF4-FFF2-40B4-BE49-F238E27FC236}">
                <a16:creationId xmlns:a16="http://schemas.microsoft.com/office/drawing/2014/main" id="{73A5A0ED-B57D-89CB-8D99-4E7A071542C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36460" y="289106"/>
            <a:ext cx="1692272" cy="88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Image 4">
            <a:extLst>
              <a:ext uri="{FF2B5EF4-FFF2-40B4-BE49-F238E27FC236}">
                <a16:creationId xmlns:a16="http://schemas.microsoft.com/office/drawing/2014/main" id="{DE5D705D-7243-1AF5-58A4-67F0232406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06252" y="289105"/>
            <a:ext cx="2039274" cy="88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DEF31F3-7BFA-9A7F-EE54-C2E0EDF6E6BA}"/>
              </a:ext>
            </a:extLst>
          </p:cNvPr>
          <p:cNvSpPr txBox="1"/>
          <p:nvPr/>
        </p:nvSpPr>
        <p:spPr>
          <a:xfrm>
            <a:off x="3362325" y="338138"/>
            <a:ext cx="5768975" cy="1200150"/>
          </a:xfrm>
          <a:prstGeom prst="rect">
            <a:avLst/>
          </a:prstGeom>
          <a:noFill/>
        </p:spPr>
        <p:txBody>
          <a:bodyPr>
            <a:spAutoFit/>
          </a:bodyPr>
          <a:lstStyle/>
          <a:p>
            <a:pPr algn="ctr" eaLnBrk="1" fontAlgn="auto" hangingPunct="1">
              <a:spcBef>
                <a:spcPts val="0"/>
              </a:spcBef>
              <a:spcAft>
                <a:spcPts val="0"/>
              </a:spcAft>
              <a:defRPr/>
            </a:pPr>
            <a:r>
              <a:rPr lang="fr-FR" sz="1200" b="1" dirty="0">
                <a:solidFill>
                  <a:schemeClr val="accent1">
                    <a:lumMod val="50000"/>
                  </a:schemeClr>
                </a:solidFill>
                <a:latin typeface="Bahnschrift" panose="020B0502040204020203" pitchFamily="34" charset="0"/>
              </a:rPr>
              <a:t>République Tunisienne </a:t>
            </a:r>
          </a:p>
          <a:p>
            <a:pPr algn="ctr" eaLnBrk="1" fontAlgn="auto" hangingPunct="1">
              <a:spcBef>
                <a:spcPts val="0"/>
              </a:spcBef>
              <a:spcAft>
                <a:spcPts val="0"/>
              </a:spcAft>
              <a:defRPr/>
            </a:pPr>
            <a:r>
              <a:rPr lang="fr-FR" sz="1200" b="1" dirty="0">
                <a:solidFill>
                  <a:schemeClr val="accent1">
                    <a:lumMod val="50000"/>
                  </a:schemeClr>
                </a:solidFill>
                <a:latin typeface="Bahnschrift" panose="020B0502040204020203" pitchFamily="34" charset="0"/>
              </a:rPr>
              <a:t>Ministère de l’Enseignement Supérieur et de la Recherche Scientifique Université de Tunis El Manar </a:t>
            </a:r>
          </a:p>
          <a:p>
            <a:pPr algn="ctr" eaLnBrk="1" fontAlgn="auto" hangingPunct="1">
              <a:spcBef>
                <a:spcPts val="0"/>
              </a:spcBef>
              <a:spcAft>
                <a:spcPts val="0"/>
              </a:spcAft>
              <a:defRPr/>
            </a:pPr>
            <a:r>
              <a:rPr lang="fr-FR" sz="1200" b="1" dirty="0">
                <a:solidFill>
                  <a:schemeClr val="accent1">
                    <a:lumMod val="50000"/>
                  </a:schemeClr>
                </a:solidFill>
                <a:latin typeface="Bahnschrift" panose="020B0502040204020203" pitchFamily="34" charset="0"/>
              </a:rPr>
              <a:t>Institut Supérieur d’Informatique </a:t>
            </a:r>
          </a:p>
          <a:p>
            <a:pPr algn="ctr" eaLnBrk="1" fontAlgn="auto" hangingPunct="1">
              <a:spcBef>
                <a:spcPts val="0"/>
              </a:spcBef>
              <a:spcAft>
                <a:spcPts val="0"/>
              </a:spcAft>
              <a:defRPr/>
            </a:pPr>
            <a:r>
              <a:rPr lang="fr-FR" sz="1200" dirty="0">
                <a:solidFill>
                  <a:schemeClr val="accent1">
                    <a:lumMod val="50000"/>
                  </a:schemeClr>
                </a:solidFill>
                <a:latin typeface="Bahnschrift" panose="020B0502040204020203" pitchFamily="34" charset="0"/>
              </a:rPr>
              <a:t>Diplôme de Mastère Professionnel</a:t>
            </a:r>
          </a:p>
          <a:p>
            <a:pPr algn="ctr" eaLnBrk="1" fontAlgn="auto" hangingPunct="1">
              <a:spcBef>
                <a:spcPts val="0"/>
              </a:spcBef>
              <a:spcAft>
                <a:spcPts val="0"/>
              </a:spcAft>
              <a:defRPr/>
            </a:pPr>
            <a:r>
              <a:rPr lang="fr-FR" sz="1200" dirty="0">
                <a:solidFill>
                  <a:schemeClr val="accent1">
                    <a:lumMod val="50000"/>
                  </a:schemeClr>
                </a:solidFill>
                <a:latin typeface="Bahnschrift" panose="020B0502040204020203" pitchFamily="34" charset="0"/>
              </a:rPr>
              <a:t> Spécialité Sécurité des Systèmes d’Informations et des Infrastructures</a:t>
            </a:r>
            <a:endParaRPr lang="en-US" sz="1200" dirty="0">
              <a:solidFill>
                <a:schemeClr val="accent1">
                  <a:lumMod val="50000"/>
                </a:schemeClr>
              </a:solidFill>
              <a:latin typeface="Bahnschrift" panose="020B0502040204020203" pitchFamily="34" charset="0"/>
            </a:endParaRPr>
          </a:p>
        </p:txBody>
      </p:sp>
      <p:sp>
        <p:nvSpPr>
          <p:cNvPr id="2" name="Rectangle 1"/>
          <p:cNvSpPr/>
          <p:nvPr/>
        </p:nvSpPr>
        <p:spPr>
          <a:xfrm>
            <a:off x="1980319" y="2720072"/>
            <a:ext cx="8231362" cy="1077218"/>
          </a:xfrm>
          <a:prstGeom prst="rect">
            <a:avLst/>
          </a:prstGeom>
        </p:spPr>
        <p:txBody>
          <a:bodyPr wrap="square">
            <a:spAutoFit/>
          </a:bodyPr>
          <a:lstStyle/>
          <a:p>
            <a:pPr algn="ctr">
              <a:defRPr/>
            </a:pPr>
            <a:r>
              <a:rPr lang="fr-FR" sz="3200" dirty="0">
                <a:solidFill>
                  <a:schemeClr val="accent1">
                    <a:lumMod val="50000"/>
                  </a:schemeClr>
                </a:solidFill>
                <a:latin typeface="Bahnschrift" panose="020B0502040204020203" pitchFamily="34" charset="0"/>
                <a:cs typeface="Arial" panose="020B0604020202020204" pitchFamily="34" charset="0"/>
              </a:rPr>
              <a:t>Automatisation de la sécurité de l’infrastructure avec Terraform et Ansible</a:t>
            </a:r>
            <a:endParaRPr lang="en-US" sz="3200" dirty="0">
              <a:solidFill>
                <a:schemeClr val="accent1">
                  <a:lumMod val="50000"/>
                </a:schemeClr>
              </a:solidFill>
              <a:latin typeface="Bahnschrift" panose="020B0502040204020203" pitchFamily="34" charset="0"/>
              <a:cs typeface="Arial" panose="020B0604020202020204" pitchFamily="34" charset="0"/>
            </a:endParaRPr>
          </a:p>
        </p:txBody>
      </p:sp>
      <p:grpSp>
        <p:nvGrpSpPr>
          <p:cNvPr id="19" name="Group 18"/>
          <p:cNvGrpSpPr/>
          <p:nvPr/>
        </p:nvGrpSpPr>
        <p:grpSpPr>
          <a:xfrm>
            <a:off x="1265442" y="5326487"/>
            <a:ext cx="9661116" cy="923330"/>
            <a:chOff x="1777383" y="5326487"/>
            <a:chExt cx="9661116" cy="923330"/>
          </a:xfrm>
        </p:grpSpPr>
        <p:grpSp>
          <p:nvGrpSpPr>
            <p:cNvPr id="15" name="Group 14"/>
            <p:cNvGrpSpPr/>
            <p:nvPr/>
          </p:nvGrpSpPr>
          <p:grpSpPr>
            <a:xfrm>
              <a:off x="1777383" y="5326487"/>
              <a:ext cx="4598281" cy="923330"/>
              <a:chOff x="1777383" y="5319713"/>
              <a:chExt cx="4598281" cy="923330"/>
            </a:xfrm>
          </p:grpSpPr>
          <p:sp>
            <p:nvSpPr>
              <p:cNvPr id="12" name="TextBox 11">
                <a:extLst>
                  <a:ext uri="{FF2B5EF4-FFF2-40B4-BE49-F238E27FC236}">
                    <a16:creationId xmlns:a16="http://schemas.microsoft.com/office/drawing/2014/main" id="{EA1BE7BE-CE75-D858-DD1E-A3C36D9F78ED}"/>
                  </a:ext>
                </a:extLst>
              </p:cNvPr>
              <p:cNvSpPr txBox="1"/>
              <p:nvPr/>
            </p:nvSpPr>
            <p:spPr>
              <a:xfrm>
                <a:off x="2083064" y="5319713"/>
                <a:ext cx="4292600" cy="923330"/>
              </a:xfrm>
              <a:prstGeom prst="rect">
                <a:avLst/>
              </a:prstGeom>
              <a:noFill/>
            </p:spPr>
            <p:txBody>
              <a:bodyPr wrap="square">
                <a:spAutoFit/>
              </a:bodyPr>
              <a:lstStyle/>
              <a:p>
                <a:pPr eaLnBrk="1" fontAlgn="auto" hangingPunct="1">
                  <a:spcBef>
                    <a:spcPts val="0"/>
                  </a:spcBef>
                  <a:spcAft>
                    <a:spcPts val="0"/>
                  </a:spcAft>
                  <a:defRPr/>
                </a:pPr>
                <a:r>
                  <a:rPr lang="fr-FR" b="1" u="sng" dirty="0">
                    <a:solidFill>
                      <a:srgbClr val="002060"/>
                    </a:solidFill>
                    <a:latin typeface="Bahnschrift" panose="020B0502040204020203" pitchFamily="34" charset="0"/>
                    <a:cs typeface="Arial" panose="020B0604020202020204" pitchFamily="34" charset="0"/>
                  </a:rPr>
                  <a:t>Présenté par</a:t>
                </a:r>
              </a:p>
              <a:p>
                <a:pPr eaLnBrk="1" fontAlgn="auto" hangingPunct="1">
                  <a:spcBef>
                    <a:spcPts val="0"/>
                  </a:spcBef>
                  <a:spcAft>
                    <a:spcPts val="0"/>
                  </a:spcAft>
                  <a:defRPr/>
                </a:pPr>
                <a:r>
                  <a:rPr lang="fr-FR" dirty="0">
                    <a:solidFill>
                      <a:srgbClr val="002060"/>
                    </a:solidFill>
                    <a:latin typeface="Bahnschrift" panose="020B0502040204020203" pitchFamily="34" charset="0"/>
                    <a:cs typeface="Arial" panose="020B0604020202020204" pitchFamily="34" charset="0"/>
                  </a:rPr>
                  <a:t>	Belhsan HAJOUNI</a:t>
                </a:r>
              </a:p>
              <a:p>
                <a:pPr eaLnBrk="1" fontAlgn="auto" hangingPunct="1">
                  <a:spcBef>
                    <a:spcPts val="0"/>
                  </a:spcBef>
                  <a:spcAft>
                    <a:spcPts val="0"/>
                  </a:spcAft>
                  <a:defRPr/>
                </a:pPr>
                <a:r>
                  <a:rPr lang="fr-FR" dirty="0">
                    <a:solidFill>
                      <a:srgbClr val="002060"/>
                    </a:solidFill>
                    <a:latin typeface="Bahnschrift" panose="020B0502040204020203" pitchFamily="34" charset="0"/>
                    <a:cs typeface="Arial" panose="020B0604020202020204" pitchFamily="34" charset="0"/>
                  </a:rPr>
                  <a:t>	Yasmine MANSOURI</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7383" y="5361837"/>
                <a:ext cx="305681" cy="305681"/>
              </a:xfrm>
              <a:prstGeom prst="rect">
                <a:avLst/>
              </a:prstGeom>
            </p:spPr>
          </p:pic>
        </p:grpSp>
        <p:grpSp>
          <p:nvGrpSpPr>
            <p:cNvPr id="16" name="Group 15"/>
            <p:cNvGrpSpPr/>
            <p:nvPr/>
          </p:nvGrpSpPr>
          <p:grpSpPr>
            <a:xfrm>
              <a:off x="7456752" y="5326487"/>
              <a:ext cx="3981747" cy="923330"/>
              <a:chOff x="7456752" y="5333262"/>
              <a:chExt cx="3981747" cy="923330"/>
            </a:xfrm>
          </p:grpSpPr>
          <p:sp>
            <p:nvSpPr>
              <p:cNvPr id="14" name="TextBox 13">
                <a:extLst>
                  <a:ext uri="{FF2B5EF4-FFF2-40B4-BE49-F238E27FC236}">
                    <a16:creationId xmlns:a16="http://schemas.microsoft.com/office/drawing/2014/main" id="{28AD9847-5F68-DA76-78A1-67FF24DCB209}"/>
                  </a:ext>
                </a:extLst>
              </p:cNvPr>
              <p:cNvSpPr txBox="1"/>
              <p:nvPr/>
            </p:nvSpPr>
            <p:spPr>
              <a:xfrm>
                <a:off x="7790424" y="5333262"/>
                <a:ext cx="3648075" cy="923330"/>
              </a:xfrm>
              <a:prstGeom prst="rect">
                <a:avLst/>
              </a:prstGeom>
              <a:noFill/>
            </p:spPr>
            <p:txBody>
              <a:bodyPr wrap="square">
                <a:spAutoFit/>
              </a:bodyPr>
              <a:lstStyle/>
              <a:p>
                <a:pPr eaLnBrk="1" fontAlgn="auto" hangingPunct="1">
                  <a:spcBef>
                    <a:spcPts val="0"/>
                  </a:spcBef>
                  <a:spcAft>
                    <a:spcPts val="0"/>
                  </a:spcAft>
                  <a:defRPr/>
                </a:pPr>
                <a:r>
                  <a:rPr lang="fr-FR" b="1" u="sng" dirty="0">
                    <a:solidFill>
                      <a:srgbClr val="002060"/>
                    </a:solidFill>
                    <a:latin typeface="Bahnschrift" panose="020B0502040204020203" pitchFamily="34" charset="0"/>
                    <a:cs typeface="Arial" panose="020B0604020202020204" pitchFamily="34" charset="0"/>
                  </a:rPr>
                  <a:t>Supervisé par</a:t>
                </a:r>
              </a:p>
              <a:p>
                <a:pPr eaLnBrk="1" fontAlgn="auto" hangingPunct="1">
                  <a:spcBef>
                    <a:spcPts val="0"/>
                  </a:spcBef>
                  <a:spcAft>
                    <a:spcPts val="0"/>
                  </a:spcAft>
                  <a:defRPr/>
                </a:pPr>
                <a:r>
                  <a:rPr lang="fr-FR" dirty="0">
                    <a:solidFill>
                      <a:srgbClr val="002060"/>
                    </a:solidFill>
                    <a:latin typeface="Bahnschrift" panose="020B0502040204020203" pitchFamily="34" charset="0"/>
                    <a:cs typeface="Arial" panose="020B0604020202020204" pitchFamily="34" charset="0"/>
                  </a:rPr>
                  <a:t>	Dr Aymen AYARI</a:t>
                </a:r>
              </a:p>
              <a:p>
                <a:pPr eaLnBrk="1" fontAlgn="auto" hangingPunct="1">
                  <a:spcBef>
                    <a:spcPts val="0"/>
                  </a:spcBef>
                  <a:spcAft>
                    <a:spcPts val="0"/>
                  </a:spcAft>
                  <a:defRPr/>
                </a:pPr>
                <a:r>
                  <a:rPr lang="fr-FR" dirty="0">
                    <a:solidFill>
                      <a:srgbClr val="002060"/>
                    </a:solidFill>
                    <a:latin typeface="Bahnschrift" panose="020B0502040204020203" pitchFamily="34" charset="0"/>
                    <a:cs typeface="Arial" panose="020B0604020202020204" pitchFamily="34" charset="0"/>
                  </a:rPr>
                  <a:t>	M</a:t>
                </a:r>
                <a:r>
                  <a:rPr lang="fr-FR" sz="1600" dirty="0">
                    <a:solidFill>
                      <a:srgbClr val="002060"/>
                    </a:solidFill>
                    <a:latin typeface="Bahnschrift" panose="020B0502040204020203" pitchFamily="34" charset="0"/>
                    <a:cs typeface="Arial" panose="020B0604020202020204" pitchFamily="34" charset="0"/>
                  </a:rPr>
                  <a:t>me</a:t>
                </a:r>
                <a:r>
                  <a:rPr lang="fr-FR" dirty="0">
                    <a:solidFill>
                      <a:srgbClr val="002060"/>
                    </a:solidFill>
                    <a:latin typeface="Bahnschrift" panose="020B0502040204020203" pitchFamily="34" charset="0"/>
                    <a:cs typeface="Arial" panose="020B0604020202020204" pitchFamily="34" charset="0"/>
                  </a:rPr>
                  <a:t> Sirine MANSOURI</a:t>
                </a:r>
              </a:p>
            </p:txBody>
          </p:sp>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6752" y="5404700"/>
                <a:ext cx="333672" cy="333672"/>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Google Shape;622;p32">
            <a:extLst>
              <a:ext uri="{FF2B5EF4-FFF2-40B4-BE49-F238E27FC236}">
                <a16:creationId xmlns:a16="http://schemas.microsoft.com/office/drawing/2014/main" id="{869634EE-7AED-6E95-CCA3-CECEAE73843A}"/>
              </a:ext>
            </a:extLst>
          </p:cNvPr>
          <p:cNvSpPr/>
          <p:nvPr/>
        </p:nvSpPr>
        <p:spPr>
          <a:xfrm>
            <a:off x="6589987" y="4648144"/>
            <a:ext cx="4489769" cy="1171577"/>
          </a:xfrm>
          <a:prstGeom prst="roundRect">
            <a:avLst>
              <a:gd name="adj" fmla="val 50000"/>
            </a:avLst>
          </a:prstGeom>
          <a:solidFill>
            <a:srgbClr val="9DDDDD"/>
          </a:solidFill>
          <a:ln>
            <a:noFill/>
          </a:ln>
        </p:spPr>
        <p:txBody>
          <a:bodyPr spcFirstLastPara="1" wrap="square" lIns="121900" tIns="121900" rIns="121900" bIns="121900" anchor="ctr" anchorCtr="0">
            <a:noAutofit/>
          </a:bodyPr>
          <a:lstStyle/>
          <a:p>
            <a:endParaRPr sz="2400" dirty="0"/>
          </a:p>
        </p:txBody>
      </p:sp>
      <p:sp>
        <p:nvSpPr>
          <p:cNvPr id="23" name="Google Shape;622;p32">
            <a:extLst>
              <a:ext uri="{FF2B5EF4-FFF2-40B4-BE49-F238E27FC236}">
                <a16:creationId xmlns:a16="http://schemas.microsoft.com/office/drawing/2014/main" id="{318AA143-76C9-EC7D-F78C-8757796142FB}"/>
              </a:ext>
            </a:extLst>
          </p:cNvPr>
          <p:cNvSpPr/>
          <p:nvPr/>
        </p:nvSpPr>
        <p:spPr>
          <a:xfrm>
            <a:off x="6589989" y="2108309"/>
            <a:ext cx="4489769" cy="1171577"/>
          </a:xfrm>
          <a:prstGeom prst="roundRect">
            <a:avLst>
              <a:gd name="adj" fmla="val 50000"/>
            </a:avLst>
          </a:prstGeom>
          <a:solidFill>
            <a:srgbClr val="006666"/>
          </a:solidFill>
          <a:ln>
            <a:noFill/>
          </a:ln>
        </p:spPr>
        <p:txBody>
          <a:bodyPr spcFirstLastPara="1" wrap="square" lIns="121900" tIns="121900" rIns="121900" bIns="121900" anchor="ctr" anchorCtr="0">
            <a:noAutofit/>
          </a:bodyPr>
          <a:lstStyle/>
          <a:p>
            <a:endParaRPr sz="2400"/>
          </a:p>
        </p:txBody>
      </p:sp>
      <p:graphicFrame>
        <p:nvGraphicFramePr>
          <p:cNvPr id="8" name="Chart 7">
            <a:extLst>
              <a:ext uri="{FF2B5EF4-FFF2-40B4-BE49-F238E27FC236}">
                <a16:creationId xmlns:a16="http://schemas.microsoft.com/office/drawing/2014/main" id="{B1852CCA-1DEB-9B80-1097-A4A028ADA752}"/>
              </a:ext>
            </a:extLst>
          </p:cNvPr>
          <p:cNvGraphicFramePr>
            <a:graphicFrameLocks/>
          </p:cNvGraphicFramePr>
          <p:nvPr>
            <p:extLst>
              <p:ext uri="{D42A27DB-BD31-4B8C-83A1-F6EECF244321}">
                <p14:modId xmlns:p14="http://schemas.microsoft.com/office/powerpoint/2010/main" val="22144372"/>
              </p:ext>
            </p:extLst>
          </p:nvPr>
        </p:nvGraphicFramePr>
        <p:xfrm>
          <a:off x="406400" y="2076450"/>
          <a:ext cx="5384800" cy="4429125"/>
        </p:xfrm>
        <a:graphic>
          <a:graphicData uri="http://schemas.openxmlformats.org/drawingml/2006/chart">
            <c:chart xmlns:c="http://schemas.openxmlformats.org/drawingml/2006/chart" xmlns:r="http://schemas.openxmlformats.org/officeDocument/2006/relationships" r:id="rId3"/>
          </a:graphicData>
        </a:graphic>
      </p:graphicFrame>
      <p:sp>
        <p:nvSpPr>
          <p:cNvPr id="24" name="Google Shape;622;p32">
            <a:extLst>
              <a:ext uri="{FF2B5EF4-FFF2-40B4-BE49-F238E27FC236}">
                <a16:creationId xmlns:a16="http://schemas.microsoft.com/office/drawing/2014/main" id="{A0B13ABA-8BAD-EB14-1C56-3B53F26B116C}"/>
              </a:ext>
            </a:extLst>
          </p:cNvPr>
          <p:cNvSpPr/>
          <p:nvPr/>
        </p:nvSpPr>
        <p:spPr>
          <a:xfrm>
            <a:off x="6589986" y="3343581"/>
            <a:ext cx="4489769" cy="1171577"/>
          </a:xfrm>
          <a:prstGeom prst="roundRect">
            <a:avLst>
              <a:gd name="adj" fmla="val 50000"/>
            </a:avLst>
          </a:prstGeom>
          <a:solidFill>
            <a:srgbClr val="42BEBE"/>
          </a:solidFill>
          <a:ln>
            <a:noFill/>
          </a:ln>
        </p:spPr>
        <p:txBody>
          <a:bodyPr spcFirstLastPara="1" wrap="square" lIns="121900" tIns="121900" rIns="121900" bIns="121900" anchor="ctr" anchorCtr="0">
            <a:noAutofit/>
          </a:bodyPr>
          <a:lstStyle/>
          <a:p>
            <a:endParaRPr sz="2400" dirty="0"/>
          </a:p>
        </p:txBody>
      </p:sp>
      <p:sp>
        <p:nvSpPr>
          <p:cNvPr id="5125" name="TextBox 9">
            <a:extLst>
              <a:ext uri="{FF2B5EF4-FFF2-40B4-BE49-F238E27FC236}">
                <a16:creationId xmlns:a16="http://schemas.microsoft.com/office/drawing/2014/main" id="{DE140AAB-42C7-7D7B-5200-6DD6A8483F66}"/>
              </a:ext>
            </a:extLst>
          </p:cNvPr>
          <p:cNvSpPr txBox="1">
            <a:spLocks noChangeArrowheads="1"/>
          </p:cNvSpPr>
          <p:nvPr/>
        </p:nvSpPr>
        <p:spPr bwMode="auto">
          <a:xfrm>
            <a:off x="901658" y="1445613"/>
            <a:ext cx="65738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indent="0" eaLnBrk="1" hangingPunct="1"/>
            <a:r>
              <a:rPr lang="fr-FR" altLang="fr-TN" dirty="0">
                <a:solidFill>
                  <a:srgbClr val="0064DA"/>
                </a:solidFill>
                <a:latin typeface="Bahnschrift" panose="020B0502040204020203" pitchFamily="34" charset="0"/>
                <a:hlinkClick r:id="rId4"/>
              </a:rPr>
              <a:t>Une étude menée par ESG</a:t>
            </a:r>
            <a:r>
              <a:rPr lang="fr-FR" altLang="fr-TN" dirty="0">
                <a:solidFill>
                  <a:srgbClr val="363C44"/>
                </a:solidFill>
                <a:latin typeface="Bahnschrift" panose="020B0502040204020203" pitchFamily="34" charset="0"/>
              </a:rPr>
              <a:t>, les équipes IT ignorent 74 % des événements et alertes de sécurité</a:t>
            </a:r>
            <a:endParaRPr lang="en-US" altLang="fr-TN" dirty="0">
              <a:latin typeface="Bahnschrift" panose="020B0502040204020203" pitchFamily="34" charset="0"/>
            </a:endParaRPr>
          </a:p>
        </p:txBody>
      </p:sp>
      <p:sp>
        <p:nvSpPr>
          <p:cNvPr id="5127" name="TextBox 16">
            <a:extLst>
              <a:ext uri="{FF2B5EF4-FFF2-40B4-BE49-F238E27FC236}">
                <a16:creationId xmlns:a16="http://schemas.microsoft.com/office/drawing/2014/main" id="{615E21AA-5D8B-D33A-1F0E-3084E701B7F3}"/>
              </a:ext>
            </a:extLst>
          </p:cNvPr>
          <p:cNvSpPr txBox="1">
            <a:spLocks noChangeArrowheads="1"/>
          </p:cNvSpPr>
          <p:nvPr/>
        </p:nvSpPr>
        <p:spPr bwMode="auto">
          <a:xfrm>
            <a:off x="3487683" y="3217862"/>
            <a:ext cx="714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fr-TN" sz="2400">
                <a:solidFill>
                  <a:schemeClr val="bg1"/>
                </a:solidFill>
              </a:rPr>
              <a:t>26%</a:t>
            </a:r>
          </a:p>
        </p:txBody>
      </p:sp>
      <p:sp>
        <p:nvSpPr>
          <p:cNvPr id="5128" name="TextBox 17">
            <a:extLst>
              <a:ext uri="{FF2B5EF4-FFF2-40B4-BE49-F238E27FC236}">
                <a16:creationId xmlns:a16="http://schemas.microsoft.com/office/drawing/2014/main" id="{481100C0-6F11-02E3-324E-AAF61C4C1F00}"/>
              </a:ext>
            </a:extLst>
          </p:cNvPr>
          <p:cNvSpPr txBox="1">
            <a:spLocks noChangeArrowheads="1"/>
          </p:cNvSpPr>
          <p:nvPr/>
        </p:nvSpPr>
        <p:spPr bwMode="auto">
          <a:xfrm>
            <a:off x="1786266" y="4708525"/>
            <a:ext cx="7159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fr-TN" sz="2400" dirty="0">
                <a:solidFill>
                  <a:schemeClr val="bg1"/>
                </a:solidFill>
              </a:rPr>
              <a:t>74%</a:t>
            </a:r>
          </a:p>
        </p:txBody>
      </p:sp>
      <p:sp>
        <p:nvSpPr>
          <p:cNvPr id="18" name="TextBox 17">
            <a:extLst>
              <a:ext uri="{FF2B5EF4-FFF2-40B4-BE49-F238E27FC236}">
                <a16:creationId xmlns:a16="http://schemas.microsoft.com/office/drawing/2014/main" id="{96FF884B-F1CC-BA17-C239-28CB37C4BD62}"/>
              </a:ext>
            </a:extLst>
          </p:cNvPr>
          <p:cNvSpPr txBox="1"/>
          <p:nvPr/>
        </p:nvSpPr>
        <p:spPr>
          <a:xfrm>
            <a:off x="6986739" y="2450564"/>
            <a:ext cx="2792261" cy="461665"/>
          </a:xfrm>
          <a:prstGeom prst="rect">
            <a:avLst/>
          </a:prstGeom>
          <a:noFill/>
        </p:spPr>
        <p:txBody>
          <a:bodyPr wrap="square">
            <a:spAutoFit/>
          </a:bodyPr>
          <a:lstStyle/>
          <a:p>
            <a:r>
              <a:rPr lang="fr-FR" sz="2400" dirty="0">
                <a:solidFill>
                  <a:schemeClr val="bg1"/>
                </a:solidFill>
                <a:latin typeface="Bahnschrift" panose="020B0502040204020203" pitchFamily="34" charset="0"/>
              </a:rPr>
              <a:t>Detection</a:t>
            </a:r>
            <a:endParaRPr lang="en-US" sz="2400" dirty="0">
              <a:solidFill>
                <a:schemeClr val="bg1"/>
              </a:solidFill>
              <a:latin typeface="Bahnschrift" panose="020B0502040204020203" pitchFamily="34" charset="0"/>
            </a:endParaRPr>
          </a:p>
        </p:txBody>
      </p:sp>
      <p:sp>
        <p:nvSpPr>
          <p:cNvPr id="20" name="TextBox 19">
            <a:extLst>
              <a:ext uri="{FF2B5EF4-FFF2-40B4-BE49-F238E27FC236}">
                <a16:creationId xmlns:a16="http://schemas.microsoft.com/office/drawing/2014/main" id="{9C1459A3-D01D-D3BD-C57E-FAF6ED31434C}"/>
              </a:ext>
            </a:extLst>
          </p:cNvPr>
          <p:cNvSpPr txBox="1"/>
          <p:nvPr/>
        </p:nvSpPr>
        <p:spPr>
          <a:xfrm>
            <a:off x="6986737" y="3679825"/>
            <a:ext cx="2792263" cy="461665"/>
          </a:xfrm>
          <a:prstGeom prst="rect">
            <a:avLst/>
          </a:prstGeom>
          <a:noFill/>
        </p:spPr>
        <p:txBody>
          <a:bodyPr wrap="square">
            <a:spAutoFit/>
          </a:bodyPr>
          <a:lstStyle/>
          <a:p>
            <a:pPr eaLnBrk="1" fontAlgn="auto" hangingPunct="1">
              <a:spcBef>
                <a:spcPts val="0"/>
              </a:spcBef>
              <a:spcAft>
                <a:spcPts val="0"/>
              </a:spcAft>
              <a:defRPr/>
            </a:pPr>
            <a:r>
              <a:rPr lang="fr-FR" sz="2400" dirty="0">
                <a:solidFill>
                  <a:schemeClr val="bg1"/>
                </a:solidFill>
                <a:latin typeface="Bahnschrift" panose="020B0502040204020203" pitchFamily="34" charset="0"/>
              </a:rPr>
              <a:t>Investigation</a:t>
            </a:r>
          </a:p>
        </p:txBody>
      </p:sp>
      <p:sp>
        <p:nvSpPr>
          <p:cNvPr id="22" name="TextBox 21">
            <a:extLst>
              <a:ext uri="{FF2B5EF4-FFF2-40B4-BE49-F238E27FC236}">
                <a16:creationId xmlns:a16="http://schemas.microsoft.com/office/drawing/2014/main" id="{A5E33C64-5866-7709-DD59-81169F864EAC}"/>
              </a:ext>
            </a:extLst>
          </p:cNvPr>
          <p:cNvSpPr txBox="1"/>
          <p:nvPr/>
        </p:nvSpPr>
        <p:spPr>
          <a:xfrm>
            <a:off x="7045612" y="4982274"/>
            <a:ext cx="2646212" cy="461665"/>
          </a:xfrm>
          <a:prstGeom prst="rect">
            <a:avLst/>
          </a:prstGeom>
          <a:noFill/>
        </p:spPr>
        <p:txBody>
          <a:bodyPr wrap="square">
            <a:spAutoFit/>
          </a:bodyPr>
          <a:lstStyle/>
          <a:p>
            <a:pPr eaLnBrk="1" fontAlgn="auto" hangingPunct="1">
              <a:spcBef>
                <a:spcPts val="0"/>
              </a:spcBef>
              <a:spcAft>
                <a:spcPts val="0"/>
              </a:spcAft>
              <a:defRPr/>
            </a:pPr>
            <a:r>
              <a:rPr lang="fr-FR" sz="2400" dirty="0">
                <a:solidFill>
                  <a:schemeClr val="bg1"/>
                </a:solidFill>
                <a:latin typeface="Bahnschrift" panose="020B0502040204020203" pitchFamily="34" charset="0"/>
              </a:rPr>
              <a:t>Response</a:t>
            </a:r>
            <a:endParaRPr lang="fr-FR" sz="1800" dirty="0">
              <a:solidFill>
                <a:schemeClr val="bg1"/>
              </a:solidFill>
              <a:latin typeface="Bahnschrift" panose="020B0502040204020203" pitchFamily="34" charset="0"/>
            </a:endParaRPr>
          </a:p>
        </p:txBody>
      </p:sp>
      <p:sp>
        <p:nvSpPr>
          <p:cNvPr id="2" name="Title 1"/>
          <p:cNvSpPr>
            <a:spLocks noGrp="1"/>
          </p:cNvSpPr>
          <p:nvPr>
            <p:ph type="title"/>
          </p:nvPr>
        </p:nvSpPr>
        <p:spPr>
          <a:xfrm>
            <a:off x="1395954" y="649480"/>
            <a:ext cx="10422308" cy="512748"/>
          </a:xfrm>
        </p:spPr>
        <p:txBody>
          <a:bodyPr>
            <a:normAutofit fontScale="90000"/>
          </a:bodyPr>
          <a:lstStyle/>
          <a:p>
            <a:r>
              <a:rPr lang="en-GB" dirty="0">
                <a:solidFill>
                  <a:schemeClr val="accent1">
                    <a:lumMod val="50000"/>
                  </a:schemeClr>
                </a:solidFill>
              </a:rPr>
              <a:t>Automatisation de la </a:t>
            </a:r>
            <a:r>
              <a:rPr lang="fr-FR" dirty="0">
                <a:solidFill>
                  <a:schemeClr val="accent1">
                    <a:lumMod val="50000"/>
                  </a:schemeClr>
                </a:solidFill>
              </a:rPr>
              <a:t>sécurité</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28975" y="3594113"/>
            <a:ext cx="631854" cy="631854"/>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79425" y="2393975"/>
            <a:ext cx="530954" cy="530954"/>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10751" y="4893861"/>
            <a:ext cx="550078" cy="550078"/>
          </a:xfrm>
          <a:prstGeom prst="rect">
            <a:avLst/>
          </a:prstGeom>
        </p:spPr>
      </p:pic>
      <p:grpSp>
        <p:nvGrpSpPr>
          <p:cNvPr id="17" name="Group 16"/>
          <p:cNvGrpSpPr/>
          <p:nvPr/>
        </p:nvGrpSpPr>
        <p:grpSpPr>
          <a:xfrm>
            <a:off x="9779000" y="6376141"/>
            <a:ext cx="2274886" cy="258867"/>
            <a:chOff x="9059725" y="6505570"/>
            <a:chExt cx="2274886" cy="258867"/>
          </a:xfrm>
        </p:grpSpPr>
        <p:pic>
          <p:nvPicPr>
            <p:cNvPr id="13" name="Picture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59725" y="6505570"/>
              <a:ext cx="252235" cy="252235"/>
            </a:xfrm>
            <a:prstGeom prst="rect">
              <a:avLst/>
            </a:prstGeom>
          </p:spPr>
        </p:pic>
        <p:sp>
          <p:nvSpPr>
            <p:cNvPr id="15" name="Rectangle 14"/>
            <p:cNvSpPr/>
            <p:nvPr/>
          </p:nvSpPr>
          <p:spPr>
            <a:xfrm>
              <a:off x="9245578" y="6510521"/>
              <a:ext cx="2089033" cy="253916"/>
            </a:xfrm>
            <a:prstGeom prst="rect">
              <a:avLst/>
            </a:prstGeom>
          </p:spPr>
          <p:txBody>
            <a:bodyPr wrap="none">
              <a:spAutoFit/>
            </a:bodyPr>
            <a:lstStyle/>
            <a:p>
              <a:r>
                <a:rPr lang="en-US" altLang="fr-TN" sz="1050" dirty="0">
                  <a:latin typeface="Bahnschrift" panose="020B0502040204020203" pitchFamily="34" charset="0"/>
                </a:rPr>
                <a:t>ESG:</a:t>
              </a:r>
              <a:r>
                <a:rPr lang="en-US" altLang="fr-TN" sz="1050" dirty="0">
                  <a:solidFill>
                    <a:srgbClr val="4D5156"/>
                  </a:solidFill>
                  <a:latin typeface="Bahnschrift" panose="020B0502040204020203" pitchFamily="34" charset="0"/>
                </a:rPr>
                <a:t> Enterprise Strategy Group</a:t>
              </a:r>
              <a:endParaRPr lang="en-US" altLang="fr-TN" sz="1050" dirty="0">
                <a:latin typeface="Bahnschrift" panose="020B0502040204020203" pitchFamily="34" charset="0"/>
              </a:endParaRPr>
            </a:p>
          </p:txBody>
        </p:sp>
      </p:grpSp>
      <p:pic>
        <p:nvPicPr>
          <p:cNvPr id="19" name="Picture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8754" y="672995"/>
            <a:ext cx="457200" cy="457200"/>
          </a:xfrm>
          <a:prstGeom prst="rect">
            <a:avLst/>
          </a:prstGeom>
        </p:spPr>
      </p:pic>
      <p:sp>
        <p:nvSpPr>
          <p:cNvPr id="21" name="Slide Number Placeholder 20"/>
          <p:cNvSpPr>
            <a:spLocks noGrp="1"/>
          </p:cNvSpPr>
          <p:nvPr>
            <p:ph type="sldNum" sz="quarter" idx="12"/>
          </p:nvPr>
        </p:nvSpPr>
        <p:spPr/>
        <p:txBody>
          <a:bodyPr/>
          <a:lstStyle/>
          <a:p>
            <a:fld id="{AC03623B-441A-4B08-B43E-185D9FF53926}" type="slidenum">
              <a:rPr lang="en-US" smtClean="0"/>
              <a:pPr/>
              <a:t>2</a:t>
            </a:fld>
            <a:endParaRPr lang="en-US"/>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D9DE09-8DF9-61A6-248F-0F552822842F}"/>
              </a:ext>
            </a:extLst>
          </p:cNvPr>
          <p:cNvPicPr>
            <a:picLocks noChangeAspect="1"/>
          </p:cNvPicPr>
          <p:nvPr/>
        </p:nvPicPr>
        <p:blipFill>
          <a:blip r:embed="rId3"/>
          <a:stretch>
            <a:fillRect/>
          </a:stretch>
        </p:blipFill>
        <p:spPr>
          <a:xfrm>
            <a:off x="776017" y="2951385"/>
            <a:ext cx="2865668" cy="1499132"/>
          </a:xfrm>
          <a:prstGeom prst="rect">
            <a:avLst/>
          </a:prstGeom>
        </p:spPr>
      </p:pic>
      <p:sp>
        <p:nvSpPr>
          <p:cNvPr id="2" name="Title 1"/>
          <p:cNvSpPr>
            <a:spLocks noGrp="1"/>
          </p:cNvSpPr>
          <p:nvPr>
            <p:ph type="title"/>
          </p:nvPr>
        </p:nvSpPr>
        <p:spPr/>
        <p:txBody>
          <a:bodyPr>
            <a:normAutofit fontScale="90000"/>
          </a:bodyPr>
          <a:lstStyle/>
          <a:p>
            <a:r>
              <a:rPr lang="en-GB" dirty="0"/>
              <a:t>Présentation de l’organisme d’acceuil</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1075" y="667729"/>
            <a:ext cx="476250" cy="476250"/>
          </a:xfrm>
          <a:prstGeom prst="rect">
            <a:avLst/>
          </a:prstGeom>
        </p:spPr>
      </p:pic>
      <p:sp>
        <p:nvSpPr>
          <p:cNvPr id="12" name="Slide Number Placeholder 11"/>
          <p:cNvSpPr>
            <a:spLocks noGrp="1"/>
          </p:cNvSpPr>
          <p:nvPr>
            <p:ph type="sldNum" sz="quarter" idx="12"/>
          </p:nvPr>
        </p:nvSpPr>
        <p:spPr/>
        <p:txBody>
          <a:bodyPr/>
          <a:lstStyle/>
          <a:p>
            <a:fld id="{AC03623B-441A-4B08-B43E-185D9FF53926}" type="slidenum">
              <a:rPr lang="en-US" smtClean="0"/>
              <a:pPr/>
              <a:t>3</a:t>
            </a:fld>
            <a:endParaRPr lang="en-US"/>
          </a:p>
        </p:txBody>
      </p:sp>
      <p:sp>
        <p:nvSpPr>
          <p:cNvPr id="4" name="Rectangle 3"/>
          <p:cNvSpPr/>
          <p:nvPr/>
        </p:nvSpPr>
        <p:spPr>
          <a:xfrm>
            <a:off x="5231481" y="2263024"/>
            <a:ext cx="6096000" cy="646331"/>
          </a:xfrm>
          <a:prstGeom prst="rect">
            <a:avLst/>
          </a:prstGeom>
        </p:spPr>
        <p:txBody>
          <a:bodyPr>
            <a:spAutoFit/>
          </a:bodyPr>
          <a:lstStyle/>
          <a:p>
            <a:r>
              <a:rPr lang="fr-FR" altLang="fr-TN" dirty="0">
                <a:solidFill>
                  <a:srgbClr val="002060"/>
                </a:solidFill>
                <a:latin typeface="Bahnschrift" panose="020B0502040204020203" pitchFamily="34" charset="0"/>
                <a:cs typeface="Noto Sans" panose="020B0502040204020203" pitchFamily="34" charset="0"/>
              </a:rPr>
              <a:t>Société spécialisée dans les solutions d'infrastructure informatique sécurisée et les services cloud</a:t>
            </a:r>
          </a:p>
        </p:txBody>
      </p:sp>
      <p:sp>
        <p:nvSpPr>
          <p:cNvPr id="29" name="Rectangle 28"/>
          <p:cNvSpPr/>
          <p:nvPr/>
        </p:nvSpPr>
        <p:spPr>
          <a:xfrm>
            <a:off x="5231481" y="3449800"/>
            <a:ext cx="6096000" cy="646331"/>
          </a:xfrm>
          <a:prstGeom prst="rect">
            <a:avLst/>
          </a:prstGeom>
        </p:spPr>
        <p:txBody>
          <a:bodyPr>
            <a:spAutoFit/>
          </a:bodyPr>
          <a:lstStyle/>
          <a:p>
            <a:r>
              <a:rPr lang="fr-FR" altLang="fr-TN" dirty="0">
                <a:solidFill>
                  <a:srgbClr val="002060"/>
                </a:solidFill>
                <a:latin typeface="Bahnschrift" panose="020B0502040204020203" pitchFamily="34" charset="0"/>
                <a:cs typeface="Noto Sans" panose="020B0502040204020203" pitchFamily="34" charset="0"/>
              </a:rPr>
              <a:t>Offre des services aux entreprises en cloud </a:t>
            </a:r>
            <a:r>
              <a:rPr lang="fr-FR" altLang="fr-TN" dirty="0" err="1">
                <a:solidFill>
                  <a:srgbClr val="002060"/>
                </a:solidFill>
                <a:latin typeface="Bahnschrift" panose="020B0502040204020203" pitchFamily="34" charset="0"/>
                <a:cs typeface="Noto Sans" panose="020B0502040204020203" pitchFamily="34" charset="0"/>
              </a:rPr>
              <a:t>computing</a:t>
            </a:r>
            <a:r>
              <a:rPr lang="fr-FR" altLang="fr-TN" dirty="0">
                <a:solidFill>
                  <a:srgbClr val="002060"/>
                </a:solidFill>
                <a:latin typeface="Bahnschrift" panose="020B0502040204020203" pitchFamily="34" charset="0"/>
                <a:cs typeface="Noto Sans" panose="020B0502040204020203" pitchFamily="34" charset="0"/>
              </a:rPr>
              <a:t> , </a:t>
            </a:r>
            <a:r>
              <a:rPr lang="fr-FR" altLang="fr-TN" dirty="0" err="1">
                <a:solidFill>
                  <a:srgbClr val="002060"/>
                </a:solidFill>
                <a:latin typeface="Bahnschrift" panose="020B0502040204020203" pitchFamily="34" charset="0"/>
                <a:cs typeface="Noto Sans" panose="020B0502040204020203" pitchFamily="34" charset="0"/>
              </a:rPr>
              <a:t>securité</a:t>
            </a:r>
            <a:r>
              <a:rPr lang="fr-FR" altLang="fr-TN" dirty="0">
                <a:solidFill>
                  <a:srgbClr val="002060"/>
                </a:solidFill>
                <a:latin typeface="Bahnschrift" panose="020B0502040204020203" pitchFamily="34" charset="0"/>
                <a:cs typeface="Noto Sans" panose="020B0502040204020203" pitchFamily="34" charset="0"/>
              </a:rPr>
              <a:t> informatique et </a:t>
            </a:r>
            <a:r>
              <a:rPr lang="fr-FR" altLang="fr-TN" dirty="0" err="1">
                <a:solidFill>
                  <a:srgbClr val="002060"/>
                </a:solidFill>
                <a:latin typeface="Bahnschrift" panose="020B0502040204020203" pitchFamily="34" charset="0"/>
                <a:cs typeface="Noto Sans" panose="020B0502040204020203" pitchFamily="34" charset="0"/>
              </a:rPr>
              <a:t>infogerance</a:t>
            </a:r>
            <a:endParaRPr lang="fr-FR" altLang="fr-TN" dirty="0">
              <a:solidFill>
                <a:srgbClr val="002060"/>
              </a:solidFill>
              <a:latin typeface="Bahnschrift" panose="020B0502040204020203" pitchFamily="34" charset="0"/>
              <a:cs typeface="Noto Sans" panose="020B0502040204020203" pitchFamily="34" charset="0"/>
            </a:endParaRPr>
          </a:p>
        </p:txBody>
      </p:sp>
      <p:sp>
        <p:nvSpPr>
          <p:cNvPr id="38" name="Rectangle 37"/>
          <p:cNvSpPr/>
          <p:nvPr/>
        </p:nvSpPr>
        <p:spPr>
          <a:xfrm>
            <a:off x="5231481" y="4804905"/>
            <a:ext cx="6096000" cy="369332"/>
          </a:xfrm>
          <a:prstGeom prst="rect">
            <a:avLst/>
          </a:prstGeom>
        </p:spPr>
        <p:txBody>
          <a:bodyPr>
            <a:spAutoFit/>
          </a:bodyPr>
          <a:lstStyle/>
          <a:p>
            <a:r>
              <a:rPr lang="fr-FR" altLang="fr-TN" dirty="0" err="1">
                <a:solidFill>
                  <a:srgbClr val="002060"/>
                </a:solidFill>
                <a:latin typeface="Bahnschrift" panose="020B0502040204020203" pitchFamily="34" charset="0"/>
                <a:cs typeface="Noto Sans" panose="020B0502040204020203" pitchFamily="34" charset="0"/>
              </a:rPr>
              <a:t>Parmis</a:t>
            </a:r>
            <a:r>
              <a:rPr lang="fr-FR" altLang="fr-TN" dirty="0">
                <a:solidFill>
                  <a:srgbClr val="002060"/>
                </a:solidFill>
                <a:latin typeface="Bahnschrift" panose="020B0502040204020203" pitchFamily="34" charset="0"/>
                <a:cs typeface="Noto Sans" panose="020B0502040204020203" pitchFamily="34" charset="0"/>
              </a:rPr>
              <a:t> les leaders en Tunisie dans le domaine de cloud</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3112" y="4509137"/>
            <a:ext cx="1053131" cy="1053131"/>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63793" y="3246546"/>
            <a:ext cx="1052838" cy="1052838"/>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85117" y="2148064"/>
            <a:ext cx="1031514" cy="10315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201735" y="2381258"/>
            <a:ext cx="3281788" cy="3170363"/>
            <a:chOff x="1833461" y="2350751"/>
            <a:chExt cx="3281788" cy="3170363"/>
          </a:xfrm>
        </p:grpSpPr>
        <p:sp>
          <p:nvSpPr>
            <p:cNvPr id="20" name="Oval 19">
              <a:extLst>
                <a:ext uri="{FF2B5EF4-FFF2-40B4-BE49-F238E27FC236}">
                  <a16:creationId xmlns:a16="http://schemas.microsoft.com/office/drawing/2014/main" id="{D51F7BB5-53E3-190C-C8A7-01CC4FE3E42B}"/>
                </a:ext>
              </a:extLst>
            </p:cNvPr>
            <p:cNvSpPr/>
            <p:nvPr/>
          </p:nvSpPr>
          <p:spPr>
            <a:xfrm>
              <a:off x="1833461" y="5189201"/>
              <a:ext cx="3281788" cy="331913"/>
            </a:xfrm>
            <a:prstGeom prst="ellipse">
              <a:avLst/>
            </a:prstGeom>
            <a:solidFill>
              <a:schemeClr val="tx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grpSp>
          <p:nvGrpSpPr>
            <p:cNvPr id="9219" name="Group 21">
              <a:extLst>
                <a:ext uri="{FF2B5EF4-FFF2-40B4-BE49-F238E27FC236}">
                  <a16:creationId xmlns:a16="http://schemas.microsoft.com/office/drawing/2014/main" id="{60A2A4C4-D983-1923-CF0A-211ABF5C4BBB}"/>
                </a:ext>
              </a:extLst>
            </p:cNvPr>
            <p:cNvGrpSpPr>
              <a:grpSpLocks/>
            </p:cNvGrpSpPr>
            <p:nvPr/>
          </p:nvGrpSpPr>
          <p:grpSpPr bwMode="auto">
            <a:xfrm>
              <a:off x="2003425" y="2350751"/>
              <a:ext cx="2969050" cy="2990850"/>
              <a:chOff x="2840038" y="3103563"/>
              <a:chExt cx="1733551" cy="1746251"/>
            </a:xfrm>
            <a:solidFill>
              <a:srgbClr val="477EEC"/>
            </a:solidFill>
          </p:grpSpPr>
          <p:sp>
            <p:nvSpPr>
              <p:cNvPr id="23" name="Freeform 5">
                <a:extLst>
                  <a:ext uri="{FF2B5EF4-FFF2-40B4-BE49-F238E27FC236}">
                    <a16:creationId xmlns:a16="http://schemas.microsoft.com/office/drawing/2014/main" id="{3E84EE57-B0AF-AB6C-0F26-696AA31F9835}"/>
                  </a:ext>
                </a:extLst>
              </p:cNvPr>
              <p:cNvSpPr>
                <a:spLocks/>
              </p:cNvSpPr>
              <p:nvPr/>
            </p:nvSpPr>
            <p:spPr bwMode="auto">
              <a:xfrm>
                <a:off x="2874828" y="3103563"/>
                <a:ext cx="760285" cy="878217"/>
              </a:xfrm>
              <a:custGeom>
                <a:avLst/>
                <a:gdLst>
                  <a:gd name="T0" fmla="*/ 26 w 238"/>
                  <a:gd name="T1" fmla="*/ 275 h 275"/>
                  <a:gd name="T2" fmla="*/ 4 w 238"/>
                  <a:gd name="T3" fmla="*/ 197 h 275"/>
                  <a:gd name="T4" fmla="*/ 41 w 238"/>
                  <a:gd name="T5" fmla="*/ 123 h 275"/>
                  <a:gd name="T6" fmla="*/ 91 w 238"/>
                  <a:gd name="T7" fmla="*/ 71 h 275"/>
                  <a:gd name="T8" fmla="*/ 93 w 238"/>
                  <a:gd name="T9" fmla="*/ 69 h 275"/>
                  <a:gd name="T10" fmla="*/ 109 w 238"/>
                  <a:gd name="T11" fmla="*/ 63 h 275"/>
                  <a:gd name="T12" fmla="*/ 155 w 238"/>
                  <a:gd name="T13" fmla="*/ 28 h 275"/>
                  <a:gd name="T14" fmla="*/ 160 w 238"/>
                  <a:gd name="T15" fmla="*/ 20 h 275"/>
                  <a:gd name="T16" fmla="*/ 174 w 238"/>
                  <a:gd name="T17" fmla="*/ 5 h 275"/>
                  <a:gd name="T18" fmla="*/ 193 w 238"/>
                  <a:gd name="T19" fmla="*/ 5 h 275"/>
                  <a:gd name="T20" fmla="*/ 234 w 238"/>
                  <a:gd name="T21" fmla="*/ 46 h 275"/>
                  <a:gd name="T22" fmla="*/ 234 w 238"/>
                  <a:gd name="T23" fmla="*/ 60 h 275"/>
                  <a:gd name="T24" fmla="*/ 214 w 238"/>
                  <a:gd name="T25" fmla="*/ 83 h 275"/>
                  <a:gd name="T26" fmla="*/ 200 w 238"/>
                  <a:gd name="T27" fmla="*/ 88 h 275"/>
                  <a:gd name="T28" fmla="*/ 177 w 238"/>
                  <a:gd name="T29" fmla="*/ 141 h 275"/>
                  <a:gd name="T30" fmla="*/ 183 w 238"/>
                  <a:gd name="T31" fmla="*/ 159 h 275"/>
                  <a:gd name="T32" fmla="*/ 182 w 238"/>
                  <a:gd name="T33" fmla="*/ 164 h 275"/>
                  <a:gd name="T34" fmla="*/ 137 w 238"/>
                  <a:gd name="T35" fmla="*/ 209 h 275"/>
                  <a:gd name="T36" fmla="*/ 132 w 238"/>
                  <a:gd name="T37" fmla="*/ 210 h 275"/>
                  <a:gd name="T38" fmla="*/ 105 w 238"/>
                  <a:gd name="T39" fmla="*/ 193 h 275"/>
                  <a:gd name="T40" fmla="*/ 61 w 238"/>
                  <a:gd name="T41" fmla="*/ 187 h 275"/>
                  <a:gd name="T42" fmla="*/ 39 w 238"/>
                  <a:gd name="T43" fmla="*/ 207 h 275"/>
                  <a:gd name="T44" fmla="*/ 26 w 238"/>
                  <a:gd name="T45" fmla="*/ 267 h 275"/>
                  <a:gd name="T46" fmla="*/ 26 w 238"/>
                  <a:gd name="T47"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275">
                    <a:moveTo>
                      <a:pt x="26" y="275"/>
                    </a:moveTo>
                    <a:cubicBezTo>
                      <a:pt x="8" y="252"/>
                      <a:pt x="0" y="226"/>
                      <a:pt x="4" y="197"/>
                    </a:cubicBezTo>
                    <a:cubicBezTo>
                      <a:pt x="8" y="169"/>
                      <a:pt x="21" y="144"/>
                      <a:pt x="41" y="123"/>
                    </a:cubicBezTo>
                    <a:cubicBezTo>
                      <a:pt x="57" y="106"/>
                      <a:pt x="75" y="88"/>
                      <a:pt x="91" y="71"/>
                    </a:cubicBezTo>
                    <a:cubicBezTo>
                      <a:pt x="92" y="70"/>
                      <a:pt x="92" y="70"/>
                      <a:pt x="93" y="69"/>
                    </a:cubicBezTo>
                    <a:cubicBezTo>
                      <a:pt x="97" y="65"/>
                      <a:pt x="102" y="63"/>
                      <a:pt x="109" y="63"/>
                    </a:cubicBezTo>
                    <a:cubicBezTo>
                      <a:pt x="131" y="64"/>
                      <a:pt x="149" y="51"/>
                      <a:pt x="155" y="28"/>
                    </a:cubicBezTo>
                    <a:cubicBezTo>
                      <a:pt x="156" y="25"/>
                      <a:pt x="158" y="22"/>
                      <a:pt x="160" y="20"/>
                    </a:cubicBezTo>
                    <a:cubicBezTo>
                      <a:pt x="164" y="15"/>
                      <a:pt x="169" y="10"/>
                      <a:pt x="174" y="5"/>
                    </a:cubicBezTo>
                    <a:cubicBezTo>
                      <a:pt x="180" y="0"/>
                      <a:pt x="187" y="0"/>
                      <a:pt x="193" y="5"/>
                    </a:cubicBezTo>
                    <a:cubicBezTo>
                      <a:pt x="207" y="18"/>
                      <a:pt x="220" y="32"/>
                      <a:pt x="234" y="46"/>
                    </a:cubicBezTo>
                    <a:cubicBezTo>
                      <a:pt x="238" y="50"/>
                      <a:pt x="237" y="56"/>
                      <a:pt x="234" y="60"/>
                    </a:cubicBezTo>
                    <a:cubicBezTo>
                      <a:pt x="228" y="68"/>
                      <a:pt x="222" y="76"/>
                      <a:pt x="214" y="83"/>
                    </a:cubicBezTo>
                    <a:cubicBezTo>
                      <a:pt x="211" y="86"/>
                      <a:pt x="204" y="86"/>
                      <a:pt x="200" y="88"/>
                    </a:cubicBezTo>
                    <a:cubicBezTo>
                      <a:pt x="179" y="98"/>
                      <a:pt x="171" y="121"/>
                      <a:pt x="177" y="141"/>
                    </a:cubicBezTo>
                    <a:cubicBezTo>
                      <a:pt x="178" y="147"/>
                      <a:pt x="181" y="153"/>
                      <a:pt x="183" y="159"/>
                    </a:cubicBezTo>
                    <a:cubicBezTo>
                      <a:pt x="183" y="161"/>
                      <a:pt x="183" y="163"/>
                      <a:pt x="182" y="164"/>
                    </a:cubicBezTo>
                    <a:cubicBezTo>
                      <a:pt x="167" y="179"/>
                      <a:pt x="152" y="194"/>
                      <a:pt x="137" y="209"/>
                    </a:cubicBezTo>
                    <a:cubicBezTo>
                      <a:pt x="136" y="210"/>
                      <a:pt x="133" y="210"/>
                      <a:pt x="132" y="210"/>
                    </a:cubicBezTo>
                    <a:cubicBezTo>
                      <a:pt x="123" y="204"/>
                      <a:pt x="114" y="198"/>
                      <a:pt x="105" y="193"/>
                    </a:cubicBezTo>
                    <a:cubicBezTo>
                      <a:pt x="91" y="187"/>
                      <a:pt x="76" y="182"/>
                      <a:pt x="61" y="187"/>
                    </a:cubicBezTo>
                    <a:cubicBezTo>
                      <a:pt x="51" y="191"/>
                      <a:pt x="44" y="198"/>
                      <a:pt x="39" y="207"/>
                    </a:cubicBezTo>
                    <a:cubicBezTo>
                      <a:pt x="29" y="226"/>
                      <a:pt x="26" y="246"/>
                      <a:pt x="26" y="267"/>
                    </a:cubicBezTo>
                    <a:cubicBezTo>
                      <a:pt x="26" y="270"/>
                      <a:pt x="26" y="272"/>
                      <a:pt x="26" y="275"/>
                    </a:cubicBezTo>
                    <a:close/>
                  </a:path>
                </a:pathLst>
              </a:custGeom>
              <a:grpFill/>
              <a:ln>
                <a:noFill/>
              </a:ln>
            </p:spPr>
            <p:txBody>
              <a:bodyPr/>
              <a:lstStyle/>
              <a:p>
                <a:pPr eaLnBrk="1" fontAlgn="auto" hangingPunct="1">
                  <a:spcBef>
                    <a:spcPts val="0"/>
                  </a:spcBef>
                  <a:spcAft>
                    <a:spcPts val="0"/>
                  </a:spcAft>
                  <a:defRPr/>
                </a:pPr>
                <a:endParaRPr lang="en-US">
                  <a:latin typeface="+mn-lt"/>
                </a:endParaRPr>
              </a:p>
            </p:txBody>
          </p:sp>
          <p:sp>
            <p:nvSpPr>
              <p:cNvPr id="9227" name="Freeform 6">
                <a:extLst>
                  <a:ext uri="{FF2B5EF4-FFF2-40B4-BE49-F238E27FC236}">
                    <a16:creationId xmlns:a16="http://schemas.microsoft.com/office/drawing/2014/main" id="{1C017C52-22BB-168D-8019-20975EFA6812}"/>
                  </a:ext>
                </a:extLst>
              </p:cNvPr>
              <p:cNvSpPr>
                <a:spLocks/>
              </p:cNvSpPr>
              <p:nvPr/>
            </p:nvSpPr>
            <p:spPr bwMode="auto">
              <a:xfrm>
                <a:off x="2840038" y="4019551"/>
                <a:ext cx="839788" cy="830263"/>
              </a:xfrm>
              <a:custGeom>
                <a:avLst/>
                <a:gdLst>
                  <a:gd name="T0" fmla="*/ 839788 w 263"/>
                  <a:gd name="T1" fmla="*/ 182019 h 260"/>
                  <a:gd name="T2" fmla="*/ 763153 w 263"/>
                  <a:gd name="T3" fmla="*/ 258659 h 260"/>
                  <a:gd name="T4" fmla="*/ 600305 w 263"/>
                  <a:gd name="T5" fmla="*/ 424711 h 260"/>
                  <a:gd name="T6" fmla="*/ 526863 w 263"/>
                  <a:gd name="T7" fmla="*/ 552444 h 260"/>
                  <a:gd name="T8" fmla="*/ 456615 w 263"/>
                  <a:gd name="T9" fmla="*/ 712110 h 260"/>
                  <a:gd name="T10" fmla="*/ 360821 w 263"/>
                  <a:gd name="T11" fmla="*/ 791943 h 260"/>
                  <a:gd name="T12" fmla="*/ 280994 w 263"/>
                  <a:gd name="T13" fmla="*/ 827070 h 260"/>
                  <a:gd name="T14" fmla="*/ 255449 w 263"/>
                  <a:gd name="T15" fmla="*/ 820683 h 260"/>
                  <a:gd name="T16" fmla="*/ 258642 w 263"/>
                  <a:gd name="T17" fmla="*/ 798330 h 260"/>
                  <a:gd name="T18" fmla="*/ 344856 w 263"/>
                  <a:gd name="T19" fmla="*/ 680177 h 260"/>
                  <a:gd name="T20" fmla="*/ 341663 w 263"/>
                  <a:gd name="T21" fmla="*/ 565218 h 260"/>
                  <a:gd name="T22" fmla="*/ 233097 w 263"/>
                  <a:gd name="T23" fmla="*/ 485385 h 260"/>
                  <a:gd name="T24" fmla="*/ 134111 w 263"/>
                  <a:gd name="T25" fmla="*/ 517318 h 260"/>
                  <a:gd name="T26" fmla="*/ 41510 w 263"/>
                  <a:gd name="T27" fmla="*/ 638664 h 260"/>
                  <a:gd name="T28" fmla="*/ 31931 w 263"/>
                  <a:gd name="T29" fmla="*/ 651437 h 260"/>
                  <a:gd name="T30" fmla="*/ 12772 w 263"/>
                  <a:gd name="T31" fmla="*/ 648244 h 260"/>
                  <a:gd name="T32" fmla="*/ 6386 w 263"/>
                  <a:gd name="T33" fmla="*/ 632277 h 260"/>
                  <a:gd name="T34" fmla="*/ 22352 w 263"/>
                  <a:gd name="T35" fmla="*/ 466225 h 260"/>
                  <a:gd name="T36" fmla="*/ 178814 w 263"/>
                  <a:gd name="T37" fmla="*/ 341685 h 260"/>
                  <a:gd name="T38" fmla="*/ 344856 w 263"/>
                  <a:gd name="T39" fmla="*/ 296979 h 260"/>
                  <a:gd name="T40" fmla="*/ 437456 w 263"/>
                  <a:gd name="T41" fmla="*/ 220339 h 260"/>
                  <a:gd name="T42" fmla="*/ 648201 w 263"/>
                  <a:gd name="T43" fmla="*/ 6387 h 260"/>
                  <a:gd name="T44" fmla="*/ 667360 w 263"/>
                  <a:gd name="T45" fmla="*/ 6387 h 260"/>
                  <a:gd name="T46" fmla="*/ 718450 w 263"/>
                  <a:gd name="T47" fmla="*/ 57480 h 260"/>
                  <a:gd name="T48" fmla="*/ 715257 w 263"/>
                  <a:gd name="T49" fmla="*/ 76640 h 260"/>
                  <a:gd name="T50" fmla="*/ 395946 w 263"/>
                  <a:gd name="T51" fmla="*/ 395972 h 260"/>
                  <a:gd name="T52" fmla="*/ 392753 w 263"/>
                  <a:gd name="T53" fmla="*/ 440678 h 260"/>
                  <a:gd name="T54" fmla="*/ 437456 w 263"/>
                  <a:gd name="T55" fmla="*/ 437485 h 260"/>
                  <a:gd name="T56" fmla="*/ 756767 w 263"/>
                  <a:gd name="T57" fmla="*/ 118153 h 260"/>
                  <a:gd name="T58" fmla="*/ 779119 w 263"/>
                  <a:gd name="T59" fmla="*/ 118153 h 260"/>
                  <a:gd name="T60" fmla="*/ 839788 w 263"/>
                  <a:gd name="T61" fmla="*/ 182019 h 26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63" h="260">
                    <a:moveTo>
                      <a:pt x="263" y="57"/>
                    </a:moveTo>
                    <a:cubicBezTo>
                      <a:pt x="255" y="65"/>
                      <a:pt x="247" y="73"/>
                      <a:pt x="239" y="81"/>
                    </a:cubicBezTo>
                    <a:cubicBezTo>
                      <a:pt x="222" y="98"/>
                      <a:pt x="205" y="115"/>
                      <a:pt x="188" y="133"/>
                    </a:cubicBezTo>
                    <a:cubicBezTo>
                      <a:pt x="177" y="144"/>
                      <a:pt x="171" y="159"/>
                      <a:pt x="165" y="173"/>
                    </a:cubicBezTo>
                    <a:cubicBezTo>
                      <a:pt x="158" y="190"/>
                      <a:pt x="153" y="208"/>
                      <a:pt x="143" y="223"/>
                    </a:cubicBezTo>
                    <a:cubicBezTo>
                      <a:pt x="135" y="235"/>
                      <a:pt x="124" y="242"/>
                      <a:pt x="113" y="248"/>
                    </a:cubicBezTo>
                    <a:cubicBezTo>
                      <a:pt x="105" y="252"/>
                      <a:pt x="96" y="255"/>
                      <a:pt x="88" y="259"/>
                    </a:cubicBezTo>
                    <a:cubicBezTo>
                      <a:pt x="85" y="260"/>
                      <a:pt x="82" y="260"/>
                      <a:pt x="80" y="257"/>
                    </a:cubicBezTo>
                    <a:cubicBezTo>
                      <a:pt x="80" y="255"/>
                      <a:pt x="80" y="252"/>
                      <a:pt x="81" y="250"/>
                    </a:cubicBezTo>
                    <a:cubicBezTo>
                      <a:pt x="90" y="237"/>
                      <a:pt x="99" y="225"/>
                      <a:pt x="108" y="213"/>
                    </a:cubicBezTo>
                    <a:cubicBezTo>
                      <a:pt x="119" y="199"/>
                      <a:pt x="115" y="187"/>
                      <a:pt x="107" y="177"/>
                    </a:cubicBezTo>
                    <a:cubicBezTo>
                      <a:pt x="98" y="166"/>
                      <a:pt x="87" y="157"/>
                      <a:pt x="73" y="152"/>
                    </a:cubicBezTo>
                    <a:cubicBezTo>
                      <a:pt x="62" y="148"/>
                      <a:pt x="50" y="149"/>
                      <a:pt x="42" y="162"/>
                    </a:cubicBezTo>
                    <a:cubicBezTo>
                      <a:pt x="33" y="175"/>
                      <a:pt x="23" y="188"/>
                      <a:pt x="13" y="200"/>
                    </a:cubicBezTo>
                    <a:cubicBezTo>
                      <a:pt x="12" y="202"/>
                      <a:pt x="11" y="203"/>
                      <a:pt x="10" y="204"/>
                    </a:cubicBezTo>
                    <a:cubicBezTo>
                      <a:pt x="7" y="206"/>
                      <a:pt x="5" y="206"/>
                      <a:pt x="4" y="203"/>
                    </a:cubicBezTo>
                    <a:cubicBezTo>
                      <a:pt x="3" y="201"/>
                      <a:pt x="2" y="199"/>
                      <a:pt x="2" y="198"/>
                    </a:cubicBezTo>
                    <a:cubicBezTo>
                      <a:pt x="0" y="180"/>
                      <a:pt x="0" y="163"/>
                      <a:pt x="7" y="146"/>
                    </a:cubicBezTo>
                    <a:cubicBezTo>
                      <a:pt x="16" y="124"/>
                      <a:pt x="31" y="109"/>
                      <a:pt x="56" y="107"/>
                    </a:cubicBezTo>
                    <a:cubicBezTo>
                      <a:pt x="74" y="105"/>
                      <a:pt x="92" y="102"/>
                      <a:pt x="108" y="93"/>
                    </a:cubicBezTo>
                    <a:cubicBezTo>
                      <a:pt x="119" y="87"/>
                      <a:pt x="128" y="78"/>
                      <a:pt x="137" y="69"/>
                    </a:cubicBezTo>
                    <a:cubicBezTo>
                      <a:pt x="159" y="47"/>
                      <a:pt x="181" y="25"/>
                      <a:pt x="203" y="2"/>
                    </a:cubicBezTo>
                    <a:cubicBezTo>
                      <a:pt x="205" y="0"/>
                      <a:pt x="207" y="0"/>
                      <a:pt x="209" y="2"/>
                    </a:cubicBezTo>
                    <a:cubicBezTo>
                      <a:pt x="214" y="8"/>
                      <a:pt x="219" y="13"/>
                      <a:pt x="225" y="18"/>
                    </a:cubicBezTo>
                    <a:cubicBezTo>
                      <a:pt x="227" y="20"/>
                      <a:pt x="227" y="22"/>
                      <a:pt x="224" y="24"/>
                    </a:cubicBezTo>
                    <a:cubicBezTo>
                      <a:pt x="191" y="57"/>
                      <a:pt x="158" y="91"/>
                      <a:pt x="124" y="124"/>
                    </a:cubicBezTo>
                    <a:cubicBezTo>
                      <a:pt x="120" y="129"/>
                      <a:pt x="119" y="134"/>
                      <a:pt x="123" y="138"/>
                    </a:cubicBezTo>
                    <a:cubicBezTo>
                      <a:pt x="127" y="142"/>
                      <a:pt x="132" y="142"/>
                      <a:pt x="137" y="137"/>
                    </a:cubicBezTo>
                    <a:cubicBezTo>
                      <a:pt x="170" y="104"/>
                      <a:pt x="204" y="70"/>
                      <a:pt x="237" y="37"/>
                    </a:cubicBezTo>
                    <a:cubicBezTo>
                      <a:pt x="240" y="34"/>
                      <a:pt x="241" y="34"/>
                      <a:pt x="244" y="37"/>
                    </a:cubicBezTo>
                    <a:cubicBezTo>
                      <a:pt x="250" y="44"/>
                      <a:pt x="256" y="50"/>
                      <a:pt x="263" y="57"/>
                    </a:cubicBezTo>
                    <a:close/>
                  </a:path>
                </a:pathLst>
              </a:custGeom>
              <a:solidFill>
                <a:srgbClr val="90D7F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sp>
            <p:nvSpPr>
              <p:cNvPr id="25" name="Freeform 7">
                <a:extLst>
                  <a:ext uri="{FF2B5EF4-FFF2-40B4-BE49-F238E27FC236}">
                    <a16:creationId xmlns:a16="http://schemas.microsoft.com/office/drawing/2014/main" id="{9475BB2A-56AD-D1BF-8513-6288BAF68A80}"/>
                  </a:ext>
                </a:extLst>
              </p:cNvPr>
              <p:cNvSpPr>
                <a:spLocks/>
              </p:cNvSpPr>
              <p:nvPr/>
            </p:nvSpPr>
            <p:spPr bwMode="auto">
              <a:xfrm>
                <a:off x="3822638" y="4138756"/>
                <a:ext cx="700039" cy="698331"/>
              </a:xfrm>
              <a:custGeom>
                <a:avLst/>
                <a:gdLst>
                  <a:gd name="T0" fmla="*/ 104 w 219"/>
                  <a:gd name="T1" fmla="*/ 162 h 219"/>
                  <a:gd name="T2" fmla="*/ 16 w 219"/>
                  <a:gd name="T3" fmla="*/ 73 h 219"/>
                  <a:gd name="T4" fmla="*/ 4 w 219"/>
                  <a:gd name="T5" fmla="*/ 62 h 219"/>
                  <a:gd name="T6" fmla="*/ 5 w 219"/>
                  <a:gd name="T7" fmla="*/ 48 h 219"/>
                  <a:gd name="T8" fmla="*/ 48 w 219"/>
                  <a:gd name="T9" fmla="*/ 4 h 219"/>
                  <a:gd name="T10" fmla="*/ 62 w 219"/>
                  <a:gd name="T11" fmla="*/ 5 h 219"/>
                  <a:gd name="T12" fmla="*/ 214 w 219"/>
                  <a:gd name="T13" fmla="*/ 157 h 219"/>
                  <a:gd name="T14" fmla="*/ 214 w 219"/>
                  <a:gd name="T15" fmla="*/ 172 h 219"/>
                  <a:gd name="T16" fmla="*/ 171 w 219"/>
                  <a:gd name="T17" fmla="*/ 215 h 219"/>
                  <a:gd name="T18" fmla="*/ 158 w 219"/>
                  <a:gd name="T19" fmla="*/ 215 h 219"/>
                  <a:gd name="T20" fmla="*/ 104 w 219"/>
                  <a:gd name="T21" fmla="*/ 16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219">
                    <a:moveTo>
                      <a:pt x="104" y="162"/>
                    </a:moveTo>
                    <a:cubicBezTo>
                      <a:pt x="75" y="132"/>
                      <a:pt x="45" y="103"/>
                      <a:pt x="16" y="73"/>
                    </a:cubicBezTo>
                    <a:cubicBezTo>
                      <a:pt x="12" y="70"/>
                      <a:pt x="8" y="66"/>
                      <a:pt x="4" y="62"/>
                    </a:cubicBezTo>
                    <a:cubicBezTo>
                      <a:pt x="0" y="57"/>
                      <a:pt x="0" y="52"/>
                      <a:pt x="5" y="48"/>
                    </a:cubicBezTo>
                    <a:cubicBezTo>
                      <a:pt x="19" y="33"/>
                      <a:pt x="33" y="19"/>
                      <a:pt x="48" y="4"/>
                    </a:cubicBezTo>
                    <a:cubicBezTo>
                      <a:pt x="53" y="0"/>
                      <a:pt x="57" y="0"/>
                      <a:pt x="62" y="5"/>
                    </a:cubicBezTo>
                    <a:cubicBezTo>
                      <a:pt x="113" y="55"/>
                      <a:pt x="164" y="106"/>
                      <a:pt x="214" y="157"/>
                    </a:cubicBezTo>
                    <a:cubicBezTo>
                      <a:pt x="219" y="162"/>
                      <a:pt x="219" y="167"/>
                      <a:pt x="214" y="172"/>
                    </a:cubicBezTo>
                    <a:cubicBezTo>
                      <a:pt x="200" y="186"/>
                      <a:pt x="185" y="201"/>
                      <a:pt x="171" y="215"/>
                    </a:cubicBezTo>
                    <a:cubicBezTo>
                      <a:pt x="167" y="219"/>
                      <a:pt x="162" y="219"/>
                      <a:pt x="158" y="215"/>
                    </a:cubicBezTo>
                    <a:cubicBezTo>
                      <a:pt x="145" y="203"/>
                      <a:pt x="105" y="163"/>
                      <a:pt x="104" y="162"/>
                    </a:cubicBezTo>
                    <a:close/>
                  </a:path>
                </a:pathLst>
              </a:custGeom>
              <a:grpFill/>
              <a:ln>
                <a:noFill/>
              </a:ln>
            </p:spPr>
            <p:txBody>
              <a:bodyPr/>
              <a:lstStyle/>
              <a:p>
                <a:pPr eaLnBrk="1" fontAlgn="auto" hangingPunct="1">
                  <a:spcBef>
                    <a:spcPts val="0"/>
                  </a:spcBef>
                  <a:spcAft>
                    <a:spcPts val="0"/>
                  </a:spcAft>
                  <a:defRPr/>
                </a:pPr>
                <a:endParaRPr lang="en-US" dirty="0">
                  <a:latin typeface="+mn-lt"/>
                </a:endParaRPr>
              </a:p>
            </p:txBody>
          </p:sp>
          <p:sp>
            <p:nvSpPr>
              <p:cNvPr id="26" name="Freeform 8">
                <a:extLst>
                  <a:ext uri="{FF2B5EF4-FFF2-40B4-BE49-F238E27FC236}">
                    <a16:creationId xmlns:a16="http://schemas.microsoft.com/office/drawing/2014/main" id="{92D2A9D4-6D16-9AC5-C681-C9F6F58AD3F1}"/>
                  </a:ext>
                </a:extLst>
              </p:cNvPr>
              <p:cNvSpPr>
                <a:spLocks/>
              </p:cNvSpPr>
              <p:nvPr/>
            </p:nvSpPr>
            <p:spPr bwMode="auto">
              <a:xfrm>
                <a:off x="3366976" y="3672071"/>
                <a:ext cx="577851" cy="577841"/>
              </a:xfrm>
              <a:custGeom>
                <a:avLst/>
                <a:gdLst>
                  <a:gd name="T0" fmla="*/ 104 w 181"/>
                  <a:gd name="T1" fmla="*/ 147 h 181"/>
                  <a:gd name="T2" fmla="*/ 13 w 181"/>
                  <a:gd name="T3" fmla="*/ 55 h 181"/>
                  <a:gd name="T4" fmla="*/ 0 w 181"/>
                  <a:gd name="T5" fmla="*/ 42 h 181"/>
                  <a:gd name="T6" fmla="*/ 42 w 181"/>
                  <a:gd name="T7" fmla="*/ 0 h 181"/>
                  <a:gd name="T8" fmla="*/ 181 w 181"/>
                  <a:gd name="T9" fmla="*/ 140 h 181"/>
                  <a:gd name="T10" fmla="*/ 154 w 181"/>
                  <a:gd name="T11" fmla="*/ 167 h 181"/>
                  <a:gd name="T12" fmla="*/ 139 w 181"/>
                  <a:gd name="T13" fmla="*/ 181 h 181"/>
                  <a:gd name="T14" fmla="*/ 131 w 181"/>
                  <a:gd name="T15" fmla="*/ 173 h 181"/>
                  <a:gd name="T16" fmla="*/ 104 w 181"/>
                  <a:gd name="T17" fmla="*/ 14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1" h="181">
                    <a:moveTo>
                      <a:pt x="104" y="147"/>
                    </a:moveTo>
                    <a:cubicBezTo>
                      <a:pt x="74" y="116"/>
                      <a:pt x="43" y="85"/>
                      <a:pt x="13" y="55"/>
                    </a:cubicBezTo>
                    <a:cubicBezTo>
                      <a:pt x="8" y="50"/>
                      <a:pt x="4" y="46"/>
                      <a:pt x="0" y="42"/>
                    </a:cubicBezTo>
                    <a:cubicBezTo>
                      <a:pt x="14" y="28"/>
                      <a:pt x="28" y="14"/>
                      <a:pt x="42" y="0"/>
                    </a:cubicBezTo>
                    <a:cubicBezTo>
                      <a:pt x="88" y="47"/>
                      <a:pt x="134" y="93"/>
                      <a:pt x="181" y="140"/>
                    </a:cubicBezTo>
                    <a:cubicBezTo>
                      <a:pt x="173" y="149"/>
                      <a:pt x="163" y="158"/>
                      <a:pt x="154" y="167"/>
                    </a:cubicBezTo>
                    <a:cubicBezTo>
                      <a:pt x="150" y="171"/>
                      <a:pt x="139" y="181"/>
                      <a:pt x="139" y="181"/>
                    </a:cubicBezTo>
                    <a:cubicBezTo>
                      <a:pt x="139" y="181"/>
                      <a:pt x="133" y="175"/>
                      <a:pt x="131" y="173"/>
                    </a:cubicBezTo>
                    <a:cubicBezTo>
                      <a:pt x="128" y="170"/>
                      <a:pt x="108" y="150"/>
                      <a:pt x="104" y="147"/>
                    </a:cubicBezTo>
                    <a:close/>
                  </a:path>
                </a:pathLst>
              </a:custGeom>
              <a:grpFill/>
              <a:ln>
                <a:noFill/>
              </a:ln>
            </p:spPr>
            <p:txBody>
              <a:bodyPr/>
              <a:lstStyle/>
              <a:p>
                <a:pPr eaLnBrk="1" fontAlgn="auto" hangingPunct="1">
                  <a:spcBef>
                    <a:spcPts val="0"/>
                  </a:spcBef>
                  <a:spcAft>
                    <a:spcPts val="0"/>
                  </a:spcAft>
                  <a:defRPr/>
                </a:pPr>
                <a:endParaRPr lang="en-US">
                  <a:latin typeface="+mn-lt"/>
                </a:endParaRPr>
              </a:p>
            </p:txBody>
          </p:sp>
          <p:sp>
            <p:nvSpPr>
              <p:cNvPr id="9230" name="Freeform 9">
                <a:extLst>
                  <a:ext uri="{FF2B5EF4-FFF2-40B4-BE49-F238E27FC236}">
                    <a16:creationId xmlns:a16="http://schemas.microsoft.com/office/drawing/2014/main" id="{D552E3B7-3582-2667-4F76-125FBC8DEC38}"/>
                  </a:ext>
                </a:extLst>
              </p:cNvPr>
              <p:cNvSpPr>
                <a:spLocks/>
              </p:cNvSpPr>
              <p:nvPr/>
            </p:nvSpPr>
            <p:spPr bwMode="auto">
              <a:xfrm>
                <a:off x="3698876" y="3132138"/>
                <a:ext cx="874713" cy="865188"/>
              </a:xfrm>
              <a:custGeom>
                <a:avLst/>
                <a:gdLst>
                  <a:gd name="T0" fmla="*/ 871521 w 274"/>
                  <a:gd name="T1" fmla="*/ 201132 h 271"/>
                  <a:gd name="T2" fmla="*/ 868328 w 274"/>
                  <a:gd name="T3" fmla="*/ 185169 h 271"/>
                  <a:gd name="T4" fmla="*/ 845982 w 274"/>
                  <a:gd name="T5" fmla="*/ 178784 h 271"/>
                  <a:gd name="T6" fmla="*/ 836404 w 274"/>
                  <a:gd name="T7" fmla="*/ 188362 h 271"/>
                  <a:gd name="T8" fmla="*/ 759787 w 274"/>
                  <a:gd name="T9" fmla="*/ 290524 h 271"/>
                  <a:gd name="T10" fmla="*/ 734248 w 274"/>
                  <a:gd name="T11" fmla="*/ 325643 h 271"/>
                  <a:gd name="T12" fmla="*/ 644861 w 274"/>
                  <a:gd name="T13" fmla="*/ 341606 h 271"/>
                  <a:gd name="T14" fmla="*/ 545898 w 274"/>
                  <a:gd name="T15" fmla="*/ 274562 h 271"/>
                  <a:gd name="T16" fmla="*/ 513974 w 274"/>
                  <a:gd name="T17" fmla="*/ 178784 h 271"/>
                  <a:gd name="T18" fmla="*/ 536320 w 274"/>
                  <a:gd name="T19" fmla="*/ 143666 h 271"/>
                  <a:gd name="T20" fmla="*/ 619322 w 274"/>
                  <a:gd name="T21" fmla="*/ 28733 h 271"/>
                  <a:gd name="T22" fmla="*/ 622515 w 274"/>
                  <a:gd name="T23" fmla="*/ 6385 h 271"/>
                  <a:gd name="T24" fmla="*/ 600168 w 274"/>
                  <a:gd name="T25" fmla="*/ 3193 h 271"/>
                  <a:gd name="T26" fmla="*/ 520358 w 274"/>
                  <a:gd name="T27" fmla="*/ 35118 h 271"/>
                  <a:gd name="T28" fmla="*/ 405433 w 274"/>
                  <a:gd name="T29" fmla="*/ 140473 h 271"/>
                  <a:gd name="T30" fmla="*/ 351162 w 274"/>
                  <a:gd name="T31" fmla="*/ 274562 h 271"/>
                  <a:gd name="T32" fmla="*/ 277737 w 274"/>
                  <a:gd name="T33" fmla="*/ 402265 h 271"/>
                  <a:gd name="T34" fmla="*/ 86194 w 274"/>
                  <a:gd name="T35" fmla="*/ 597012 h 271"/>
                  <a:gd name="T36" fmla="*/ 0 w 274"/>
                  <a:gd name="T37" fmla="*/ 676826 h 271"/>
                  <a:gd name="T38" fmla="*/ 70232 w 274"/>
                  <a:gd name="T39" fmla="*/ 750255 h 271"/>
                  <a:gd name="T40" fmla="*/ 83002 w 274"/>
                  <a:gd name="T41" fmla="*/ 740678 h 271"/>
                  <a:gd name="T42" fmla="*/ 443741 w 274"/>
                  <a:gd name="T43" fmla="*/ 376724 h 271"/>
                  <a:gd name="T44" fmla="*/ 462896 w 274"/>
                  <a:gd name="T45" fmla="*/ 363954 h 271"/>
                  <a:gd name="T46" fmla="*/ 494819 w 274"/>
                  <a:gd name="T47" fmla="*/ 379917 h 271"/>
                  <a:gd name="T48" fmla="*/ 485242 w 274"/>
                  <a:gd name="T49" fmla="*/ 418227 h 271"/>
                  <a:gd name="T50" fmla="*/ 242621 w 274"/>
                  <a:gd name="T51" fmla="*/ 660863 h 271"/>
                  <a:gd name="T52" fmla="*/ 111733 w 274"/>
                  <a:gd name="T53" fmla="*/ 791759 h 271"/>
                  <a:gd name="T54" fmla="*/ 178773 w 274"/>
                  <a:gd name="T55" fmla="*/ 858803 h 271"/>
                  <a:gd name="T56" fmla="*/ 191543 w 274"/>
                  <a:gd name="T57" fmla="*/ 855610 h 271"/>
                  <a:gd name="T58" fmla="*/ 450126 w 274"/>
                  <a:gd name="T59" fmla="*/ 597012 h 271"/>
                  <a:gd name="T60" fmla="*/ 552282 w 274"/>
                  <a:gd name="T61" fmla="*/ 520390 h 271"/>
                  <a:gd name="T62" fmla="*/ 705517 w 274"/>
                  <a:gd name="T63" fmla="*/ 485271 h 271"/>
                  <a:gd name="T64" fmla="*/ 845982 w 274"/>
                  <a:gd name="T65" fmla="*/ 386302 h 271"/>
                  <a:gd name="T66" fmla="*/ 871521 w 274"/>
                  <a:gd name="T67" fmla="*/ 201132 h 27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74" h="271">
                    <a:moveTo>
                      <a:pt x="273" y="63"/>
                    </a:moveTo>
                    <a:cubicBezTo>
                      <a:pt x="273" y="61"/>
                      <a:pt x="273" y="59"/>
                      <a:pt x="272" y="58"/>
                    </a:cubicBezTo>
                    <a:cubicBezTo>
                      <a:pt x="270" y="54"/>
                      <a:pt x="268" y="53"/>
                      <a:pt x="265" y="56"/>
                    </a:cubicBezTo>
                    <a:cubicBezTo>
                      <a:pt x="264" y="57"/>
                      <a:pt x="263" y="58"/>
                      <a:pt x="262" y="59"/>
                    </a:cubicBezTo>
                    <a:cubicBezTo>
                      <a:pt x="254" y="70"/>
                      <a:pt x="246" y="81"/>
                      <a:pt x="238" y="91"/>
                    </a:cubicBezTo>
                    <a:cubicBezTo>
                      <a:pt x="236" y="94"/>
                      <a:pt x="230" y="102"/>
                      <a:pt x="230" y="102"/>
                    </a:cubicBezTo>
                    <a:cubicBezTo>
                      <a:pt x="222" y="110"/>
                      <a:pt x="212" y="111"/>
                      <a:pt x="202" y="107"/>
                    </a:cubicBezTo>
                    <a:cubicBezTo>
                      <a:pt x="190" y="103"/>
                      <a:pt x="180" y="95"/>
                      <a:pt x="171" y="86"/>
                    </a:cubicBezTo>
                    <a:cubicBezTo>
                      <a:pt x="163" y="77"/>
                      <a:pt x="157" y="68"/>
                      <a:pt x="161" y="56"/>
                    </a:cubicBezTo>
                    <a:cubicBezTo>
                      <a:pt x="163" y="52"/>
                      <a:pt x="166" y="48"/>
                      <a:pt x="168" y="45"/>
                    </a:cubicBezTo>
                    <a:cubicBezTo>
                      <a:pt x="177" y="33"/>
                      <a:pt x="186" y="21"/>
                      <a:pt x="194" y="9"/>
                    </a:cubicBezTo>
                    <a:cubicBezTo>
                      <a:pt x="195" y="7"/>
                      <a:pt x="196" y="4"/>
                      <a:pt x="195" y="2"/>
                    </a:cubicBezTo>
                    <a:cubicBezTo>
                      <a:pt x="193" y="0"/>
                      <a:pt x="190" y="0"/>
                      <a:pt x="188" y="1"/>
                    </a:cubicBezTo>
                    <a:cubicBezTo>
                      <a:pt x="179" y="4"/>
                      <a:pt x="171" y="7"/>
                      <a:pt x="163" y="11"/>
                    </a:cubicBezTo>
                    <a:cubicBezTo>
                      <a:pt x="148" y="19"/>
                      <a:pt x="135" y="29"/>
                      <a:pt x="127" y="44"/>
                    </a:cubicBezTo>
                    <a:cubicBezTo>
                      <a:pt x="121" y="58"/>
                      <a:pt x="115" y="72"/>
                      <a:pt x="110" y="86"/>
                    </a:cubicBezTo>
                    <a:cubicBezTo>
                      <a:pt x="104" y="100"/>
                      <a:pt x="98" y="115"/>
                      <a:pt x="87" y="126"/>
                    </a:cubicBezTo>
                    <a:cubicBezTo>
                      <a:pt x="68" y="147"/>
                      <a:pt x="47" y="166"/>
                      <a:pt x="27" y="187"/>
                    </a:cubicBezTo>
                    <a:cubicBezTo>
                      <a:pt x="19" y="195"/>
                      <a:pt x="9" y="204"/>
                      <a:pt x="0" y="212"/>
                    </a:cubicBezTo>
                    <a:cubicBezTo>
                      <a:pt x="8" y="220"/>
                      <a:pt x="15" y="227"/>
                      <a:pt x="22" y="235"/>
                    </a:cubicBezTo>
                    <a:cubicBezTo>
                      <a:pt x="23" y="234"/>
                      <a:pt x="25" y="233"/>
                      <a:pt x="26" y="232"/>
                    </a:cubicBezTo>
                    <a:cubicBezTo>
                      <a:pt x="63" y="194"/>
                      <a:pt x="101" y="156"/>
                      <a:pt x="139" y="118"/>
                    </a:cubicBezTo>
                    <a:cubicBezTo>
                      <a:pt x="141" y="117"/>
                      <a:pt x="143" y="115"/>
                      <a:pt x="145" y="114"/>
                    </a:cubicBezTo>
                    <a:cubicBezTo>
                      <a:pt x="149" y="113"/>
                      <a:pt x="153" y="115"/>
                      <a:pt x="155" y="119"/>
                    </a:cubicBezTo>
                    <a:cubicBezTo>
                      <a:pt x="157" y="123"/>
                      <a:pt x="156" y="127"/>
                      <a:pt x="152" y="131"/>
                    </a:cubicBezTo>
                    <a:cubicBezTo>
                      <a:pt x="127" y="156"/>
                      <a:pt x="102" y="181"/>
                      <a:pt x="76" y="207"/>
                    </a:cubicBezTo>
                    <a:cubicBezTo>
                      <a:pt x="63" y="220"/>
                      <a:pt x="49" y="234"/>
                      <a:pt x="35" y="248"/>
                    </a:cubicBezTo>
                    <a:cubicBezTo>
                      <a:pt x="42" y="255"/>
                      <a:pt x="49" y="262"/>
                      <a:pt x="56" y="269"/>
                    </a:cubicBezTo>
                    <a:cubicBezTo>
                      <a:pt x="58" y="271"/>
                      <a:pt x="59" y="270"/>
                      <a:pt x="60" y="268"/>
                    </a:cubicBezTo>
                    <a:cubicBezTo>
                      <a:pt x="87" y="241"/>
                      <a:pt x="114" y="214"/>
                      <a:pt x="141" y="187"/>
                    </a:cubicBezTo>
                    <a:cubicBezTo>
                      <a:pt x="151" y="178"/>
                      <a:pt x="161" y="169"/>
                      <a:pt x="173" y="163"/>
                    </a:cubicBezTo>
                    <a:cubicBezTo>
                      <a:pt x="189" y="156"/>
                      <a:pt x="205" y="154"/>
                      <a:pt x="221" y="152"/>
                    </a:cubicBezTo>
                    <a:cubicBezTo>
                      <a:pt x="242" y="150"/>
                      <a:pt x="255" y="141"/>
                      <a:pt x="265" y="121"/>
                    </a:cubicBezTo>
                    <a:cubicBezTo>
                      <a:pt x="274" y="101"/>
                      <a:pt x="274" y="65"/>
                      <a:pt x="273" y="63"/>
                    </a:cubicBezTo>
                    <a:close/>
                  </a:path>
                </a:pathLst>
              </a:custGeom>
              <a:solidFill>
                <a:srgbClr val="90D7F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grpSp>
      </p:grpSp>
      <p:sp>
        <p:nvSpPr>
          <p:cNvPr id="4" name="Title 3"/>
          <p:cNvSpPr>
            <a:spLocks noGrp="1"/>
          </p:cNvSpPr>
          <p:nvPr>
            <p:ph type="title"/>
          </p:nvPr>
        </p:nvSpPr>
        <p:spPr/>
        <p:txBody>
          <a:bodyPr>
            <a:normAutofit fontScale="90000"/>
          </a:bodyPr>
          <a:lstStyle/>
          <a:p>
            <a:r>
              <a:rPr lang="en-GB"/>
              <a:t>Problématique</a:t>
            </a:r>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530" y="597319"/>
            <a:ext cx="528411" cy="528411"/>
          </a:xfrm>
          <a:prstGeom prst="rect">
            <a:avLst/>
          </a:prstGeom>
        </p:spPr>
      </p:pic>
      <p:sp>
        <p:nvSpPr>
          <p:cNvPr id="7" name="Slide Number Placeholder 6"/>
          <p:cNvSpPr>
            <a:spLocks noGrp="1"/>
          </p:cNvSpPr>
          <p:nvPr>
            <p:ph type="sldNum" sz="quarter" idx="12"/>
          </p:nvPr>
        </p:nvSpPr>
        <p:spPr/>
        <p:txBody>
          <a:bodyPr/>
          <a:lstStyle/>
          <a:p>
            <a:fld id="{AC03623B-441A-4B08-B43E-185D9FF53926}" type="slidenum">
              <a:rPr lang="en-US" smtClean="0"/>
              <a:pPr/>
              <a:t>4</a:t>
            </a:fld>
            <a:endParaRPr lang="en-US"/>
          </a:p>
        </p:txBody>
      </p:sp>
      <p:grpSp>
        <p:nvGrpSpPr>
          <p:cNvPr id="10" name="Group 9"/>
          <p:cNvGrpSpPr/>
          <p:nvPr/>
        </p:nvGrpSpPr>
        <p:grpSpPr>
          <a:xfrm>
            <a:off x="4906221" y="1769616"/>
            <a:ext cx="6931376" cy="1332132"/>
            <a:chOff x="13546932" y="1739109"/>
            <a:chExt cx="6931376" cy="1332132"/>
          </a:xfrm>
        </p:grpSpPr>
        <p:sp>
          <p:nvSpPr>
            <p:cNvPr id="9" name="Rectangle 8"/>
            <p:cNvSpPr/>
            <p:nvPr/>
          </p:nvSpPr>
          <p:spPr>
            <a:xfrm>
              <a:off x="14230350" y="1862983"/>
              <a:ext cx="6247958" cy="1084384"/>
            </a:xfrm>
            <a:prstGeom prst="rect">
              <a:avLst/>
            </a:prstGeom>
            <a:solidFill>
              <a:srgbClr val="90D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13546932" y="1739109"/>
              <a:ext cx="1332132" cy="1332132"/>
            </a:xfrm>
            <a:prstGeom prst="ellipse">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latin typeface="Bahnschrift" panose="020B0502040204020203" pitchFamily="34" charset="0"/>
                </a:rPr>
                <a:t>1</a:t>
              </a:r>
              <a:endParaRPr lang="en-GB" sz="4000" b="1" dirty="0">
                <a:latin typeface="Bahnschrift" panose="020B0502040204020203" pitchFamily="34" charset="0"/>
              </a:endParaRPr>
            </a:p>
          </p:txBody>
        </p:sp>
        <p:sp>
          <p:nvSpPr>
            <p:cNvPr id="21" name="TextBox 27">
              <a:extLst>
                <a:ext uri="{FF2B5EF4-FFF2-40B4-BE49-F238E27FC236}">
                  <a16:creationId xmlns:a16="http://schemas.microsoft.com/office/drawing/2014/main" id="{D3D38198-37F7-3625-68C5-9D15A93D1EDD}"/>
                </a:ext>
              </a:extLst>
            </p:cNvPr>
            <p:cNvSpPr txBox="1">
              <a:spLocks noChangeArrowheads="1"/>
            </p:cNvSpPr>
            <p:nvPr/>
          </p:nvSpPr>
          <p:spPr bwMode="auto">
            <a:xfrm>
              <a:off x="15140265" y="1984193"/>
              <a:ext cx="50768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just" eaLnBrk="1" hangingPunct="1"/>
              <a:r>
                <a:rPr lang="fr-FR" altLang="fr-TN" sz="2400" dirty="0">
                  <a:solidFill>
                    <a:srgbClr val="203864"/>
                  </a:solidFill>
                  <a:latin typeface="Bahnschrift" panose="020B0502040204020203" pitchFamily="34" charset="0"/>
                </a:rPr>
                <a:t>Les défis de la gestion manuelle de la sécurité de l'infrastructure</a:t>
              </a:r>
              <a:endParaRPr lang="en-GB" altLang="fr-TN" sz="2400" dirty="0">
                <a:solidFill>
                  <a:srgbClr val="203864"/>
                </a:solidFill>
                <a:latin typeface="Bahnschrift" panose="020B0502040204020203" pitchFamily="34" charset="0"/>
                <a:cs typeface="Noto Sans" panose="020B0502040204020203" pitchFamily="34" charset="0"/>
              </a:endParaRPr>
            </a:p>
          </p:txBody>
        </p:sp>
      </p:grpSp>
      <p:grpSp>
        <p:nvGrpSpPr>
          <p:cNvPr id="22" name="Group 21"/>
          <p:cNvGrpSpPr/>
          <p:nvPr/>
        </p:nvGrpSpPr>
        <p:grpSpPr>
          <a:xfrm>
            <a:off x="4906221" y="4086219"/>
            <a:ext cx="6931376" cy="1332132"/>
            <a:chOff x="13546932" y="1739109"/>
            <a:chExt cx="6931376" cy="1332132"/>
          </a:xfrm>
        </p:grpSpPr>
        <p:sp>
          <p:nvSpPr>
            <p:cNvPr id="24" name="Rectangle 23"/>
            <p:cNvSpPr/>
            <p:nvPr/>
          </p:nvSpPr>
          <p:spPr>
            <a:xfrm>
              <a:off x="14230350" y="1807150"/>
              <a:ext cx="6247958" cy="1196050"/>
            </a:xfrm>
            <a:prstGeom prst="rect">
              <a:avLst/>
            </a:prstGeom>
            <a:solidFill>
              <a:srgbClr val="90D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13546932" y="1739109"/>
              <a:ext cx="1332132" cy="1332132"/>
            </a:xfrm>
            <a:prstGeom prst="ellipse">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latin typeface="Bahnschrift" panose="020B0502040204020203" pitchFamily="34" charset="0"/>
                </a:rPr>
                <a:t>2</a:t>
              </a:r>
              <a:endParaRPr lang="en-GB" sz="4000" b="1" dirty="0">
                <a:latin typeface="Bahnschrift" panose="020B0502040204020203" pitchFamily="34" charset="0"/>
              </a:endParaRPr>
            </a:p>
          </p:txBody>
        </p:sp>
        <p:sp>
          <p:nvSpPr>
            <p:cNvPr id="28" name="TextBox 27">
              <a:extLst>
                <a:ext uri="{FF2B5EF4-FFF2-40B4-BE49-F238E27FC236}">
                  <a16:creationId xmlns:a16="http://schemas.microsoft.com/office/drawing/2014/main" id="{D3D38198-37F7-3625-68C5-9D15A93D1EDD}"/>
                </a:ext>
              </a:extLst>
            </p:cNvPr>
            <p:cNvSpPr txBox="1">
              <a:spLocks noChangeArrowheads="1"/>
            </p:cNvSpPr>
            <p:nvPr/>
          </p:nvSpPr>
          <p:spPr bwMode="auto">
            <a:xfrm>
              <a:off x="15140265" y="1812662"/>
              <a:ext cx="507684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fr-FR" altLang="fr-TN" sz="2400" dirty="0">
                  <a:solidFill>
                    <a:srgbClr val="203864"/>
                  </a:solidFill>
                  <a:latin typeface="Bahnschrift" panose="020B0502040204020203" pitchFamily="34" charset="0"/>
                </a:rPr>
                <a:t>Besoin d'automatisation pour améliorer la sécurité, la conformité aux exigences réglementaires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6">
            <a:extLst>
              <a:ext uri="{FF2B5EF4-FFF2-40B4-BE49-F238E27FC236}">
                <a16:creationId xmlns:a16="http://schemas.microsoft.com/office/drawing/2014/main" id="{FC4E2573-74B8-1D6C-8176-927A619AE860}"/>
              </a:ext>
            </a:extLst>
          </p:cNvPr>
          <p:cNvGrpSpPr>
            <a:grpSpLocks/>
          </p:cNvGrpSpPr>
          <p:nvPr/>
        </p:nvGrpSpPr>
        <p:grpSpPr bwMode="auto">
          <a:xfrm>
            <a:off x="609599" y="1980791"/>
            <a:ext cx="2668588" cy="3644900"/>
            <a:chOff x="1202749" y="2546246"/>
            <a:chExt cx="2669089" cy="3644342"/>
          </a:xfrm>
        </p:grpSpPr>
        <p:sp>
          <p:nvSpPr>
            <p:cNvPr id="28" name="Oval 27">
              <a:extLst>
                <a:ext uri="{FF2B5EF4-FFF2-40B4-BE49-F238E27FC236}">
                  <a16:creationId xmlns:a16="http://schemas.microsoft.com/office/drawing/2014/main" id="{B22AF0DA-607D-BAB3-777D-03A9035BC1B9}"/>
                </a:ext>
              </a:extLst>
            </p:cNvPr>
            <p:cNvSpPr/>
            <p:nvPr/>
          </p:nvSpPr>
          <p:spPr>
            <a:xfrm>
              <a:off x="1687028" y="6106464"/>
              <a:ext cx="712921" cy="84124"/>
            </a:xfrm>
            <a:prstGeom prst="ellipse">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endParaRPr>
            </a:p>
          </p:txBody>
        </p:sp>
        <p:sp>
          <p:nvSpPr>
            <p:cNvPr id="29" name="Oval 28">
              <a:extLst>
                <a:ext uri="{FF2B5EF4-FFF2-40B4-BE49-F238E27FC236}">
                  <a16:creationId xmlns:a16="http://schemas.microsoft.com/office/drawing/2014/main" id="{37C5E26F-AEE0-B621-A3CF-C05E1A0B680A}"/>
                </a:ext>
              </a:extLst>
            </p:cNvPr>
            <p:cNvSpPr/>
            <p:nvPr/>
          </p:nvSpPr>
          <p:spPr>
            <a:xfrm>
              <a:off x="2828654" y="6068370"/>
              <a:ext cx="714509" cy="84124"/>
            </a:xfrm>
            <a:prstGeom prst="ellipse">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endParaRPr>
            </a:p>
          </p:txBody>
        </p:sp>
        <p:grpSp>
          <p:nvGrpSpPr>
            <p:cNvPr id="10270" name="Group 29">
              <a:extLst>
                <a:ext uri="{FF2B5EF4-FFF2-40B4-BE49-F238E27FC236}">
                  <a16:creationId xmlns:a16="http://schemas.microsoft.com/office/drawing/2014/main" id="{45C19AEE-33AB-BC57-509A-E7B4430EBC21}"/>
                </a:ext>
              </a:extLst>
            </p:cNvPr>
            <p:cNvGrpSpPr>
              <a:grpSpLocks/>
            </p:cNvGrpSpPr>
            <p:nvPr/>
          </p:nvGrpSpPr>
          <p:grpSpPr bwMode="auto">
            <a:xfrm>
              <a:off x="1202749" y="2546246"/>
              <a:ext cx="2339748" cy="3605089"/>
              <a:chOff x="795338" y="-196850"/>
              <a:chExt cx="4591050" cy="7073900"/>
            </a:xfrm>
          </p:grpSpPr>
          <p:sp>
            <p:nvSpPr>
              <p:cNvPr id="10273" name="Freeform 5">
                <a:extLst>
                  <a:ext uri="{FF2B5EF4-FFF2-40B4-BE49-F238E27FC236}">
                    <a16:creationId xmlns:a16="http://schemas.microsoft.com/office/drawing/2014/main" id="{9A12A5E2-CFC2-BE9B-3B00-B1DE96E27199}"/>
                  </a:ext>
                </a:extLst>
              </p:cNvPr>
              <p:cNvSpPr>
                <a:spLocks/>
              </p:cNvSpPr>
              <p:nvPr/>
            </p:nvSpPr>
            <p:spPr bwMode="auto">
              <a:xfrm>
                <a:off x="795338" y="1270000"/>
                <a:ext cx="4360863" cy="5607050"/>
              </a:xfrm>
              <a:custGeom>
                <a:avLst/>
                <a:gdLst>
                  <a:gd name="T0" fmla="*/ 2572218 w 1831"/>
                  <a:gd name="T1" fmla="*/ 2963212 h 2335"/>
                  <a:gd name="T2" fmla="*/ 2326905 w 1831"/>
                  <a:gd name="T3" fmla="*/ 3191336 h 2335"/>
                  <a:gd name="T4" fmla="*/ 2091118 w 1831"/>
                  <a:gd name="T5" fmla="*/ 4536067 h 2335"/>
                  <a:gd name="T6" fmla="*/ 1922019 w 1831"/>
                  <a:gd name="T7" fmla="*/ 5364518 h 2335"/>
                  <a:gd name="T8" fmla="*/ 1667179 w 1831"/>
                  <a:gd name="T9" fmla="*/ 5585438 h 2335"/>
                  <a:gd name="T10" fmla="*/ 1369468 w 1831"/>
                  <a:gd name="T11" fmla="*/ 5453366 h 2335"/>
                  <a:gd name="T12" fmla="*/ 1328980 w 1831"/>
                  <a:gd name="T13" fmla="*/ 5047546 h 2335"/>
                  <a:gd name="T14" fmla="*/ 1526659 w 1831"/>
                  <a:gd name="T15" fmla="*/ 3981366 h 2335"/>
                  <a:gd name="T16" fmla="*/ 1712431 w 1831"/>
                  <a:gd name="T17" fmla="*/ 3030448 h 2335"/>
                  <a:gd name="T18" fmla="*/ 1624308 w 1831"/>
                  <a:gd name="T19" fmla="*/ 2564595 h 2335"/>
                  <a:gd name="T20" fmla="*/ 1300399 w 1831"/>
                  <a:gd name="T21" fmla="*/ 1784171 h 2335"/>
                  <a:gd name="T22" fmla="*/ 1183697 w 1831"/>
                  <a:gd name="T23" fmla="*/ 1716934 h 2335"/>
                  <a:gd name="T24" fmla="*/ 226260 w 1831"/>
                  <a:gd name="T25" fmla="*/ 1752954 h 2335"/>
                  <a:gd name="T26" fmla="*/ 14290 w 1831"/>
                  <a:gd name="T27" fmla="*/ 1570454 h 2335"/>
                  <a:gd name="T28" fmla="*/ 152428 w 1831"/>
                  <a:gd name="T29" fmla="*/ 1337528 h 2335"/>
                  <a:gd name="T30" fmla="*/ 604948 w 1831"/>
                  <a:gd name="T31" fmla="*/ 1212660 h 2335"/>
                  <a:gd name="T32" fmla="*/ 1200369 w 1831"/>
                  <a:gd name="T33" fmla="*/ 1054173 h 2335"/>
                  <a:gd name="T34" fmla="*/ 1476644 w 1831"/>
                  <a:gd name="T35" fmla="*/ 1116607 h 2335"/>
                  <a:gd name="T36" fmla="*/ 1905347 w 1831"/>
                  <a:gd name="T37" fmla="*/ 946115 h 2335"/>
                  <a:gd name="T38" fmla="*/ 3967885 w 1831"/>
                  <a:gd name="T39" fmla="*/ 62434 h 2335"/>
                  <a:gd name="T40" fmla="*/ 4306084 w 1831"/>
                  <a:gd name="T41" fmla="*/ 158486 h 2335"/>
                  <a:gd name="T42" fmla="*/ 4170328 w 1831"/>
                  <a:gd name="T43" fmla="*/ 463452 h 2335"/>
                  <a:gd name="T44" fmla="*/ 3141441 w 1831"/>
                  <a:gd name="T45" fmla="*/ 910095 h 2335"/>
                  <a:gd name="T46" fmla="*/ 2579364 w 1831"/>
                  <a:gd name="T47" fmla="*/ 1138219 h 2335"/>
                  <a:gd name="T48" fmla="*/ 2536493 w 1831"/>
                  <a:gd name="T49" fmla="*/ 1241475 h 2335"/>
                  <a:gd name="T50" fmla="*/ 3158113 w 1831"/>
                  <a:gd name="T51" fmla="*/ 2720680 h 2335"/>
                  <a:gd name="T52" fmla="*/ 3739244 w 1831"/>
                  <a:gd name="T53" fmla="*/ 4130247 h 2335"/>
                  <a:gd name="T54" fmla="*/ 4117931 w 1831"/>
                  <a:gd name="T55" fmla="*/ 5035539 h 2335"/>
                  <a:gd name="T56" fmla="*/ 3955977 w 1831"/>
                  <a:gd name="T57" fmla="*/ 5501393 h 2335"/>
                  <a:gd name="T58" fmla="*/ 3551091 w 1831"/>
                  <a:gd name="T59" fmla="*/ 5314091 h 2335"/>
                  <a:gd name="T60" fmla="*/ 3060464 w 1831"/>
                  <a:gd name="T61" fmla="*/ 4137451 h 2335"/>
                  <a:gd name="T62" fmla="*/ 2572218 w 1831"/>
                  <a:gd name="T63" fmla="*/ 2963212 h 23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31" h="2335">
                    <a:moveTo>
                      <a:pt x="1080" y="1234"/>
                    </a:moveTo>
                    <a:cubicBezTo>
                      <a:pt x="1012" y="1239"/>
                      <a:pt x="989" y="1262"/>
                      <a:pt x="977" y="1329"/>
                    </a:cubicBezTo>
                    <a:cubicBezTo>
                      <a:pt x="945" y="1516"/>
                      <a:pt x="912" y="1703"/>
                      <a:pt x="878" y="1889"/>
                    </a:cubicBezTo>
                    <a:cubicBezTo>
                      <a:pt x="857" y="2005"/>
                      <a:pt x="831" y="2119"/>
                      <a:pt x="807" y="2234"/>
                    </a:cubicBezTo>
                    <a:cubicBezTo>
                      <a:pt x="799" y="2276"/>
                      <a:pt x="750" y="2318"/>
                      <a:pt x="700" y="2326"/>
                    </a:cubicBezTo>
                    <a:cubicBezTo>
                      <a:pt x="646" y="2335"/>
                      <a:pt x="603" y="2313"/>
                      <a:pt x="575" y="2271"/>
                    </a:cubicBezTo>
                    <a:cubicBezTo>
                      <a:pt x="541" y="2216"/>
                      <a:pt x="547" y="2159"/>
                      <a:pt x="558" y="2102"/>
                    </a:cubicBezTo>
                    <a:cubicBezTo>
                      <a:pt x="585" y="1954"/>
                      <a:pt x="613" y="1806"/>
                      <a:pt x="641" y="1658"/>
                    </a:cubicBezTo>
                    <a:cubicBezTo>
                      <a:pt x="666" y="1526"/>
                      <a:pt x="688" y="1393"/>
                      <a:pt x="719" y="1262"/>
                    </a:cubicBezTo>
                    <a:cubicBezTo>
                      <a:pt x="737" y="1188"/>
                      <a:pt x="707" y="1129"/>
                      <a:pt x="682" y="1068"/>
                    </a:cubicBezTo>
                    <a:cubicBezTo>
                      <a:pt x="638" y="959"/>
                      <a:pt x="590" y="852"/>
                      <a:pt x="546" y="743"/>
                    </a:cubicBezTo>
                    <a:cubicBezTo>
                      <a:pt x="535" y="717"/>
                      <a:pt x="524" y="714"/>
                      <a:pt x="497" y="715"/>
                    </a:cubicBezTo>
                    <a:cubicBezTo>
                      <a:pt x="363" y="723"/>
                      <a:pt x="229" y="727"/>
                      <a:pt x="95" y="730"/>
                    </a:cubicBezTo>
                    <a:cubicBezTo>
                      <a:pt x="49" y="731"/>
                      <a:pt x="14" y="699"/>
                      <a:pt x="6" y="654"/>
                    </a:cubicBezTo>
                    <a:cubicBezTo>
                      <a:pt x="0" y="614"/>
                      <a:pt x="22" y="571"/>
                      <a:pt x="64" y="557"/>
                    </a:cubicBezTo>
                    <a:cubicBezTo>
                      <a:pt x="127" y="537"/>
                      <a:pt x="190" y="522"/>
                      <a:pt x="254" y="505"/>
                    </a:cubicBezTo>
                    <a:cubicBezTo>
                      <a:pt x="337" y="483"/>
                      <a:pt x="422" y="465"/>
                      <a:pt x="504" y="439"/>
                    </a:cubicBezTo>
                    <a:cubicBezTo>
                      <a:pt x="554" y="423"/>
                      <a:pt x="592" y="436"/>
                      <a:pt x="620" y="465"/>
                    </a:cubicBezTo>
                    <a:cubicBezTo>
                      <a:pt x="683" y="440"/>
                      <a:pt x="742" y="418"/>
                      <a:pt x="800" y="394"/>
                    </a:cubicBezTo>
                    <a:cubicBezTo>
                      <a:pt x="1044" y="292"/>
                      <a:pt x="1422" y="129"/>
                      <a:pt x="1666" y="26"/>
                    </a:cubicBezTo>
                    <a:cubicBezTo>
                      <a:pt x="1726" y="0"/>
                      <a:pt x="1783" y="15"/>
                      <a:pt x="1808" y="66"/>
                    </a:cubicBezTo>
                    <a:cubicBezTo>
                      <a:pt x="1831" y="114"/>
                      <a:pt x="1811" y="166"/>
                      <a:pt x="1751" y="193"/>
                    </a:cubicBezTo>
                    <a:cubicBezTo>
                      <a:pt x="1653" y="238"/>
                      <a:pt x="1419" y="338"/>
                      <a:pt x="1319" y="379"/>
                    </a:cubicBezTo>
                    <a:cubicBezTo>
                      <a:pt x="1241" y="411"/>
                      <a:pt x="1163" y="444"/>
                      <a:pt x="1083" y="474"/>
                    </a:cubicBezTo>
                    <a:cubicBezTo>
                      <a:pt x="1057" y="484"/>
                      <a:pt x="1056" y="498"/>
                      <a:pt x="1065" y="517"/>
                    </a:cubicBezTo>
                    <a:cubicBezTo>
                      <a:pt x="1151" y="723"/>
                      <a:pt x="1239" y="927"/>
                      <a:pt x="1326" y="1133"/>
                    </a:cubicBezTo>
                    <a:cubicBezTo>
                      <a:pt x="1408" y="1328"/>
                      <a:pt x="1488" y="1525"/>
                      <a:pt x="1570" y="1720"/>
                    </a:cubicBezTo>
                    <a:cubicBezTo>
                      <a:pt x="1622" y="1846"/>
                      <a:pt x="1675" y="1972"/>
                      <a:pt x="1729" y="2097"/>
                    </a:cubicBezTo>
                    <a:cubicBezTo>
                      <a:pt x="1761" y="2171"/>
                      <a:pt x="1731" y="2260"/>
                      <a:pt x="1661" y="2291"/>
                    </a:cubicBezTo>
                    <a:cubicBezTo>
                      <a:pt x="1601" y="2318"/>
                      <a:pt x="1521" y="2283"/>
                      <a:pt x="1491" y="2213"/>
                    </a:cubicBezTo>
                    <a:cubicBezTo>
                      <a:pt x="1421" y="2050"/>
                      <a:pt x="1353" y="1886"/>
                      <a:pt x="1285" y="1723"/>
                    </a:cubicBezTo>
                    <a:cubicBezTo>
                      <a:pt x="1216" y="1559"/>
                      <a:pt x="1148" y="1396"/>
                      <a:pt x="1080" y="12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sp>
            <p:nvSpPr>
              <p:cNvPr id="10274" name="Freeform 6">
                <a:extLst>
                  <a:ext uri="{FF2B5EF4-FFF2-40B4-BE49-F238E27FC236}">
                    <a16:creationId xmlns:a16="http://schemas.microsoft.com/office/drawing/2014/main" id="{0D9350AC-BB59-D057-08C3-14212CA31844}"/>
                  </a:ext>
                </a:extLst>
              </p:cNvPr>
              <p:cNvSpPr>
                <a:spLocks/>
              </p:cNvSpPr>
              <p:nvPr/>
            </p:nvSpPr>
            <p:spPr bwMode="auto">
              <a:xfrm>
                <a:off x="1685925" y="1109663"/>
                <a:ext cx="1157288" cy="1160463"/>
              </a:xfrm>
              <a:custGeom>
                <a:avLst/>
                <a:gdLst>
                  <a:gd name="T0" fmla="*/ 1140619 w 486"/>
                  <a:gd name="T1" fmla="*/ 586238 h 483"/>
                  <a:gd name="T2" fmla="*/ 573881 w 486"/>
                  <a:gd name="T3" fmla="*/ 1155658 h 483"/>
                  <a:gd name="T4" fmla="*/ 2381 w 486"/>
                  <a:gd name="T5" fmla="*/ 576628 h 483"/>
                  <a:gd name="T6" fmla="*/ 566738 w 486"/>
                  <a:gd name="T7" fmla="*/ 2403 h 483"/>
                  <a:gd name="T8" fmla="*/ 1140619 w 486"/>
                  <a:gd name="T9" fmla="*/ 586238 h 4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6" h="483">
                    <a:moveTo>
                      <a:pt x="479" y="244"/>
                    </a:moveTo>
                    <a:cubicBezTo>
                      <a:pt x="479" y="371"/>
                      <a:pt x="366" y="483"/>
                      <a:pt x="241" y="481"/>
                    </a:cubicBezTo>
                    <a:cubicBezTo>
                      <a:pt x="109" y="478"/>
                      <a:pt x="0" y="369"/>
                      <a:pt x="1" y="240"/>
                    </a:cubicBezTo>
                    <a:cubicBezTo>
                      <a:pt x="1" y="113"/>
                      <a:pt x="111" y="2"/>
                      <a:pt x="238" y="1"/>
                    </a:cubicBezTo>
                    <a:cubicBezTo>
                      <a:pt x="368" y="0"/>
                      <a:pt x="486" y="118"/>
                      <a:pt x="479" y="24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sp>
            <p:nvSpPr>
              <p:cNvPr id="10275" name="Freeform 10">
                <a:extLst>
                  <a:ext uri="{FF2B5EF4-FFF2-40B4-BE49-F238E27FC236}">
                    <a16:creationId xmlns:a16="http://schemas.microsoft.com/office/drawing/2014/main" id="{216D8EF3-7F1E-9F6D-607E-93EBDC10F3EC}"/>
                  </a:ext>
                </a:extLst>
              </p:cNvPr>
              <p:cNvSpPr>
                <a:spLocks/>
              </p:cNvSpPr>
              <p:nvPr/>
            </p:nvSpPr>
            <p:spPr bwMode="auto">
              <a:xfrm>
                <a:off x="3060700" y="-196850"/>
                <a:ext cx="2325688" cy="4094163"/>
              </a:xfrm>
              <a:custGeom>
                <a:avLst/>
                <a:gdLst>
                  <a:gd name="T0" fmla="*/ 0 w 977"/>
                  <a:gd name="T1" fmla="*/ 254534 h 1705"/>
                  <a:gd name="T2" fmla="*/ 45228 w 977"/>
                  <a:gd name="T3" fmla="*/ 379400 h 1705"/>
                  <a:gd name="T4" fmla="*/ 1837698 w 977"/>
                  <a:gd name="T5" fmla="*/ 1752926 h 1705"/>
                  <a:gd name="T6" fmla="*/ 1330665 w 977"/>
                  <a:gd name="T7" fmla="*/ 3959692 h 1705"/>
                  <a:gd name="T8" fmla="*/ 1380654 w 977"/>
                  <a:gd name="T9" fmla="*/ 4094163 h 1705"/>
                  <a:gd name="T10" fmla="*/ 1944818 w 977"/>
                  <a:gd name="T11" fmla="*/ 1714506 h 1705"/>
                  <a:gd name="T12" fmla="*/ 0 w 977"/>
                  <a:gd name="T13" fmla="*/ 254534 h 170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77" h="1705">
                    <a:moveTo>
                      <a:pt x="0" y="106"/>
                    </a:moveTo>
                    <a:cubicBezTo>
                      <a:pt x="19" y="158"/>
                      <a:pt x="19" y="158"/>
                      <a:pt x="19" y="158"/>
                    </a:cubicBezTo>
                    <a:cubicBezTo>
                      <a:pt x="285" y="61"/>
                      <a:pt x="626" y="326"/>
                      <a:pt x="772" y="730"/>
                    </a:cubicBezTo>
                    <a:cubicBezTo>
                      <a:pt x="919" y="1135"/>
                      <a:pt x="826" y="1552"/>
                      <a:pt x="559" y="1649"/>
                    </a:cubicBezTo>
                    <a:cubicBezTo>
                      <a:pt x="580" y="1705"/>
                      <a:pt x="580" y="1705"/>
                      <a:pt x="580" y="1705"/>
                    </a:cubicBezTo>
                    <a:cubicBezTo>
                      <a:pt x="871" y="1600"/>
                      <a:pt x="977" y="1156"/>
                      <a:pt x="817" y="714"/>
                    </a:cubicBezTo>
                    <a:cubicBezTo>
                      <a:pt x="656" y="273"/>
                      <a:pt x="291" y="0"/>
                      <a:pt x="0" y="10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sp>
            <p:nvSpPr>
              <p:cNvPr id="10276" name="Freeform 11">
                <a:extLst>
                  <a:ext uri="{FF2B5EF4-FFF2-40B4-BE49-F238E27FC236}">
                    <a16:creationId xmlns:a16="http://schemas.microsoft.com/office/drawing/2014/main" id="{72480EC2-F846-8971-A844-E259A4DC50DD}"/>
                  </a:ext>
                </a:extLst>
              </p:cNvPr>
              <p:cNvSpPr>
                <a:spLocks/>
              </p:cNvSpPr>
              <p:nvPr/>
            </p:nvSpPr>
            <p:spPr bwMode="auto">
              <a:xfrm>
                <a:off x="3019425" y="57150"/>
                <a:ext cx="1422400" cy="3854450"/>
              </a:xfrm>
              <a:custGeom>
                <a:avLst/>
                <a:gdLst>
                  <a:gd name="T0" fmla="*/ 1381125 w 896"/>
                  <a:gd name="T1" fmla="*/ 3854450 h 2428"/>
                  <a:gd name="T2" fmla="*/ 1422400 w 896"/>
                  <a:gd name="T3" fmla="*/ 3840163 h 2428"/>
                  <a:gd name="T4" fmla="*/ 41275 w 896"/>
                  <a:gd name="T5" fmla="*/ 0 h 2428"/>
                  <a:gd name="T6" fmla="*/ 0 w 896"/>
                  <a:gd name="T7" fmla="*/ 14288 h 2428"/>
                  <a:gd name="T8" fmla="*/ 1381125 w 896"/>
                  <a:gd name="T9" fmla="*/ 3854450 h 2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6" h="2428">
                    <a:moveTo>
                      <a:pt x="870" y="2428"/>
                    </a:moveTo>
                    <a:lnTo>
                      <a:pt x="896" y="2419"/>
                    </a:lnTo>
                    <a:lnTo>
                      <a:pt x="26" y="0"/>
                    </a:lnTo>
                    <a:lnTo>
                      <a:pt x="0" y="9"/>
                    </a:lnTo>
                    <a:lnTo>
                      <a:pt x="870" y="24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TN"/>
              </a:p>
            </p:txBody>
          </p:sp>
        </p:grpSp>
        <p:cxnSp>
          <p:nvCxnSpPr>
            <p:cNvPr id="31" name="Straight Connector 30">
              <a:extLst>
                <a:ext uri="{FF2B5EF4-FFF2-40B4-BE49-F238E27FC236}">
                  <a16:creationId xmlns:a16="http://schemas.microsoft.com/office/drawing/2014/main" id="{8346F741-AF1C-22BF-FADB-0030A98CC588}"/>
                </a:ext>
              </a:extLst>
            </p:cNvPr>
            <p:cNvCxnSpPr>
              <a:cxnSpLocks/>
            </p:cNvCxnSpPr>
            <p:nvPr/>
          </p:nvCxnSpPr>
          <p:spPr>
            <a:xfrm flipV="1">
              <a:off x="1942663" y="3246227"/>
              <a:ext cx="1773571" cy="746011"/>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Isosceles Triangle 31">
              <a:extLst>
                <a:ext uri="{FF2B5EF4-FFF2-40B4-BE49-F238E27FC236}">
                  <a16:creationId xmlns:a16="http://schemas.microsoft.com/office/drawing/2014/main" id="{E4AE78B7-5961-A7CF-D1B1-A8320914962F}"/>
                </a:ext>
              </a:extLst>
            </p:cNvPr>
            <p:cNvSpPr/>
            <p:nvPr/>
          </p:nvSpPr>
          <p:spPr>
            <a:xfrm rot="4079480">
              <a:off x="3582894" y="3069978"/>
              <a:ext cx="207930" cy="369957"/>
            </a:xfrm>
            <a:prstGeom prst="triangle">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endParaRPr>
            </a:p>
          </p:txBody>
        </p:sp>
      </p:grpSp>
      <p:sp>
        <p:nvSpPr>
          <p:cNvPr id="37" name="Oval 36">
            <a:extLst>
              <a:ext uri="{FF2B5EF4-FFF2-40B4-BE49-F238E27FC236}">
                <a16:creationId xmlns:a16="http://schemas.microsoft.com/office/drawing/2014/main" id="{6BCB065D-124E-B5FB-1879-73054D137159}"/>
              </a:ext>
            </a:extLst>
          </p:cNvPr>
          <p:cNvSpPr/>
          <p:nvPr/>
        </p:nvSpPr>
        <p:spPr>
          <a:xfrm>
            <a:off x="9496728" y="5401853"/>
            <a:ext cx="2103438" cy="223838"/>
          </a:xfrm>
          <a:prstGeom prst="ellipse">
            <a:avLst/>
          </a:prstGeom>
          <a:solidFill>
            <a:schemeClr val="tx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endParaRPr>
          </a:p>
        </p:txBody>
      </p:sp>
      <p:sp>
        <p:nvSpPr>
          <p:cNvPr id="38" name="Rectangle: Rounded Corners 37">
            <a:extLst>
              <a:ext uri="{FF2B5EF4-FFF2-40B4-BE49-F238E27FC236}">
                <a16:creationId xmlns:a16="http://schemas.microsoft.com/office/drawing/2014/main" id="{D10EA474-3528-7215-B11B-5EEB5DB5BECF}"/>
              </a:ext>
            </a:extLst>
          </p:cNvPr>
          <p:cNvSpPr/>
          <p:nvPr/>
        </p:nvSpPr>
        <p:spPr>
          <a:xfrm rot="20234284">
            <a:off x="10927029" y="4583803"/>
            <a:ext cx="165642" cy="941971"/>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39" name="Rectangle: Rounded Corners 38">
            <a:extLst>
              <a:ext uri="{FF2B5EF4-FFF2-40B4-BE49-F238E27FC236}">
                <a16:creationId xmlns:a16="http://schemas.microsoft.com/office/drawing/2014/main" id="{CDCECE60-8736-02F0-7FCE-46C8A213A61C}"/>
              </a:ext>
            </a:extLst>
          </p:cNvPr>
          <p:cNvSpPr/>
          <p:nvPr/>
        </p:nvSpPr>
        <p:spPr>
          <a:xfrm rot="1307746">
            <a:off x="10036478" y="4887503"/>
            <a:ext cx="152400" cy="617538"/>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nvGrpSpPr>
          <p:cNvPr id="10246" name="Group 39">
            <a:extLst>
              <a:ext uri="{FF2B5EF4-FFF2-40B4-BE49-F238E27FC236}">
                <a16:creationId xmlns:a16="http://schemas.microsoft.com/office/drawing/2014/main" id="{EC15EE19-212C-9B13-A343-467A6A2CB2D2}"/>
              </a:ext>
            </a:extLst>
          </p:cNvPr>
          <p:cNvGrpSpPr>
            <a:grpSpLocks/>
          </p:cNvGrpSpPr>
          <p:nvPr/>
        </p:nvGrpSpPr>
        <p:grpSpPr bwMode="auto">
          <a:xfrm rot="535395">
            <a:off x="9662451" y="1839912"/>
            <a:ext cx="1800225" cy="3121025"/>
            <a:chOff x="6176100" y="2992625"/>
            <a:chExt cx="2086518" cy="2086518"/>
          </a:xfrm>
        </p:grpSpPr>
        <p:sp>
          <p:nvSpPr>
            <p:cNvPr id="41" name="Circle: Hollow 40">
              <a:extLst>
                <a:ext uri="{FF2B5EF4-FFF2-40B4-BE49-F238E27FC236}">
                  <a16:creationId xmlns:a16="http://schemas.microsoft.com/office/drawing/2014/main" id="{11F67834-AA9B-7EF0-5265-ECD5B662293A}"/>
                </a:ext>
              </a:extLst>
            </p:cNvPr>
            <p:cNvSpPr/>
            <p:nvPr/>
          </p:nvSpPr>
          <p:spPr>
            <a:xfrm>
              <a:off x="6176100" y="2992625"/>
              <a:ext cx="2086518" cy="2086518"/>
            </a:xfrm>
            <a:prstGeom prst="donut">
              <a:avLst>
                <a:gd name="adj" fmla="val 89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282F39"/>
                </a:solidFill>
              </a:endParaRPr>
            </a:p>
          </p:txBody>
        </p:sp>
        <p:sp>
          <p:nvSpPr>
            <p:cNvPr id="42" name="Circle: Hollow 41">
              <a:extLst>
                <a:ext uri="{FF2B5EF4-FFF2-40B4-BE49-F238E27FC236}">
                  <a16:creationId xmlns:a16="http://schemas.microsoft.com/office/drawing/2014/main" id="{064C26A4-1AF8-C736-06F0-0E1EAB984B72}"/>
                </a:ext>
              </a:extLst>
            </p:cNvPr>
            <p:cNvSpPr/>
            <p:nvPr/>
          </p:nvSpPr>
          <p:spPr>
            <a:xfrm>
              <a:off x="6514653" y="3330119"/>
              <a:ext cx="1409412" cy="1411530"/>
            </a:xfrm>
            <a:prstGeom prst="donut">
              <a:avLst>
                <a:gd name="adj" fmla="val 1127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282F39"/>
                </a:solidFill>
              </a:endParaRPr>
            </a:p>
          </p:txBody>
        </p:sp>
        <p:sp>
          <p:nvSpPr>
            <p:cNvPr id="43" name="Circle: Hollow 42">
              <a:extLst>
                <a:ext uri="{FF2B5EF4-FFF2-40B4-BE49-F238E27FC236}">
                  <a16:creationId xmlns:a16="http://schemas.microsoft.com/office/drawing/2014/main" id="{14A0EDF9-6608-E979-00F4-B043FC00163E}"/>
                </a:ext>
              </a:extLst>
            </p:cNvPr>
            <p:cNvSpPr/>
            <p:nvPr/>
          </p:nvSpPr>
          <p:spPr>
            <a:xfrm>
              <a:off x="6838375" y="3645563"/>
              <a:ext cx="780144" cy="778995"/>
            </a:xfrm>
            <a:prstGeom prst="donut">
              <a:avLst>
                <a:gd name="adj" fmla="val 1751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282F39"/>
                </a:solidFill>
              </a:endParaRPr>
            </a:p>
          </p:txBody>
        </p:sp>
        <p:sp>
          <p:nvSpPr>
            <p:cNvPr id="44" name="Oval 43">
              <a:extLst>
                <a:ext uri="{FF2B5EF4-FFF2-40B4-BE49-F238E27FC236}">
                  <a16:creationId xmlns:a16="http://schemas.microsoft.com/office/drawing/2014/main" id="{22F72443-516E-2581-7D11-48FEA878FC89}"/>
                </a:ext>
              </a:extLst>
            </p:cNvPr>
            <p:cNvSpPr/>
            <p:nvPr/>
          </p:nvSpPr>
          <p:spPr>
            <a:xfrm>
              <a:off x="7086319" y="3890579"/>
              <a:ext cx="287034" cy="28549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sp>
        <p:nvSpPr>
          <p:cNvPr id="3" name="Title 2"/>
          <p:cNvSpPr>
            <a:spLocks noGrp="1"/>
          </p:cNvSpPr>
          <p:nvPr>
            <p:ph type="title"/>
          </p:nvPr>
        </p:nvSpPr>
        <p:spPr/>
        <p:txBody>
          <a:bodyPr>
            <a:normAutofit fontScale="90000"/>
          </a:bodyPr>
          <a:lstStyle/>
          <a:p>
            <a:r>
              <a:rPr lang="en-GB" dirty="0" err="1"/>
              <a:t>Objectifs</a:t>
            </a:r>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200" y="649480"/>
            <a:ext cx="476250" cy="476250"/>
          </a:xfrm>
          <a:prstGeom prst="rect">
            <a:avLst/>
          </a:prstGeom>
        </p:spPr>
      </p:pic>
      <p:sp>
        <p:nvSpPr>
          <p:cNvPr id="7" name="Slide Number Placeholder 6"/>
          <p:cNvSpPr>
            <a:spLocks noGrp="1"/>
          </p:cNvSpPr>
          <p:nvPr>
            <p:ph type="sldNum" sz="quarter" idx="12"/>
          </p:nvPr>
        </p:nvSpPr>
        <p:spPr/>
        <p:txBody>
          <a:bodyPr/>
          <a:lstStyle/>
          <a:p>
            <a:fld id="{AC03623B-441A-4B08-B43E-185D9FF53926}" type="slidenum">
              <a:rPr lang="en-US" smtClean="0"/>
              <a:pPr/>
              <a:t>5</a:t>
            </a:fld>
            <a:endParaRPr lang="en-US"/>
          </a:p>
        </p:txBody>
      </p:sp>
      <p:graphicFrame>
        <p:nvGraphicFramePr>
          <p:cNvPr id="9" name="Diagram 8"/>
          <p:cNvGraphicFramePr/>
          <p:nvPr>
            <p:extLst>
              <p:ext uri="{D42A27DB-BD31-4B8C-83A1-F6EECF244321}">
                <p14:modId xmlns:p14="http://schemas.microsoft.com/office/powerpoint/2010/main" val="1947331667"/>
              </p:ext>
            </p:extLst>
          </p:nvPr>
        </p:nvGraphicFramePr>
        <p:xfrm>
          <a:off x="3718057" y="1559742"/>
          <a:ext cx="4621684" cy="38421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Straight Arrow Connector 3"/>
          <p:cNvCxnSpPr>
            <a:endCxn id="44" idx="1"/>
          </p:cNvCxnSpPr>
          <p:nvPr/>
        </p:nvCxnSpPr>
        <p:spPr>
          <a:xfrm>
            <a:off x="8487759" y="2060401"/>
            <a:ext cx="2021250" cy="1174908"/>
          </a:xfrm>
          <a:prstGeom prst="straightConnector1">
            <a:avLst/>
          </a:prstGeom>
          <a:ln w="57150">
            <a:solidFill>
              <a:srgbClr val="42BEBE"/>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44" idx="2"/>
          </p:cNvCxnSpPr>
          <p:nvPr/>
        </p:nvCxnSpPr>
        <p:spPr>
          <a:xfrm>
            <a:off x="8526842" y="2935860"/>
            <a:ext cx="1922920" cy="442977"/>
          </a:xfrm>
          <a:prstGeom prst="straightConnector1">
            <a:avLst/>
          </a:prstGeom>
          <a:ln w="57150">
            <a:solidFill>
              <a:srgbClr val="42BEBE"/>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44" idx="3"/>
          </p:cNvCxnSpPr>
          <p:nvPr/>
        </p:nvCxnSpPr>
        <p:spPr>
          <a:xfrm flipV="1">
            <a:off x="8497996" y="3533616"/>
            <a:ext cx="1964176" cy="376695"/>
          </a:xfrm>
          <a:prstGeom prst="straightConnector1">
            <a:avLst/>
          </a:prstGeom>
          <a:ln w="57150">
            <a:solidFill>
              <a:srgbClr val="42BEBE"/>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44" idx="4"/>
          </p:cNvCxnSpPr>
          <p:nvPr/>
        </p:nvCxnSpPr>
        <p:spPr>
          <a:xfrm flipV="1">
            <a:off x="8459598" y="3608978"/>
            <a:ext cx="2079371" cy="1272304"/>
          </a:xfrm>
          <a:prstGeom prst="straightConnector1">
            <a:avLst/>
          </a:prstGeom>
          <a:ln w="57150">
            <a:solidFill>
              <a:srgbClr val="42BEBE"/>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Solution </a:t>
            </a:r>
            <a:r>
              <a:rPr lang="en-GB" dirty="0" err="1"/>
              <a:t>envisagé</a:t>
            </a:r>
            <a:endParaRPr lang="en-GB"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178" y="628943"/>
            <a:ext cx="476250" cy="476250"/>
          </a:xfrm>
          <a:prstGeom prst="rect">
            <a:avLst/>
          </a:prstGeom>
        </p:spPr>
      </p:pic>
      <p:sp>
        <p:nvSpPr>
          <p:cNvPr id="6" name="Slide Number Placeholder 5"/>
          <p:cNvSpPr>
            <a:spLocks noGrp="1"/>
          </p:cNvSpPr>
          <p:nvPr>
            <p:ph type="sldNum" sz="quarter" idx="12"/>
          </p:nvPr>
        </p:nvSpPr>
        <p:spPr/>
        <p:txBody>
          <a:bodyPr/>
          <a:lstStyle/>
          <a:p>
            <a:fld id="{AC03623B-441A-4B08-B43E-185D9FF53926}" type="slidenum">
              <a:rPr lang="en-US" smtClean="0"/>
              <a:pPr/>
              <a:t>6</a:t>
            </a:fld>
            <a:endParaRPr lang="en-US"/>
          </a:p>
        </p:txBody>
      </p:sp>
      <p:graphicFrame>
        <p:nvGraphicFramePr>
          <p:cNvPr id="7" name="Diagram 6"/>
          <p:cNvGraphicFramePr/>
          <p:nvPr>
            <p:extLst>
              <p:ext uri="{D42A27DB-BD31-4B8C-83A1-F6EECF244321}">
                <p14:modId xmlns:p14="http://schemas.microsoft.com/office/powerpoint/2010/main" val="1827186463"/>
              </p:ext>
            </p:extLst>
          </p:nvPr>
        </p:nvGraphicFramePr>
        <p:xfrm>
          <a:off x="1841862" y="1659727"/>
          <a:ext cx="9136261" cy="42988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73325" y="3103997"/>
            <a:ext cx="476250" cy="476250"/>
          </a:xfrm>
          <a:prstGeom prst="rect">
            <a:avLst/>
          </a:prstGeom>
        </p:spPr>
      </p:pic>
      <p:pic>
        <p:nvPicPr>
          <p:cNvPr id="10" name="Picture 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73325" y="4067121"/>
            <a:ext cx="476250" cy="476250"/>
          </a:xfrm>
          <a:prstGeom prst="rect">
            <a:avLst/>
          </a:prstGeom>
        </p:spPr>
      </p:pic>
      <p:pic>
        <p:nvPicPr>
          <p:cNvPr id="11" name="Picture 1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79987" y="2064012"/>
            <a:ext cx="476250" cy="476250"/>
          </a:xfrm>
          <a:prstGeom prst="rect">
            <a:avLst/>
          </a:prstGeom>
        </p:spPr>
      </p:pic>
      <p:pic>
        <p:nvPicPr>
          <p:cNvPr id="12" name="Picture 1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85975" y="5030245"/>
            <a:ext cx="476250" cy="476250"/>
          </a:xfrm>
          <a:prstGeom prst="rect">
            <a:avLst/>
          </a:prstGeom>
        </p:spPr>
      </p:pic>
    </p:spTree>
    <p:extLst>
      <p:ext uri="{BB962C8B-B14F-4D97-AF65-F5344CB8AC3E}">
        <p14:creationId xmlns:p14="http://schemas.microsoft.com/office/powerpoint/2010/main" val="85197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Plan</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6306" y="649480"/>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7</a:t>
            </a:fld>
            <a:endParaRPr lang="en-US"/>
          </a:p>
        </p:txBody>
      </p:sp>
      <p:grpSp>
        <p:nvGrpSpPr>
          <p:cNvPr id="24" name="Group 23"/>
          <p:cNvGrpSpPr/>
          <p:nvPr/>
        </p:nvGrpSpPr>
        <p:grpSpPr>
          <a:xfrm>
            <a:off x="1059147" y="2362225"/>
            <a:ext cx="1234872" cy="1722593"/>
            <a:chOff x="1159175" y="2241548"/>
            <a:chExt cx="1234872" cy="1722593"/>
          </a:xfrm>
        </p:grpSpPr>
        <p:sp>
          <p:nvSpPr>
            <p:cNvPr id="17" name="Oval 16"/>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Isosceles Triangle 21"/>
            <p:cNvSpPr/>
            <p:nvPr/>
          </p:nvSpPr>
          <p:spPr>
            <a:xfrm rot="5400000">
              <a:off x="1146099" y="3424047"/>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1297272" y="3317810"/>
              <a:ext cx="1096775" cy="646331"/>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Contexte</a:t>
              </a:r>
              <a:endParaRPr lang="en-IN" b="1" noProof="1">
                <a:solidFill>
                  <a:schemeClr val="tx1">
                    <a:lumMod val="75000"/>
                    <a:lumOff val="25000"/>
                  </a:schemeClr>
                </a:solidFill>
                <a:latin typeface="Bahnschrift" panose="020B0502040204020203" pitchFamily="34" charset="0"/>
                <a:cs typeface="Poppins" panose="00000500000000000000" pitchFamily="2" charset="0"/>
              </a:endParaRPr>
            </a:p>
            <a:p>
              <a:pPr>
                <a:defRPr/>
              </a:pPr>
              <a:r>
                <a:rPr lang="fr-FR" b="1" dirty="0">
                  <a:solidFill>
                    <a:schemeClr val="tx1">
                      <a:lumMod val="75000"/>
                      <a:lumOff val="25000"/>
                    </a:schemeClr>
                  </a:solidFill>
                  <a:latin typeface="Bahnschrift" panose="020B0502040204020203" pitchFamily="34" charset="0"/>
                  <a:cs typeface="Poppins" panose="00000500000000000000" pitchFamily="2" charset="0"/>
                </a:rPr>
                <a:t>Général</a:t>
              </a:r>
              <a:endParaRPr lang="en-US" dirty="0">
                <a:solidFill>
                  <a:schemeClr val="tx1">
                    <a:lumMod val="75000"/>
                    <a:lumOff val="25000"/>
                  </a:schemeClr>
                </a:solidFill>
                <a:latin typeface="Bahnschrift" panose="020B0502040204020203" pitchFamily="34" charset="0"/>
                <a:cs typeface="Poppins" panose="00000500000000000000" pitchFamily="2" charset="0"/>
              </a:endParaRPr>
            </a:p>
          </p:txBody>
        </p:sp>
      </p:grpSp>
      <p:grpSp>
        <p:nvGrpSpPr>
          <p:cNvPr id="4" name="Group 3"/>
          <p:cNvGrpSpPr/>
          <p:nvPr/>
        </p:nvGrpSpPr>
        <p:grpSpPr>
          <a:xfrm>
            <a:off x="1470092" y="2311398"/>
            <a:ext cx="9677340" cy="1773420"/>
            <a:chOff x="1470092" y="2311398"/>
            <a:chExt cx="9677340" cy="1773420"/>
          </a:xfrm>
        </p:grpSpPr>
        <p:cxnSp>
          <p:nvCxnSpPr>
            <p:cNvPr id="19" name="Straight Connector 18"/>
            <p:cNvCxnSpPr/>
            <p:nvPr/>
          </p:nvCxnSpPr>
          <p:spPr>
            <a:xfrm>
              <a:off x="1470092" y="2768625"/>
              <a:ext cx="8236577" cy="0"/>
            </a:xfrm>
            <a:prstGeom prst="line">
              <a:avLst/>
            </a:prstGeom>
            <a:ln w="28575">
              <a:solidFill>
                <a:srgbClr val="9DDDDD"/>
              </a:solidFill>
              <a:prstDash val="dash"/>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057513" y="2311398"/>
              <a:ext cx="8089919" cy="1773420"/>
              <a:chOff x="3057513" y="2311398"/>
              <a:chExt cx="8089919" cy="1773420"/>
            </a:xfrm>
          </p:grpSpPr>
          <p:grpSp>
            <p:nvGrpSpPr>
              <p:cNvPr id="43" name="Group 42"/>
              <p:cNvGrpSpPr/>
              <p:nvPr/>
            </p:nvGrpSpPr>
            <p:grpSpPr>
              <a:xfrm>
                <a:off x="3057513" y="2311398"/>
                <a:ext cx="1673497" cy="1749738"/>
                <a:chOff x="1164431" y="2241548"/>
                <a:chExt cx="1673497" cy="1749738"/>
              </a:xfrm>
            </p:grpSpPr>
            <p:sp>
              <p:nvSpPr>
                <p:cNvPr id="44" name="Oval 43"/>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Isosceles Triangle 44"/>
                <p:cNvSpPr/>
                <p:nvPr/>
              </p:nvSpPr>
              <p:spPr>
                <a:xfrm rot="5400000">
                  <a:off x="1181215" y="3451192"/>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45"/>
                <p:cNvSpPr/>
                <p:nvPr/>
              </p:nvSpPr>
              <p:spPr>
                <a:xfrm>
                  <a:off x="1332388" y="3344955"/>
                  <a:ext cx="1505540" cy="646331"/>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Spécification</a:t>
                  </a:r>
                </a:p>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des besoins</a:t>
                  </a:r>
                </a:p>
              </p:txBody>
            </p:sp>
          </p:grpSp>
          <p:grpSp>
            <p:nvGrpSpPr>
              <p:cNvPr id="47" name="Group 46"/>
              <p:cNvGrpSpPr/>
              <p:nvPr/>
            </p:nvGrpSpPr>
            <p:grpSpPr>
              <a:xfrm>
                <a:off x="5050623" y="2311398"/>
                <a:ext cx="1617574" cy="1466933"/>
                <a:chOff x="1164431" y="2241548"/>
                <a:chExt cx="1617574" cy="1466933"/>
              </a:xfrm>
            </p:grpSpPr>
            <p:sp>
              <p:nvSpPr>
                <p:cNvPr id="48" name="Oval 47"/>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Isosceles Triangle 48"/>
                <p:cNvSpPr/>
                <p:nvPr/>
              </p:nvSpPr>
              <p:spPr>
                <a:xfrm rot="5400000">
                  <a:off x="1158954" y="3445386"/>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p:cNvSpPr/>
                <p:nvPr/>
              </p:nvSpPr>
              <p:spPr>
                <a:xfrm>
                  <a:off x="1310127" y="3339149"/>
                  <a:ext cx="1471878" cy="369332"/>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Architecture</a:t>
                  </a:r>
                </a:p>
              </p:txBody>
            </p:sp>
          </p:grpSp>
          <p:grpSp>
            <p:nvGrpSpPr>
              <p:cNvPr id="51" name="Group 50"/>
              <p:cNvGrpSpPr/>
              <p:nvPr/>
            </p:nvGrpSpPr>
            <p:grpSpPr>
              <a:xfrm>
                <a:off x="7181830" y="2311398"/>
                <a:ext cx="1481413" cy="1472739"/>
                <a:chOff x="1164431" y="2241548"/>
                <a:chExt cx="1481413" cy="1472739"/>
              </a:xfrm>
            </p:grpSpPr>
            <p:sp>
              <p:nvSpPr>
                <p:cNvPr id="52" name="Oval 51"/>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Isosceles Triangle 52"/>
                <p:cNvSpPr/>
                <p:nvPr/>
              </p:nvSpPr>
              <p:spPr>
                <a:xfrm rot="5400000">
                  <a:off x="1157445" y="3451192"/>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p:cNvSpPr/>
                <p:nvPr/>
              </p:nvSpPr>
              <p:spPr>
                <a:xfrm>
                  <a:off x="1308618" y="3344955"/>
                  <a:ext cx="1337226" cy="369332"/>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Réalisation</a:t>
                  </a:r>
                </a:p>
              </p:txBody>
            </p:sp>
          </p:grpSp>
          <p:grpSp>
            <p:nvGrpSpPr>
              <p:cNvPr id="55" name="Group 54"/>
              <p:cNvGrpSpPr/>
              <p:nvPr/>
            </p:nvGrpSpPr>
            <p:grpSpPr>
              <a:xfrm>
                <a:off x="9158282" y="2362225"/>
                <a:ext cx="1989150" cy="1722593"/>
                <a:chOff x="1164431" y="2241548"/>
                <a:chExt cx="1989150" cy="1722593"/>
              </a:xfrm>
            </p:grpSpPr>
            <p:sp>
              <p:nvSpPr>
                <p:cNvPr id="56" name="Oval 55"/>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Isosceles Triangle 56"/>
                <p:cNvSpPr/>
                <p:nvPr/>
              </p:nvSpPr>
              <p:spPr>
                <a:xfrm rot="5400000">
                  <a:off x="1171458" y="3424047"/>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p:cNvSpPr/>
                <p:nvPr/>
              </p:nvSpPr>
              <p:spPr>
                <a:xfrm>
                  <a:off x="1322631" y="3317810"/>
                  <a:ext cx="1830950" cy="646331"/>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Conclusion</a:t>
                  </a:r>
                </a:p>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et perspectives </a:t>
                  </a:r>
                </a:p>
              </p:txBody>
            </p:sp>
          </p:gr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4298" y="2487999"/>
                <a:ext cx="476250" cy="47625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105" y="2483146"/>
                <a:ext cx="476250" cy="476250"/>
              </a:xfrm>
              <a:prstGeom prst="rect">
                <a:avLst/>
              </a:prstGeom>
            </p:spPr>
          </p:pic>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9127" y="2518206"/>
                <a:ext cx="476250" cy="476250"/>
              </a:xfrm>
              <a:prstGeom prst="rect">
                <a:avLst/>
              </a:prstGeom>
            </p:spPr>
          </p:pic>
          <p:pic>
            <p:nvPicPr>
              <p:cNvPr id="61" name="Picture 6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0566" y="2500699"/>
                <a:ext cx="476250" cy="476250"/>
              </a:xfrm>
              <a:prstGeom prst="rect">
                <a:avLst/>
              </a:prstGeom>
            </p:spPr>
          </p:pic>
        </p:grpSp>
      </p:grpSp>
      <p:pic>
        <p:nvPicPr>
          <p:cNvPr id="62" name="Picture 6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4266" y="2530500"/>
            <a:ext cx="476250" cy="476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4"/>
                                        </p:tgtEl>
                                        <p:attrNameLst>
                                          <p:attrName>style.opacity</p:attrName>
                                        </p:attrNameLst>
                                      </p:cBhvr>
                                      <p:to>
                                        <p:strVal val="0.25"/>
                                      </p:to>
                                    </p:set>
                                    <p:animEffect filter="image" prLst="opacity: 0.25">
                                      <p:cBhvr rctx="IE">
                                        <p:cTn id="7" dur="indefinite"/>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12" name="Google Shape;3012;p34">
            <a:extLst>
              <a:ext uri="{FF2B5EF4-FFF2-40B4-BE49-F238E27FC236}">
                <a16:creationId xmlns:a16="http://schemas.microsoft.com/office/drawing/2014/main" id="{F37B8DBD-14B4-23AA-96AF-88E3DEC760B3}"/>
              </a:ext>
            </a:extLst>
          </p:cNvPr>
          <p:cNvGrpSpPr/>
          <p:nvPr/>
        </p:nvGrpSpPr>
        <p:grpSpPr>
          <a:xfrm>
            <a:off x="3067002" y="1382643"/>
            <a:ext cx="5731645" cy="4924544"/>
            <a:chOff x="2089788" y="1404275"/>
            <a:chExt cx="3352362" cy="2880300"/>
          </a:xfrm>
          <a:solidFill>
            <a:schemeClr val="accent5">
              <a:lumMod val="40000"/>
              <a:lumOff val="60000"/>
            </a:schemeClr>
          </a:solidFill>
        </p:grpSpPr>
        <p:sp>
          <p:nvSpPr>
            <p:cNvPr id="3013" name="Google Shape;3013;p34">
              <a:extLst>
                <a:ext uri="{FF2B5EF4-FFF2-40B4-BE49-F238E27FC236}">
                  <a16:creationId xmlns:a16="http://schemas.microsoft.com/office/drawing/2014/main" id="{D610F799-E837-4676-9308-5646EC4F5D01}"/>
                </a:ext>
              </a:extLst>
            </p:cNvPr>
            <p:cNvSpPr/>
            <p:nvPr/>
          </p:nvSpPr>
          <p:spPr>
            <a:xfrm>
              <a:off x="2329075" y="1498475"/>
              <a:ext cx="2804300" cy="2471000"/>
            </a:xfrm>
            <a:custGeom>
              <a:avLst/>
              <a:gdLst/>
              <a:ahLst/>
              <a:cxnLst/>
              <a:rect l="l" t="t" r="r" b="b"/>
              <a:pathLst>
                <a:path w="112172" h="98840" extrusionOk="0">
                  <a:moveTo>
                    <a:pt x="56086" y="1"/>
                  </a:moveTo>
                  <a:cubicBezTo>
                    <a:pt x="48517" y="1"/>
                    <a:pt x="41170" y="1458"/>
                    <a:pt x="34266" y="4403"/>
                  </a:cubicBezTo>
                  <a:cubicBezTo>
                    <a:pt x="30941" y="5796"/>
                    <a:pt x="27742" y="7538"/>
                    <a:pt x="24734" y="9565"/>
                  </a:cubicBezTo>
                  <a:cubicBezTo>
                    <a:pt x="21757" y="11560"/>
                    <a:pt x="18970" y="13872"/>
                    <a:pt x="16436" y="16405"/>
                  </a:cubicBezTo>
                  <a:cubicBezTo>
                    <a:pt x="13903" y="18939"/>
                    <a:pt x="11591" y="21757"/>
                    <a:pt x="9596" y="24703"/>
                  </a:cubicBezTo>
                  <a:cubicBezTo>
                    <a:pt x="7569" y="27711"/>
                    <a:pt x="5827" y="30910"/>
                    <a:pt x="4434" y="34235"/>
                  </a:cubicBezTo>
                  <a:cubicBezTo>
                    <a:pt x="1488" y="41170"/>
                    <a:pt x="0" y="48518"/>
                    <a:pt x="0" y="56086"/>
                  </a:cubicBezTo>
                  <a:cubicBezTo>
                    <a:pt x="0" y="60108"/>
                    <a:pt x="443" y="64130"/>
                    <a:pt x="1298" y="68057"/>
                  </a:cubicBezTo>
                  <a:cubicBezTo>
                    <a:pt x="2122" y="71858"/>
                    <a:pt x="3357" y="75594"/>
                    <a:pt x="4972" y="79141"/>
                  </a:cubicBezTo>
                  <a:cubicBezTo>
                    <a:pt x="6524" y="82625"/>
                    <a:pt x="8487" y="85982"/>
                    <a:pt x="10736" y="89054"/>
                  </a:cubicBezTo>
                  <a:cubicBezTo>
                    <a:pt x="12984" y="92157"/>
                    <a:pt x="15550" y="95008"/>
                    <a:pt x="18368" y="97573"/>
                  </a:cubicBezTo>
                  <a:lnTo>
                    <a:pt x="18621" y="97288"/>
                  </a:lnTo>
                  <a:cubicBezTo>
                    <a:pt x="7031" y="86742"/>
                    <a:pt x="380" y="71731"/>
                    <a:pt x="380" y="56086"/>
                  </a:cubicBezTo>
                  <a:cubicBezTo>
                    <a:pt x="380" y="25368"/>
                    <a:pt x="25367" y="349"/>
                    <a:pt x="56118" y="349"/>
                  </a:cubicBezTo>
                  <a:cubicBezTo>
                    <a:pt x="86837" y="349"/>
                    <a:pt x="111823" y="25368"/>
                    <a:pt x="111823" y="56086"/>
                  </a:cubicBezTo>
                  <a:cubicBezTo>
                    <a:pt x="111823" y="72459"/>
                    <a:pt x="104666" y="87945"/>
                    <a:pt x="92157" y="98554"/>
                  </a:cubicBezTo>
                  <a:lnTo>
                    <a:pt x="92410" y="98839"/>
                  </a:lnTo>
                  <a:cubicBezTo>
                    <a:pt x="95419" y="96274"/>
                    <a:pt x="98174" y="93361"/>
                    <a:pt x="100581" y="90226"/>
                  </a:cubicBezTo>
                  <a:cubicBezTo>
                    <a:pt x="103019" y="87059"/>
                    <a:pt x="105141" y="83638"/>
                    <a:pt x="106820" y="80028"/>
                  </a:cubicBezTo>
                  <a:cubicBezTo>
                    <a:pt x="108562" y="76355"/>
                    <a:pt x="109892" y="72491"/>
                    <a:pt x="110810" y="68532"/>
                  </a:cubicBezTo>
                  <a:cubicBezTo>
                    <a:pt x="111728" y="64479"/>
                    <a:pt x="112172" y="60298"/>
                    <a:pt x="112172" y="56086"/>
                  </a:cubicBezTo>
                  <a:cubicBezTo>
                    <a:pt x="112172" y="48518"/>
                    <a:pt x="110715" y="41170"/>
                    <a:pt x="107770" y="34235"/>
                  </a:cubicBezTo>
                  <a:cubicBezTo>
                    <a:pt x="106376" y="30910"/>
                    <a:pt x="104635" y="27711"/>
                    <a:pt x="102608" y="24703"/>
                  </a:cubicBezTo>
                  <a:cubicBezTo>
                    <a:pt x="100613" y="21757"/>
                    <a:pt x="98301" y="18939"/>
                    <a:pt x="95767" y="16405"/>
                  </a:cubicBezTo>
                  <a:cubicBezTo>
                    <a:pt x="93234" y="13872"/>
                    <a:pt x="90415" y="11560"/>
                    <a:pt x="87470" y="9565"/>
                  </a:cubicBezTo>
                  <a:cubicBezTo>
                    <a:pt x="84461" y="7538"/>
                    <a:pt x="81263" y="5796"/>
                    <a:pt x="77938" y="4403"/>
                  </a:cubicBezTo>
                  <a:cubicBezTo>
                    <a:pt x="71002" y="1489"/>
                    <a:pt x="63687" y="1"/>
                    <a:pt x="56086" y="1"/>
                  </a:cubicBezTo>
                  <a:close/>
                </a:path>
              </a:pathLst>
            </a:custGeom>
            <a:solidFill>
              <a:schemeClr val="accent1">
                <a:lumMod val="50000"/>
              </a:schemeClr>
            </a:solid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14" name="Google Shape;3014;p34">
              <a:extLst>
                <a:ext uri="{FF2B5EF4-FFF2-40B4-BE49-F238E27FC236}">
                  <a16:creationId xmlns:a16="http://schemas.microsoft.com/office/drawing/2014/main" id="{07C12E40-315A-0FCA-4882-6C81E5E90E24}"/>
                </a:ext>
              </a:extLst>
            </p:cNvPr>
            <p:cNvSpPr/>
            <p:nvPr/>
          </p:nvSpPr>
          <p:spPr>
            <a:xfrm>
              <a:off x="4317100" y="4277425"/>
              <a:ext cx="7150" cy="7150"/>
            </a:xfrm>
            <a:custGeom>
              <a:avLst/>
              <a:gdLst/>
              <a:ahLst/>
              <a:cxnLst/>
              <a:rect l="l" t="t" r="r" b="b"/>
              <a:pathLst>
                <a:path w="286" h="286" extrusionOk="0">
                  <a:moveTo>
                    <a:pt x="190" y="1"/>
                  </a:moveTo>
                  <a:cubicBezTo>
                    <a:pt x="127" y="32"/>
                    <a:pt x="63" y="64"/>
                    <a:pt x="0" y="96"/>
                  </a:cubicBezTo>
                  <a:lnTo>
                    <a:pt x="63" y="286"/>
                  </a:lnTo>
                  <a:cubicBezTo>
                    <a:pt x="127" y="254"/>
                    <a:pt x="190" y="222"/>
                    <a:pt x="285" y="191"/>
                  </a:cubicBezTo>
                  <a:lnTo>
                    <a:pt x="190" y="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15" name="Google Shape;3015;p34">
              <a:extLst>
                <a:ext uri="{FF2B5EF4-FFF2-40B4-BE49-F238E27FC236}">
                  <a16:creationId xmlns:a16="http://schemas.microsoft.com/office/drawing/2014/main" id="{2E46CE84-CF40-876D-2ECE-CA2E9719E0DF}"/>
                </a:ext>
              </a:extLst>
            </p:cNvPr>
            <p:cNvSpPr/>
            <p:nvPr/>
          </p:nvSpPr>
          <p:spPr>
            <a:xfrm>
              <a:off x="2494525" y="1404275"/>
              <a:ext cx="2764750" cy="2873175"/>
            </a:xfrm>
            <a:custGeom>
              <a:avLst/>
              <a:gdLst/>
              <a:ahLst/>
              <a:cxnLst/>
              <a:rect l="l" t="t" r="r" b="b"/>
              <a:pathLst>
                <a:path w="110590" h="114927" extrusionOk="0">
                  <a:moveTo>
                    <a:pt x="50418" y="0"/>
                  </a:moveTo>
                  <a:lnTo>
                    <a:pt x="50418" y="159"/>
                  </a:lnTo>
                  <a:lnTo>
                    <a:pt x="50861" y="159"/>
                  </a:lnTo>
                  <a:lnTo>
                    <a:pt x="50861" y="0"/>
                  </a:lnTo>
                  <a:close/>
                  <a:moveTo>
                    <a:pt x="49468" y="0"/>
                  </a:moveTo>
                  <a:lnTo>
                    <a:pt x="49468" y="190"/>
                  </a:lnTo>
                  <a:cubicBezTo>
                    <a:pt x="49626" y="190"/>
                    <a:pt x="49785" y="190"/>
                    <a:pt x="49943" y="159"/>
                  </a:cubicBezTo>
                  <a:lnTo>
                    <a:pt x="49943" y="0"/>
                  </a:lnTo>
                  <a:close/>
                  <a:moveTo>
                    <a:pt x="51336" y="0"/>
                  </a:moveTo>
                  <a:lnTo>
                    <a:pt x="51336" y="159"/>
                  </a:lnTo>
                  <a:cubicBezTo>
                    <a:pt x="51495" y="159"/>
                    <a:pt x="51653" y="159"/>
                    <a:pt x="51780" y="190"/>
                  </a:cubicBezTo>
                  <a:lnTo>
                    <a:pt x="51780" y="0"/>
                  </a:lnTo>
                  <a:close/>
                  <a:moveTo>
                    <a:pt x="52255" y="0"/>
                  </a:moveTo>
                  <a:lnTo>
                    <a:pt x="52255" y="190"/>
                  </a:lnTo>
                  <a:lnTo>
                    <a:pt x="52730" y="190"/>
                  </a:lnTo>
                  <a:lnTo>
                    <a:pt x="52730" y="0"/>
                  </a:lnTo>
                  <a:close/>
                  <a:moveTo>
                    <a:pt x="49025" y="0"/>
                  </a:moveTo>
                  <a:cubicBezTo>
                    <a:pt x="48866" y="32"/>
                    <a:pt x="48708" y="32"/>
                    <a:pt x="48550" y="32"/>
                  </a:cubicBezTo>
                  <a:lnTo>
                    <a:pt x="48550" y="222"/>
                  </a:lnTo>
                  <a:cubicBezTo>
                    <a:pt x="48708" y="222"/>
                    <a:pt x="48866" y="190"/>
                    <a:pt x="49025" y="190"/>
                  </a:cubicBezTo>
                  <a:lnTo>
                    <a:pt x="49025" y="0"/>
                  </a:lnTo>
                  <a:close/>
                  <a:moveTo>
                    <a:pt x="53173" y="32"/>
                  </a:moveTo>
                  <a:lnTo>
                    <a:pt x="53173" y="222"/>
                  </a:lnTo>
                  <a:lnTo>
                    <a:pt x="53648" y="222"/>
                  </a:lnTo>
                  <a:lnTo>
                    <a:pt x="53648" y="32"/>
                  </a:lnTo>
                  <a:close/>
                  <a:moveTo>
                    <a:pt x="48074" y="32"/>
                  </a:moveTo>
                  <a:lnTo>
                    <a:pt x="47631" y="64"/>
                  </a:lnTo>
                  <a:lnTo>
                    <a:pt x="47631" y="254"/>
                  </a:lnTo>
                  <a:cubicBezTo>
                    <a:pt x="47789" y="254"/>
                    <a:pt x="47948" y="254"/>
                    <a:pt x="48106" y="222"/>
                  </a:cubicBezTo>
                  <a:lnTo>
                    <a:pt x="48074" y="32"/>
                  </a:lnTo>
                  <a:close/>
                  <a:moveTo>
                    <a:pt x="54123" y="64"/>
                  </a:moveTo>
                  <a:lnTo>
                    <a:pt x="54092" y="254"/>
                  </a:lnTo>
                  <a:cubicBezTo>
                    <a:pt x="54250" y="254"/>
                    <a:pt x="54408" y="285"/>
                    <a:pt x="54567" y="285"/>
                  </a:cubicBezTo>
                  <a:lnTo>
                    <a:pt x="54567" y="95"/>
                  </a:lnTo>
                  <a:cubicBezTo>
                    <a:pt x="54408" y="95"/>
                    <a:pt x="54250" y="64"/>
                    <a:pt x="54123" y="64"/>
                  </a:cubicBezTo>
                  <a:close/>
                  <a:moveTo>
                    <a:pt x="47156" y="95"/>
                  </a:moveTo>
                  <a:cubicBezTo>
                    <a:pt x="46998" y="95"/>
                    <a:pt x="46839" y="127"/>
                    <a:pt x="46681" y="127"/>
                  </a:cubicBezTo>
                  <a:lnTo>
                    <a:pt x="46713" y="317"/>
                  </a:lnTo>
                  <a:cubicBezTo>
                    <a:pt x="46871" y="317"/>
                    <a:pt x="47029" y="285"/>
                    <a:pt x="47156" y="285"/>
                  </a:cubicBezTo>
                  <a:lnTo>
                    <a:pt x="47156" y="95"/>
                  </a:lnTo>
                  <a:close/>
                  <a:moveTo>
                    <a:pt x="55042" y="127"/>
                  </a:moveTo>
                  <a:lnTo>
                    <a:pt x="55042" y="317"/>
                  </a:lnTo>
                  <a:cubicBezTo>
                    <a:pt x="55168" y="317"/>
                    <a:pt x="55327" y="349"/>
                    <a:pt x="55485" y="349"/>
                  </a:cubicBezTo>
                  <a:lnTo>
                    <a:pt x="55517" y="159"/>
                  </a:lnTo>
                  <a:lnTo>
                    <a:pt x="55042" y="127"/>
                  </a:lnTo>
                  <a:close/>
                  <a:moveTo>
                    <a:pt x="46238" y="159"/>
                  </a:moveTo>
                  <a:lnTo>
                    <a:pt x="45763" y="190"/>
                  </a:lnTo>
                  <a:lnTo>
                    <a:pt x="45794" y="380"/>
                  </a:lnTo>
                  <a:cubicBezTo>
                    <a:pt x="45953" y="380"/>
                    <a:pt x="46079" y="349"/>
                    <a:pt x="46238" y="349"/>
                  </a:cubicBezTo>
                  <a:lnTo>
                    <a:pt x="46238" y="159"/>
                  </a:lnTo>
                  <a:close/>
                  <a:moveTo>
                    <a:pt x="55960" y="190"/>
                  </a:moveTo>
                  <a:lnTo>
                    <a:pt x="55960" y="380"/>
                  </a:lnTo>
                  <a:cubicBezTo>
                    <a:pt x="56118" y="412"/>
                    <a:pt x="56245" y="412"/>
                    <a:pt x="56403" y="412"/>
                  </a:cubicBezTo>
                  <a:lnTo>
                    <a:pt x="56435" y="254"/>
                  </a:lnTo>
                  <a:cubicBezTo>
                    <a:pt x="56277" y="222"/>
                    <a:pt x="56118" y="222"/>
                    <a:pt x="55960" y="190"/>
                  </a:cubicBezTo>
                  <a:close/>
                  <a:moveTo>
                    <a:pt x="45319" y="254"/>
                  </a:moveTo>
                  <a:cubicBezTo>
                    <a:pt x="45161" y="254"/>
                    <a:pt x="45003" y="254"/>
                    <a:pt x="44844" y="285"/>
                  </a:cubicBezTo>
                  <a:lnTo>
                    <a:pt x="44876" y="475"/>
                  </a:lnTo>
                  <a:cubicBezTo>
                    <a:pt x="45003" y="444"/>
                    <a:pt x="45161" y="444"/>
                    <a:pt x="45319" y="412"/>
                  </a:cubicBezTo>
                  <a:lnTo>
                    <a:pt x="45319" y="254"/>
                  </a:lnTo>
                  <a:close/>
                  <a:moveTo>
                    <a:pt x="56878" y="285"/>
                  </a:moveTo>
                  <a:lnTo>
                    <a:pt x="56878" y="475"/>
                  </a:lnTo>
                  <a:cubicBezTo>
                    <a:pt x="57037" y="475"/>
                    <a:pt x="57164" y="507"/>
                    <a:pt x="57322" y="507"/>
                  </a:cubicBezTo>
                  <a:lnTo>
                    <a:pt x="57354" y="317"/>
                  </a:lnTo>
                  <a:lnTo>
                    <a:pt x="56878" y="285"/>
                  </a:lnTo>
                  <a:close/>
                  <a:moveTo>
                    <a:pt x="44401" y="317"/>
                  </a:moveTo>
                  <a:cubicBezTo>
                    <a:pt x="44243" y="349"/>
                    <a:pt x="44084" y="380"/>
                    <a:pt x="43926" y="380"/>
                  </a:cubicBezTo>
                  <a:lnTo>
                    <a:pt x="43958" y="570"/>
                  </a:lnTo>
                  <a:cubicBezTo>
                    <a:pt x="44084" y="539"/>
                    <a:pt x="44243" y="539"/>
                    <a:pt x="44401" y="507"/>
                  </a:cubicBezTo>
                  <a:lnTo>
                    <a:pt x="44401" y="317"/>
                  </a:lnTo>
                  <a:close/>
                  <a:moveTo>
                    <a:pt x="57829" y="380"/>
                  </a:moveTo>
                  <a:lnTo>
                    <a:pt x="57797" y="570"/>
                  </a:lnTo>
                  <a:cubicBezTo>
                    <a:pt x="57955" y="602"/>
                    <a:pt x="58114" y="602"/>
                    <a:pt x="58240" y="634"/>
                  </a:cubicBezTo>
                  <a:lnTo>
                    <a:pt x="58272" y="444"/>
                  </a:lnTo>
                  <a:cubicBezTo>
                    <a:pt x="58114" y="412"/>
                    <a:pt x="57955" y="412"/>
                    <a:pt x="57829" y="380"/>
                  </a:cubicBezTo>
                  <a:close/>
                  <a:moveTo>
                    <a:pt x="43451" y="444"/>
                  </a:moveTo>
                  <a:cubicBezTo>
                    <a:pt x="43324" y="475"/>
                    <a:pt x="43166" y="475"/>
                    <a:pt x="43007" y="507"/>
                  </a:cubicBezTo>
                  <a:lnTo>
                    <a:pt x="43039" y="697"/>
                  </a:lnTo>
                  <a:cubicBezTo>
                    <a:pt x="43166" y="665"/>
                    <a:pt x="43324" y="634"/>
                    <a:pt x="43482" y="634"/>
                  </a:cubicBezTo>
                  <a:lnTo>
                    <a:pt x="43451" y="444"/>
                  </a:lnTo>
                  <a:close/>
                  <a:moveTo>
                    <a:pt x="58715" y="507"/>
                  </a:moveTo>
                  <a:lnTo>
                    <a:pt x="58715" y="697"/>
                  </a:lnTo>
                  <a:cubicBezTo>
                    <a:pt x="58874" y="697"/>
                    <a:pt x="59000" y="729"/>
                    <a:pt x="59159" y="760"/>
                  </a:cubicBezTo>
                  <a:lnTo>
                    <a:pt x="59190" y="570"/>
                  </a:lnTo>
                  <a:cubicBezTo>
                    <a:pt x="59032" y="539"/>
                    <a:pt x="58874" y="507"/>
                    <a:pt x="58715" y="507"/>
                  </a:cubicBezTo>
                  <a:close/>
                  <a:moveTo>
                    <a:pt x="42532" y="570"/>
                  </a:moveTo>
                  <a:cubicBezTo>
                    <a:pt x="42374" y="570"/>
                    <a:pt x="42247" y="602"/>
                    <a:pt x="42089" y="634"/>
                  </a:cubicBezTo>
                  <a:lnTo>
                    <a:pt x="42121" y="824"/>
                  </a:lnTo>
                  <a:cubicBezTo>
                    <a:pt x="42247" y="792"/>
                    <a:pt x="42406" y="760"/>
                    <a:pt x="42564" y="729"/>
                  </a:cubicBezTo>
                  <a:lnTo>
                    <a:pt x="42532" y="570"/>
                  </a:lnTo>
                  <a:close/>
                  <a:moveTo>
                    <a:pt x="59665" y="634"/>
                  </a:moveTo>
                  <a:lnTo>
                    <a:pt x="59634" y="824"/>
                  </a:lnTo>
                  <a:cubicBezTo>
                    <a:pt x="59792" y="824"/>
                    <a:pt x="59950" y="855"/>
                    <a:pt x="60077" y="887"/>
                  </a:cubicBezTo>
                  <a:lnTo>
                    <a:pt x="60109" y="697"/>
                  </a:lnTo>
                  <a:cubicBezTo>
                    <a:pt x="59950" y="665"/>
                    <a:pt x="59792" y="665"/>
                    <a:pt x="59665" y="634"/>
                  </a:cubicBezTo>
                  <a:close/>
                  <a:moveTo>
                    <a:pt x="41614" y="697"/>
                  </a:moveTo>
                  <a:cubicBezTo>
                    <a:pt x="41456" y="729"/>
                    <a:pt x="41329" y="760"/>
                    <a:pt x="41171" y="760"/>
                  </a:cubicBezTo>
                  <a:lnTo>
                    <a:pt x="41202" y="950"/>
                  </a:lnTo>
                  <a:cubicBezTo>
                    <a:pt x="41329" y="919"/>
                    <a:pt x="41487" y="919"/>
                    <a:pt x="41646" y="887"/>
                  </a:cubicBezTo>
                  <a:lnTo>
                    <a:pt x="41614" y="697"/>
                  </a:lnTo>
                  <a:close/>
                  <a:moveTo>
                    <a:pt x="60584" y="760"/>
                  </a:moveTo>
                  <a:lnTo>
                    <a:pt x="60552" y="950"/>
                  </a:lnTo>
                  <a:cubicBezTo>
                    <a:pt x="60679" y="982"/>
                    <a:pt x="60837" y="1014"/>
                    <a:pt x="60995" y="1014"/>
                  </a:cubicBezTo>
                  <a:lnTo>
                    <a:pt x="61027" y="855"/>
                  </a:lnTo>
                  <a:cubicBezTo>
                    <a:pt x="60869" y="824"/>
                    <a:pt x="60742" y="792"/>
                    <a:pt x="60584" y="760"/>
                  </a:cubicBezTo>
                  <a:close/>
                  <a:moveTo>
                    <a:pt x="40696" y="855"/>
                  </a:moveTo>
                  <a:cubicBezTo>
                    <a:pt x="40537" y="887"/>
                    <a:pt x="40411" y="887"/>
                    <a:pt x="40252" y="919"/>
                  </a:cubicBezTo>
                  <a:lnTo>
                    <a:pt x="40284" y="1109"/>
                  </a:lnTo>
                  <a:cubicBezTo>
                    <a:pt x="40442" y="1077"/>
                    <a:pt x="40569" y="1045"/>
                    <a:pt x="40727" y="1045"/>
                  </a:cubicBezTo>
                  <a:lnTo>
                    <a:pt x="40696" y="855"/>
                  </a:lnTo>
                  <a:close/>
                  <a:moveTo>
                    <a:pt x="61502" y="919"/>
                  </a:moveTo>
                  <a:lnTo>
                    <a:pt x="61471" y="1109"/>
                  </a:lnTo>
                  <a:cubicBezTo>
                    <a:pt x="61597" y="1140"/>
                    <a:pt x="61756" y="1172"/>
                    <a:pt x="61914" y="1204"/>
                  </a:cubicBezTo>
                  <a:lnTo>
                    <a:pt x="61946" y="1014"/>
                  </a:lnTo>
                  <a:cubicBezTo>
                    <a:pt x="61787" y="982"/>
                    <a:pt x="61629" y="950"/>
                    <a:pt x="61502" y="919"/>
                  </a:cubicBezTo>
                  <a:close/>
                  <a:moveTo>
                    <a:pt x="39777" y="1014"/>
                  </a:moveTo>
                  <a:cubicBezTo>
                    <a:pt x="39619" y="1045"/>
                    <a:pt x="39492" y="1077"/>
                    <a:pt x="39334" y="1109"/>
                  </a:cubicBezTo>
                  <a:lnTo>
                    <a:pt x="39366" y="1267"/>
                  </a:lnTo>
                  <a:cubicBezTo>
                    <a:pt x="39524" y="1267"/>
                    <a:pt x="39682" y="1235"/>
                    <a:pt x="39809" y="1204"/>
                  </a:cubicBezTo>
                  <a:lnTo>
                    <a:pt x="39777" y="1014"/>
                  </a:lnTo>
                  <a:close/>
                  <a:moveTo>
                    <a:pt x="62389" y="1109"/>
                  </a:moveTo>
                  <a:lnTo>
                    <a:pt x="62357" y="1267"/>
                  </a:lnTo>
                  <a:cubicBezTo>
                    <a:pt x="62516" y="1299"/>
                    <a:pt x="62674" y="1330"/>
                    <a:pt x="62832" y="1362"/>
                  </a:cubicBezTo>
                  <a:lnTo>
                    <a:pt x="62864" y="1204"/>
                  </a:lnTo>
                  <a:cubicBezTo>
                    <a:pt x="62706" y="1172"/>
                    <a:pt x="62547" y="1140"/>
                    <a:pt x="62389" y="1109"/>
                  </a:cubicBezTo>
                  <a:close/>
                  <a:moveTo>
                    <a:pt x="38859" y="1204"/>
                  </a:moveTo>
                  <a:cubicBezTo>
                    <a:pt x="38700" y="1235"/>
                    <a:pt x="38574" y="1267"/>
                    <a:pt x="38415" y="1299"/>
                  </a:cubicBezTo>
                  <a:lnTo>
                    <a:pt x="38447" y="1457"/>
                  </a:lnTo>
                  <a:lnTo>
                    <a:pt x="38890" y="1362"/>
                  </a:lnTo>
                  <a:lnTo>
                    <a:pt x="38859" y="1204"/>
                  </a:lnTo>
                  <a:close/>
                  <a:moveTo>
                    <a:pt x="63307" y="1267"/>
                  </a:moveTo>
                  <a:lnTo>
                    <a:pt x="63276" y="1457"/>
                  </a:lnTo>
                  <a:cubicBezTo>
                    <a:pt x="63434" y="1489"/>
                    <a:pt x="63561" y="1520"/>
                    <a:pt x="63719" y="1552"/>
                  </a:cubicBezTo>
                  <a:lnTo>
                    <a:pt x="63782" y="1394"/>
                  </a:lnTo>
                  <a:cubicBezTo>
                    <a:pt x="63624" y="1330"/>
                    <a:pt x="63466" y="1299"/>
                    <a:pt x="63307" y="1267"/>
                  </a:cubicBezTo>
                  <a:close/>
                  <a:moveTo>
                    <a:pt x="37972" y="1394"/>
                  </a:moveTo>
                  <a:cubicBezTo>
                    <a:pt x="37814" y="1425"/>
                    <a:pt x="37655" y="1457"/>
                    <a:pt x="37497" y="1489"/>
                  </a:cubicBezTo>
                  <a:lnTo>
                    <a:pt x="37529" y="1679"/>
                  </a:lnTo>
                  <a:cubicBezTo>
                    <a:pt x="37687" y="1647"/>
                    <a:pt x="37845" y="1584"/>
                    <a:pt x="38004" y="1552"/>
                  </a:cubicBezTo>
                  <a:lnTo>
                    <a:pt x="37972" y="1394"/>
                  </a:lnTo>
                  <a:close/>
                  <a:moveTo>
                    <a:pt x="64226" y="1489"/>
                  </a:moveTo>
                  <a:lnTo>
                    <a:pt x="64162" y="1679"/>
                  </a:lnTo>
                  <a:cubicBezTo>
                    <a:pt x="64321" y="1710"/>
                    <a:pt x="64479" y="1742"/>
                    <a:pt x="64637" y="1774"/>
                  </a:cubicBezTo>
                  <a:lnTo>
                    <a:pt x="64669" y="1584"/>
                  </a:lnTo>
                  <a:lnTo>
                    <a:pt x="64226" y="1489"/>
                  </a:lnTo>
                  <a:close/>
                  <a:moveTo>
                    <a:pt x="37054" y="1584"/>
                  </a:moveTo>
                  <a:cubicBezTo>
                    <a:pt x="36895" y="1615"/>
                    <a:pt x="36737" y="1679"/>
                    <a:pt x="36610" y="1710"/>
                  </a:cubicBezTo>
                  <a:lnTo>
                    <a:pt x="36642" y="1869"/>
                  </a:lnTo>
                  <a:cubicBezTo>
                    <a:pt x="36800" y="1837"/>
                    <a:pt x="36927" y="1805"/>
                    <a:pt x="37085" y="1774"/>
                  </a:cubicBezTo>
                  <a:lnTo>
                    <a:pt x="37054" y="1584"/>
                  </a:lnTo>
                  <a:close/>
                  <a:moveTo>
                    <a:pt x="65112" y="1710"/>
                  </a:moveTo>
                  <a:lnTo>
                    <a:pt x="65081" y="1869"/>
                  </a:lnTo>
                  <a:cubicBezTo>
                    <a:pt x="65239" y="1900"/>
                    <a:pt x="65366" y="1964"/>
                    <a:pt x="65524" y="1995"/>
                  </a:cubicBezTo>
                  <a:lnTo>
                    <a:pt x="65587" y="1805"/>
                  </a:lnTo>
                  <a:cubicBezTo>
                    <a:pt x="65429" y="1774"/>
                    <a:pt x="65271" y="1742"/>
                    <a:pt x="65112" y="1710"/>
                  </a:cubicBezTo>
                  <a:close/>
                  <a:moveTo>
                    <a:pt x="36135" y="1805"/>
                  </a:moveTo>
                  <a:cubicBezTo>
                    <a:pt x="35977" y="1837"/>
                    <a:pt x="35850" y="1900"/>
                    <a:pt x="35692" y="1932"/>
                  </a:cubicBezTo>
                  <a:lnTo>
                    <a:pt x="35724" y="2122"/>
                  </a:lnTo>
                  <a:cubicBezTo>
                    <a:pt x="35882" y="2059"/>
                    <a:pt x="36040" y="2027"/>
                    <a:pt x="36199" y="1995"/>
                  </a:cubicBezTo>
                  <a:lnTo>
                    <a:pt x="36135" y="1805"/>
                  </a:lnTo>
                  <a:close/>
                  <a:moveTo>
                    <a:pt x="66031" y="1932"/>
                  </a:moveTo>
                  <a:lnTo>
                    <a:pt x="65968" y="2090"/>
                  </a:lnTo>
                  <a:cubicBezTo>
                    <a:pt x="66126" y="2154"/>
                    <a:pt x="66284" y="2185"/>
                    <a:pt x="66411" y="2217"/>
                  </a:cubicBezTo>
                  <a:lnTo>
                    <a:pt x="66474" y="2059"/>
                  </a:lnTo>
                  <a:cubicBezTo>
                    <a:pt x="66316" y="1995"/>
                    <a:pt x="66158" y="1964"/>
                    <a:pt x="66031" y="1932"/>
                  </a:cubicBezTo>
                  <a:close/>
                  <a:moveTo>
                    <a:pt x="35249" y="2059"/>
                  </a:moveTo>
                  <a:cubicBezTo>
                    <a:pt x="35090" y="2090"/>
                    <a:pt x="34932" y="2122"/>
                    <a:pt x="34805" y="2185"/>
                  </a:cubicBezTo>
                  <a:lnTo>
                    <a:pt x="34837" y="2344"/>
                  </a:lnTo>
                  <a:cubicBezTo>
                    <a:pt x="34995" y="2312"/>
                    <a:pt x="35154" y="2280"/>
                    <a:pt x="35280" y="2217"/>
                  </a:cubicBezTo>
                  <a:lnTo>
                    <a:pt x="35249" y="2059"/>
                  </a:lnTo>
                  <a:close/>
                  <a:moveTo>
                    <a:pt x="66918" y="2154"/>
                  </a:moveTo>
                  <a:lnTo>
                    <a:pt x="66854" y="2344"/>
                  </a:lnTo>
                  <a:cubicBezTo>
                    <a:pt x="67013" y="2375"/>
                    <a:pt x="67171" y="2439"/>
                    <a:pt x="67298" y="2470"/>
                  </a:cubicBezTo>
                  <a:lnTo>
                    <a:pt x="67361" y="2280"/>
                  </a:lnTo>
                  <a:cubicBezTo>
                    <a:pt x="67203" y="2249"/>
                    <a:pt x="67076" y="2217"/>
                    <a:pt x="66918" y="2154"/>
                  </a:cubicBezTo>
                  <a:close/>
                  <a:moveTo>
                    <a:pt x="34362" y="2312"/>
                  </a:moveTo>
                  <a:cubicBezTo>
                    <a:pt x="34203" y="2344"/>
                    <a:pt x="34045" y="2375"/>
                    <a:pt x="33887" y="2439"/>
                  </a:cubicBezTo>
                  <a:lnTo>
                    <a:pt x="33950" y="2597"/>
                  </a:lnTo>
                  <a:cubicBezTo>
                    <a:pt x="34108" y="2565"/>
                    <a:pt x="34235" y="2534"/>
                    <a:pt x="34393" y="2470"/>
                  </a:cubicBezTo>
                  <a:lnTo>
                    <a:pt x="34362" y="2312"/>
                  </a:lnTo>
                  <a:close/>
                  <a:moveTo>
                    <a:pt x="67804" y="2407"/>
                  </a:moveTo>
                  <a:lnTo>
                    <a:pt x="67773" y="2597"/>
                  </a:lnTo>
                  <a:cubicBezTo>
                    <a:pt x="67899" y="2629"/>
                    <a:pt x="68058" y="2692"/>
                    <a:pt x="68216" y="2724"/>
                  </a:cubicBezTo>
                  <a:lnTo>
                    <a:pt x="68248" y="2565"/>
                  </a:lnTo>
                  <a:cubicBezTo>
                    <a:pt x="68121" y="2502"/>
                    <a:pt x="67963" y="2470"/>
                    <a:pt x="67804" y="2407"/>
                  </a:cubicBezTo>
                  <a:close/>
                  <a:moveTo>
                    <a:pt x="33443" y="2565"/>
                  </a:moveTo>
                  <a:cubicBezTo>
                    <a:pt x="33317" y="2597"/>
                    <a:pt x="33158" y="2660"/>
                    <a:pt x="33000" y="2692"/>
                  </a:cubicBezTo>
                  <a:lnTo>
                    <a:pt x="33063" y="2882"/>
                  </a:lnTo>
                  <a:cubicBezTo>
                    <a:pt x="33222" y="2819"/>
                    <a:pt x="33348" y="2787"/>
                    <a:pt x="33507" y="2724"/>
                  </a:cubicBezTo>
                  <a:lnTo>
                    <a:pt x="33443" y="2565"/>
                  </a:lnTo>
                  <a:close/>
                  <a:moveTo>
                    <a:pt x="68691" y="2692"/>
                  </a:moveTo>
                  <a:lnTo>
                    <a:pt x="68659" y="2882"/>
                  </a:lnTo>
                  <a:cubicBezTo>
                    <a:pt x="68786" y="2914"/>
                    <a:pt x="68944" y="2945"/>
                    <a:pt x="69071" y="3009"/>
                  </a:cubicBezTo>
                  <a:lnTo>
                    <a:pt x="69134" y="2819"/>
                  </a:lnTo>
                  <a:cubicBezTo>
                    <a:pt x="69008" y="2787"/>
                    <a:pt x="68849" y="2755"/>
                    <a:pt x="68691" y="2692"/>
                  </a:cubicBezTo>
                  <a:close/>
                  <a:moveTo>
                    <a:pt x="32557" y="2850"/>
                  </a:moveTo>
                  <a:cubicBezTo>
                    <a:pt x="32398" y="2882"/>
                    <a:pt x="32272" y="2945"/>
                    <a:pt x="32113" y="2977"/>
                  </a:cubicBezTo>
                  <a:lnTo>
                    <a:pt x="32177" y="3167"/>
                  </a:lnTo>
                  <a:lnTo>
                    <a:pt x="32620" y="3009"/>
                  </a:lnTo>
                  <a:lnTo>
                    <a:pt x="32557" y="2850"/>
                  </a:lnTo>
                  <a:close/>
                  <a:moveTo>
                    <a:pt x="69578" y="2977"/>
                  </a:moveTo>
                  <a:lnTo>
                    <a:pt x="69514" y="3167"/>
                  </a:lnTo>
                  <a:cubicBezTo>
                    <a:pt x="69673" y="3199"/>
                    <a:pt x="69831" y="3262"/>
                    <a:pt x="69958" y="3294"/>
                  </a:cubicBezTo>
                  <a:lnTo>
                    <a:pt x="70021" y="3135"/>
                  </a:lnTo>
                  <a:cubicBezTo>
                    <a:pt x="69863" y="3072"/>
                    <a:pt x="69736" y="3009"/>
                    <a:pt x="69578" y="2977"/>
                  </a:cubicBezTo>
                  <a:close/>
                  <a:moveTo>
                    <a:pt x="31670" y="3135"/>
                  </a:moveTo>
                  <a:cubicBezTo>
                    <a:pt x="31543" y="3167"/>
                    <a:pt x="31385" y="3230"/>
                    <a:pt x="31227" y="3294"/>
                  </a:cubicBezTo>
                  <a:lnTo>
                    <a:pt x="31290" y="3452"/>
                  </a:lnTo>
                  <a:cubicBezTo>
                    <a:pt x="31448" y="3420"/>
                    <a:pt x="31607" y="3357"/>
                    <a:pt x="31733" y="3325"/>
                  </a:cubicBezTo>
                  <a:lnTo>
                    <a:pt x="31670" y="3135"/>
                  </a:lnTo>
                  <a:close/>
                  <a:moveTo>
                    <a:pt x="70465" y="3262"/>
                  </a:moveTo>
                  <a:lnTo>
                    <a:pt x="70401" y="3452"/>
                  </a:lnTo>
                  <a:cubicBezTo>
                    <a:pt x="70560" y="3484"/>
                    <a:pt x="70686" y="3547"/>
                    <a:pt x="70845" y="3611"/>
                  </a:cubicBezTo>
                  <a:lnTo>
                    <a:pt x="70908" y="3420"/>
                  </a:lnTo>
                  <a:lnTo>
                    <a:pt x="70465" y="3262"/>
                  </a:lnTo>
                  <a:close/>
                  <a:moveTo>
                    <a:pt x="30815" y="3452"/>
                  </a:moveTo>
                  <a:cubicBezTo>
                    <a:pt x="30657" y="3484"/>
                    <a:pt x="30498" y="3547"/>
                    <a:pt x="30371" y="3611"/>
                  </a:cubicBezTo>
                  <a:lnTo>
                    <a:pt x="30435" y="3769"/>
                  </a:lnTo>
                  <a:cubicBezTo>
                    <a:pt x="30561" y="3706"/>
                    <a:pt x="30720" y="3674"/>
                    <a:pt x="30878" y="3611"/>
                  </a:cubicBezTo>
                  <a:lnTo>
                    <a:pt x="30815" y="3452"/>
                  </a:lnTo>
                  <a:close/>
                  <a:moveTo>
                    <a:pt x="71320" y="3579"/>
                  </a:moveTo>
                  <a:lnTo>
                    <a:pt x="71256" y="3769"/>
                  </a:lnTo>
                  <a:cubicBezTo>
                    <a:pt x="71415" y="3801"/>
                    <a:pt x="71573" y="3864"/>
                    <a:pt x="71700" y="3927"/>
                  </a:cubicBezTo>
                  <a:lnTo>
                    <a:pt x="71763" y="3737"/>
                  </a:lnTo>
                  <a:cubicBezTo>
                    <a:pt x="71636" y="3706"/>
                    <a:pt x="71478" y="3642"/>
                    <a:pt x="71320" y="3579"/>
                  </a:cubicBezTo>
                  <a:close/>
                  <a:moveTo>
                    <a:pt x="29928" y="3769"/>
                  </a:moveTo>
                  <a:cubicBezTo>
                    <a:pt x="29770" y="3801"/>
                    <a:pt x="29643" y="3864"/>
                    <a:pt x="29485" y="3927"/>
                  </a:cubicBezTo>
                  <a:lnTo>
                    <a:pt x="29548" y="4086"/>
                  </a:lnTo>
                  <a:cubicBezTo>
                    <a:pt x="29706" y="4054"/>
                    <a:pt x="29833" y="3991"/>
                    <a:pt x="29991" y="3927"/>
                  </a:cubicBezTo>
                  <a:lnTo>
                    <a:pt x="29928" y="3769"/>
                  </a:lnTo>
                  <a:close/>
                  <a:moveTo>
                    <a:pt x="72206" y="3896"/>
                  </a:moveTo>
                  <a:lnTo>
                    <a:pt x="72143" y="4086"/>
                  </a:lnTo>
                  <a:cubicBezTo>
                    <a:pt x="72270" y="4149"/>
                    <a:pt x="72428" y="4181"/>
                    <a:pt x="72586" y="4244"/>
                  </a:cubicBezTo>
                  <a:lnTo>
                    <a:pt x="72650" y="4086"/>
                  </a:lnTo>
                  <a:cubicBezTo>
                    <a:pt x="72491" y="4022"/>
                    <a:pt x="72365" y="3959"/>
                    <a:pt x="72206" y="3896"/>
                  </a:cubicBezTo>
                  <a:close/>
                  <a:moveTo>
                    <a:pt x="29041" y="4086"/>
                  </a:moveTo>
                  <a:cubicBezTo>
                    <a:pt x="28915" y="4149"/>
                    <a:pt x="28756" y="4212"/>
                    <a:pt x="28630" y="4276"/>
                  </a:cubicBezTo>
                  <a:lnTo>
                    <a:pt x="28693" y="4434"/>
                  </a:lnTo>
                  <a:cubicBezTo>
                    <a:pt x="28820" y="4371"/>
                    <a:pt x="28978" y="4307"/>
                    <a:pt x="29136" y="4276"/>
                  </a:cubicBezTo>
                  <a:lnTo>
                    <a:pt x="29041" y="4086"/>
                  </a:lnTo>
                  <a:close/>
                  <a:moveTo>
                    <a:pt x="73061" y="4244"/>
                  </a:moveTo>
                  <a:lnTo>
                    <a:pt x="72998" y="4434"/>
                  </a:lnTo>
                  <a:cubicBezTo>
                    <a:pt x="73156" y="4466"/>
                    <a:pt x="73283" y="4529"/>
                    <a:pt x="73441" y="4592"/>
                  </a:cubicBezTo>
                  <a:lnTo>
                    <a:pt x="73505" y="4434"/>
                  </a:lnTo>
                  <a:cubicBezTo>
                    <a:pt x="73346" y="4371"/>
                    <a:pt x="73220" y="4307"/>
                    <a:pt x="73061" y="4244"/>
                  </a:cubicBezTo>
                  <a:close/>
                  <a:moveTo>
                    <a:pt x="28186" y="4434"/>
                  </a:moveTo>
                  <a:cubicBezTo>
                    <a:pt x="28060" y="4497"/>
                    <a:pt x="27901" y="4561"/>
                    <a:pt x="27775" y="4624"/>
                  </a:cubicBezTo>
                  <a:lnTo>
                    <a:pt x="27838" y="4782"/>
                  </a:lnTo>
                  <a:cubicBezTo>
                    <a:pt x="27965" y="4719"/>
                    <a:pt x="28123" y="4656"/>
                    <a:pt x="28250" y="4624"/>
                  </a:cubicBezTo>
                  <a:lnTo>
                    <a:pt x="28186" y="4434"/>
                  </a:lnTo>
                  <a:close/>
                  <a:moveTo>
                    <a:pt x="73916" y="4592"/>
                  </a:moveTo>
                  <a:lnTo>
                    <a:pt x="73853" y="4782"/>
                  </a:lnTo>
                  <a:cubicBezTo>
                    <a:pt x="74011" y="4846"/>
                    <a:pt x="74138" y="4877"/>
                    <a:pt x="74265" y="4941"/>
                  </a:cubicBezTo>
                  <a:lnTo>
                    <a:pt x="74360" y="4782"/>
                  </a:lnTo>
                  <a:cubicBezTo>
                    <a:pt x="74201" y="4719"/>
                    <a:pt x="74075" y="4656"/>
                    <a:pt x="73916" y="4592"/>
                  </a:cubicBezTo>
                  <a:close/>
                  <a:moveTo>
                    <a:pt x="27331" y="4782"/>
                  </a:moveTo>
                  <a:cubicBezTo>
                    <a:pt x="27205" y="4846"/>
                    <a:pt x="27046" y="4909"/>
                    <a:pt x="26920" y="4972"/>
                  </a:cubicBezTo>
                  <a:lnTo>
                    <a:pt x="26983" y="5162"/>
                  </a:lnTo>
                  <a:cubicBezTo>
                    <a:pt x="27110" y="5099"/>
                    <a:pt x="27268" y="5036"/>
                    <a:pt x="27395" y="4972"/>
                  </a:cubicBezTo>
                  <a:lnTo>
                    <a:pt x="27331" y="4782"/>
                  </a:lnTo>
                  <a:close/>
                  <a:moveTo>
                    <a:pt x="74772" y="4972"/>
                  </a:moveTo>
                  <a:lnTo>
                    <a:pt x="74708" y="5131"/>
                  </a:lnTo>
                  <a:cubicBezTo>
                    <a:pt x="74835" y="5194"/>
                    <a:pt x="74993" y="5257"/>
                    <a:pt x="75120" y="5321"/>
                  </a:cubicBezTo>
                  <a:lnTo>
                    <a:pt x="75215" y="5131"/>
                  </a:lnTo>
                  <a:cubicBezTo>
                    <a:pt x="75057" y="5067"/>
                    <a:pt x="74930" y="5036"/>
                    <a:pt x="74772" y="4972"/>
                  </a:cubicBezTo>
                  <a:close/>
                  <a:moveTo>
                    <a:pt x="26476" y="5162"/>
                  </a:moveTo>
                  <a:cubicBezTo>
                    <a:pt x="26350" y="5226"/>
                    <a:pt x="26191" y="5289"/>
                    <a:pt x="26064" y="5352"/>
                  </a:cubicBezTo>
                  <a:lnTo>
                    <a:pt x="26128" y="5542"/>
                  </a:lnTo>
                  <a:cubicBezTo>
                    <a:pt x="26286" y="5479"/>
                    <a:pt x="26413" y="5416"/>
                    <a:pt x="26571" y="5352"/>
                  </a:cubicBezTo>
                  <a:lnTo>
                    <a:pt x="26476" y="5162"/>
                  </a:lnTo>
                  <a:close/>
                  <a:moveTo>
                    <a:pt x="75627" y="5321"/>
                  </a:moveTo>
                  <a:lnTo>
                    <a:pt x="75532" y="5511"/>
                  </a:lnTo>
                  <a:cubicBezTo>
                    <a:pt x="75690" y="5574"/>
                    <a:pt x="75817" y="5637"/>
                    <a:pt x="75975" y="5701"/>
                  </a:cubicBezTo>
                  <a:lnTo>
                    <a:pt x="76038" y="5542"/>
                  </a:lnTo>
                  <a:cubicBezTo>
                    <a:pt x="75912" y="5447"/>
                    <a:pt x="75753" y="5384"/>
                    <a:pt x="75627" y="5321"/>
                  </a:cubicBezTo>
                  <a:close/>
                  <a:moveTo>
                    <a:pt x="25621" y="5574"/>
                  </a:moveTo>
                  <a:cubicBezTo>
                    <a:pt x="25494" y="5637"/>
                    <a:pt x="25368" y="5701"/>
                    <a:pt x="25209" y="5764"/>
                  </a:cubicBezTo>
                  <a:lnTo>
                    <a:pt x="25304" y="5922"/>
                  </a:lnTo>
                  <a:cubicBezTo>
                    <a:pt x="25431" y="5859"/>
                    <a:pt x="25589" y="5796"/>
                    <a:pt x="25716" y="5732"/>
                  </a:cubicBezTo>
                  <a:lnTo>
                    <a:pt x="25621" y="5574"/>
                  </a:lnTo>
                  <a:close/>
                  <a:moveTo>
                    <a:pt x="76450" y="5732"/>
                  </a:moveTo>
                  <a:lnTo>
                    <a:pt x="76387" y="5891"/>
                  </a:lnTo>
                  <a:cubicBezTo>
                    <a:pt x="76513" y="5954"/>
                    <a:pt x="76672" y="6017"/>
                    <a:pt x="76798" y="6081"/>
                  </a:cubicBezTo>
                  <a:lnTo>
                    <a:pt x="76862" y="5922"/>
                  </a:lnTo>
                  <a:lnTo>
                    <a:pt x="76450" y="5732"/>
                  </a:lnTo>
                  <a:close/>
                  <a:moveTo>
                    <a:pt x="24798" y="5954"/>
                  </a:moveTo>
                  <a:cubicBezTo>
                    <a:pt x="24671" y="6017"/>
                    <a:pt x="24513" y="6081"/>
                    <a:pt x="24386" y="6176"/>
                  </a:cubicBezTo>
                  <a:lnTo>
                    <a:pt x="24449" y="6334"/>
                  </a:lnTo>
                  <a:cubicBezTo>
                    <a:pt x="24608" y="6271"/>
                    <a:pt x="24734" y="6207"/>
                    <a:pt x="24861" y="6112"/>
                  </a:cubicBezTo>
                  <a:lnTo>
                    <a:pt x="24798" y="5954"/>
                  </a:lnTo>
                  <a:close/>
                  <a:moveTo>
                    <a:pt x="77305" y="6144"/>
                  </a:moveTo>
                  <a:lnTo>
                    <a:pt x="77210" y="6302"/>
                  </a:lnTo>
                  <a:cubicBezTo>
                    <a:pt x="77337" y="6366"/>
                    <a:pt x="77495" y="6429"/>
                    <a:pt x="77622" y="6492"/>
                  </a:cubicBezTo>
                  <a:lnTo>
                    <a:pt x="77717" y="6334"/>
                  </a:lnTo>
                  <a:cubicBezTo>
                    <a:pt x="77558" y="6271"/>
                    <a:pt x="77432" y="6207"/>
                    <a:pt x="77305" y="6144"/>
                  </a:cubicBezTo>
                  <a:close/>
                  <a:moveTo>
                    <a:pt x="23974" y="6366"/>
                  </a:moveTo>
                  <a:cubicBezTo>
                    <a:pt x="23816" y="6429"/>
                    <a:pt x="23689" y="6524"/>
                    <a:pt x="23563" y="6587"/>
                  </a:cubicBezTo>
                  <a:lnTo>
                    <a:pt x="23626" y="6746"/>
                  </a:lnTo>
                  <a:cubicBezTo>
                    <a:pt x="23784" y="6682"/>
                    <a:pt x="23911" y="6619"/>
                    <a:pt x="24038" y="6556"/>
                  </a:cubicBezTo>
                  <a:lnTo>
                    <a:pt x="23974" y="6366"/>
                  </a:lnTo>
                  <a:close/>
                  <a:moveTo>
                    <a:pt x="78128" y="6556"/>
                  </a:moveTo>
                  <a:lnTo>
                    <a:pt x="78033" y="6714"/>
                  </a:lnTo>
                  <a:cubicBezTo>
                    <a:pt x="78160" y="6777"/>
                    <a:pt x="78318" y="6872"/>
                    <a:pt x="78445" y="6936"/>
                  </a:cubicBezTo>
                  <a:lnTo>
                    <a:pt x="78540" y="6777"/>
                  </a:lnTo>
                  <a:cubicBezTo>
                    <a:pt x="78382" y="6682"/>
                    <a:pt x="78255" y="6619"/>
                    <a:pt x="78128" y="6556"/>
                  </a:cubicBezTo>
                  <a:close/>
                  <a:moveTo>
                    <a:pt x="23151" y="6809"/>
                  </a:moveTo>
                  <a:cubicBezTo>
                    <a:pt x="22993" y="6872"/>
                    <a:pt x="22866" y="6936"/>
                    <a:pt x="22708" y="7031"/>
                  </a:cubicBezTo>
                  <a:lnTo>
                    <a:pt x="22803" y="7189"/>
                  </a:lnTo>
                  <a:cubicBezTo>
                    <a:pt x="22961" y="7094"/>
                    <a:pt x="23088" y="7031"/>
                    <a:pt x="23214" y="6967"/>
                  </a:cubicBezTo>
                  <a:lnTo>
                    <a:pt x="23151" y="6809"/>
                  </a:lnTo>
                  <a:close/>
                  <a:moveTo>
                    <a:pt x="78952" y="6967"/>
                  </a:moveTo>
                  <a:lnTo>
                    <a:pt x="78857" y="7157"/>
                  </a:lnTo>
                  <a:cubicBezTo>
                    <a:pt x="78984" y="7221"/>
                    <a:pt x="79110" y="7284"/>
                    <a:pt x="79269" y="7347"/>
                  </a:cubicBezTo>
                  <a:lnTo>
                    <a:pt x="79332" y="7189"/>
                  </a:lnTo>
                  <a:cubicBezTo>
                    <a:pt x="79205" y="7126"/>
                    <a:pt x="79079" y="7062"/>
                    <a:pt x="78952" y="6967"/>
                  </a:cubicBezTo>
                  <a:close/>
                  <a:moveTo>
                    <a:pt x="22328" y="7252"/>
                  </a:moveTo>
                  <a:cubicBezTo>
                    <a:pt x="22169" y="7316"/>
                    <a:pt x="22043" y="7379"/>
                    <a:pt x="21916" y="7474"/>
                  </a:cubicBezTo>
                  <a:lnTo>
                    <a:pt x="22011" y="7632"/>
                  </a:lnTo>
                  <a:lnTo>
                    <a:pt x="22391" y="7411"/>
                  </a:lnTo>
                  <a:lnTo>
                    <a:pt x="22328" y="7252"/>
                  </a:lnTo>
                  <a:close/>
                  <a:moveTo>
                    <a:pt x="79744" y="7411"/>
                  </a:moveTo>
                  <a:lnTo>
                    <a:pt x="79649" y="7569"/>
                  </a:lnTo>
                  <a:lnTo>
                    <a:pt x="80060" y="7822"/>
                  </a:lnTo>
                  <a:lnTo>
                    <a:pt x="80155" y="7632"/>
                  </a:lnTo>
                  <a:lnTo>
                    <a:pt x="79744" y="7411"/>
                  </a:lnTo>
                  <a:close/>
                  <a:moveTo>
                    <a:pt x="21504" y="7696"/>
                  </a:moveTo>
                  <a:cubicBezTo>
                    <a:pt x="21377" y="7759"/>
                    <a:pt x="21219" y="7854"/>
                    <a:pt x="21092" y="7917"/>
                  </a:cubicBezTo>
                  <a:lnTo>
                    <a:pt x="21187" y="8076"/>
                  </a:lnTo>
                  <a:cubicBezTo>
                    <a:pt x="21314" y="8012"/>
                    <a:pt x="21472" y="7917"/>
                    <a:pt x="21599" y="7854"/>
                  </a:cubicBezTo>
                  <a:lnTo>
                    <a:pt x="21504" y="7696"/>
                  </a:lnTo>
                  <a:close/>
                  <a:moveTo>
                    <a:pt x="80567" y="7886"/>
                  </a:moveTo>
                  <a:lnTo>
                    <a:pt x="80472" y="8044"/>
                  </a:lnTo>
                  <a:cubicBezTo>
                    <a:pt x="80599" y="8107"/>
                    <a:pt x="80725" y="8202"/>
                    <a:pt x="80852" y="8266"/>
                  </a:cubicBezTo>
                  <a:lnTo>
                    <a:pt x="80947" y="8107"/>
                  </a:lnTo>
                  <a:cubicBezTo>
                    <a:pt x="80820" y="8044"/>
                    <a:pt x="80694" y="7949"/>
                    <a:pt x="80567" y="7886"/>
                  </a:cubicBezTo>
                  <a:close/>
                  <a:moveTo>
                    <a:pt x="20681" y="8139"/>
                  </a:moveTo>
                  <a:cubicBezTo>
                    <a:pt x="20554" y="8234"/>
                    <a:pt x="20427" y="8298"/>
                    <a:pt x="20301" y="8393"/>
                  </a:cubicBezTo>
                  <a:lnTo>
                    <a:pt x="20396" y="8551"/>
                  </a:lnTo>
                  <a:cubicBezTo>
                    <a:pt x="20522" y="8456"/>
                    <a:pt x="20649" y="8393"/>
                    <a:pt x="20807" y="8298"/>
                  </a:cubicBezTo>
                  <a:lnTo>
                    <a:pt x="20681" y="8139"/>
                  </a:lnTo>
                  <a:close/>
                  <a:moveTo>
                    <a:pt x="81359" y="8361"/>
                  </a:moveTo>
                  <a:lnTo>
                    <a:pt x="81264" y="8519"/>
                  </a:lnTo>
                  <a:cubicBezTo>
                    <a:pt x="81390" y="8583"/>
                    <a:pt x="81517" y="8678"/>
                    <a:pt x="81644" y="8741"/>
                  </a:cubicBezTo>
                  <a:lnTo>
                    <a:pt x="81739" y="8583"/>
                  </a:lnTo>
                  <a:cubicBezTo>
                    <a:pt x="81612" y="8519"/>
                    <a:pt x="81485" y="8424"/>
                    <a:pt x="81359" y="8361"/>
                  </a:cubicBezTo>
                  <a:close/>
                  <a:moveTo>
                    <a:pt x="19889" y="8646"/>
                  </a:moveTo>
                  <a:cubicBezTo>
                    <a:pt x="19762" y="8709"/>
                    <a:pt x="19636" y="8804"/>
                    <a:pt x="19509" y="8868"/>
                  </a:cubicBezTo>
                  <a:lnTo>
                    <a:pt x="19604" y="9026"/>
                  </a:lnTo>
                  <a:cubicBezTo>
                    <a:pt x="19731" y="8963"/>
                    <a:pt x="19857" y="8868"/>
                    <a:pt x="19984" y="8804"/>
                  </a:cubicBezTo>
                  <a:lnTo>
                    <a:pt x="19889" y="8646"/>
                  </a:lnTo>
                  <a:close/>
                  <a:moveTo>
                    <a:pt x="82150" y="8804"/>
                  </a:moveTo>
                  <a:lnTo>
                    <a:pt x="82055" y="8994"/>
                  </a:lnTo>
                  <a:cubicBezTo>
                    <a:pt x="82182" y="9058"/>
                    <a:pt x="82309" y="9153"/>
                    <a:pt x="82435" y="9216"/>
                  </a:cubicBezTo>
                  <a:lnTo>
                    <a:pt x="82530" y="9058"/>
                  </a:lnTo>
                  <a:cubicBezTo>
                    <a:pt x="82404" y="8994"/>
                    <a:pt x="82277" y="8899"/>
                    <a:pt x="82150" y="8804"/>
                  </a:cubicBezTo>
                  <a:close/>
                  <a:moveTo>
                    <a:pt x="19097" y="9121"/>
                  </a:moveTo>
                  <a:lnTo>
                    <a:pt x="18717" y="9374"/>
                  </a:lnTo>
                  <a:lnTo>
                    <a:pt x="18812" y="9533"/>
                  </a:lnTo>
                  <a:cubicBezTo>
                    <a:pt x="18939" y="9438"/>
                    <a:pt x="19066" y="9374"/>
                    <a:pt x="19224" y="9279"/>
                  </a:cubicBezTo>
                  <a:lnTo>
                    <a:pt x="19097" y="9121"/>
                  </a:lnTo>
                  <a:close/>
                  <a:moveTo>
                    <a:pt x="82942" y="9311"/>
                  </a:moveTo>
                  <a:lnTo>
                    <a:pt x="82847" y="9469"/>
                  </a:lnTo>
                  <a:cubicBezTo>
                    <a:pt x="82974" y="9564"/>
                    <a:pt x="83100" y="9628"/>
                    <a:pt x="83227" y="9723"/>
                  </a:cubicBezTo>
                  <a:lnTo>
                    <a:pt x="83322" y="9564"/>
                  </a:lnTo>
                  <a:cubicBezTo>
                    <a:pt x="83195" y="9469"/>
                    <a:pt x="83069" y="9406"/>
                    <a:pt x="82942" y="9311"/>
                  </a:cubicBezTo>
                  <a:close/>
                  <a:moveTo>
                    <a:pt x="18337" y="9628"/>
                  </a:moveTo>
                  <a:cubicBezTo>
                    <a:pt x="18179" y="9691"/>
                    <a:pt x="18084" y="9786"/>
                    <a:pt x="17926" y="9881"/>
                  </a:cubicBezTo>
                  <a:lnTo>
                    <a:pt x="18052" y="10039"/>
                  </a:lnTo>
                  <a:cubicBezTo>
                    <a:pt x="18179" y="9944"/>
                    <a:pt x="18306" y="9849"/>
                    <a:pt x="18432" y="9786"/>
                  </a:cubicBezTo>
                  <a:lnTo>
                    <a:pt x="18337" y="9628"/>
                  </a:lnTo>
                  <a:close/>
                  <a:moveTo>
                    <a:pt x="83702" y="9818"/>
                  </a:moveTo>
                  <a:lnTo>
                    <a:pt x="83607" y="9976"/>
                  </a:lnTo>
                  <a:cubicBezTo>
                    <a:pt x="83734" y="10071"/>
                    <a:pt x="83861" y="10134"/>
                    <a:pt x="83987" y="10229"/>
                  </a:cubicBezTo>
                  <a:lnTo>
                    <a:pt x="84082" y="10071"/>
                  </a:lnTo>
                  <a:cubicBezTo>
                    <a:pt x="83956" y="9976"/>
                    <a:pt x="83829" y="9913"/>
                    <a:pt x="83702" y="9818"/>
                  </a:cubicBezTo>
                  <a:close/>
                  <a:moveTo>
                    <a:pt x="17546" y="10134"/>
                  </a:moveTo>
                  <a:cubicBezTo>
                    <a:pt x="17419" y="10229"/>
                    <a:pt x="17292" y="10293"/>
                    <a:pt x="17165" y="10388"/>
                  </a:cubicBezTo>
                  <a:lnTo>
                    <a:pt x="17260" y="10546"/>
                  </a:lnTo>
                  <a:cubicBezTo>
                    <a:pt x="17387" y="10451"/>
                    <a:pt x="17514" y="10388"/>
                    <a:pt x="17672" y="10293"/>
                  </a:cubicBezTo>
                  <a:lnTo>
                    <a:pt x="17546" y="10134"/>
                  </a:lnTo>
                  <a:close/>
                  <a:moveTo>
                    <a:pt x="84494" y="10324"/>
                  </a:moveTo>
                  <a:lnTo>
                    <a:pt x="84367" y="10483"/>
                  </a:lnTo>
                  <a:lnTo>
                    <a:pt x="84747" y="10736"/>
                  </a:lnTo>
                  <a:lnTo>
                    <a:pt x="84874" y="10609"/>
                  </a:lnTo>
                  <a:lnTo>
                    <a:pt x="84494" y="10324"/>
                  </a:lnTo>
                  <a:close/>
                  <a:moveTo>
                    <a:pt x="16785" y="10673"/>
                  </a:moveTo>
                  <a:cubicBezTo>
                    <a:pt x="16659" y="10736"/>
                    <a:pt x="16532" y="10831"/>
                    <a:pt x="16405" y="10926"/>
                  </a:cubicBezTo>
                  <a:lnTo>
                    <a:pt x="16500" y="11084"/>
                  </a:lnTo>
                  <a:cubicBezTo>
                    <a:pt x="16627" y="10989"/>
                    <a:pt x="16754" y="10894"/>
                    <a:pt x="16880" y="10799"/>
                  </a:cubicBezTo>
                  <a:lnTo>
                    <a:pt x="16785" y="10673"/>
                  </a:lnTo>
                  <a:close/>
                  <a:moveTo>
                    <a:pt x="85254" y="10863"/>
                  </a:moveTo>
                  <a:lnTo>
                    <a:pt x="85127" y="11021"/>
                  </a:lnTo>
                  <a:cubicBezTo>
                    <a:pt x="85254" y="11116"/>
                    <a:pt x="85381" y="11179"/>
                    <a:pt x="85507" y="11274"/>
                  </a:cubicBezTo>
                  <a:lnTo>
                    <a:pt x="85634" y="11148"/>
                  </a:lnTo>
                  <a:cubicBezTo>
                    <a:pt x="85507" y="11053"/>
                    <a:pt x="85381" y="10958"/>
                    <a:pt x="85254" y="10863"/>
                  </a:cubicBezTo>
                  <a:close/>
                  <a:moveTo>
                    <a:pt x="16025" y="11179"/>
                  </a:moveTo>
                  <a:cubicBezTo>
                    <a:pt x="15899" y="11274"/>
                    <a:pt x="15772" y="11369"/>
                    <a:pt x="15645" y="11464"/>
                  </a:cubicBezTo>
                  <a:lnTo>
                    <a:pt x="15772" y="11623"/>
                  </a:lnTo>
                  <a:cubicBezTo>
                    <a:pt x="15899" y="11528"/>
                    <a:pt x="16025" y="11433"/>
                    <a:pt x="16120" y="11338"/>
                  </a:cubicBezTo>
                  <a:lnTo>
                    <a:pt x="16025" y="11179"/>
                  </a:lnTo>
                  <a:close/>
                  <a:moveTo>
                    <a:pt x="85982" y="11401"/>
                  </a:moveTo>
                  <a:lnTo>
                    <a:pt x="85887" y="11559"/>
                  </a:lnTo>
                  <a:cubicBezTo>
                    <a:pt x="86014" y="11654"/>
                    <a:pt x="86141" y="11718"/>
                    <a:pt x="86267" y="11813"/>
                  </a:cubicBezTo>
                  <a:lnTo>
                    <a:pt x="86362" y="11686"/>
                  </a:lnTo>
                  <a:cubicBezTo>
                    <a:pt x="86236" y="11591"/>
                    <a:pt x="86109" y="11496"/>
                    <a:pt x="85982" y="11401"/>
                  </a:cubicBezTo>
                  <a:close/>
                  <a:moveTo>
                    <a:pt x="15265" y="11749"/>
                  </a:moveTo>
                  <a:cubicBezTo>
                    <a:pt x="15170" y="11844"/>
                    <a:pt x="15044" y="11939"/>
                    <a:pt x="14917" y="12034"/>
                  </a:cubicBezTo>
                  <a:lnTo>
                    <a:pt x="15012" y="12161"/>
                  </a:lnTo>
                  <a:cubicBezTo>
                    <a:pt x="15139" y="12066"/>
                    <a:pt x="15265" y="11971"/>
                    <a:pt x="15392" y="11908"/>
                  </a:cubicBezTo>
                  <a:lnTo>
                    <a:pt x="15265" y="11749"/>
                  </a:lnTo>
                  <a:close/>
                  <a:moveTo>
                    <a:pt x="86742" y="11971"/>
                  </a:moveTo>
                  <a:lnTo>
                    <a:pt x="86616" y="12098"/>
                  </a:lnTo>
                  <a:cubicBezTo>
                    <a:pt x="86742" y="12193"/>
                    <a:pt x="86869" y="12288"/>
                    <a:pt x="86996" y="12383"/>
                  </a:cubicBezTo>
                  <a:lnTo>
                    <a:pt x="87122" y="12224"/>
                  </a:lnTo>
                  <a:cubicBezTo>
                    <a:pt x="86996" y="12129"/>
                    <a:pt x="86869" y="12034"/>
                    <a:pt x="86742" y="11971"/>
                  </a:cubicBezTo>
                  <a:close/>
                  <a:moveTo>
                    <a:pt x="14537" y="12319"/>
                  </a:moveTo>
                  <a:lnTo>
                    <a:pt x="14157" y="12604"/>
                  </a:lnTo>
                  <a:lnTo>
                    <a:pt x="14284" y="12731"/>
                  </a:lnTo>
                  <a:lnTo>
                    <a:pt x="14664" y="12446"/>
                  </a:lnTo>
                  <a:lnTo>
                    <a:pt x="14537" y="12319"/>
                  </a:lnTo>
                  <a:close/>
                  <a:moveTo>
                    <a:pt x="87471" y="12509"/>
                  </a:moveTo>
                  <a:lnTo>
                    <a:pt x="87376" y="12668"/>
                  </a:lnTo>
                  <a:cubicBezTo>
                    <a:pt x="87471" y="12763"/>
                    <a:pt x="87597" y="12858"/>
                    <a:pt x="87724" y="12953"/>
                  </a:cubicBezTo>
                  <a:lnTo>
                    <a:pt x="87851" y="12794"/>
                  </a:lnTo>
                  <a:cubicBezTo>
                    <a:pt x="87724" y="12699"/>
                    <a:pt x="87597" y="12604"/>
                    <a:pt x="87471" y="12509"/>
                  </a:cubicBezTo>
                  <a:close/>
                  <a:moveTo>
                    <a:pt x="13809" y="12858"/>
                  </a:moveTo>
                  <a:cubicBezTo>
                    <a:pt x="13682" y="12985"/>
                    <a:pt x="13555" y="13048"/>
                    <a:pt x="13429" y="13175"/>
                  </a:cubicBezTo>
                  <a:lnTo>
                    <a:pt x="13555" y="13301"/>
                  </a:lnTo>
                  <a:cubicBezTo>
                    <a:pt x="13682" y="13206"/>
                    <a:pt x="13809" y="13111"/>
                    <a:pt x="13935" y="13016"/>
                  </a:cubicBezTo>
                  <a:lnTo>
                    <a:pt x="13809" y="12858"/>
                  </a:lnTo>
                  <a:close/>
                  <a:moveTo>
                    <a:pt x="88199" y="13080"/>
                  </a:moveTo>
                  <a:lnTo>
                    <a:pt x="88073" y="13238"/>
                  </a:lnTo>
                  <a:cubicBezTo>
                    <a:pt x="88199" y="13333"/>
                    <a:pt x="88326" y="13428"/>
                    <a:pt x="88453" y="13523"/>
                  </a:cubicBezTo>
                  <a:lnTo>
                    <a:pt x="88548" y="13396"/>
                  </a:lnTo>
                  <a:cubicBezTo>
                    <a:pt x="88453" y="13301"/>
                    <a:pt x="88326" y="13175"/>
                    <a:pt x="88199" y="13080"/>
                  </a:cubicBezTo>
                  <a:close/>
                  <a:moveTo>
                    <a:pt x="13080" y="13460"/>
                  </a:moveTo>
                  <a:cubicBezTo>
                    <a:pt x="12953" y="13555"/>
                    <a:pt x="12827" y="13650"/>
                    <a:pt x="12732" y="13745"/>
                  </a:cubicBezTo>
                  <a:lnTo>
                    <a:pt x="12827" y="13903"/>
                  </a:lnTo>
                  <a:cubicBezTo>
                    <a:pt x="12953" y="13808"/>
                    <a:pt x="13080" y="13713"/>
                    <a:pt x="13207" y="13586"/>
                  </a:cubicBezTo>
                  <a:lnTo>
                    <a:pt x="13080" y="13460"/>
                  </a:lnTo>
                  <a:close/>
                  <a:moveTo>
                    <a:pt x="88928" y="13681"/>
                  </a:moveTo>
                  <a:lnTo>
                    <a:pt x="88801" y="13808"/>
                  </a:lnTo>
                  <a:lnTo>
                    <a:pt x="89149" y="14125"/>
                  </a:lnTo>
                  <a:lnTo>
                    <a:pt x="89276" y="13966"/>
                  </a:lnTo>
                  <a:lnTo>
                    <a:pt x="88928" y="13681"/>
                  </a:lnTo>
                  <a:close/>
                  <a:moveTo>
                    <a:pt x="12352" y="14061"/>
                  </a:moveTo>
                  <a:cubicBezTo>
                    <a:pt x="12225" y="14156"/>
                    <a:pt x="12130" y="14251"/>
                    <a:pt x="12003" y="14346"/>
                  </a:cubicBezTo>
                  <a:lnTo>
                    <a:pt x="12130" y="14505"/>
                  </a:lnTo>
                  <a:cubicBezTo>
                    <a:pt x="12257" y="14410"/>
                    <a:pt x="12383" y="14283"/>
                    <a:pt x="12478" y="14188"/>
                  </a:cubicBezTo>
                  <a:lnTo>
                    <a:pt x="12352" y="14061"/>
                  </a:lnTo>
                  <a:close/>
                  <a:moveTo>
                    <a:pt x="89624" y="14283"/>
                  </a:moveTo>
                  <a:lnTo>
                    <a:pt x="89498" y="14410"/>
                  </a:lnTo>
                  <a:cubicBezTo>
                    <a:pt x="89624" y="14505"/>
                    <a:pt x="89751" y="14600"/>
                    <a:pt x="89878" y="14726"/>
                  </a:cubicBezTo>
                  <a:lnTo>
                    <a:pt x="89973" y="14568"/>
                  </a:lnTo>
                  <a:cubicBezTo>
                    <a:pt x="89878" y="14473"/>
                    <a:pt x="89751" y="14378"/>
                    <a:pt x="89624" y="14283"/>
                  </a:cubicBezTo>
                  <a:close/>
                  <a:moveTo>
                    <a:pt x="11655" y="14663"/>
                  </a:moveTo>
                  <a:cubicBezTo>
                    <a:pt x="11528" y="14758"/>
                    <a:pt x="11433" y="14853"/>
                    <a:pt x="11307" y="14980"/>
                  </a:cubicBezTo>
                  <a:lnTo>
                    <a:pt x="11433" y="15106"/>
                  </a:lnTo>
                  <a:cubicBezTo>
                    <a:pt x="11560" y="15011"/>
                    <a:pt x="11655" y="14885"/>
                    <a:pt x="11782" y="14790"/>
                  </a:cubicBezTo>
                  <a:lnTo>
                    <a:pt x="11655" y="14663"/>
                  </a:lnTo>
                  <a:close/>
                  <a:moveTo>
                    <a:pt x="90321" y="14885"/>
                  </a:moveTo>
                  <a:lnTo>
                    <a:pt x="90226" y="15011"/>
                  </a:lnTo>
                  <a:lnTo>
                    <a:pt x="90543" y="15328"/>
                  </a:lnTo>
                  <a:lnTo>
                    <a:pt x="90669" y="15201"/>
                  </a:lnTo>
                  <a:cubicBezTo>
                    <a:pt x="90574" y="15075"/>
                    <a:pt x="90448" y="14980"/>
                    <a:pt x="90321" y="14885"/>
                  </a:cubicBezTo>
                  <a:close/>
                  <a:moveTo>
                    <a:pt x="10958" y="15265"/>
                  </a:moveTo>
                  <a:cubicBezTo>
                    <a:pt x="10863" y="15360"/>
                    <a:pt x="10737" y="15486"/>
                    <a:pt x="10610" y="15581"/>
                  </a:cubicBezTo>
                  <a:lnTo>
                    <a:pt x="10737" y="15708"/>
                  </a:lnTo>
                  <a:cubicBezTo>
                    <a:pt x="10863" y="15613"/>
                    <a:pt x="10990" y="15518"/>
                    <a:pt x="11085" y="15391"/>
                  </a:cubicBezTo>
                  <a:lnTo>
                    <a:pt x="10958" y="15265"/>
                  </a:lnTo>
                  <a:close/>
                  <a:moveTo>
                    <a:pt x="91018" y="15486"/>
                  </a:moveTo>
                  <a:lnTo>
                    <a:pt x="90891" y="15645"/>
                  </a:lnTo>
                  <a:cubicBezTo>
                    <a:pt x="91018" y="15740"/>
                    <a:pt x="91113" y="15835"/>
                    <a:pt x="91239" y="15961"/>
                  </a:cubicBezTo>
                  <a:lnTo>
                    <a:pt x="91366" y="15803"/>
                  </a:lnTo>
                  <a:cubicBezTo>
                    <a:pt x="91271" y="15708"/>
                    <a:pt x="91144" y="15613"/>
                    <a:pt x="91018" y="15486"/>
                  </a:cubicBezTo>
                  <a:close/>
                  <a:moveTo>
                    <a:pt x="10293" y="15898"/>
                  </a:moveTo>
                  <a:cubicBezTo>
                    <a:pt x="10167" y="15993"/>
                    <a:pt x="10040" y="16120"/>
                    <a:pt x="9945" y="16215"/>
                  </a:cubicBezTo>
                  <a:lnTo>
                    <a:pt x="10072" y="16341"/>
                  </a:lnTo>
                  <a:cubicBezTo>
                    <a:pt x="10167" y="16246"/>
                    <a:pt x="10293" y="16151"/>
                    <a:pt x="10420" y="16025"/>
                  </a:cubicBezTo>
                  <a:lnTo>
                    <a:pt x="10293" y="15898"/>
                  </a:lnTo>
                  <a:close/>
                  <a:moveTo>
                    <a:pt x="91714" y="16120"/>
                  </a:moveTo>
                  <a:lnTo>
                    <a:pt x="91588" y="16278"/>
                  </a:lnTo>
                  <a:cubicBezTo>
                    <a:pt x="91683" y="16373"/>
                    <a:pt x="91809" y="16468"/>
                    <a:pt x="91904" y="16595"/>
                  </a:cubicBezTo>
                  <a:lnTo>
                    <a:pt x="92031" y="16468"/>
                  </a:lnTo>
                  <a:cubicBezTo>
                    <a:pt x="91936" y="16341"/>
                    <a:pt x="91809" y="16246"/>
                    <a:pt x="91714" y="16120"/>
                  </a:cubicBezTo>
                  <a:close/>
                  <a:moveTo>
                    <a:pt x="9597" y="16531"/>
                  </a:moveTo>
                  <a:lnTo>
                    <a:pt x="9248" y="16848"/>
                  </a:lnTo>
                  <a:lnTo>
                    <a:pt x="9407" y="16975"/>
                  </a:lnTo>
                  <a:cubicBezTo>
                    <a:pt x="9502" y="16880"/>
                    <a:pt x="9628" y="16785"/>
                    <a:pt x="9723" y="16658"/>
                  </a:cubicBezTo>
                  <a:lnTo>
                    <a:pt x="9597" y="16531"/>
                  </a:lnTo>
                  <a:close/>
                  <a:moveTo>
                    <a:pt x="92380" y="16785"/>
                  </a:moveTo>
                  <a:lnTo>
                    <a:pt x="92253" y="16911"/>
                  </a:lnTo>
                  <a:cubicBezTo>
                    <a:pt x="92348" y="17006"/>
                    <a:pt x="92475" y="17133"/>
                    <a:pt x="92570" y="17228"/>
                  </a:cubicBezTo>
                  <a:lnTo>
                    <a:pt x="92728" y="17101"/>
                  </a:lnTo>
                  <a:cubicBezTo>
                    <a:pt x="92601" y="16975"/>
                    <a:pt x="92506" y="16880"/>
                    <a:pt x="92380" y="16785"/>
                  </a:cubicBezTo>
                  <a:close/>
                  <a:moveTo>
                    <a:pt x="8932" y="17196"/>
                  </a:moveTo>
                  <a:lnTo>
                    <a:pt x="8615" y="17513"/>
                  </a:lnTo>
                  <a:lnTo>
                    <a:pt x="8742" y="17640"/>
                  </a:lnTo>
                  <a:lnTo>
                    <a:pt x="9058" y="17323"/>
                  </a:lnTo>
                  <a:lnTo>
                    <a:pt x="8932" y="17196"/>
                  </a:lnTo>
                  <a:close/>
                  <a:moveTo>
                    <a:pt x="93045" y="17418"/>
                  </a:moveTo>
                  <a:lnTo>
                    <a:pt x="92918" y="17545"/>
                  </a:lnTo>
                  <a:cubicBezTo>
                    <a:pt x="93013" y="17671"/>
                    <a:pt x="93140" y="17767"/>
                    <a:pt x="93235" y="17893"/>
                  </a:cubicBezTo>
                  <a:lnTo>
                    <a:pt x="93361" y="17767"/>
                  </a:lnTo>
                  <a:lnTo>
                    <a:pt x="93045" y="17418"/>
                  </a:lnTo>
                  <a:close/>
                  <a:moveTo>
                    <a:pt x="8266" y="17830"/>
                  </a:moveTo>
                  <a:cubicBezTo>
                    <a:pt x="8171" y="17957"/>
                    <a:pt x="8076" y="18052"/>
                    <a:pt x="7950" y="18178"/>
                  </a:cubicBezTo>
                  <a:lnTo>
                    <a:pt x="8076" y="18305"/>
                  </a:lnTo>
                  <a:lnTo>
                    <a:pt x="8425" y="17957"/>
                  </a:lnTo>
                  <a:lnTo>
                    <a:pt x="8266" y="17830"/>
                  </a:lnTo>
                  <a:close/>
                  <a:moveTo>
                    <a:pt x="93678" y="18083"/>
                  </a:moveTo>
                  <a:lnTo>
                    <a:pt x="93551" y="18210"/>
                  </a:lnTo>
                  <a:lnTo>
                    <a:pt x="93868" y="18558"/>
                  </a:lnTo>
                  <a:lnTo>
                    <a:pt x="94026" y="18400"/>
                  </a:lnTo>
                  <a:lnTo>
                    <a:pt x="93678" y="18083"/>
                  </a:lnTo>
                  <a:close/>
                  <a:moveTo>
                    <a:pt x="7633" y="18495"/>
                  </a:moveTo>
                  <a:cubicBezTo>
                    <a:pt x="7538" y="18622"/>
                    <a:pt x="7411" y="18748"/>
                    <a:pt x="7316" y="18843"/>
                  </a:cubicBezTo>
                  <a:lnTo>
                    <a:pt x="7443" y="18970"/>
                  </a:lnTo>
                  <a:cubicBezTo>
                    <a:pt x="7570" y="18843"/>
                    <a:pt x="7665" y="18748"/>
                    <a:pt x="7760" y="18622"/>
                  </a:cubicBezTo>
                  <a:lnTo>
                    <a:pt x="7633" y="18495"/>
                  </a:lnTo>
                  <a:close/>
                  <a:moveTo>
                    <a:pt x="94343" y="18748"/>
                  </a:moveTo>
                  <a:lnTo>
                    <a:pt x="94185" y="18875"/>
                  </a:lnTo>
                  <a:cubicBezTo>
                    <a:pt x="94311" y="19002"/>
                    <a:pt x="94406" y="19097"/>
                    <a:pt x="94501" y="19223"/>
                  </a:cubicBezTo>
                  <a:lnTo>
                    <a:pt x="94660" y="19097"/>
                  </a:lnTo>
                  <a:cubicBezTo>
                    <a:pt x="94533" y="18970"/>
                    <a:pt x="94438" y="18875"/>
                    <a:pt x="94343" y="18748"/>
                  </a:cubicBezTo>
                  <a:close/>
                  <a:moveTo>
                    <a:pt x="7000" y="19192"/>
                  </a:moveTo>
                  <a:cubicBezTo>
                    <a:pt x="6905" y="19287"/>
                    <a:pt x="6778" y="19413"/>
                    <a:pt x="6683" y="19508"/>
                  </a:cubicBezTo>
                  <a:lnTo>
                    <a:pt x="6810" y="19635"/>
                  </a:lnTo>
                  <a:cubicBezTo>
                    <a:pt x="6936" y="19540"/>
                    <a:pt x="7031" y="19413"/>
                    <a:pt x="7126" y="19318"/>
                  </a:cubicBezTo>
                  <a:lnTo>
                    <a:pt x="7000" y="19192"/>
                  </a:lnTo>
                  <a:close/>
                  <a:moveTo>
                    <a:pt x="94976" y="19445"/>
                  </a:moveTo>
                  <a:lnTo>
                    <a:pt x="94818" y="19572"/>
                  </a:lnTo>
                  <a:cubicBezTo>
                    <a:pt x="94945" y="19667"/>
                    <a:pt x="95040" y="19793"/>
                    <a:pt x="95135" y="19888"/>
                  </a:cubicBezTo>
                  <a:lnTo>
                    <a:pt x="95293" y="19762"/>
                  </a:lnTo>
                  <a:cubicBezTo>
                    <a:pt x="95166" y="19667"/>
                    <a:pt x="95071" y="19540"/>
                    <a:pt x="94976" y="19445"/>
                  </a:cubicBezTo>
                  <a:close/>
                  <a:moveTo>
                    <a:pt x="6366" y="19857"/>
                  </a:moveTo>
                  <a:cubicBezTo>
                    <a:pt x="6271" y="19983"/>
                    <a:pt x="6176" y="20110"/>
                    <a:pt x="6081" y="20205"/>
                  </a:cubicBezTo>
                  <a:lnTo>
                    <a:pt x="6208" y="20332"/>
                  </a:lnTo>
                  <a:cubicBezTo>
                    <a:pt x="6303" y="20237"/>
                    <a:pt x="6398" y="20110"/>
                    <a:pt x="6525" y="19983"/>
                  </a:cubicBezTo>
                  <a:lnTo>
                    <a:pt x="6366" y="19857"/>
                  </a:lnTo>
                  <a:close/>
                  <a:moveTo>
                    <a:pt x="95578" y="20110"/>
                  </a:moveTo>
                  <a:lnTo>
                    <a:pt x="95451" y="20237"/>
                  </a:lnTo>
                  <a:cubicBezTo>
                    <a:pt x="95546" y="20363"/>
                    <a:pt x="95641" y="20490"/>
                    <a:pt x="95768" y="20585"/>
                  </a:cubicBezTo>
                  <a:lnTo>
                    <a:pt x="95895" y="20458"/>
                  </a:lnTo>
                  <a:cubicBezTo>
                    <a:pt x="95800" y="20363"/>
                    <a:pt x="95705" y="20237"/>
                    <a:pt x="95578" y="20110"/>
                  </a:cubicBezTo>
                  <a:close/>
                  <a:moveTo>
                    <a:pt x="5765" y="20553"/>
                  </a:moveTo>
                  <a:cubicBezTo>
                    <a:pt x="5670" y="20680"/>
                    <a:pt x="5543" y="20807"/>
                    <a:pt x="5448" y="20933"/>
                  </a:cubicBezTo>
                  <a:lnTo>
                    <a:pt x="5606" y="21028"/>
                  </a:lnTo>
                  <a:cubicBezTo>
                    <a:pt x="5701" y="20933"/>
                    <a:pt x="5796" y="20807"/>
                    <a:pt x="5891" y="20680"/>
                  </a:cubicBezTo>
                  <a:lnTo>
                    <a:pt x="5765" y="20553"/>
                  </a:lnTo>
                  <a:close/>
                  <a:moveTo>
                    <a:pt x="96211" y="20838"/>
                  </a:moveTo>
                  <a:lnTo>
                    <a:pt x="96053" y="20933"/>
                  </a:lnTo>
                  <a:cubicBezTo>
                    <a:pt x="96148" y="21060"/>
                    <a:pt x="96275" y="21187"/>
                    <a:pt x="96370" y="21313"/>
                  </a:cubicBezTo>
                  <a:lnTo>
                    <a:pt x="96497" y="21187"/>
                  </a:lnTo>
                  <a:cubicBezTo>
                    <a:pt x="96401" y="21060"/>
                    <a:pt x="96306" y="20933"/>
                    <a:pt x="96211" y="20838"/>
                  </a:cubicBezTo>
                  <a:close/>
                  <a:moveTo>
                    <a:pt x="5163" y="21282"/>
                  </a:moveTo>
                  <a:lnTo>
                    <a:pt x="4846" y="21630"/>
                  </a:lnTo>
                  <a:lnTo>
                    <a:pt x="5005" y="21757"/>
                  </a:lnTo>
                  <a:lnTo>
                    <a:pt x="5290" y="21377"/>
                  </a:lnTo>
                  <a:lnTo>
                    <a:pt x="5163" y="21282"/>
                  </a:lnTo>
                  <a:close/>
                  <a:moveTo>
                    <a:pt x="96813" y="21535"/>
                  </a:moveTo>
                  <a:lnTo>
                    <a:pt x="96655" y="21662"/>
                  </a:lnTo>
                  <a:cubicBezTo>
                    <a:pt x="96750" y="21788"/>
                    <a:pt x="96845" y="21883"/>
                    <a:pt x="96940" y="22010"/>
                  </a:cubicBezTo>
                  <a:lnTo>
                    <a:pt x="97098" y="21883"/>
                  </a:lnTo>
                  <a:lnTo>
                    <a:pt x="96813" y="21535"/>
                  </a:lnTo>
                  <a:close/>
                  <a:moveTo>
                    <a:pt x="4561" y="21978"/>
                  </a:moveTo>
                  <a:cubicBezTo>
                    <a:pt x="4466" y="22105"/>
                    <a:pt x="4371" y="22232"/>
                    <a:pt x="4276" y="22358"/>
                  </a:cubicBezTo>
                  <a:lnTo>
                    <a:pt x="4435" y="22454"/>
                  </a:lnTo>
                  <a:cubicBezTo>
                    <a:pt x="4530" y="22327"/>
                    <a:pt x="4625" y="22232"/>
                    <a:pt x="4720" y="22105"/>
                  </a:cubicBezTo>
                  <a:lnTo>
                    <a:pt x="4561" y="21978"/>
                  </a:lnTo>
                  <a:close/>
                  <a:moveTo>
                    <a:pt x="97383" y="22263"/>
                  </a:moveTo>
                  <a:lnTo>
                    <a:pt x="97257" y="22358"/>
                  </a:lnTo>
                  <a:cubicBezTo>
                    <a:pt x="97352" y="22485"/>
                    <a:pt x="97447" y="22612"/>
                    <a:pt x="97542" y="22739"/>
                  </a:cubicBezTo>
                  <a:lnTo>
                    <a:pt x="97668" y="22612"/>
                  </a:lnTo>
                  <a:cubicBezTo>
                    <a:pt x="97573" y="22485"/>
                    <a:pt x="97478" y="22390"/>
                    <a:pt x="97383" y="22263"/>
                  </a:cubicBezTo>
                  <a:close/>
                  <a:moveTo>
                    <a:pt x="3991" y="22707"/>
                  </a:moveTo>
                  <a:cubicBezTo>
                    <a:pt x="3896" y="22834"/>
                    <a:pt x="3801" y="22960"/>
                    <a:pt x="3706" y="23055"/>
                  </a:cubicBezTo>
                  <a:lnTo>
                    <a:pt x="3833" y="23182"/>
                  </a:lnTo>
                  <a:cubicBezTo>
                    <a:pt x="3928" y="23055"/>
                    <a:pt x="4023" y="22960"/>
                    <a:pt x="4118" y="22834"/>
                  </a:cubicBezTo>
                  <a:lnTo>
                    <a:pt x="3991" y="22707"/>
                  </a:lnTo>
                  <a:close/>
                  <a:moveTo>
                    <a:pt x="97953" y="22992"/>
                  </a:moveTo>
                  <a:lnTo>
                    <a:pt x="97827" y="23087"/>
                  </a:lnTo>
                  <a:cubicBezTo>
                    <a:pt x="97922" y="23214"/>
                    <a:pt x="98017" y="23340"/>
                    <a:pt x="98112" y="23467"/>
                  </a:cubicBezTo>
                  <a:lnTo>
                    <a:pt x="98238" y="23340"/>
                  </a:lnTo>
                  <a:lnTo>
                    <a:pt x="97953" y="22992"/>
                  </a:lnTo>
                  <a:close/>
                  <a:moveTo>
                    <a:pt x="3421" y="23435"/>
                  </a:moveTo>
                  <a:cubicBezTo>
                    <a:pt x="3326" y="23562"/>
                    <a:pt x="3231" y="23689"/>
                    <a:pt x="3136" y="23815"/>
                  </a:cubicBezTo>
                  <a:lnTo>
                    <a:pt x="3294" y="23910"/>
                  </a:lnTo>
                  <a:cubicBezTo>
                    <a:pt x="3389" y="23784"/>
                    <a:pt x="3484" y="23689"/>
                    <a:pt x="3579" y="23562"/>
                  </a:cubicBezTo>
                  <a:lnTo>
                    <a:pt x="3421" y="23435"/>
                  </a:lnTo>
                  <a:close/>
                  <a:moveTo>
                    <a:pt x="98523" y="23720"/>
                  </a:moveTo>
                  <a:lnTo>
                    <a:pt x="98397" y="23815"/>
                  </a:lnTo>
                  <a:cubicBezTo>
                    <a:pt x="98460" y="23942"/>
                    <a:pt x="98555" y="24069"/>
                    <a:pt x="98650" y="24195"/>
                  </a:cubicBezTo>
                  <a:lnTo>
                    <a:pt x="98808" y="24100"/>
                  </a:lnTo>
                  <a:cubicBezTo>
                    <a:pt x="98713" y="23974"/>
                    <a:pt x="98618" y="23847"/>
                    <a:pt x="98523" y="23720"/>
                  </a:cubicBezTo>
                  <a:close/>
                  <a:moveTo>
                    <a:pt x="2851" y="24195"/>
                  </a:moveTo>
                  <a:cubicBezTo>
                    <a:pt x="2756" y="24290"/>
                    <a:pt x="2661" y="24417"/>
                    <a:pt x="2598" y="24544"/>
                  </a:cubicBezTo>
                  <a:lnTo>
                    <a:pt x="2724" y="24670"/>
                  </a:lnTo>
                  <a:cubicBezTo>
                    <a:pt x="2819" y="24544"/>
                    <a:pt x="2914" y="24417"/>
                    <a:pt x="3009" y="24290"/>
                  </a:cubicBezTo>
                  <a:lnTo>
                    <a:pt x="2851" y="24195"/>
                  </a:lnTo>
                  <a:close/>
                  <a:moveTo>
                    <a:pt x="99093" y="24449"/>
                  </a:moveTo>
                  <a:lnTo>
                    <a:pt x="98935" y="24575"/>
                  </a:lnTo>
                  <a:cubicBezTo>
                    <a:pt x="99030" y="24702"/>
                    <a:pt x="99125" y="24829"/>
                    <a:pt x="99220" y="24955"/>
                  </a:cubicBezTo>
                  <a:lnTo>
                    <a:pt x="99347" y="24829"/>
                  </a:lnTo>
                  <a:cubicBezTo>
                    <a:pt x="99252" y="24702"/>
                    <a:pt x="99188" y="24575"/>
                    <a:pt x="99093" y="24449"/>
                  </a:cubicBezTo>
                  <a:close/>
                  <a:moveTo>
                    <a:pt x="2313" y="24924"/>
                  </a:moveTo>
                  <a:cubicBezTo>
                    <a:pt x="2218" y="25050"/>
                    <a:pt x="2123" y="25177"/>
                    <a:pt x="2059" y="25304"/>
                  </a:cubicBezTo>
                  <a:lnTo>
                    <a:pt x="2186" y="25430"/>
                  </a:lnTo>
                  <a:cubicBezTo>
                    <a:pt x="2281" y="25304"/>
                    <a:pt x="2376" y="25177"/>
                    <a:pt x="2471" y="25050"/>
                  </a:cubicBezTo>
                  <a:lnTo>
                    <a:pt x="2313" y="24924"/>
                  </a:lnTo>
                  <a:close/>
                  <a:moveTo>
                    <a:pt x="99632" y="25209"/>
                  </a:moveTo>
                  <a:lnTo>
                    <a:pt x="99473" y="25335"/>
                  </a:lnTo>
                  <a:cubicBezTo>
                    <a:pt x="99568" y="25462"/>
                    <a:pt x="99663" y="25589"/>
                    <a:pt x="99758" y="25715"/>
                  </a:cubicBezTo>
                  <a:lnTo>
                    <a:pt x="99885" y="25589"/>
                  </a:lnTo>
                  <a:cubicBezTo>
                    <a:pt x="99790" y="25462"/>
                    <a:pt x="99727" y="25335"/>
                    <a:pt x="99632" y="25209"/>
                  </a:cubicBezTo>
                  <a:close/>
                  <a:moveTo>
                    <a:pt x="1774" y="25684"/>
                  </a:moveTo>
                  <a:cubicBezTo>
                    <a:pt x="1679" y="25810"/>
                    <a:pt x="1584" y="25937"/>
                    <a:pt x="1521" y="26064"/>
                  </a:cubicBezTo>
                  <a:lnTo>
                    <a:pt x="1679" y="26190"/>
                  </a:lnTo>
                  <a:lnTo>
                    <a:pt x="1933" y="25779"/>
                  </a:lnTo>
                  <a:lnTo>
                    <a:pt x="1774" y="25684"/>
                  </a:lnTo>
                  <a:close/>
                  <a:moveTo>
                    <a:pt x="100170" y="25969"/>
                  </a:moveTo>
                  <a:lnTo>
                    <a:pt x="100012" y="26095"/>
                  </a:lnTo>
                  <a:cubicBezTo>
                    <a:pt x="100107" y="26222"/>
                    <a:pt x="100170" y="26349"/>
                    <a:pt x="100265" y="26475"/>
                  </a:cubicBezTo>
                  <a:lnTo>
                    <a:pt x="100423" y="26349"/>
                  </a:lnTo>
                  <a:cubicBezTo>
                    <a:pt x="100328" y="26222"/>
                    <a:pt x="100233" y="26095"/>
                    <a:pt x="100170" y="25969"/>
                  </a:cubicBezTo>
                  <a:close/>
                  <a:moveTo>
                    <a:pt x="1268" y="26444"/>
                  </a:moveTo>
                  <a:cubicBezTo>
                    <a:pt x="1173" y="26570"/>
                    <a:pt x="1078" y="26697"/>
                    <a:pt x="983" y="26855"/>
                  </a:cubicBezTo>
                  <a:lnTo>
                    <a:pt x="1141" y="26950"/>
                  </a:lnTo>
                  <a:cubicBezTo>
                    <a:pt x="1236" y="26824"/>
                    <a:pt x="1331" y="26697"/>
                    <a:pt x="1394" y="26570"/>
                  </a:cubicBezTo>
                  <a:lnTo>
                    <a:pt x="1268" y="26444"/>
                  </a:lnTo>
                  <a:close/>
                  <a:moveTo>
                    <a:pt x="100677" y="26760"/>
                  </a:moveTo>
                  <a:lnTo>
                    <a:pt x="100518" y="26855"/>
                  </a:lnTo>
                  <a:cubicBezTo>
                    <a:pt x="100613" y="26982"/>
                    <a:pt x="100708" y="27109"/>
                    <a:pt x="100772" y="27236"/>
                  </a:cubicBezTo>
                  <a:lnTo>
                    <a:pt x="100930" y="27140"/>
                  </a:lnTo>
                  <a:cubicBezTo>
                    <a:pt x="100835" y="27014"/>
                    <a:pt x="100772" y="26887"/>
                    <a:pt x="100677" y="26760"/>
                  </a:cubicBezTo>
                  <a:close/>
                  <a:moveTo>
                    <a:pt x="729" y="27236"/>
                  </a:moveTo>
                  <a:lnTo>
                    <a:pt x="476" y="27616"/>
                  </a:lnTo>
                  <a:lnTo>
                    <a:pt x="634" y="27711"/>
                  </a:lnTo>
                  <a:cubicBezTo>
                    <a:pt x="729" y="27584"/>
                    <a:pt x="824" y="27457"/>
                    <a:pt x="888" y="27331"/>
                  </a:cubicBezTo>
                  <a:lnTo>
                    <a:pt x="729" y="27236"/>
                  </a:lnTo>
                  <a:close/>
                  <a:moveTo>
                    <a:pt x="101184" y="27521"/>
                  </a:moveTo>
                  <a:lnTo>
                    <a:pt x="101025" y="27616"/>
                  </a:lnTo>
                  <a:lnTo>
                    <a:pt x="101279" y="28027"/>
                  </a:lnTo>
                  <a:lnTo>
                    <a:pt x="101437" y="27932"/>
                  </a:lnTo>
                  <a:lnTo>
                    <a:pt x="101184" y="27521"/>
                  </a:lnTo>
                  <a:close/>
                  <a:moveTo>
                    <a:pt x="254" y="27996"/>
                  </a:moveTo>
                  <a:cubicBezTo>
                    <a:pt x="159" y="28154"/>
                    <a:pt x="96" y="28281"/>
                    <a:pt x="1" y="28407"/>
                  </a:cubicBezTo>
                  <a:lnTo>
                    <a:pt x="159" y="28502"/>
                  </a:lnTo>
                  <a:cubicBezTo>
                    <a:pt x="223" y="28376"/>
                    <a:pt x="318" y="28249"/>
                    <a:pt x="413" y="28091"/>
                  </a:cubicBezTo>
                  <a:lnTo>
                    <a:pt x="254" y="27996"/>
                  </a:lnTo>
                  <a:close/>
                  <a:moveTo>
                    <a:pt x="101690" y="28312"/>
                  </a:moveTo>
                  <a:lnTo>
                    <a:pt x="101532" y="28407"/>
                  </a:lnTo>
                  <a:cubicBezTo>
                    <a:pt x="101595" y="28534"/>
                    <a:pt x="101690" y="28661"/>
                    <a:pt x="101754" y="28819"/>
                  </a:cubicBezTo>
                  <a:lnTo>
                    <a:pt x="101912" y="28724"/>
                  </a:lnTo>
                  <a:cubicBezTo>
                    <a:pt x="101849" y="28566"/>
                    <a:pt x="101754" y="28439"/>
                    <a:pt x="101690" y="28312"/>
                  </a:cubicBezTo>
                  <a:close/>
                  <a:moveTo>
                    <a:pt x="102165" y="29104"/>
                  </a:moveTo>
                  <a:lnTo>
                    <a:pt x="102007" y="29199"/>
                  </a:lnTo>
                  <a:cubicBezTo>
                    <a:pt x="102070" y="29326"/>
                    <a:pt x="102165" y="29452"/>
                    <a:pt x="102229" y="29611"/>
                  </a:cubicBezTo>
                  <a:lnTo>
                    <a:pt x="102387" y="29516"/>
                  </a:lnTo>
                  <a:cubicBezTo>
                    <a:pt x="102324" y="29357"/>
                    <a:pt x="102229" y="29231"/>
                    <a:pt x="102165" y="29104"/>
                  </a:cubicBezTo>
                  <a:close/>
                  <a:moveTo>
                    <a:pt x="102640" y="29927"/>
                  </a:moveTo>
                  <a:lnTo>
                    <a:pt x="102482" y="29991"/>
                  </a:lnTo>
                  <a:cubicBezTo>
                    <a:pt x="102545" y="30149"/>
                    <a:pt x="102640" y="30276"/>
                    <a:pt x="102704" y="30402"/>
                  </a:cubicBezTo>
                  <a:lnTo>
                    <a:pt x="102862" y="30307"/>
                  </a:lnTo>
                  <a:cubicBezTo>
                    <a:pt x="102799" y="30181"/>
                    <a:pt x="102704" y="30054"/>
                    <a:pt x="102640" y="29927"/>
                  </a:cubicBezTo>
                  <a:close/>
                  <a:moveTo>
                    <a:pt x="103084" y="30719"/>
                  </a:moveTo>
                  <a:lnTo>
                    <a:pt x="102925" y="30814"/>
                  </a:lnTo>
                  <a:cubicBezTo>
                    <a:pt x="103020" y="30941"/>
                    <a:pt x="103084" y="31099"/>
                    <a:pt x="103147" y="31226"/>
                  </a:cubicBezTo>
                  <a:lnTo>
                    <a:pt x="103305" y="31131"/>
                  </a:lnTo>
                  <a:cubicBezTo>
                    <a:pt x="103242" y="31004"/>
                    <a:pt x="103179" y="30846"/>
                    <a:pt x="103084" y="30719"/>
                  </a:cubicBezTo>
                  <a:close/>
                  <a:moveTo>
                    <a:pt x="103527" y="31542"/>
                  </a:moveTo>
                  <a:lnTo>
                    <a:pt x="103369" y="31637"/>
                  </a:lnTo>
                  <a:cubicBezTo>
                    <a:pt x="103464" y="31764"/>
                    <a:pt x="103527" y="31891"/>
                    <a:pt x="103590" y="32049"/>
                  </a:cubicBezTo>
                  <a:lnTo>
                    <a:pt x="103749" y="31954"/>
                  </a:lnTo>
                  <a:cubicBezTo>
                    <a:pt x="103685" y="31827"/>
                    <a:pt x="103622" y="31669"/>
                    <a:pt x="103527" y="31542"/>
                  </a:cubicBezTo>
                  <a:close/>
                  <a:moveTo>
                    <a:pt x="103970" y="32366"/>
                  </a:moveTo>
                  <a:lnTo>
                    <a:pt x="103812" y="32461"/>
                  </a:lnTo>
                  <a:cubicBezTo>
                    <a:pt x="103875" y="32588"/>
                    <a:pt x="103939" y="32714"/>
                    <a:pt x="104034" y="32873"/>
                  </a:cubicBezTo>
                  <a:lnTo>
                    <a:pt x="104192" y="32778"/>
                  </a:lnTo>
                  <a:cubicBezTo>
                    <a:pt x="104129" y="32651"/>
                    <a:pt x="104034" y="32493"/>
                    <a:pt x="103970" y="32366"/>
                  </a:cubicBezTo>
                  <a:close/>
                  <a:moveTo>
                    <a:pt x="104382" y="33189"/>
                  </a:moveTo>
                  <a:lnTo>
                    <a:pt x="104224" y="33284"/>
                  </a:lnTo>
                  <a:cubicBezTo>
                    <a:pt x="104287" y="33411"/>
                    <a:pt x="104350" y="33569"/>
                    <a:pt x="104445" y="33696"/>
                  </a:cubicBezTo>
                  <a:lnTo>
                    <a:pt x="104604" y="33601"/>
                  </a:lnTo>
                  <a:cubicBezTo>
                    <a:pt x="104540" y="33474"/>
                    <a:pt x="104445" y="33316"/>
                    <a:pt x="104382" y="33189"/>
                  </a:cubicBezTo>
                  <a:close/>
                  <a:moveTo>
                    <a:pt x="104794" y="34044"/>
                  </a:moveTo>
                  <a:lnTo>
                    <a:pt x="104635" y="34108"/>
                  </a:lnTo>
                  <a:cubicBezTo>
                    <a:pt x="104699" y="34266"/>
                    <a:pt x="104762" y="34393"/>
                    <a:pt x="104825" y="34519"/>
                  </a:cubicBezTo>
                  <a:lnTo>
                    <a:pt x="104984" y="34456"/>
                  </a:lnTo>
                  <a:cubicBezTo>
                    <a:pt x="104920" y="34329"/>
                    <a:pt x="104857" y="34171"/>
                    <a:pt x="104794" y="34044"/>
                  </a:cubicBezTo>
                  <a:close/>
                  <a:moveTo>
                    <a:pt x="105205" y="34868"/>
                  </a:moveTo>
                  <a:lnTo>
                    <a:pt x="105015" y="34963"/>
                  </a:lnTo>
                  <a:cubicBezTo>
                    <a:pt x="105079" y="35089"/>
                    <a:pt x="105142" y="35216"/>
                    <a:pt x="105205" y="35374"/>
                  </a:cubicBezTo>
                  <a:lnTo>
                    <a:pt x="105396" y="35311"/>
                  </a:lnTo>
                  <a:cubicBezTo>
                    <a:pt x="105332" y="35153"/>
                    <a:pt x="105269" y="35026"/>
                    <a:pt x="105205" y="34868"/>
                  </a:cubicBezTo>
                  <a:close/>
                  <a:moveTo>
                    <a:pt x="105586" y="35723"/>
                  </a:moveTo>
                  <a:lnTo>
                    <a:pt x="105396" y="35786"/>
                  </a:lnTo>
                  <a:cubicBezTo>
                    <a:pt x="105459" y="35944"/>
                    <a:pt x="105522" y="36071"/>
                    <a:pt x="105586" y="36229"/>
                  </a:cubicBezTo>
                  <a:lnTo>
                    <a:pt x="105776" y="36166"/>
                  </a:lnTo>
                  <a:cubicBezTo>
                    <a:pt x="105712" y="36008"/>
                    <a:pt x="105649" y="35881"/>
                    <a:pt x="105586" y="35723"/>
                  </a:cubicBezTo>
                  <a:close/>
                  <a:moveTo>
                    <a:pt x="105934" y="36578"/>
                  </a:moveTo>
                  <a:lnTo>
                    <a:pt x="105776" y="36641"/>
                  </a:lnTo>
                  <a:lnTo>
                    <a:pt x="105966" y="37085"/>
                  </a:lnTo>
                  <a:lnTo>
                    <a:pt x="106124" y="37021"/>
                  </a:lnTo>
                  <a:cubicBezTo>
                    <a:pt x="106061" y="36863"/>
                    <a:pt x="105997" y="36736"/>
                    <a:pt x="105934" y="36578"/>
                  </a:cubicBezTo>
                  <a:close/>
                  <a:moveTo>
                    <a:pt x="106314" y="37433"/>
                  </a:moveTo>
                  <a:lnTo>
                    <a:pt x="106124" y="37528"/>
                  </a:lnTo>
                  <a:cubicBezTo>
                    <a:pt x="106187" y="37655"/>
                    <a:pt x="106251" y="37813"/>
                    <a:pt x="106282" y="37940"/>
                  </a:cubicBezTo>
                  <a:lnTo>
                    <a:pt x="106472" y="37876"/>
                  </a:lnTo>
                  <a:cubicBezTo>
                    <a:pt x="106409" y="37750"/>
                    <a:pt x="106346" y="37591"/>
                    <a:pt x="106314" y="37433"/>
                  </a:cubicBezTo>
                  <a:close/>
                  <a:moveTo>
                    <a:pt x="106631" y="38320"/>
                  </a:moveTo>
                  <a:lnTo>
                    <a:pt x="106472" y="38383"/>
                  </a:lnTo>
                  <a:cubicBezTo>
                    <a:pt x="106504" y="38510"/>
                    <a:pt x="106567" y="38668"/>
                    <a:pt x="106631" y="38826"/>
                  </a:cubicBezTo>
                  <a:lnTo>
                    <a:pt x="106789" y="38731"/>
                  </a:lnTo>
                  <a:cubicBezTo>
                    <a:pt x="106757" y="38605"/>
                    <a:pt x="106694" y="38446"/>
                    <a:pt x="106631" y="38320"/>
                  </a:cubicBezTo>
                  <a:close/>
                  <a:moveTo>
                    <a:pt x="106979" y="39175"/>
                  </a:moveTo>
                  <a:lnTo>
                    <a:pt x="106789" y="39238"/>
                  </a:lnTo>
                  <a:cubicBezTo>
                    <a:pt x="106852" y="39396"/>
                    <a:pt x="106884" y="39523"/>
                    <a:pt x="106947" y="39681"/>
                  </a:cubicBezTo>
                  <a:lnTo>
                    <a:pt x="107137" y="39618"/>
                  </a:lnTo>
                  <a:cubicBezTo>
                    <a:pt x="107074" y="39491"/>
                    <a:pt x="107011" y="39333"/>
                    <a:pt x="106979" y="39175"/>
                  </a:cubicBezTo>
                  <a:close/>
                  <a:moveTo>
                    <a:pt x="107264" y="40061"/>
                  </a:moveTo>
                  <a:lnTo>
                    <a:pt x="107106" y="40125"/>
                  </a:lnTo>
                  <a:cubicBezTo>
                    <a:pt x="107169" y="40251"/>
                    <a:pt x="107201" y="40410"/>
                    <a:pt x="107264" y="40568"/>
                  </a:cubicBezTo>
                  <a:lnTo>
                    <a:pt x="107422" y="40505"/>
                  </a:lnTo>
                  <a:cubicBezTo>
                    <a:pt x="107391" y="40346"/>
                    <a:pt x="107327" y="40220"/>
                    <a:pt x="107264" y="40061"/>
                  </a:cubicBezTo>
                  <a:close/>
                  <a:moveTo>
                    <a:pt x="107581" y="40948"/>
                  </a:moveTo>
                  <a:lnTo>
                    <a:pt x="107391" y="41011"/>
                  </a:lnTo>
                  <a:cubicBezTo>
                    <a:pt x="107454" y="41138"/>
                    <a:pt x="107486" y="41296"/>
                    <a:pt x="107549" y="41455"/>
                  </a:cubicBezTo>
                  <a:lnTo>
                    <a:pt x="107739" y="41391"/>
                  </a:lnTo>
                  <a:cubicBezTo>
                    <a:pt x="107676" y="41233"/>
                    <a:pt x="107644" y="41075"/>
                    <a:pt x="107581" y="40948"/>
                  </a:cubicBezTo>
                  <a:close/>
                  <a:moveTo>
                    <a:pt x="107866" y="41835"/>
                  </a:moveTo>
                  <a:lnTo>
                    <a:pt x="107676" y="41898"/>
                  </a:lnTo>
                  <a:cubicBezTo>
                    <a:pt x="107739" y="42025"/>
                    <a:pt x="107771" y="42183"/>
                    <a:pt x="107834" y="42342"/>
                  </a:cubicBezTo>
                  <a:lnTo>
                    <a:pt x="107992" y="42278"/>
                  </a:lnTo>
                  <a:cubicBezTo>
                    <a:pt x="107961" y="42120"/>
                    <a:pt x="107897" y="41993"/>
                    <a:pt x="107866" y="41835"/>
                  </a:cubicBezTo>
                  <a:close/>
                  <a:moveTo>
                    <a:pt x="108151" y="42722"/>
                  </a:moveTo>
                  <a:lnTo>
                    <a:pt x="107961" y="42785"/>
                  </a:lnTo>
                  <a:cubicBezTo>
                    <a:pt x="107992" y="42912"/>
                    <a:pt x="108056" y="43070"/>
                    <a:pt x="108087" y="43228"/>
                  </a:cubicBezTo>
                  <a:lnTo>
                    <a:pt x="108277" y="43165"/>
                  </a:lnTo>
                  <a:cubicBezTo>
                    <a:pt x="108214" y="43007"/>
                    <a:pt x="108182" y="42880"/>
                    <a:pt x="108151" y="42722"/>
                  </a:cubicBezTo>
                  <a:close/>
                  <a:moveTo>
                    <a:pt x="108404" y="43608"/>
                  </a:moveTo>
                  <a:lnTo>
                    <a:pt x="108214" y="43672"/>
                  </a:lnTo>
                  <a:cubicBezTo>
                    <a:pt x="108246" y="43798"/>
                    <a:pt x="108309" y="43957"/>
                    <a:pt x="108341" y="44115"/>
                  </a:cubicBezTo>
                  <a:lnTo>
                    <a:pt x="108499" y="44052"/>
                  </a:lnTo>
                  <a:cubicBezTo>
                    <a:pt x="108467" y="43893"/>
                    <a:pt x="108436" y="43767"/>
                    <a:pt x="108404" y="43608"/>
                  </a:cubicBezTo>
                  <a:close/>
                  <a:moveTo>
                    <a:pt x="108626" y="44527"/>
                  </a:moveTo>
                  <a:lnTo>
                    <a:pt x="108467" y="44558"/>
                  </a:lnTo>
                  <a:cubicBezTo>
                    <a:pt x="108499" y="44717"/>
                    <a:pt x="108531" y="44843"/>
                    <a:pt x="108562" y="45002"/>
                  </a:cubicBezTo>
                  <a:lnTo>
                    <a:pt x="108752" y="44970"/>
                  </a:lnTo>
                  <a:cubicBezTo>
                    <a:pt x="108721" y="44812"/>
                    <a:pt x="108689" y="44653"/>
                    <a:pt x="108626" y="44527"/>
                  </a:cubicBezTo>
                  <a:close/>
                  <a:moveTo>
                    <a:pt x="108879" y="45413"/>
                  </a:moveTo>
                  <a:lnTo>
                    <a:pt x="108689" y="45445"/>
                  </a:lnTo>
                  <a:lnTo>
                    <a:pt x="108784" y="45920"/>
                  </a:lnTo>
                  <a:lnTo>
                    <a:pt x="108974" y="45857"/>
                  </a:lnTo>
                  <a:cubicBezTo>
                    <a:pt x="108942" y="45698"/>
                    <a:pt x="108911" y="45572"/>
                    <a:pt x="108879" y="45413"/>
                  </a:cubicBezTo>
                  <a:close/>
                  <a:moveTo>
                    <a:pt x="109069" y="46332"/>
                  </a:moveTo>
                  <a:lnTo>
                    <a:pt x="108911" y="46364"/>
                  </a:lnTo>
                  <a:cubicBezTo>
                    <a:pt x="108942" y="46522"/>
                    <a:pt x="108974" y="46649"/>
                    <a:pt x="109006" y="46807"/>
                  </a:cubicBezTo>
                  <a:lnTo>
                    <a:pt x="109164" y="46775"/>
                  </a:lnTo>
                  <a:cubicBezTo>
                    <a:pt x="109132" y="46617"/>
                    <a:pt x="109101" y="46459"/>
                    <a:pt x="109069" y="46332"/>
                  </a:cubicBezTo>
                  <a:close/>
                  <a:moveTo>
                    <a:pt x="109291" y="47219"/>
                  </a:moveTo>
                  <a:lnTo>
                    <a:pt x="109101" y="47250"/>
                  </a:lnTo>
                  <a:lnTo>
                    <a:pt x="109196" y="47725"/>
                  </a:lnTo>
                  <a:lnTo>
                    <a:pt x="109386" y="47662"/>
                  </a:lnTo>
                  <a:cubicBezTo>
                    <a:pt x="109354" y="47535"/>
                    <a:pt x="109291" y="47377"/>
                    <a:pt x="109291" y="47219"/>
                  </a:cubicBezTo>
                  <a:close/>
                  <a:moveTo>
                    <a:pt x="109449" y="48137"/>
                  </a:moveTo>
                  <a:lnTo>
                    <a:pt x="109291" y="48169"/>
                  </a:lnTo>
                  <a:cubicBezTo>
                    <a:pt x="109322" y="48327"/>
                    <a:pt x="109354" y="48485"/>
                    <a:pt x="109354" y="48612"/>
                  </a:cubicBezTo>
                  <a:lnTo>
                    <a:pt x="109544" y="48580"/>
                  </a:lnTo>
                  <a:cubicBezTo>
                    <a:pt x="109512" y="48422"/>
                    <a:pt x="109481" y="48295"/>
                    <a:pt x="109449" y="48137"/>
                  </a:cubicBezTo>
                  <a:close/>
                  <a:moveTo>
                    <a:pt x="109639" y="49055"/>
                  </a:moveTo>
                  <a:lnTo>
                    <a:pt x="109449" y="49087"/>
                  </a:lnTo>
                  <a:cubicBezTo>
                    <a:pt x="109481" y="49214"/>
                    <a:pt x="109512" y="49372"/>
                    <a:pt x="109544" y="49530"/>
                  </a:cubicBezTo>
                  <a:lnTo>
                    <a:pt x="109703" y="49499"/>
                  </a:lnTo>
                  <a:cubicBezTo>
                    <a:pt x="109703" y="49340"/>
                    <a:pt x="109671" y="49182"/>
                    <a:pt x="109639" y="49055"/>
                  </a:cubicBezTo>
                  <a:close/>
                  <a:moveTo>
                    <a:pt x="109798" y="49942"/>
                  </a:moveTo>
                  <a:lnTo>
                    <a:pt x="109607" y="50005"/>
                  </a:lnTo>
                  <a:cubicBezTo>
                    <a:pt x="109639" y="50132"/>
                    <a:pt x="109671" y="50290"/>
                    <a:pt x="109671" y="50449"/>
                  </a:cubicBezTo>
                  <a:lnTo>
                    <a:pt x="109861" y="50417"/>
                  </a:lnTo>
                  <a:cubicBezTo>
                    <a:pt x="109829" y="50259"/>
                    <a:pt x="109829" y="50100"/>
                    <a:pt x="109798" y="49942"/>
                  </a:cubicBezTo>
                  <a:close/>
                  <a:moveTo>
                    <a:pt x="109924" y="50860"/>
                  </a:moveTo>
                  <a:lnTo>
                    <a:pt x="109766" y="50892"/>
                  </a:lnTo>
                  <a:cubicBezTo>
                    <a:pt x="109766" y="51051"/>
                    <a:pt x="109798" y="51209"/>
                    <a:pt x="109829" y="51367"/>
                  </a:cubicBezTo>
                  <a:lnTo>
                    <a:pt x="109988" y="51336"/>
                  </a:lnTo>
                  <a:cubicBezTo>
                    <a:pt x="109988" y="51177"/>
                    <a:pt x="109956" y="51019"/>
                    <a:pt x="109924" y="50860"/>
                  </a:cubicBezTo>
                  <a:close/>
                  <a:moveTo>
                    <a:pt x="109893" y="51811"/>
                  </a:moveTo>
                  <a:cubicBezTo>
                    <a:pt x="109893" y="51969"/>
                    <a:pt x="109924" y="52127"/>
                    <a:pt x="109956" y="52286"/>
                  </a:cubicBezTo>
                  <a:lnTo>
                    <a:pt x="110114" y="52254"/>
                  </a:lnTo>
                  <a:cubicBezTo>
                    <a:pt x="110114" y="52096"/>
                    <a:pt x="110083" y="51937"/>
                    <a:pt x="110051" y="51811"/>
                  </a:cubicBezTo>
                  <a:close/>
                  <a:moveTo>
                    <a:pt x="109988" y="52729"/>
                  </a:moveTo>
                  <a:cubicBezTo>
                    <a:pt x="110019" y="52887"/>
                    <a:pt x="110019" y="53046"/>
                    <a:pt x="110051" y="53204"/>
                  </a:cubicBezTo>
                  <a:lnTo>
                    <a:pt x="110241" y="53172"/>
                  </a:lnTo>
                  <a:cubicBezTo>
                    <a:pt x="110209" y="53014"/>
                    <a:pt x="110209" y="52887"/>
                    <a:pt x="110178" y="52729"/>
                  </a:cubicBezTo>
                  <a:close/>
                  <a:moveTo>
                    <a:pt x="110083" y="53647"/>
                  </a:moveTo>
                  <a:cubicBezTo>
                    <a:pt x="110114" y="53806"/>
                    <a:pt x="110114" y="53964"/>
                    <a:pt x="110146" y="54122"/>
                  </a:cubicBezTo>
                  <a:lnTo>
                    <a:pt x="110336" y="54091"/>
                  </a:lnTo>
                  <a:cubicBezTo>
                    <a:pt x="110304" y="53964"/>
                    <a:pt x="110304" y="53806"/>
                    <a:pt x="110273" y="53647"/>
                  </a:cubicBezTo>
                  <a:close/>
                  <a:moveTo>
                    <a:pt x="110178" y="54566"/>
                  </a:moveTo>
                  <a:lnTo>
                    <a:pt x="110209" y="55041"/>
                  </a:lnTo>
                  <a:lnTo>
                    <a:pt x="110399" y="55009"/>
                  </a:lnTo>
                  <a:cubicBezTo>
                    <a:pt x="110399" y="54882"/>
                    <a:pt x="110368" y="54724"/>
                    <a:pt x="110368" y="54566"/>
                  </a:cubicBezTo>
                  <a:close/>
                  <a:moveTo>
                    <a:pt x="110431" y="55484"/>
                  </a:moveTo>
                  <a:lnTo>
                    <a:pt x="110241" y="55516"/>
                  </a:lnTo>
                  <a:cubicBezTo>
                    <a:pt x="110273" y="55642"/>
                    <a:pt x="110273" y="55801"/>
                    <a:pt x="110273" y="55959"/>
                  </a:cubicBezTo>
                  <a:lnTo>
                    <a:pt x="110463" y="55959"/>
                  </a:lnTo>
                  <a:cubicBezTo>
                    <a:pt x="110463" y="55801"/>
                    <a:pt x="110463" y="55642"/>
                    <a:pt x="110431" y="55484"/>
                  </a:cubicBezTo>
                  <a:close/>
                  <a:moveTo>
                    <a:pt x="110494" y="56403"/>
                  </a:moveTo>
                  <a:lnTo>
                    <a:pt x="110304" y="56434"/>
                  </a:lnTo>
                  <a:lnTo>
                    <a:pt x="110336" y="56878"/>
                  </a:lnTo>
                  <a:lnTo>
                    <a:pt x="110526" y="56878"/>
                  </a:lnTo>
                  <a:lnTo>
                    <a:pt x="110494" y="56403"/>
                  </a:lnTo>
                  <a:close/>
                  <a:moveTo>
                    <a:pt x="110368" y="57353"/>
                  </a:moveTo>
                  <a:cubicBezTo>
                    <a:pt x="110368" y="57511"/>
                    <a:pt x="110368" y="57669"/>
                    <a:pt x="110368" y="57828"/>
                  </a:cubicBezTo>
                  <a:lnTo>
                    <a:pt x="110558" y="57796"/>
                  </a:lnTo>
                  <a:cubicBezTo>
                    <a:pt x="110558" y="57638"/>
                    <a:pt x="110558" y="57511"/>
                    <a:pt x="110526" y="57353"/>
                  </a:cubicBezTo>
                  <a:close/>
                  <a:moveTo>
                    <a:pt x="110368" y="58271"/>
                  </a:moveTo>
                  <a:cubicBezTo>
                    <a:pt x="110399" y="58429"/>
                    <a:pt x="110399" y="58588"/>
                    <a:pt x="110399" y="58746"/>
                  </a:cubicBezTo>
                  <a:lnTo>
                    <a:pt x="110589" y="58746"/>
                  </a:lnTo>
                  <a:cubicBezTo>
                    <a:pt x="110589" y="58588"/>
                    <a:pt x="110558" y="58429"/>
                    <a:pt x="110558" y="58271"/>
                  </a:cubicBezTo>
                  <a:close/>
                  <a:moveTo>
                    <a:pt x="110399" y="59189"/>
                  </a:moveTo>
                  <a:lnTo>
                    <a:pt x="110399" y="59664"/>
                  </a:lnTo>
                  <a:lnTo>
                    <a:pt x="110589" y="59664"/>
                  </a:lnTo>
                  <a:cubicBezTo>
                    <a:pt x="110589" y="59506"/>
                    <a:pt x="110589" y="59348"/>
                    <a:pt x="110589" y="59189"/>
                  </a:cubicBezTo>
                  <a:close/>
                  <a:moveTo>
                    <a:pt x="110399" y="60139"/>
                  </a:moveTo>
                  <a:cubicBezTo>
                    <a:pt x="110399" y="60266"/>
                    <a:pt x="110399" y="60424"/>
                    <a:pt x="110399" y="60583"/>
                  </a:cubicBezTo>
                  <a:lnTo>
                    <a:pt x="110589" y="60583"/>
                  </a:lnTo>
                  <a:cubicBezTo>
                    <a:pt x="110589" y="60424"/>
                    <a:pt x="110589" y="60298"/>
                    <a:pt x="110589" y="60139"/>
                  </a:cubicBezTo>
                  <a:close/>
                  <a:moveTo>
                    <a:pt x="110368" y="61058"/>
                  </a:moveTo>
                  <a:lnTo>
                    <a:pt x="110368" y="61501"/>
                  </a:lnTo>
                  <a:lnTo>
                    <a:pt x="110558" y="61533"/>
                  </a:lnTo>
                  <a:cubicBezTo>
                    <a:pt x="110558" y="61375"/>
                    <a:pt x="110558" y="61216"/>
                    <a:pt x="110558" y="61058"/>
                  </a:cubicBezTo>
                  <a:close/>
                  <a:moveTo>
                    <a:pt x="110368" y="61976"/>
                  </a:moveTo>
                  <a:cubicBezTo>
                    <a:pt x="110336" y="62135"/>
                    <a:pt x="110336" y="62293"/>
                    <a:pt x="110336" y="62451"/>
                  </a:cubicBezTo>
                  <a:lnTo>
                    <a:pt x="110526" y="62451"/>
                  </a:lnTo>
                  <a:cubicBezTo>
                    <a:pt x="110526" y="62293"/>
                    <a:pt x="110526" y="62135"/>
                    <a:pt x="110558" y="61976"/>
                  </a:cubicBezTo>
                  <a:close/>
                  <a:moveTo>
                    <a:pt x="110304" y="62895"/>
                  </a:moveTo>
                  <a:cubicBezTo>
                    <a:pt x="110304" y="63053"/>
                    <a:pt x="110304" y="63211"/>
                    <a:pt x="110273" y="63370"/>
                  </a:cubicBezTo>
                  <a:lnTo>
                    <a:pt x="110463" y="63370"/>
                  </a:lnTo>
                  <a:cubicBezTo>
                    <a:pt x="110494" y="63211"/>
                    <a:pt x="110494" y="63053"/>
                    <a:pt x="110494" y="62895"/>
                  </a:cubicBezTo>
                  <a:close/>
                  <a:moveTo>
                    <a:pt x="110241" y="63813"/>
                  </a:moveTo>
                  <a:cubicBezTo>
                    <a:pt x="110241" y="63971"/>
                    <a:pt x="110241" y="64130"/>
                    <a:pt x="110209" y="64288"/>
                  </a:cubicBezTo>
                  <a:lnTo>
                    <a:pt x="110399" y="64288"/>
                  </a:lnTo>
                  <a:cubicBezTo>
                    <a:pt x="110431" y="64130"/>
                    <a:pt x="110431" y="64003"/>
                    <a:pt x="110431" y="63845"/>
                  </a:cubicBezTo>
                  <a:lnTo>
                    <a:pt x="110241" y="63813"/>
                  </a:lnTo>
                  <a:close/>
                  <a:moveTo>
                    <a:pt x="110178" y="64763"/>
                  </a:moveTo>
                  <a:cubicBezTo>
                    <a:pt x="110178" y="64890"/>
                    <a:pt x="110178" y="65048"/>
                    <a:pt x="110146" y="65207"/>
                  </a:cubicBezTo>
                  <a:lnTo>
                    <a:pt x="110336" y="65238"/>
                  </a:lnTo>
                  <a:cubicBezTo>
                    <a:pt x="110336" y="65080"/>
                    <a:pt x="110368" y="64921"/>
                    <a:pt x="110368" y="64763"/>
                  </a:cubicBezTo>
                  <a:close/>
                  <a:moveTo>
                    <a:pt x="110114" y="65682"/>
                  </a:moveTo>
                  <a:cubicBezTo>
                    <a:pt x="110083" y="65808"/>
                    <a:pt x="110083" y="65967"/>
                    <a:pt x="110051" y="66125"/>
                  </a:cubicBezTo>
                  <a:lnTo>
                    <a:pt x="110241" y="66157"/>
                  </a:lnTo>
                  <a:cubicBezTo>
                    <a:pt x="110273" y="65998"/>
                    <a:pt x="110273" y="65840"/>
                    <a:pt x="110273" y="65682"/>
                  </a:cubicBezTo>
                  <a:close/>
                  <a:moveTo>
                    <a:pt x="109988" y="66600"/>
                  </a:moveTo>
                  <a:cubicBezTo>
                    <a:pt x="109988" y="66727"/>
                    <a:pt x="109956" y="66885"/>
                    <a:pt x="109956" y="67043"/>
                  </a:cubicBezTo>
                  <a:lnTo>
                    <a:pt x="110146" y="67075"/>
                  </a:lnTo>
                  <a:cubicBezTo>
                    <a:pt x="110146" y="66917"/>
                    <a:pt x="110178" y="66758"/>
                    <a:pt x="110178" y="66600"/>
                  </a:cubicBezTo>
                  <a:close/>
                  <a:moveTo>
                    <a:pt x="109893" y="67518"/>
                  </a:moveTo>
                  <a:cubicBezTo>
                    <a:pt x="109861" y="67645"/>
                    <a:pt x="109861" y="67803"/>
                    <a:pt x="109829" y="67962"/>
                  </a:cubicBezTo>
                  <a:lnTo>
                    <a:pt x="110019" y="67993"/>
                  </a:lnTo>
                  <a:cubicBezTo>
                    <a:pt x="110051" y="67835"/>
                    <a:pt x="110051" y="67677"/>
                    <a:pt x="110083" y="67518"/>
                  </a:cubicBezTo>
                  <a:close/>
                  <a:moveTo>
                    <a:pt x="109766" y="68437"/>
                  </a:moveTo>
                  <a:cubicBezTo>
                    <a:pt x="109734" y="68563"/>
                    <a:pt x="109734" y="68722"/>
                    <a:pt x="109703" y="68880"/>
                  </a:cubicBezTo>
                  <a:lnTo>
                    <a:pt x="109893" y="68912"/>
                  </a:lnTo>
                  <a:cubicBezTo>
                    <a:pt x="109893" y="68753"/>
                    <a:pt x="109924" y="68595"/>
                    <a:pt x="109956" y="68437"/>
                  </a:cubicBezTo>
                  <a:close/>
                  <a:moveTo>
                    <a:pt x="109607" y="69323"/>
                  </a:moveTo>
                  <a:cubicBezTo>
                    <a:pt x="109607" y="69482"/>
                    <a:pt x="109576" y="69640"/>
                    <a:pt x="109544" y="69798"/>
                  </a:cubicBezTo>
                  <a:lnTo>
                    <a:pt x="109734" y="69830"/>
                  </a:lnTo>
                  <a:cubicBezTo>
                    <a:pt x="109766" y="69672"/>
                    <a:pt x="109766" y="69513"/>
                    <a:pt x="109798" y="69355"/>
                  </a:cubicBezTo>
                  <a:lnTo>
                    <a:pt x="109607" y="69323"/>
                  </a:lnTo>
                  <a:close/>
                  <a:moveTo>
                    <a:pt x="109481" y="70242"/>
                  </a:moveTo>
                  <a:cubicBezTo>
                    <a:pt x="109449" y="70400"/>
                    <a:pt x="109417" y="70559"/>
                    <a:pt x="109386" y="70717"/>
                  </a:cubicBezTo>
                  <a:lnTo>
                    <a:pt x="109576" y="70749"/>
                  </a:lnTo>
                  <a:cubicBezTo>
                    <a:pt x="109607" y="70590"/>
                    <a:pt x="109607" y="70432"/>
                    <a:pt x="109639" y="70274"/>
                  </a:cubicBezTo>
                  <a:lnTo>
                    <a:pt x="109481" y="70242"/>
                  </a:lnTo>
                  <a:close/>
                  <a:moveTo>
                    <a:pt x="109291" y="71160"/>
                  </a:moveTo>
                  <a:cubicBezTo>
                    <a:pt x="109259" y="71319"/>
                    <a:pt x="109227" y="71477"/>
                    <a:pt x="109196" y="71604"/>
                  </a:cubicBezTo>
                  <a:lnTo>
                    <a:pt x="109386" y="71635"/>
                  </a:lnTo>
                  <a:cubicBezTo>
                    <a:pt x="109417" y="71509"/>
                    <a:pt x="109449" y="71350"/>
                    <a:pt x="109481" y="71192"/>
                  </a:cubicBezTo>
                  <a:lnTo>
                    <a:pt x="109291" y="71160"/>
                  </a:lnTo>
                  <a:close/>
                  <a:moveTo>
                    <a:pt x="109101" y="72079"/>
                  </a:moveTo>
                  <a:cubicBezTo>
                    <a:pt x="109069" y="72205"/>
                    <a:pt x="109037" y="72364"/>
                    <a:pt x="109006" y="72522"/>
                  </a:cubicBezTo>
                  <a:lnTo>
                    <a:pt x="109196" y="72554"/>
                  </a:lnTo>
                  <a:cubicBezTo>
                    <a:pt x="109227" y="72395"/>
                    <a:pt x="109259" y="72269"/>
                    <a:pt x="109291" y="72110"/>
                  </a:cubicBezTo>
                  <a:lnTo>
                    <a:pt x="109101" y="72079"/>
                  </a:lnTo>
                  <a:close/>
                  <a:moveTo>
                    <a:pt x="108911" y="72965"/>
                  </a:moveTo>
                  <a:cubicBezTo>
                    <a:pt x="108879" y="73124"/>
                    <a:pt x="108847" y="73282"/>
                    <a:pt x="108816" y="73409"/>
                  </a:cubicBezTo>
                  <a:lnTo>
                    <a:pt x="109006" y="73472"/>
                  </a:lnTo>
                  <a:cubicBezTo>
                    <a:pt x="109037" y="73314"/>
                    <a:pt x="109069" y="73155"/>
                    <a:pt x="109101" y="72997"/>
                  </a:cubicBezTo>
                  <a:lnTo>
                    <a:pt x="108911" y="72965"/>
                  </a:lnTo>
                  <a:close/>
                  <a:moveTo>
                    <a:pt x="108689" y="73884"/>
                  </a:moveTo>
                  <a:cubicBezTo>
                    <a:pt x="108657" y="74010"/>
                    <a:pt x="108626" y="74169"/>
                    <a:pt x="108594" y="74327"/>
                  </a:cubicBezTo>
                  <a:lnTo>
                    <a:pt x="108784" y="74359"/>
                  </a:lnTo>
                  <a:cubicBezTo>
                    <a:pt x="108816" y="74232"/>
                    <a:pt x="108847" y="74074"/>
                    <a:pt x="108879" y="73915"/>
                  </a:cubicBezTo>
                  <a:lnTo>
                    <a:pt x="108689" y="73884"/>
                  </a:lnTo>
                  <a:close/>
                  <a:moveTo>
                    <a:pt x="108467" y="74771"/>
                  </a:moveTo>
                  <a:cubicBezTo>
                    <a:pt x="108436" y="74929"/>
                    <a:pt x="108404" y="75056"/>
                    <a:pt x="108372" y="75214"/>
                  </a:cubicBezTo>
                  <a:lnTo>
                    <a:pt x="108531" y="75277"/>
                  </a:lnTo>
                  <a:cubicBezTo>
                    <a:pt x="108562" y="75119"/>
                    <a:pt x="108626" y="74961"/>
                    <a:pt x="108657" y="74802"/>
                  </a:cubicBezTo>
                  <a:lnTo>
                    <a:pt x="108467" y="74771"/>
                  </a:lnTo>
                  <a:close/>
                  <a:moveTo>
                    <a:pt x="108246" y="75657"/>
                  </a:moveTo>
                  <a:cubicBezTo>
                    <a:pt x="108182" y="75816"/>
                    <a:pt x="108151" y="75974"/>
                    <a:pt x="108119" y="76101"/>
                  </a:cubicBezTo>
                  <a:lnTo>
                    <a:pt x="108277" y="76164"/>
                  </a:lnTo>
                  <a:cubicBezTo>
                    <a:pt x="108341" y="76006"/>
                    <a:pt x="108372" y="75847"/>
                    <a:pt x="108404" y="75721"/>
                  </a:cubicBezTo>
                  <a:lnTo>
                    <a:pt x="108246" y="75657"/>
                  </a:lnTo>
                  <a:close/>
                  <a:moveTo>
                    <a:pt x="107992" y="76544"/>
                  </a:moveTo>
                  <a:cubicBezTo>
                    <a:pt x="107929" y="76702"/>
                    <a:pt x="107897" y="76829"/>
                    <a:pt x="107834" y="76987"/>
                  </a:cubicBezTo>
                  <a:lnTo>
                    <a:pt x="108024" y="77051"/>
                  </a:lnTo>
                  <a:cubicBezTo>
                    <a:pt x="108056" y="76892"/>
                    <a:pt x="108119" y="76766"/>
                    <a:pt x="108151" y="76607"/>
                  </a:cubicBezTo>
                  <a:lnTo>
                    <a:pt x="107992" y="76544"/>
                  </a:lnTo>
                  <a:close/>
                  <a:moveTo>
                    <a:pt x="107707" y="77431"/>
                  </a:moveTo>
                  <a:cubicBezTo>
                    <a:pt x="107676" y="77589"/>
                    <a:pt x="107612" y="77716"/>
                    <a:pt x="107581" y="77874"/>
                  </a:cubicBezTo>
                  <a:lnTo>
                    <a:pt x="107739" y="77937"/>
                  </a:lnTo>
                  <a:cubicBezTo>
                    <a:pt x="107802" y="77779"/>
                    <a:pt x="107834" y="77621"/>
                    <a:pt x="107897" y="77494"/>
                  </a:cubicBezTo>
                  <a:lnTo>
                    <a:pt x="107707" y="77431"/>
                  </a:lnTo>
                  <a:close/>
                  <a:moveTo>
                    <a:pt x="107422" y="78317"/>
                  </a:moveTo>
                  <a:cubicBezTo>
                    <a:pt x="107391" y="78444"/>
                    <a:pt x="107327" y="78602"/>
                    <a:pt x="107296" y="78761"/>
                  </a:cubicBezTo>
                  <a:lnTo>
                    <a:pt x="107454" y="78792"/>
                  </a:lnTo>
                  <a:cubicBezTo>
                    <a:pt x="107517" y="78666"/>
                    <a:pt x="107549" y="78507"/>
                    <a:pt x="107612" y="78381"/>
                  </a:cubicBezTo>
                  <a:lnTo>
                    <a:pt x="107422" y="78317"/>
                  </a:lnTo>
                  <a:close/>
                  <a:moveTo>
                    <a:pt x="107137" y="79172"/>
                  </a:moveTo>
                  <a:cubicBezTo>
                    <a:pt x="107074" y="79331"/>
                    <a:pt x="107042" y="79458"/>
                    <a:pt x="106979" y="79616"/>
                  </a:cubicBezTo>
                  <a:lnTo>
                    <a:pt x="107169" y="79679"/>
                  </a:lnTo>
                  <a:cubicBezTo>
                    <a:pt x="107201" y="79553"/>
                    <a:pt x="107264" y="79394"/>
                    <a:pt x="107327" y="79236"/>
                  </a:cubicBezTo>
                  <a:lnTo>
                    <a:pt x="107137" y="79172"/>
                  </a:lnTo>
                  <a:close/>
                  <a:moveTo>
                    <a:pt x="106821" y="80059"/>
                  </a:moveTo>
                  <a:cubicBezTo>
                    <a:pt x="106789" y="80186"/>
                    <a:pt x="106726" y="80344"/>
                    <a:pt x="106662" y="80503"/>
                  </a:cubicBezTo>
                  <a:lnTo>
                    <a:pt x="106852" y="80566"/>
                  </a:lnTo>
                  <a:cubicBezTo>
                    <a:pt x="106884" y="80408"/>
                    <a:pt x="106947" y="80249"/>
                    <a:pt x="107011" y="80123"/>
                  </a:cubicBezTo>
                  <a:lnTo>
                    <a:pt x="106821" y="80059"/>
                  </a:lnTo>
                  <a:close/>
                  <a:moveTo>
                    <a:pt x="106504" y="80914"/>
                  </a:moveTo>
                  <a:cubicBezTo>
                    <a:pt x="106441" y="81073"/>
                    <a:pt x="106409" y="81199"/>
                    <a:pt x="106346" y="81358"/>
                  </a:cubicBezTo>
                  <a:lnTo>
                    <a:pt x="106504" y="81421"/>
                  </a:lnTo>
                  <a:cubicBezTo>
                    <a:pt x="106567" y="81263"/>
                    <a:pt x="106631" y="81136"/>
                    <a:pt x="106694" y="80978"/>
                  </a:cubicBezTo>
                  <a:lnTo>
                    <a:pt x="106504" y="80914"/>
                  </a:lnTo>
                  <a:close/>
                  <a:moveTo>
                    <a:pt x="106187" y="81769"/>
                  </a:moveTo>
                  <a:cubicBezTo>
                    <a:pt x="106124" y="81928"/>
                    <a:pt x="106061" y="82054"/>
                    <a:pt x="105997" y="82213"/>
                  </a:cubicBezTo>
                  <a:lnTo>
                    <a:pt x="106156" y="82276"/>
                  </a:lnTo>
                  <a:cubicBezTo>
                    <a:pt x="106219" y="82118"/>
                    <a:pt x="106282" y="81991"/>
                    <a:pt x="106346" y="81833"/>
                  </a:cubicBezTo>
                  <a:lnTo>
                    <a:pt x="106187" y="81769"/>
                  </a:lnTo>
                  <a:close/>
                  <a:moveTo>
                    <a:pt x="105807" y="82624"/>
                  </a:moveTo>
                  <a:cubicBezTo>
                    <a:pt x="105776" y="82783"/>
                    <a:pt x="105712" y="82909"/>
                    <a:pt x="105649" y="83068"/>
                  </a:cubicBezTo>
                  <a:lnTo>
                    <a:pt x="105807" y="83131"/>
                  </a:lnTo>
                  <a:cubicBezTo>
                    <a:pt x="105871" y="82973"/>
                    <a:pt x="105934" y="82846"/>
                    <a:pt x="105997" y="82719"/>
                  </a:cubicBezTo>
                  <a:lnTo>
                    <a:pt x="105807" y="82624"/>
                  </a:lnTo>
                  <a:close/>
                  <a:moveTo>
                    <a:pt x="105459" y="83479"/>
                  </a:moveTo>
                  <a:cubicBezTo>
                    <a:pt x="105396" y="83606"/>
                    <a:pt x="105332" y="83764"/>
                    <a:pt x="105269" y="83891"/>
                  </a:cubicBezTo>
                  <a:lnTo>
                    <a:pt x="105459" y="83986"/>
                  </a:lnTo>
                  <a:cubicBezTo>
                    <a:pt x="105491" y="83828"/>
                    <a:pt x="105554" y="83701"/>
                    <a:pt x="105617" y="83543"/>
                  </a:cubicBezTo>
                  <a:lnTo>
                    <a:pt x="105459" y="83479"/>
                  </a:lnTo>
                  <a:close/>
                  <a:moveTo>
                    <a:pt x="105079" y="84335"/>
                  </a:moveTo>
                  <a:cubicBezTo>
                    <a:pt x="105015" y="84461"/>
                    <a:pt x="104952" y="84588"/>
                    <a:pt x="104889" y="84746"/>
                  </a:cubicBezTo>
                  <a:lnTo>
                    <a:pt x="105047" y="84810"/>
                  </a:lnTo>
                  <a:cubicBezTo>
                    <a:pt x="105110" y="84683"/>
                    <a:pt x="105174" y="84556"/>
                    <a:pt x="105269" y="84398"/>
                  </a:cubicBezTo>
                  <a:lnTo>
                    <a:pt x="105079" y="84335"/>
                  </a:lnTo>
                  <a:close/>
                  <a:moveTo>
                    <a:pt x="104699" y="85158"/>
                  </a:moveTo>
                  <a:cubicBezTo>
                    <a:pt x="104635" y="85316"/>
                    <a:pt x="104572" y="85443"/>
                    <a:pt x="104509" y="85570"/>
                  </a:cubicBezTo>
                  <a:lnTo>
                    <a:pt x="104667" y="85665"/>
                  </a:lnTo>
                  <a:cubicBezTo>
                    <a:pt x="104730" y="85506"/>
                    <a:pt x="104794" y="85380"/>
                    <a:pt x="104857" y="85253"/>
                  </a:cubicBezTo>
                  <a:lnTo>
                    <a:pt x="104699" y="85158"/>
                  </a:lnTo>
                  <a:close/>
                  <a:moveTo>
                    <a:pt x="104287" y="85981"/>
                  </a:moveTo>
                  <a:cubicBezTo>
                    <a:pt x="104224" y="86140"/>
                    <a:pt x="104160" y="86266"/>
                    <a:pt x="104097" y="86393"/>
                  </a:cubicBezTo>
                  <a:lnTo>
                    <a:pt x="104255" y="86488"/>
                  </a:lnTo>
                  <a:cubicBezTo>
                    <a:pt x="104319" y="86361"/>
                    <a:pt x="104382" y="86203"/>
                    <a:pt x="104445" y="86076"/>
                  </a:cubicBezTo>
                  <a:lnTo>
                    <a:pt x="104287" y="85981"/>
                  </a:lnTo>
                  <a:close/>
                  <a:moveTo>
                    <a:pt x="103875" y="86805"/>
                  </a:moveTo>
                  <a:cubicBezTo>
                    <a:pt x="103812" y="86963"/>
                    <a:pt x="103749" y="87090"/>
                    <a:pt x="103654" y="87216"/>
                  </a:cubicBezTo>
                  <a:lnTo>
                    <a:pt x="103844" y="87311"/>
                  </a:lnTo>
                  <a:cubicBezTo>
                    <a:pt x="103907" y="87185"/>
                    <a:pt x="103970" y="87026"/>
                    <a:pt x="104034" y="86900"/>
                  </a:cubicBezTo>
                  <a:lnTo>
                    <a:pt x="103875" y="86805"/>
                  </a:lnTo>
                  <a:close/>
                  <a:moveTo>
                    <a:pt x="103464" y="87628"/>
                  </a:moveTo>
                  <a:cubicBezTo>
                    <a:pt x="103369" y="87755"/>
                    <a:pt x="103305" y="87913"/>
                    <a:pt x="103242" y="88040"/>
                  </a:cubicBezTo>
                  <a:lnTo>
                    <a:pt x="103400" y="88135"/>
                  </a:lnTo>
                  <a:cubicBezTo>
                    <a:pt x="103464" y="88008"/>
                    <a:pt x="103527" y="87850"/>
                    <a:pt x="103622" y="87723"/>
                  </a:cubicBezTo>
                  <a:lnTo>
                    <a:pt x="103464" y="87628"/>
                  </a:lnTo>
                  <a:close/>
                  <a:moveTo>
                    <a:pt x="103020" y="88451"/>
                  </a:moveTo>
                  <a:lnTo>
                    <a:pt x="102799" y="88863"/>
                  </a:lnTo>
                  <a:lnTo>
                    <a:pt x="102957" y="88927"/>
                  </a:lnTo>
                  <a:lnTo>
                    <a:pt x="103179" y="88546"/>
                  </a:lnTo>
                  <a:lnTo>
                    <a:pt x="103020" y="88451"/>
                  </a:lnTo>
                  <a:close/>
                  <a:moveTo>
                    <a:pt x="102545" y="89243"/>
                  </a:moveTo>
                  <a:cubicBezTo>
                    <a:pt x="102482" y="89370"/>
                    <a:pt x="102419" y="89528"/>
                    <a:pt x="102324" y="89655"/>
                  </a:cubicBezTo>
                  <a:lnTo>
                    <a:pt x="102482" y="89750"/>
                  </a:lnTo>
                  <a:cubicBezTo>
                    <a:pt x="102577" y="89623"/>
                    <a:pt x="102640" y="89465"/>
                    <a:pt x="102735" y="89338"/>
                  </a:cubicBezTo>
                  <a:lnTo>
                    <a:pt x="102545" y="89243"/>
                  </a:lnTo>
                  <a:close/>
                  <a:moveTo>
                    <a:pt x="102102" y="90067"/>
                  </a:moveTo>
                  <a:cubicBezTo>
                    <a:pt x="102007" y="90193"/>
                    <a:pt x="101944" y="90320"/>
                    <a:pt x="101849" y="90447"/>
                  </a:cubicBezTo>
                  <a:lnTo>
                    <a:pt x="102007" y="90542"/>
                  </a:lnTo>
                  <a:cubicBezTo>
                    <a:pt x="102102" y="90415"/>
                    <a:pt x="102165" y="90288"/>
                    <a:pt x="102260" y="90162"/>
                  </a:cubicBezTo>
                  <a:lnTo>
                    <a:pt x="102102" y="90067"/>
                  </a:lnTo>
                  <a:close/>
                  <a:moveTo>
                    <a:pt x="101627" y="90827"/>
                  </a:moveTo>
                  <a:cubicBezTo>
                    <a:pt x="101532" y="90985"/>
                    <a:pt x="101469" y="91112"/>
                    <a:pt x="101374" y="91238"/>
                  </a:cubicBezTo>
                  <a:lnTo>
                    <a:pt x="101532" y="91333"/>
                  </a:lnTo>
                  <a:cubicBezTo>
                    <a:pt x="101595" y="91207"/>
                    <a:pt x="101690" y="91080"/>
                    <a:pt x="101785" y="90953"/>
                  </a:cubicBezTo>
                  <a:lnTo>
                    <a:pt x="101627" y="90827"/>
                  </a:lnTo>
                  <a:close/>
                  <a:moveTo>
                    <a:pt x="101120" y="91618"/>
                  </a:moveTo>
                  <a:cubicBezTo>
                    <a:pt x="101057" y="91745"/>
                    <a:pt x="100962" y="91872"/>
                    <a:pt x="100867" y="92030"/>
                  </a:cubicBezTo>
                  <a:lnTo>
                    <a:pt x="101025" y="92125"/>
                  </a:lnTo>
                  <a:cubicBezTo>
                    <a:pt x="101120" y="91998"/>
                    <a:pt x="101184" y="91840"/>
                    <a:pt x="101279" y="91713"/>
                  </a:cubicBezTo>
                  <a:lnTo>
                    <a:pt x="101120" y="91618"/>
                  </a:lnTo>
                  <a:close/>
                  <a:moveTo>
                    <a:pt x="100613" y="92410"/>
                  </a:moveTo>
                  <a:cubicBezTo>
                    <a:pt x="100550" y="92537"/>
                    <a:pt x="100455" y="92663"/>
                    <a:pt x="100360" y="92790"/>
                  </a:cubicBezTo>
                  <a:lnTo>
                    <a:pt x="100518" y="92885"/>
                  </a:lnTo>
                  <a:cubicBezTo>
                    <a:pt x="100613" y="92758"/>
                    <a:pt x="100677" y="92632"/>
                    <a:pt x="100772" y="92505"/>
                  </a:cubicBezTo>
                  <a:lnTo>
                    <a:pt x="100613" y="92410"/>
                  </a:lnTo>
                  <a:close/>
                  <a:moveTo>
                    <a:pt x="100107" y="93170"/>
                  </a:moveTo>
                  <a:lnTo>
                    <a:pt x="99853" y="93550"/>
                  </a:lnTo>
                  <a:lnTo>
                    <a:pt x="100012" y="93645"/>
                  </a:lnTo>
                  <a:cubicBezTo>
                    <a:pt x="100075" y="93518"/>
                    <a:pt x="100170" y="93392"/>
                    <a:pt x="100265" y="93265"/>
                  </a:cubicBezTo>
                  <a:lnTo>
                    <a:pt x="100107" y="93170"/>
                  </a:lnTo>
                  <a:close/>
                  <a:moveTo>
                    <a:pt x="99600" y="93930"/>
                  </a:moveTo>
                  <a:cubicBezTo>
                    <a:pt x="99505" y="94057"/>
                    <a:pt x="99410" y="94184"/>
                    <a:pt x="99315" y="94310"/>
                  </a:cubicBezTo>
                  <a:lnTo>
                    <a:pt x="99473" y="94405"/>
                  </a:lnTo>
                  <a:cubicBezTo>
                    <a:pt x="99568" y="94279"/>
                    <a:pt x="99632" y="94152"/>
                    <a:pt x="99727" y="94025"/>
                  </a:cubicBezTo>
                  <a:lnTo>
                    <a:pt x="99600" y="93930"/>
                  </a:lnTo>
                  <a:close/>
                  <a:moveTo>
                    <a:pt x="99030" y="94690"/>
                  </a:moveTo>
                  <a:cubicBezTo>
                    <a:pt x="98967" y="94817"/>
                    <a:pt x="98872" y="94944"/>
                    <a:pt x="98777" y="95039"/>
                  </a:cubicBezTo>
                  <a:lnTo>
                    <a:pt x="98935" y="95165"/>
                  </a:lnTo>
                  <a:cubicBezTo>
                    <a:pt x="98998" y="95039"/>
                    <a:pt x="99093" y="94912"/>
                    <a:pt x="99188" y="94785"/>
                  </a:cubicBezTo>
                  <a:lnTo>
                    <a:pt x="99030" y="94690"/>
                  </a:lnTo>
                  <a:close/>
                  <a:moveTo>
                    <a:pt x="98492" y="95419"/>
                  </a:moveTo>
                  <a:cubicBezTo>
                    <a:pt x="98397" y="95545"/>
                    <a:pt x="98302" y="95672"/>
                    <a:pt x="98207" y="95799"/>
                  </a:cubicBezTo>
                  <a:lnTo>
                    <a:pt x="98365" y="95894"/>
                  </a:lnTo>
                  <a:cubicBezTo>
                    <a:pt x="98460" y="95767"/>
                    <a:pt x="98555" y="95640"/>
                    <a:pt x="98650" y="95545"/>
                  </a:cubicBezTo>
                  <a:lnTo>
                    <a:pt x="98492" y="95419"/>
                  </a:lnTo>
                  <a:close/>
                  <a:moveTo>
                    <a:pt x="97922" y="96147"/>
                  </a:moveTo>
                  <a:cubicBezTo>
                    <a:pt x="97827" y="96274"/>
                    <a:pt x="97732" y="96400"/>
                    <a:pt x="97637" y="96527"/>
                  </a:cubicBezTo>
                  <a:lnTo>
                    <a:pt x="97795" y="96622"/>
                  </a:lnTo>
                  <a:cubicBezTo>
                    <a:pt x="97890" y="96527"/>
                    <a:pt x="97985" y="96400"/>
                    <a:pt x="98080" y="96274"/>
                  </a:cubicBezTo>
                  <a:lnTo>
                    <a:pt x="97922" y="96147"/>
                  </a:lnTo>
                  <a:close/>
                  <a:moveTo>
                    <a:pt x="97352" y="96875"/>
                  </a:moveTo>
                  <a:cubicBezTo>
                    <a:pt x="97257" y="97002"/>
                    <a:pt x="97162" y="97129"/>
                    <a:pt x="97067" y="97224"/>
                  </a:cubicBezTo>
                  <a:lnTo>
                    <a:pt x="97225" y="97350"/>
                  </a:lnTo>
                  <a:cubicBezTo>
                    <a:pt x="97320" y="97224"/>
                    <a:pt x="97415" y="97129"/>
                    <a:pt x="97510" y="97002"/>
                  </a:cubicBezTo>
                  <a:lnTo>
                    <a:pt x="97352" y="96875"/>
                  </a:lnTo>
                  <a:close/>
                  <a:moveTo>
                    <a:pt x="96782" y="97604"/>
                  </a:moveTo>
                  <a:lnTo>
                    <a:pt x="96497" y="97952"/>
                  </a:lnTo>
                  <a:lnTo>
                    <a:pt x="96623" y="98079"/>
                  </a:lnTo>
                  <a:lnTo>
                    <a:pt x="96908" y="97730"/>
                  </a:lnTo>
                  <a:lnTo>
                    <a:pt x="96782" y="97604"/>
                  </a:lnTo>
                  <a:close/>
                  <a:moveTo>
                    <a:pt x="96180" y="98300"/>
                  </a:moveTo>
                  <a:cubicBezTo>
                    <a:pt x="96085" y="98427"/>
                    <a:pt x="95990" y="98554"/>
                    <a:pt x="95895" y="98649"/>
                  </a:cubicBezTo>
                  <a:lnTo>
                    <a:pt x="96021" y="98776"/>
                  </a:lnTo>
                  <a:cubicBezTo>
                    <a:pt x="96116" y="98681"/>
                    <a:pt x="96211" y="98554"/>
                    <a:pt x="96338" y="98427"/>
                  </a:cubicBezTo>
                  <a:lnTo>
                    <a:pt x="96180" y="98300"/>
                  </a:lnTo>
                  <a:close/>
                  <a:moveTo>
                    <a:pt x="95578" y="98997"/>
                  </a:moveTo>
                  <a:lnTo>
                    <a:pt x="95261" y="99346"/>
                  </a:lnTo>
                  <a:lnTo>
                    <a:pt x="95420" y="99472"/>
                  </a:lnTo>
                  <a:lnTo>
                    <a:pt x="95705" y="99124"/>
                  </a:lnTo>
                  <a:lnTo>
                    <a:pt x="95578" y="98997"/>
                  </a:lnTo>
                  <a:close/>
                  <a:moveTo>
                    <a:pt x="94976" y="99694"/>
                  </a:moveTo>
                  <a:cubicBezTo>
                    <a:pt x="94850" y="99821"/>
                    <a:pt x="94755" y="99916"/>
                    <a:pt x="94660" y="100042"/>
                  </a:cubicBezTo>
                  <a:lnTo>
                    <a:pt x="94786" y="100169"/>
                  </a:lnTo>
                  <a:cubicBezTo>
                    <a:pt x="94881" y="100042"/>
                    <a:pt x="95008" y="99947"/>
                    <a:pt x="95103" y="99821"/>
                  </a:cubicBezTo>
                  <a:lnTo>
                    <a:pt x="94976" y="99694"/>
                  </a:lnTo>
                  <a:close/>
                  <a:moveTo>
                    <a:pt x="94343" y="100391"/>
                  </a:moveTo>
                  <a:cubicBezTo>
                    <a:pt x="94216" y="100486"/>
                    <a:pt x="94121" y="100612"/>
                    <a:pt x="94026" y="100707"/>
                  </a:cubicBezTo>
                  <a:lnTo>
                    <a:pt x="94153" y="100834"/>
                  </a:lnTo>
                  <a:cubicBezTo>
                    <a:pt x="94248" y="100739"/>
                    <a:pt x="94375" y="100612"/>
                    <a:pt x="94470" y="100517"/>
                  </a:cubicBezTo>
                  <a:lnTo>
                    <a:pt x="94343" y="100391"/>
                  </a:lnTo>
                  <a:close/>
                  <a:moveTo>
                    <a:pt x="93710" y="101056"/>
                  </a:moveTo>
                  <a:cubicBezTo>
                    <a:pt x="93583" y="101151"/>
                    <a:pt x="93488" y="101277"/>
                    <a:pt x="93361" y="101372"/>
                  </a:cubicBezTo>
                  <a:lnTo>
                    <a:pt x="93520" y="101499"/>
                  </a:lnTo>
                  <a:cubicBezTo>
                    <a:pt x="93615" y="101404"/>
                    <a:pt x="93710" y="101277"/>
                    <a:pt x="93836" y="101182"/>
                  </a:cubicBezTo>
                  <a:lnTo>
                    <a:pt x="93710" y="101056"/>
                  </a:lnTo>
                  <a:close/>
                  <a:moveTo>
                    <a:pt x="93045" y="101721"/>
                  </a:moveTo>
                  <a:cubicBezTo>
                    <a:pt x="92950" y="101816"/>
                    <a:pt x="92823" y="101942"/>
                    <a:pt x="92728" y="102037"/>
                  </a:cubicBezTo>
                  <a:lnTo>
                    <a:pt x="92855" y="102164"/>
                  </a:lnTo>
                  <a:cubicBezTo>
                    <a:pt x="92950" y="102069"/>
                    <a:pt x="93076" y="101942"/>
                    <a:pt x="93171" y="101847"/>
                  </a:cubicBezTo>
                  <a:lnTo>
                    <a:pt x="93045" y="101721"/>
                  </a:lnTo>
                  <a:close/>
                  <a:moveTo>
                    <a:pt x="92380" y="102354"/>
                  </a:moveTo>
                  <a:lnTo>
                    <a:pt x="92063" y="102671"/>
                  </a:lnTo>
                  <a:lnTo>
                    <a:pt x="92190" y="102829"/>
                  </a:lnTo>
                  <a:cubicBezTo>
                    <a:pt x="92285" y="102702"/>
                    <a:pt x="92411" y="102607"/>
                    <a:pt x="92506" y="102481"/>
                  </a:cubicBezTo>
                  <a:lnTo>
                    <a:pt x="92380" y="102354"/>
                  </a:lnTo>
                  <a:close/>
                  <a:moveTo>
                    <a:pt x="91714" y="102987"/>
                  </a:moveTo>
                  <a:cubicBezTo>
                    <a:pt x="91619" y="103114"/>
                    <a:pt x="91493" y="103209"/>
                    <a:pt x="91398" y="103304"/>
                  </a:cubicBezTo>
                  <a:lnTo>
                    <a:pt x="91524" y="103463"/>
                  </a:lnTo>
                  <a:cubicBezTo>
                    <a:pt x="91619" y="103336"/>
                    <a:pt x="91746" y="103241"/>
                    <a:pt x="91841" y="103146"/>
                  </a:cubicBezTo>
                  <a:lnTo>
                    <a:pt x="91714" y="102987"/>
                  </a:lnTo>
                  <a:close/>
                  <a:moveTo>
                    <a:pt x="91049" y="103621"/>
                  </a:moveTo>
                  <a:cubicBezTo>
                    <a:pt x="90923" y="103748"/>
                    <a:pt x="90828" y="103843"/>
                    <a:pt x="90701" y="103938"/>
                  </a:cubicBezTo>
                  <a:lnTo>
                    <a:pt x="90828" y="104096"/>
                  </a:lnTo>
                  <a:cubicBezTo>
                    <a:pt x="90954" y="103969"/>
                    <a:pt x="91049" y="103874"/>
                    <a:pt x="91176" y="103779"/>
                  </a:cubicBezTo>
                  <a:lnTo>
                    <a:pt x="91049" y="103621"/>
                  </a:lnTo>
                  <a:close/>
                  <a:moveTo>
                    <a:pt x="90353" y="104254"/>
                  </a:moveTo>
                  <a:cubicBezTo>
                    <a:pt x="90226" y="104349"/>
                    <a:pt x="90131" y="104444"/>
                    <a:pt x="90004" y="104571"/>
                  </a:cubicBezTo>
                  <a:lnTo>
                    <a:pt x="90131" y="104698"/>
                  </a:lnTo>
                  <a:cubicBezTo>
                    <a:pt x="90258" y="104603"/>
                    <a:pt x="90353" y="104508"/>
                    <a:pt x="90479" y="104381"/>
                  </a:cubicBezTo>
                  <a:lnTo>
                    <a:pt x="90353" y="104254"/>
                  </a:lnTo>
                  <a:close/>
                  <a:moveTo>
                    <a:pt x="89656" y="104856"/>
                  </a:moveTo>
                  <a:cubicBezTo>
                    <a:pt x="89529" y="104951"/>
                    <a:pt x="89434" y="105046"/>
                    <a:pt x="89308" y="105141"/>
                  </a:cubicBezTo>
                  <a:lnTo>
                    <a:pt x="89434" y="105299"/>
                  </a:lnTo>
                  <a:cubicBezTo>
                    <a:pt x="89529" y="105204"/>
                    <a:pt x="89656" y="105109"/>
                    <a:pt x="89783" y="105014"/>
                  </a:cubicBezTo>
                  <a:lnTo>
                    <a:pt x="89656" y="104856"/>
                  </a:lnTo>
                  <a:close/>
                  <a:moveTo>
                    <a:pt x="88959" y="105458"/>
                  </a:moveTo>
                  <a:lnTo>
                    <a:pt x="88579" y="105743"/>
                  </a:lnTo>
                  <a:lnTo>
                    <a:pt x="88706" y="105901"/>
                  </a:lnTo>
                  <a:lnTo>
                    <a:pt x="89054" y="105584"/>
                  </a:lnTo>
                  <a:lnTo>
                    <a:pt x="88959" y="105458"/>
                  </a:lnTo>
                  <a:close/>
                  <a:moveTo>
                    <a:pt x="88231" y="106059"/>
                  </a:moveTo>
                  <a:cubicBezTo>
                    <a:pt x="88104" y="106154"/>
                    <a:pt x="88009" y="106249"/>
                    <a:pt x="87883" y="106344"/>
                  </a:cubicBezTo>
                  <a:lnTo>
                    <a:pt x="87978" y="106471"/>
                  </a:lnTo>
                  <a:cubicBezTo>
                    <a:pt x="88104" y="106376"/>
                    <a:pt x="88231" y="106281"/>
                    <a:pt x="88358" y="106186"/>
                  </a:cubicBezTo>
                  <a:lnTo>
                    <a:pt x="88231" y="106059"/>
                  </a:lnTo>
                  <a:close/>
                  <a:moveTo>
                    <a:pt x="87502" y="106629"/>
                  </a:moveTo>
                  <a:cubicBezTo>
                    <a:pt x="87376" y="106724"/>
                    <a:pt x="87281" y="106819"/>
                    <a:pt x="87154" y="106914"/>
                  </a:cubicBezTo>
                  <a:lnTo>
                    <a:pt x="87249" y="107041"/>
                  </a:lnTo>
                  <a:cubicBezTo>
                    <a:pt x="87376" y="106946"/>
                    <a:pt x="87502" y="106851"/>
                    <a:pt x="87629" y="106756"/>
                  </a:cubicBezTo>
                  <a:lnTo>
                    <a:pt x="87502" y="106629"/>
                  </a:lnTo>
                  <a:close/>
                  <a:moveTo>
                    <a:pt x="86774" y="107199"/>
                  </a:moveTo>
                  <a:cubicBezTo>
                    <a:pt x="86647" y="107263"/>
                    <a:pt x="86521" y="107358"/>
                    <a:pt x="86394" y="107453"/>
                  </a:cubicBezTo>
                  <a:lnTo>
                    <a:pt x="86521" y="107611"/>
                  </a:lnTo>
                  <a:cubicBezTo>
                    <a:pt x="86647" y="107516"/>
                    <a:pt x="86774" y="107421"/>
                    <a:pt x="86901" y="107326"/>
                  </a:cubicBezTo>
                  <a:lnTo>
                    <a:pt x="86774" y="107199"/>
                  </a:lnTo>
                  <a:close/>
                  <a:moveTo>
                    <a:pt x="86046" y="107738"/>
                  </a:moveTo>
                  <a:cubicBezTo>
                    <a:pt x="85919" y="107833"/>
                    <a:pt x="85792" y="107928"/>
                    <a:pt x="85666" y="108023"/>
                  </a:cubicBezTo>
                  <a:lnTo>
                    <a:pt x="85761" y="108150"/>
                  </a:lnTo>
                  <a:lnTo>
                    <a:pt x="86141" y="107896"/>
                  </a:lnTo>
                  <a:lnTo>
                    <a:pt x="86046" y="107738"/>
                  </a:lnTo>
                  <a:close/>
                  <a:moveTo>
                    <a:pt x="85286" y="108276"/>
                  </a:moveTo>
                  <a:cubicBezTo>
                    <a:pt x="85159" y="108371"/>
                    <a:pt x="85032" y="108466"/>
                    <a:pt x="84906" y="108561"/>
                  </a:cubicBezTo>
                  <a:lnTo>
                    <a:pt x="85001" y="108688"/>
                  </a:lnTo>
                  <a:cubicBezTo>
                    <a:pt x="85127" y="108625"/>
                    <a:pt x="85254" y="108530"/>
                    <a:pt x="85381" y="108435"/>
                  </a:cubicBezTo>
                  <a:lnTo>
                    <a:pt x="85286" y="108276"/>
                  </a:lnTo>
                  <a:close/>
                  <a:moveTo>
                    <a:pt x="84526" y="108815"/>
                  </a:moveTo>
                  <a:cubicBezTo>
                    <a:pt x="84399" y="108910"/>
                    <a:pt x="84272" y="108973"/>
                    <a:pt x="84146" y="109068"/>
                  </a:cubicBezTo>
                  <a:lnTo>
                    <a:pt x="84241" y="109226"/>
                  </a:lnTo>
                  <a:cubicBezTo>
                    <a:pt x="84367" y="109131"/>
                    <a:pt x="84494" y="109068"/>
                    <a:pt x="84621" y="108973"/>
                  </a:cubicBezTo>
                  <a:lnTo>
                    <a:pt x="84526" y="108815"/>
                  </a:lnTo>
                  <a:close/>
                  <a:moveTo>
                    <a:pt x="83766" y="109321"/>
                  </a:moveTo>
                  <a:cubicBezTo>
                    <a:pt x="83639" y="109416"/>
                    <a:pt x="83512" y="109511"/>
                    <a:pt x="83354" y="109575"/>
                  </a:cubicBezTo>
                  <a:lnTo>
                    <a:pt x="83481" y="109733"/>
                  </a:lnTo>
                  <a:cubicBezTo>
                    <a:pt x="83607" y="109670"/>
                    <a:pt x="83734" y="109575"/>
                    <a:pt x="83861" y="109480"/>
                  </a:cubicBezTo>
                  <a:lnTo>
                    <a:pt x="83766" y="109321"/>
                  </a:lnTo>
                  <a:close/>
                  <a:moveTo>
                    <a:pt x="82974" y="109828"/>
                  </a:moveTo>
                  <a:lnTo>
                    <a:pt x="82594" y="110081"/>
                  </a:lnTo>
                  <a:lnTo>
                    <a:pt x="82689" y="110240"/>
                  </a:lnTo>
                  <a:cubicBezTo>
                    <a:pt x="82815" y="110176"/>
                    <a:pt x="82942" y="110081"/>
                    <a:pt x="83069" y="109986"/>
                  </a:cubicBezTo>
                  <a:lnTo>
                    <a:pt x="82974" y="109828"/>
                  </a:lnTo>
                  <a:close/>
                  <a:moveTo>
                    <a:pt x="82182" y="110335"/>
                  </a:moveTo>
                  <a:cubicBezTo>
                    <a:pt x="82055" y="110398"/>
                    <a:pt x="81929" y="110493"/>
                    <a:pt x="81802" y="110588"/>
                  </a:cubicBezTo>
                  <a:lnTo>
                    <a:pt x="81897" y="110746"/>
                  </a:lnTo>
                  <a:cubicBezTo>
                    <a:pt x="82024" y="110651"/>
                    <a:pt x="82150" y="110556"/>
                    <a:pt x="82309" y="110493"/>
                  </a:cubicBezTo>
                  <a:lnTo>
                    <a:pt x="82182" y="110335"/>
                  </a:lnTo>
                  <a:close/>
                  <a:moveTo>
                    <a:pt x="81390" y="110810"/>
                  </a:moveTo>
                  <a:cubicBezTo>
                    <a:pt x="81264" y="110905"/>
                    <a:pt x="81137" y="110968"/>
                    <a:pt x="81010" y="111063"/>
                  </a:cubicBezTo>
                  <a:lnTo>
                    <a:pt x="81105" y="111221"/>
                  </a:lnTo>
                  <a:cubicBezTo>
                    <a:pt x="81232" y="111126"/>
                    <a:pt x="81359" y="111063"/>
                    <a:pt x="81485" y="110968"/>
                  </a:cubicBezTo>
                  <a:lnTo>
                    <a:pt x="81390" y="110810"/>
                  </a:lnTo>
                  <a:close/>
                  <a:moveTo>
                    <a:pt x="80599" y="111285"/>
                  </a:moveTo>
                  <a:cubicBezTo>
                    <a:pt x="80472" y="111348"/>
                    <a:pt x="80345" y="111443"/>
                    <a:pt x="80187" y="111506"/>
                  </a:cubicBezTo>
                  <a:lnTo>
                    <a:pt x="80282" y="111665"/>
                  </a:lnTo>
                  <a:cubicBezTo>
                    <a:pt x="80440" y="111601"/>
                    <a:pt x="80567" y="111538"/>
                    <a:pt x="80694" y="111443"/>
                  </a:cubicBezTo>
                  <a:lnTo>
                    <a:pt x="80599" y="111285"/>
                  </a:lnTo>
                  <a:close/>
                  <a:moveTo>
                    <a:pt x="79807" y="111728"/>
                  </a:moveTo>
                  <a:cubicBezTo>
                    <a:pt x="79649" y="111823"/>
                    <a:pt x="79522" y="111886"/>
                    <a:pt x="79395" y="111981"/>
                  </a:cubicBezTo>
                  <a:lnTo>
                    <a:pt x="79490" y="112140"/>
                  </a:lnTo>
                  <a:cubicBezTo>
                    <a:pt x="79617" y="112045"/>
                    <a:pt x="79744" y="111981"/>
                    <a:pt x="79870" y="111918"/>
                  </a:cubicBezTo>
                  <a:lnTo>
                    <a:pt x="79807" y="111728"/>
                  </a:lnTo>
                  <a:close/>
                  <a:moveTo>
                    <a:pt x="78984" y="112171"/>
                  </a:moveTo>
                  <a:cubicBezTo>
                    <a:pt x="78857" y="112266"/>
                    <a:pt x="78698" y="112330"/>
                    <a:pt x="78572" y="112393"/>
                  </a:cubicBezTo>
                  <a:lnTo>
                    <a:pt x="78667" y="112583"/>
                  </a:lnTo>
                  <a:cubicBezTo>
                    <a:pt x="78793" y="112488"/>
                    <a:pt x="78920" y="112425"/>
                    <a:pt x="79079" y="112361"/>
                  </a:cubicBezTo>
                  <a:lnTo>
                    <a:pt x="78984" y="112171"/>
                  </a:lnTo>
                  <a:close/>
                  <a:moveTo>
                    <a:pt x="78160" y="112615"/>
                  </a:moveTo>
                  <a:cubicBezTo>
                    <a:pt x="78033" y="112678"/>
                    <a:pt x="77875" y="112773"/>
                    <a:pt x="77748" y="112837"/>
                  </a:cubicBezTo>
                  <a:lnTo>
                    <a:pt x="77843" y="112995"/>
                  </a:lnTo>
                  <a:cubicBezTo>
                    <a:pt x="77970" y="112932"/>
                    <a:pt x="78097" y="112868"/>
                    <a:pt x="78255" y="112773"/>
                  </a:cubicBezTo>
                  <a:lnTo>
                    <a:pt x="78160" y="112615"/>
                  </a:lnTo>
                  <a:close/>
                  <a:moveTo>
                    <a:pt x="77337" y="113027"/>
                  </a:moveTo>
                  <a:cubicBezTo>
                    <a:pt x="77210" y="113122"/>
                    <a:pt x="77052" y="113185"/>
                    <a:pt x="76925" y="113248"/>
                  </a:cubicBezTo>
                  <a:lnTo>
                    <a:pt x="76988" y="113407"/>
                  </a:lnTo>
                  <a:cubicBezTo>
                    <a:pt x="77147" y="113343"/>
                    <a:pt x="77273" y="113280"/>
                    <a:pt x="77432" y="113217"/>
                  </a:cubicBezTo>
                  <a:lnTo>
                    <a:pt x="77337" y="113027"/>
                  </a:lnTo>
                  <a:close/>
                  <a:moveTo>
                    <a:pt x="76513" y="113438"/>
                  </a:moveTo>
                  <a:cubicBezTo>
                    <a:pt x="76355" y="113502"/>
                    <a:pt x="76228" y="113565"/>
                    <a:pt x="76070" y="113660"/>
                  </a:cubicBezTo>
                  <a:lnTo>
                    <a:pt x="76165" y="113818"/>
                  </a:lnTo>
                  <a:cubicBezTo>
                    <a:pt x="76292" y="113755"/>
                    <a:pt x="76450" y="113692"/>
                    <a:pt x="76577" y="113628"/>
                  </a:cubicBezTo>
                  <a:lnTo>
                    <a:pt x="76513" y="113438"/>
                  </a:lnTo>
                  <a:close/>
                  <a:moveTo>
                    <a:pt x="75658" y="113850"/>
                  </a:moveTo>
                  <a:cubicBezTo>
                    <a:pt x="75532" y="113913"/>
                    <a:pt x="75373" y="113977"/>
                    <a:pt x="75247" y="114040"/>
                  </a:cubicBezTo>
                  <a:lnTo>
                    <a:pt x="75310" y="114198"/>
                  </a:lnTo>
                  <a:lnTo>
                    <a:pt x="75753" y="114008"/>
                  </a:lnTo>
                  <a:lnTo>
                    <a:pt x="75658" y="113850"/>
                  </a:lnTo>
                  <a:close/>
                  <a:moveTo>
                    <a:pt x="74803" y="114230"/>
                  </a:moveTo>
                  <a:cubicBezTo>
                    <a:pt x="74677" y="114293"/>
                    <a:pt x="74518" y="114357"/>
                    <a:pt x="74391" y="114388"/>
                  </a:cubicBezTo>
                  <a:lnTo>
                    <a:pt x="74455" y="114578"/>
                  </a:lnTo>
                  <a:cubicBezTo>
                    <a:pt x="74613" y="114515"/>
                    <a:pt x="74740" y="114452"/>
                    <a:pt x="74898" y="114388"/>
                  </a:cubicBezTo>
                  <a:lnTo>
                    <a:pt x="74803" y="114230"/>
                  </a:lnTo>
                  <a:close/>
                  <a:moveTo>
                    <a:pt x="73948" y="114578"/>
                  </a:moveTo>
                  <a:lnTo>
                    <a:pt x="73536" y="114768"/>
                  </a:lnTo>
                  <a:lnTo>
                    <a:pt x="73600" y="114927"/>
                  </a:lnTo>
                  <a:cubicBezTo>
                    <a:pt x="73758" y="114863"/>
                    <a:pt x="73885" y="114832"/>
                    <a:pt x="74043" y="114768"/>
                  </a:cubicBezTo>
                  <a:lnTo>
                    <a:pt x="73948" y="114578"/>
                  </a:lnTo>
                  <a:close/>
                </a:path>
              </a:pathLst>
            </a:custGeom>
            <a:solidFill>
              <a:schemeClr val="accent1">
                <a:lumMod val="75000"/>
              </a:schemeClr>
            </a:solid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16" name="Google Shape;3016;p34">
              <a:extLst>
                <a:ext uri="{FF2B5EF4-FFF2-40B4-BE49-F238E27FC236}">
                  <a16:creationId xmlns:a16="http://schemas.microsoft.com/office/drawing/2014/main" id="{8C167276-B303-2FBD-9757-ED5EF09AF227}"/>
                </a:ext>
              </a:extLst>
            </p:cNvPr>
            <p:cNvSpPr/>
            <p:nvPr/>
          </p:nvSpPr>
          <p:spPr>
            <a:xfrm>
              <a:off x="2485025" y="2123950"/>
              <a:ext cx="7150" cy="7925"/>
            </a:xfrm>
            <a:custGeom>
              <a:avLst/>
              <a:gdLst/>
              <a:ahLst/>
              <a:cxnLst/>
              <a:rect l="l" t="t" r="r" b="b"/>
              <a:pathLst>
                <a:path w="286" h="317" extrusionOk="0">
                  <a:moveTo>
                    <a:pt x="127" y="0"/>
                  </a:moveTo>
                  <a:cubicBezTo>
                    <a:pt x="96" y="64"/>
                    <a:pt x="64" y="159"/>
                    <a:pt x="1" y="222"/>
                  </a:cubicBezTo>
                  <a:lnTo>
                    <a:pt x="159" y="317"/>
                  </a:lnTo>
                  <a:cubicBezTo>
                    <a:pt x="223" y="254"/>
                    <a:pt x="254" y="190"/>
                    <a:pt x="286" y="95"/>
                  </a:cubicBezTo>
                  <a:lnTo>
                    <a:pt x="127" y="0"/>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17" name="Google Shape;3017;p34">
              <a:extLst>
                <a:ext uri="{FF2B5EF4-FFF2-40B4-BE49-F238E27FC236}">
                  <a16:creationId xmlns:a16="http://schemas.microsoft.com/office/drawing/2014/main" id="{0DCB6503-BCB6-7FDA-EB2F-90BD68A7A98C}"/>
                </a:ext>
              </a:extLst>
            </p:cNvPr>
            <p:cNvSpPr/>
            <p:nvPr/>
          </p:nvSpPr>
          <p:spPr>
            <a:xfrm>
              <a:off x="4281450" y="1714625"/>
              <a:ext cx="6375" cy="5575"/>
            </a:xfrm>
            <a:custGeom>
              <a:avLst/>
              <a:gdLst/>
              <a:ahLst/>
              <a:cxnLst/>
              <a:rect l="l" t="t" r="r" b="b"/>
              <a:pathLst>
                <a:path w="255" h="223" extrusionOk="0">
                  <a:moveTo>
                    <a:pt x="64" y="0"/>
                  </a:moveTo>
                  <a:lnTo>
                    <a:pt x="1" y="159"/>
                  </a:lnTo>
                  <a:cubicBezTo>
                    <a:pt x="64" y="190"/>
                    <a:pt x="128" y="190"/>
                    <a:pt x="191" y="222"/>
                  </a:cubicBezTo>
                  <a:lnTo>
                    <a:pt x="254" y="95"/>
                  </a:lnTo>
                  <a:cubicBezTo>
                    <a:pt x="191" y="64"/>
                    <a:pt x="128" y="32"/>
                    <a:pt x="64"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18" name="Google Shape;3018;p34">
              <a:extLst>
                <a:ext uri="{FF2B5EF4-FFF2-40B4-BE49-F238E27FC236}">
                  <a16:creationId xmlns:a16="http://schemas.microsoft.com/office/drawing/2014/main" id="{18FB01E7-DAE7-EA9C-D84B-6EA81B4317F6}"/>
                </a:ext>
              </a:extLst>
            </p:cNvPr>
            <p:cNvSpPr/>
            <p:nvPr/>
          </p:nvSpPr>
          <p:spPr>
            <a:xfrm>
              <a:off x="2425650" y="1598250"/>
              <a:ext cx="1847925" cy="2633275"/>
            </a:xfrm>
            <a:custGeom>
              <a:avLst/>
              <a:gdLst/>
              <a:ahLst/>
              <a:cxnLst/>
              <a:rect l="l" t="t" r="r" b="b"/>
              <a:pathLst>
                <a:path w="73917" h="105331" extrusionOk="0">
                  <a:moveTo>
                    <a:pt x="51178" y="32"/>
                  </a:moveTo>
                  <a:lnTo>
                    <a:pt x="51210" y="190"/>
                  </a:lnTo>
                  <a:lnTo>
                    <a:pt x="51590" y="190"/>
                  </a:lnTo>
                  <a:lnTo>
                    <a:pt x="51590" y="32"/>
                  </a:lnTo>
                  <a:close/>
                  <a:moveTo>
                    <a:pt x="52001" y="32"/>
                  </a:moveTo>
                  <a:lnTo>
                    <a:pt x="52001" y="190"/>
                  </a:lnTo>
                  <a:lnTo>
                    <a:pt x="52413" y="190"/>
                  </a:lnTo>
                  <a:lnTo>
                    <a:pt x="52413" y="32"/>
                  </a:lnTo>
                  <a:close/>
                  <a:moveTo>
                    <a:pt x="52825" y="0"/>
                  </a:moveTo>
                  <a:lnTo>
                    <a:pt x="52825" y="158"/>
                  </a:lnTo>
                  <a:cubicBezTo>
                    <a:pt x="52951" y="158"/>
                    <a:pt x="53110" y="190"/>
                    <a:pt x="53236" y="190"/>
                  </a:cubicBezTo>
                  <a:lnTo>
                    <a:pt x="53236" y="32"/>
                  </a:lnTo>
                  <a:cubicBezTo>
                    <a:pt x="53110" y="32"/>
                    <a:pt x="52951" y="32"/>
                    <a:pt x="52825" y="0"/>
                  </a:cubicBezTo>
                  <a:close/>
                  <a:moveTo>
                    <a:pt x="53648" y="32"/>
                  </a:moveTo>
                  <a:lnTo>
                    <a:pt x="53648" y="190"/>
                  </a:lnTo>
                  <a:lnTo>
                    <a:pt x="54060" y="190"/>
                  </a:lnTo>
                  <a:lnTo>
                    <a:pt x="54060" y="32"/>
                  </a:lnTo>
                  <a:close/>
                  <a:moveTo>
                    <a:pt x="50354" y="63"/>
                  </a:moveTo>
                  <a:lnTo>
                    <a:pt x="50386" y="222"/>
                  </a:lnTo>
                  <a:lnTo>
                    <a:pt x="50798" y="222"/>
                  </a:lnTo>
                  <a:lnTo>
                    <a:pt x="50766" y="63"/>
                  </a:lnTo>
                  <a:close/>
                  <a:moveTo>
                    <a:pt x="54471" y="32"/>
                  </a:moveTo>
                  <a:lnTo>
                    <a:pt x="54471" y="190"/>
                  </a:lnTo>
                  <a:cubicBezTo>
                    <a:pt x="54598" y="222"/>
                    <a:pt x="54725" y="222"/>
                    <a:pt x="54851" y="222"/>
                  </a:cubicBezTo>
                  <a:lnTo>
                    <a:pt x="54883" y="63"/>
                  </a:lnTo>
                  <a:cubicBezTo>
                    <a:pt x="54725" y="63"/>
                    <a:pt x="54598" y="63"/>
                    <a:pt x="54471" y="32"/>
                  </a:cubicBezTo>
                  <a:close/>
                  <a:moveTo>
                    <a:pt x="55295" y="95"/>
                  </a:moveTo>
                  <a:lnTo>
                    <a:pt x="55263" y="253"/>
                  </a:lnTo>
                  <a:lnTo>
                    <a:pt x="55675" y="253"/>
                  </a:lnTo>
                  <a:lnTo>
                    <a:pt x="55707" y="95"/>
                  </a:lnTo>
                  <a:close/>
                  <a:moveTo>
                    <a:pt x="49563" y="95"/>
                  </a:moveTo>
                  <a:lnTo>
                    <a:pt x="49563" y="285"/>
                  </a:lnTo>
                  <a:cubicBezTo>
                    <a:pt x="49689" y="253"/>
                    <a:pt x="49848" y="253"/>
                    <a:pt x="49974" y="253"/>
                  </a:cubicBezTo>
                  <a:lnTo>
                    <a:pt x="49974" y="95"/>
                  </a:lnTo>
                  <a:close/>
                  <a:moveTo>
                    <a:pt x="49151" y="127"/>
                  </a:moveTo>
                  <a:cubicBezTo>
                    <a:pt x="49024" y="127"/>
                    <a:pt x="48866" y="158"/>
                    <a:pt x="48739" y="158"/>
                  </a:cubicBezTo>
                  <a:lnTo>
                    <a:pt x="48739" y="317"/>
                  </a:lnTo>
                  <a:cubicBezTo>
                    <a:pt x="48898" y="317"/>
                    <a:pt x="49024" y="285"/>
                    <a:pt x="49151" y="285"/>
                  </a:cubicBezTo>
                  <a:lnTo>
                    <a:pt x="49151" y="127"/>
                  </a:lnTo>
                  <a:close/>
                  <a:moveTo>
                    <a:pt x="56087" y="127"/>
                  </a:moveTo>
                  <a:lnTo>
                    <a:pt x="56087" y="285"/>
                  </a:lnTo>
                  <a:cubicBezTo>
                    <a:pt x="56213" y="285"/>
                    <a:pt x="56372" y="317"/>
                    <a:pt x="56498" y="317"/>
                  </a:cubicBezTo>
                  <a:lnTo>
                    <a:pt x="56498" y="158"/>
                  </a:lnTo>
                  <a:cubicBezTo>
                    <a:pt x="56372" y="158"/>
                    <a:pt x="56245" y="127"/>
                    <a:pt x="56087" y="127"/>
                  </a:cubicBezTo>
                  <a:close/>
                  <a:moveTo>
                    <a:pt x="48328" y="190"/>
                  </a:moveTo>
                  <a:cubicBezTo>
                    <a:pt x="48201" y="190"/>
                    <a:pt x="48074" y="222"/>
                    <a:pt x="47916" y="222"/>
                  </a:cubicBezTo>
                  <a:lnTo>
                    <a:pt x="47948" y="380"/>
                  </a:lnTo>
                  <a:cubicBezTo>
                    <a:pt x="48074" y="380"/>
                    <a:pt x="48201" y="380"/>
                    <a:pt x="48328" y="348"/>
                  </a:cubicBezTo>
                  <a:lnTo>
                    <a:pt x="48328" y="190"/>
                  </a:lnTo>
                  <a:close/>
                  <a:moveTo>
                    <a:pt x="56910" y="190"/>
                  </a:moveTo>
                  <a:lnTo>
                    <a:pt x="56910" y="348"/>
                  </a:lnTo>
                  <a:cubicBezTo>
                    <a:pt x="57037" y="348"/>
                    <a:pt x="57163" y="380"/>
                    <a:pt x="57290" y="380"/>
                  </a:cubicBezTo>
                  <a:lnTo>
                    <a:pt x="57322" y="222"/>
                  </a:lnTo>
                  <a:cubicBezTo>
                    <a:pt x="57195" y="222"/>
                    <a:pt x="57068" y="190"/>
                    <a:pt x="56910" y="190"/>
                  </a:cubicBezTo>
                  <a:close/>
                  <a:moveTo>
                    <a:pt x="57733" y="253"/>
                  </a:moveTo>
                  <a:lnTo>
                    <a:pt x="57702" y="412"/>
                  </a:lnTo>
                  <a:cubicBezTo>
                    <a:pt x="57860" y="443"/>
                    <a:pt x="57987" y="443"/>
                    <a:pt x="58113" y="443"/>
                  </a:cubicBezTo>
                  <a:lnTo>
                    <a:pt x="58145" y="285"/>
                  </a:lnTo>
                  <a:cubicBezTo>
                    <a:pt x="58018" y="285"/>
                    <a:pt x="57860" y="285"/>
                    <a:pt x="57733" y="253"/>
                  </a:cubicBezTo>
                  <a:close/>
                  <a:moveTo>
                    <a:pt x="47504" y="253"/>
                  </a:moveTo>
                  <a:cubicBezTo>
                    <a:pt x="47378" y="285"/>
                    <a:pt x="47251" y="285"/>
                    <a:pt x="47124" y="317"/>
                  </a:cubicBezTo>
                  <a:lnTo>
                    <a:pt x="47124" y="475"/>
                  </a:lnTo>
                  <a:cubicBezTo>
                    <a:pt x="47251" y="443"/>
                    <a:pt x="47409" y="443"/>
                    <a:pt x="47536" y="443"/>
                  </a:cubicBezTo>
                  <a:lnTo>
                    <a:pt x="47504" y="253"/>
                  </a:lnTo>
                  <a:close/>
                  <a:moveTo>
                    <a:pt x="58557" y="348"/>
                  </a:moveTo>
                  <a:lnTo>
                    <a:pt x="58525" y="507"/>
                  </a:lnTo>
                  <a:lnTo>
                    <a:pt x="58937" y="539"/>
                  </a:lnTo>
                  <a:lnTo>
                    <a:pt x="58968" y="380"/>
                  </a:lnTo>
                  <a:cubicBezTo>
                    <a:pt x="58810" y="380"/>
                    <a:pt x="58683" y="348"/>
                    <a:pt x="58557" y="348"/>
                  </a:cubicBezTo>
                  <a:close/>
                  <a:moveTo>
                    <a:pt x="46713" y="348"/>
                  </a:moveTo>
                  <a:lnTo>
                    <a:pt x="46301" y="412"/>
                  </a:lnTo>
                  <a:lnTo>
                    <a:pt x="46332" y="570"/>
                  </a:lnTo>
                  <a:lnTo>
                    <a:pt x="46713" y="507"/>
                  </a:lnTo>
                  <a:lnTo>
                    <a:pt x="46713" y="348"/>
                  </a:lnTo>
                  <a:close/>
                  <a:moveTo>
                    <a:pt x="45889" y="443"/>
                  </a:moveTo>
                  <a:cubicBezTo>
                    <a:pt x="45762" y="475"/>
                    <a:pt x="45636" y="475"/>
                    <a:pt x="45477" y="507"/>
                  </a:cubicBezTo>
                  <a:lnTo>
                    <a:pt x="45509" y="665"/>
                  </a:lnTo>
                  <a:cubicBezTo>
                    <a:pt x="45636" y="634"/>
                    <a:pt x="45762" y="634"/>
                    <a:pt x="45921" y="602"/>
                  </a:cubicBezTo>
                  <a:lnTo>
                    <a:pt x="45889" y="443"/>
                  </a:lnTo>
                  <a:close/>
                  <a:moveTo>
                    <a:pt x="59348" y="443"/>
                  </a:moveTo>
                  <a:lnTo>
                    <a:pt x="59348" y="602"/>
                  </a:lnTo>
                  <a:cubicBezTo>
                    <a:pt x="59475" y="634"/>
                    <a:pt x="59602" y="634"/>
                    <a:pt x="59729" y="665"/>
                  </a:cubicBezTo>
                  <a:lnTo>
                    <a:pt x="59760" y="507"/>
                  </a:lnTo>
                  <a:cubicBezTo>
                    <a:pt x="59633" y="475"/>
                    <a:pt x="59507" y="443"/>
                    <a:pt x="59348" y="443"/>
                  </a:cubicBezTo>
                  <a:close/>
                  <a:moveTo>
                    <a:pt x="60172" y="539"/>
                  </a:moveTo>
                  <a:lnTo>
                    <a:pt x="60140" y="697"/>
                  </a:lnTo>
                  <a:lnTo>
                    <a:pt x="60552" y="760"/>
                  </a:lnTo>
                  <a:lnTo>
                    <a:pt x="60584" y="602"/>
                  </a:lnTo>
                  <a:lnTo>
                    <a:pt x="60172" y="539"/>
                  </a:lnTo>
                  <a:close/>
                  <a:moveTo>
                    <a:pt x="45066" y="570"/>
                  </a:moveTo>
                  <a:lnTo>
                    <a:pt x="44686" y="634"/>
                  </a:lnTo>
                  <a:lnTo>
                    <a:pt x="44686" y="792"/>
                  </a:lnTo>
                  <a:lnTo>
                    <a:pt x="45097" y="729"/>
                  </a:lnTo>
                  <a:lnTo>
                    <a:pt x="45066" y="570"/>
                  </a:lnTo>
                  <a:close/>
                  <a:moveTo>
                    <a:pt x="44274" y="697"/>
                  </a:moveTo>
                  <a:cubicBezTo>
                    <a:pt x="44147" y="697"/>
                    <a:pt x="43989" y="729"/>
                    <a:pt x="43862" y="760"/>
                  </a:cubicBezTo>
                  <a:lnTo>
                    <a:pt x="43894" y="919"/>
                  </a:lnTo>
                  <a:cubicBezTo>
                    <a:pt x="44021" y="887"/>
                    <a:pt x="44179" y="855"/>
                    <a:pt x="44306" y="855"/>
                  </a:cubicBezTo>
                  <a:lnTo>
                    <a:pt x="44274" y="697"/>
                  </a:lnTo>
                  <a:close/>
                  <a:moveTo>
                    <a:pt x="60964" y="665"/>
                  </a:moveTo>
                  <a:lnTo>
                    <a:pt x="60964" y="824"/>
                  </a:lnTo>
                  <a:cubicBezTo>
                    <a:pt x="61090" y="855"/>
                    <a:pt x="61217" y="887"/>
                    <a:pt x="61344" y="919"/>
                  </a:cubicBezTo>
                  <a:lnTo>
                    <a:pt x="61375" y="729"/>
                  </a:lnTo>
                  <a:cubicBezTo>
                    <a:pt x="61249" y="729"/>
                    <a:pt x="61122" y="697"/>
                    <a:pt x="60964" y="665"/>
                  </a:cubicBezTo>
                  <a:close/>
                  <a:moveTo>
                    <a:pt x="43451" y="824"/>
                  </a:moveTo>
                  <a:cubicBezTo>
                    <a:pt x="43324" y="855"/>
                    <a:pt x="43197" y="855"/>
                    <a:pt x="43071" y="887"/>
                  </a:cubicBezTo>
                  <a:lnTo>
                    <a:pt x="43102" y="1045"/>
                  </a:lnTo>
                  <a:cubicBezTo>
                    <a:pt x="43229" y="1014"/>
                    <a:pt x="43356" y="1014"/>
                    <a:pt x="43482" y="982"/>
                  </a:cubicBezTo>
                  <a:lnTo>
                    <a:pt x="43451" y="824"/>
                  </a:lnTo>
                  <a:close/>
                  <a:moveTo>
                    <a:pt x="61787" y="792"/>
                  </a:moveTo>
                  <a:lnTo>
                    <a:pt x="61755" y="982"/>
                  </a:lnTo>
                  <a:lnTo>
                    <a:pt x="62167" y="1045"/>
                  </a:lnTo>
                  <a:lnTo>
                    <a:pt x="62199" y="887"/>
                  </a:lnTo>
                  <a:lnTo>
                    <a:pt x="61787" y="792"/>
                  </a:lnTo>
                  <a:close/>
                  <a:moveTo>
                    <a:pt x="42659" y="950"/>
                  </a:moveTo>
                  <a:cubicBezTo>
                    <a:pt x="42532" y="982"/>
                    <a:pt x="42406" y="1014"/>
                    <a:pt x="42247" y="1045"/>
                  </a:cubicBezTo>
                  <a:lnTo>
                    <a:pt x="42279" y="1204"/>
                  </a:lnTo>
                  <a:cubicBezTo>
                    <a:pt x="42437" y="1172"/>
                    <a:pt x="42564" y="1140"/>
                    <a:pt x="42691" y="1140"/>
                  </a:cubicBezTo>
                  <a:lnTo>
                    <a:pt x="42659" y="950"/>
                  </a:lnTo>
                  <a:close/>
                  <a:moveTo>
                    <a:pt x="62610" y="950"/>
                  </a:moveTo>
                  <a:lnTo>
                    <a:pt x="62579" y="1109"/>
                  </a:lnTo>
                  <a:cubicBezTo>
                    <a:pt x="62705" y="1140"/>
                    <a:pt x="62832" y="1172"/>
                    <a:pt x="62959" y="1204"/>
                  </a:cubicBezTo>
                  <a:lnTo>
                    <a:pt x="62990" y="1045"/>
                  </a:lnTo>
                  <a:cubicBezTo>
                    <a:pt x="62864" y="1014"/>
                    <a:pt x="62737" y="982"/>
                    <a:pt x="62610" y="950"/>
                  </a:cubicBezTo>
                  <a:close/>
                  <a:moveTo>
                    <a:pt x="41867" y="1140"/>
                  </a:moveTo>
                  <a:lnTo>
                    <a:pt x="41455" y="1204"/>
                  </a:lnTo>
                  <a:lnTo>
                    <a:pt x="41487" y="1362"/>
                  </a:lnTo>
                  <a:cubicBezTo>
                    <a:pt x="41614" y="1330"/>
                    <a:pt x="41772" y="1330"/>
                    <a:pt x="41899" y="1299"/>
                  </a:cubicBezTo>
                  <a:lnTo>
                    <a:pt x="41867" y="1140"/>
                  </a:lnTo>
                  <a:close/>
                  <a:moveTo>
                    <a:pt x="63402" y="1109"/>
                  </a:moveTo>
                  <a:lnTo>
                    <a:pt x="63370" y="1267"/>
                  </a:lnTo>
                  <a:cubicBezTo>
                    <a:pt x="63497" y="1299"/>
                    <a:pt x="63624" y="1330"/>
                    <a:pt x="63750" y="1362"/>
                  </a:cubicBezTo>
                  <a:lnTo>
                    <a:pt x="63814" y="1204"/>
                  </a:lnTo>
                  <a:cubicBezTo>
                    <a:pt x="63655" y="1172"/>
                    <a:pt x="63529" y="1140"/>
                    <a:pt x="63402" y="1109"/>
                  </a:cubicBezTo>
                  <a:close/>
                  <a:moveTo>
                    <a:pt x="41075" y="1299"/>
                  </a:moveTo>
                  <a:cubicBezTo>
                    <a:pt x="40917" y="1330"/>
                    <a:pt x="40790" y="1362"/>
                    <a:pt x="40664" y="1394"/>
                  </a:cubicBezTo>
                  <a:lnTo>
                    <a:pt x="40695" y="1552"/>
                  </a:lnTo>
                  <a:cubicBezTo>
                    <a:pt x="40822" y="1520"/>
                    <a:pt x="40980" y="1489"/>
                    <a:pt x="41107" y="1457"/>
                  </a:cubicBezTo>
                  <a:lnTo>
                    <a:pt x="41075" y="1299"/>
                  </a:lnTo>
                  <a:close/>
                  <a:moveTo>
                    <a:pt x="64194" y="1299"/>
                  </a:moveTo>
                  <a:lnTo>
                    <a:pt x="64162" y="1457"/>
                  </a:lnTo>
                  <a:cubicBezTo>
                    <a:pt x="64289" y="1489"/>
                    <a:pt x="64447" y="1520"/>
                    <a:pt x="64574" y="1552"/>
                  </a:cubicBezTo>
                  <a:lnTo>
                    <a:pt x="64606" y="1394"/>
                  </a:lnTo>
                  <a:cubicBezTo>
                    <a:pt x="64479" y="1362"/>
                    <a:pt x="64321" y="1330"/>
                    <a:pt x="64194" y="1299"/>
                  </a:cubicBezTo>
                  <a:close/>
                  <a:moveTo>
                    <a:pt x="40252" y="1489"/>
                  </a:moveTo>
                  <a:cubicBezTo>
                    <a:pt x="40125" y="1520"/>
                    <a:pt x="39999" y="1552"/>
                    <a:pt x="39872" y="1584"/>
                  </a:cubicBezTo>
                  <a:lnTo>
                    <a:pt x="39904" y="1742"/>
                  </a:lnTo>
                  <a:cubicBezTo>
                    <a:pt x="40030" y="1710"/>
                    <a:pt x="40189" y="1679"/>
                    <a:pt x="40315" y="1647"/>
                  </a:cubicBezTo>
                  <a:lnTo>
                    <a:pt x="40252" y="1489"/>
                  </a:lnTo>
                  <a:close/>
                  <a:moveTo>
                    <a:pt x="65017" y="1489"/>
                  </a:moveTo>
                  <a:lnTo>
                    <a:pt x="64954" y="1647"/>
                  </a:lnTo>
                  <a:cubicBezTo>
                    <a:pt x="65081" y="1679"/>
                    <a:pt x="65239" y="1710"/>
                    <a:pt x="65366" y="1742"/>
                  </a:cubicBezTo>
                  <a:lnTo>
                    <a:pt x="65397" y="1584"/>
                  </a:lnTo>
                  <a:cubicBezTo>
                    <a:pt x="65271" y="1552"/>
                    <a:pt x="65144" y="1489"/>
                    <a:pt x="65017" y="1489"/>
                  </a:cubicBezTo>
                  <a:close/>
                  <a:moveTo>
                    <a:pt x="39460" y="1679"/>
                  </a:moveTo>
                  <a:cubicBezTo>
                    <a:pt x="39334" y="1710"/>
                    <a:pt x="39207" y="1742"/>
                    <a:pt x="39080" y="1774"/>
                  </a:cubicBezTo>
                  <a:lnTo>
                    <a:pt x="39112" y="1932"/>
                  </a:lnTo>
                  <a:cubicBezTo>
                    <a:pt x="39239" y="1900"/>
                    <a:pt x="39397" y="1869"/>
                    <a:pt x="39524" y="1837"/>
                  </a:cubicBezTo>
                  <a:lnTo>
                    <a:pt x="39460" y="1679"/>
                  </a:lnTo>
                  <a:close/>
                  <a:moveTo>
                    <a:pt x="65777" y="1679"/>
                  </a:moveTo>
                  <a:lnTo>
                    <a:pt x="65746" y="1837"/>
                  </a:lnTo>
                  <a:cubicBezTo>
                    <a:pt x="65872" y="1869"/>
                    <a:pt x="66031" y="1900"/>
                    <a:pt x="66157" y="1932"/>
                  </a:cubicBezTo>
                  <a:lnTo>
                    <a:pt x="66189" y="1774"/>
                  </a:lnTo>
                  <a:cubicBezTo>
                    <a:pt x="66062" y="1742"/>
                    <a:pt x="65936" y="1710"/>
                    <a:pt x="65777" y="1679"/>
                  </a:cubicBezTo>
                  <a:close/>
                  <a:moveTo>
                    <a:pt x="38669" y="1900"/>
                  </a:moveTo>
                  <a:cubicBezTo>
                    <a:pt x="38542" y="1932"/>
                    <a:pt x="38415" y="1964"/>
                    <a:pt x="38289" y="1995"/>
                  </a:cubicBezTo>
                  <a:lnTo>
                    <a:pt x="38320" y="2154"/>
                  </a:lnTo>
                  <a:cubicBezTo>
                    <a:pt x="38479" y="2122"/>
                    <a:pt x="38605" y="2090"/>
                    <a:pt x="38732" y="2059"/>
                  </a:cubicBezTo>
                  <a:lnTo>
                    <a:pt x="38669" y="1900"/>
                  </a:lnTo>
                  <a:close/>
                  <a:moveTo>
                    <a:pt x="66601" y="1869"/>
                  </a:moveTo>
                  <a:lnTo>
                    <a:pt x="66537" y="2027"/>
                  </a:lnTo>
                  <a:cubicBezTo>
                    <a:pt x="66664" y="2090"/>
                    <a:pt x="66822" y="2122"/>
                    <a:pt x="66949" y="2154"/>
                  </a:cubicBezTo>
                  <a:lnTo>
                    <a:pt x="66981" y="1995"/>
                  </a:lnTo>
                  <a:cubicBezTo>
                    <a:pt x="66854" y="1964"/>
                    <a:pt x="66727" y="1932"/>
                    <a:pt x="66601" y="1869"/>
                  </a:cubicBezTo>
                  <a:close/>
                  <a:moveTo>
                    <a:pt x="37909" y="2122"/>
                  </a:moveTo>
                  <a:cubicBezTo>
                    <a:pt x="37782" y="2154"/>
                    <a:pt x="37623" y="2185"/>
                    <a:pt x="37497" y="2217"/>
                  </a:cubicBezTo>
                  <a:lnTo>
                    <a:pt x="37560" y="2375"/>
                  </a:lnTo>
                  <a:cubicBezTo>
                    <a:pt x="37687" y="2344"/>
                    <a:pt x="37814" y="2312"/>
                    <a:pt x="37940" y="2280"/>
                  </a:cubicBezTo>
                  <a:lnTo>
                    <a:pt x="37909" y="2122"/>
                  </a:lnTo>
                  <a:close/>
                  <a:moveTo>
                    <a:pt x="67392" y="2090"/>
                  </a:moveTo>
                  <a:lnTo>
                    <a:pt x="67329" y="2249"/>
                  </a:lnTo>
                  <a:cubicBezTo>
                    <a:pt x="67456" y="2312"/>
                    <a:pt x="67582" y="2344"/>
                    <a:pt x="67709" y="2375"/>
                  </a:cubicBezTo>
                  <a:lnTo>
                    <a:pt x="67772" y="2217"/>
                  </a:lnTo>
                  <a:cubicBezTo>
                    <a:pt x="67646" y="2185"/>
                    <a:pt x="67519" y="2154"/>
                    <a:pt x="67392" y="2090"/>
                  </a:cubicBezTo>
                  <a:close/>
                  <a:moveTo>
                    <a:pt x="37117" y="2344"/>
                  </a:moveTo>
                  <a:cubicBezTo>
                    <a:pt x="36990" y="2407"/>
                    <a:pt x="36863" y="2439"/>
                    <a:pt x="36737" y="2470"/>
                  </a:cubicBezTo>
                  <a:lnTo>
                    <a:pt x="36768" y="2629"/>
                  </a:lnTo>
                  <a:cubicBezTo>
                    <a:pt x="36895" y="2597"/>
                    <a:pt x="37022" y="2534"/>
                    <a:pt x="37148" y="2502"/>
                  </a:cubicBezTo>
                  <a:lnTo>
                    <a:pt x="37117" y="2344"/>
                  </a:lnTo>
                  <a:close/>
                  <a:moveTo>
                    <a:pt x="68152" y="2344"/>
                  </a:moveTo>
                  <a:lnTo>
                    <a:pt x="68121" y="2502"/>
                  </a:lnTo>
                  <a:cubicBezTo>
                    <a:pt x="68247" y="2534"/>
                    <a:pt x="68374" y="2565"/>
                    <a:pt x="68501" y="2629"/>
                  </a:cubicBezTo>
                  <a:lnTo>
                    <a:pt x="68564" y="2470"/>
                  </a:lnTo>
                  <a:cubicBezTo>
                    <a:pt x="68437" y="2407"/>
                    <a:pt x="68279" y="2375"/>
                    <a:pt x="68152" y="2344"/>
                  </a:cubicBezTo>
                  <a:close/>
                  <a:moveTo>
                    <a:pt x="36325" y="2597"/>
                  </a:moveTo>
                  <a:cubicBezTo>
                    <a:pt x="36198" y="2629"/>
                    <a:pt x="36072" y="2692"/>
                    <a:pt x="35945" y="2724"/>
                  </a:cubicBezTo>
                  <a:lnTo>
                    <a:pt x="36008" y="2882"/>
                  </a:lnTo>
                  <a:cubicBezTo>
                    <a:pt x="36135" y="2850"/>
                    <a:pt x="36262" y="2787"/>
                    <a:pt x="36388" y="2755"/>
                  </a:cubicBezTo>
                  <a:lnTo>
                    <a:pt x="36325" y="2597"/>
                  </a:lnTo>
                  <a:close/>
                  <a:moveTo>
                    <a:pt x="68944" y="2597"/>
                  </a:moveTo>
                  <a:lnTo>
                    <a:pt x="68881" y="2755"/>
                  </a:lnTo>
                  <a:cubicBezTo>
                    <a:pt x="69039" y="2787"/>
                    <a:pt x="69166" y="2819"/>
                    <a:pt x="69293" y="2882"/>
                  </a:cubicBezTo>
                  <a:lnTo>
                    <a:pt x="69324" y="2724"/>
                  </a:lnTo>
                  <a:cubicBezTo>
                    <a:pt x="69198" y="2660"/>
                    <a:pt x="69071" y="2629"/>
                    <a:pt x="68944" y="2597"/>
                  </a:cubicBezTo>
                  <a:close/>
                  <a:moveTo>
                    <a:pt x="35565" y="2850"/>
                  </a:moveTo>
                  <a:cubicBezTo>
                    <a:pt x="35438" y="2914"/>
                    <a:pt x="35312" y="2945"/>
                    <a:pt x="35185" y="2977"/>
                  </a:cubicBezTo>
                  <a:lnTo>
                    <a:pt x="35217" y="3135"/>
                  </a:lnTo>
                  <a:cubicBezTo>
                    <a:pt x="35343" y="3104"/>
                    <a:pt x="35502" y="3040"/>
                    <a:pt x="35628" y="3009"/>
                  </a:cubicBezTo>
                  <a:lnTo>
                    <a:pt x="35565" y="2850"/>
                  </a:lnTo>
                  <a:close/>
                  <a:moveTo>
                    <a:pt x="69704" y="2850"/>
                  </a:moveTo>
                  <a:lnTo>
                    <a:pt x="69673" y="3009"/>
                  </a:lnTo>
                  <a:cubicBezTo>
                    <a:pt x="69799" y="3040"/>
                    <a:pt x="69926" y="3104"/>
                    <a:pt x="70053" y="3135"/>
                  </a:cubicBezTo>
                  <a:lnTo>
                    <a:pt x="70116" y="2977"/>
                  </a:lnTo>
                  <a:cubicBezTo>
                    <a:pt x="69989" y="2945"/>
                    <a:pt x="69863" y="2882"/>
                    <a:pt x="69704" y="2850"/>
                  </a:cubicBezTo>
                  <a:close/>
                  <a:moveTo>
                    <a:pt x="34805" y="3135"/>
                  </a:moveTo>
                  <a:cubicBezTo>
                    <a:pt x="34678" y="3167"/>
                    <a:pt x="34520" y="3230"/>
                    <a:pt x="34393" y="3262"/>
                  </a:cubicBezTo>
                  <a:lnTo>
                    <a:pt x="34457" y="3420"/>
                  </a:lnTo>
                  <a:cubicBezTo>
                    <a:pt x="34583" y="3357"/>
                    <a:pt x="34710" y="3325"/>
                    <a:pt x="34837" y="3294"/>
                  </a:cubicBezTo>
                  <a:lnTo>
                    <a:pt x="34805" y="3135"/>
                  </a:lnTo>
                  <a:close/>
                  <a:moveTo>
                    <a:pt x="70496" y="3104"/>
                  </a:moveTo>
                  <a:lnTo>
                    <a:pt x="70433" y="3262"/>
                  </a:lnTo>
                  <a:cubicBezTo>
                    <a:pt x="70559" y="3325"/>
                    <a:pt x="70686" y="3357"/>
                    <a:pt x="70813" y="3420"/>
                  </a:cubicBezTo>
                  <a:lnTo>
                    <a:pt x="70876" y="3262"/>
                  </a:lnTo>
                  <a:cubicBezTo>
                    <a:pt x="70749" y="3199"/>
                    <a:pt x="70623" y="3167"/>
                    <a:pt x="70496" y="3104"/>
                  </a:cubicBezTo>
                  <a:close/>
                  <a:moveTo>
                    <a:pt x="34013" y="3420"/>
                  </a:moveTo>
                  <a:cubicBezTo>
                    <a:pt x="33887" y="3452"/>
                    <a:pt x="33760" y="3515"/>
                    <a:pt x="33633" y="3547"/>
                  </a:cubicBezTo>
                  <a:lnTo>
                    <a:pt x="33697" y="3705"/>
                  </a:lnTo>
                  <a:cubicBezTo>
                    <a:pt x="33823" y="3674"/>
                    <a:pt x="33950" y="3610"/>
                    <a:pt x="34077" y="3579"/>
                  </a:cubicBezTo>
                  <a:lnTo>
                    <a:pt x="34013" y="3420"/>
                  </a:lnTo>
                  <a:close/>
                  <a:moveTo>
                    <a:pt x="71256" y="3389"/>
                  </a:moveTo>
                  <a:lnTo>
                    <a:pt x="71193" y="3547"/>
                  </a:lnTo>
                  <a:cubicBezTo>
                    <a:pt x="71351" y="3610"/>
                    <a:pt x="71478" y="3642"/>
                    <a:pt x="71604" y="3705"/>
                  </a:cubicBezTo>
                  <a:lnTo>
                    <a:pt x="71636" y="3547"/>
                  </a:lnTo>
                  <a:cubicBezTo>
                    <a:pt x="71509" y="3484"/>
                    <a:pt x="71383" y="3452"/>
                    <a:pt x="71256" y="3389"/>
                  </a:cubicBezTo>
                  <a:close/>
                  <a:moveTo>
                    <a:pt x="33253" y="3705"/>
                  </a:moveTo>
                  <a:cubicBezTo>
                    <a:pt x="33126" y="3769"/>
                    <a:pt x="33000" y="3800"/>
                    <a:pt x="32873" y="3864"/>
                  </a:cubicBezTo>
                  <a:lnTo>
                    <a:pt x="32936" y="3990"/>
                  </a:lnTo>
                  <a:cubicBezTo>
                    <a:pt x="33063" y="3959"/>
                    <a:pt x="33190" y="3895"/>
                    <a:pt x="33316" y="3864"/>
                  </a:cubicBezTo>
                  <a:lnTo>
                    <a:pt x="33253" y="3705"/>
                  </a:lnTo>
                  <a:close/>
                  <a:moveTo>
                    <a:pt x="72048" y="3705"/>
                  </a:moveTo>
                  <a:lnTo>
                    <a:pt x="71984" y="3832"/>
                  </a:lnTo>
                  <a:cubicBezTo>
                    <a:pt x="72111" y="3895"/>
                    <a:pt x="72238" y="3959"/>
                    <a:pt x="72364" y="3990"/>
                  </a:cubicBezTo>
                  <a:lnTo>
                    <a:pt x="72428" y="3832"/>
                  </a:lnTo>
                  <a:cubicBezTo>
                    <a:pt x="72301" y="3800"/>
                    <a:pt x="72174" y="3737"/>
                    <a:pt x="72048" y="3705"/>
                  </a:cubicBezTo>
                  <a:close/>
                  <a:moveTo>
                    <a:pt x="32493" y="4022"/>
                  </a:moveTo>
                  <a:cubicBezTo>
                    <a:pt x="32366" y="4054"/>
                    <a:pt x="32271" y="4117"/>
                    <a:pt x="32145" y="4180"/>
                  </a:cubicBezTo>
                  <a:lnTo>
                    <a:pt x="32208" y="4307"/>
                  </a:lnTo>
                  <a:cubicBezTo>
                    <a:pt x="32335" y="4275"/>
                    <a:pt x="32430" y="4212"/>
                    <a:pt x="32556" y="4149"/>
                  </a:cubicBezTo>
                  <a:lnTo>
                    <a:pt x="32493" y="4022"/>
                  </a:lnTo>
                  <a:close/>
                  <a:moveTo>
                    <a:pt x="72808" y="3990"/>
                  </a:moveTo>
                  <a:lnTo>
                    <a:pt x="72744" y="4149"/>
                  </a:lnTo>
                  <a:cubicBezTo>
                    <a:pt x="72871" y="4212"/>
                    <a:pt x="72998" y="4275"/>
                    <a:pt x="73125" y="4307"/>
                  </a:cubicBezTo>
                  <a:lnTo>
                    <a:pt x="73188" y="4149"/>
                  </a:lnTo>
                  <a:cubicBezTo>
                    <a:pt x="73061" y="4117"/>
                    <a:pt x="72935" y="4054"/>
                    <a:pt x="72808" y="3990"/>
                  </a:cubicBezTo>
                  <a:close/>
                  <a:moveTo>
                    <a:pt x="73536" y="4339"/>
                  </a:moveTo>
                  <a:lnTo>
                    <a:pt x="73473" y="4465"/>
                  </a:lnTo>
                  <a:cubicBezTo>
                    <a:pt x="73600" y="4529"/>
                    <a:pt x="73726" y="4592"/>
                    <a:pt x="73853" y="4624"/>
                  </a:cubicBezTo>
                  <a:lnTo>
                    <a:pt x="73916" y="4497"/>
                  </a:lnTo>
                  <a:cubicBezTo>
                    <a:pt x="73790" y="4434"/>
                    <a:pt x="73663" y="4370"/>
                    <a:pt x="73536" y="4339"/>
                  </a:cubicBezTo>
                  <a:close/>
                  <a:moveTo>
                    <a:pt x="31765" y="4339"/>
                  </a:moveTo>
                  <a:cubicBezTo>
                    <a:pt x="31638" y="4370"/>
                    <a:pt x="31511" y="4434"/>
                    <a:pt x="31385" y="4497"/>
                  </a:cubicBezTo>
                  <a:lnTo>
                    <a:pt x="31448" y="4655"/>
                  </a:lnTo>
                  <a:cubicBezTo>
                    <a:pt x="31575" y="4592"/>
                    <a:pt x="31701" y="4529"/>
                    <a:pt x="31828" y="4465"/>
                  </a:cubicBezTo>
                  <a:lnTo>
                    <a:pt x="31765" y="4339"/>
                  </a:lnTo>
                  <a:close/>
                  <a:moveTo>
                    <a:pt x="31005" y="4655"/>
                  </a:moveTo>
                  <a:cubicBezTo>
                    <a:pt x="30878" y="4719"/>
                    <a:pt x="30751" y="4782"/>
                    <a:pt x="30656" y="4814"/>
                  </a:cubicBezTo>
                  <a:lnTo>
                    <a:pt x="30720" y="4972"/>
                  </a:lnTo>
                  <a:cubicBezTo>
                    <a:pt x="30846" y="4909"/>
                    <a:pt x="30941" y="4877"/>
                    <a:pt x="31068" y="4814"/>
                  </a:cubicBezTo>
                  <a:lnTo>
                    <a:pt x="31005" y="4655"/>
                  </a:lnTo>
                  <a:close/>
                  <a:moveTo>
                    <a:pt x="30276" y="5004"/>
                  </a:moveTo>
                  <a:cubicBezTo>
                    <a:pt x="30150" y="5067"/>
                    <a:pt x="30023" y="5099"/>
                    <a:pt x="29896" y="5162"/>
                  </a:cubicBezTo>
                  <a:lnTo>
                    <a:pt x="29960" y="5321"/>
                  </a:lnTo>
                  <a:cubicBezTo>
                    <a:pt x="30086" y="5257"/>
                    <a:pt x="30213" y="5194"/>
                    <a:pt x="30340" y="5130"/>
                  </a:cubicBezTo>
                  <a:lnTo>
                    <a:pt x="30276" y="5004"/>
                  </a:lnTo>
                  <a:close/>
                  <a:moveTo>
                    <a:pt x="29548" y="5352"/>
                  </a:moveTo>
                  <a:cubicBezTo>
                    <a:pt x="29421" y="5416"/>
                    <a:pt x="29295" y="5479"/>
                    <a:pt x="29168" y="5542"/>
                  </a:cubicBezTo>
                  <a:lnTo>
                    <a:pt x="29231" y="5669"/>
                  </a:lnTo>
                  <a:cubicBezTo>
                    <a:pt x="29358" y="5606"/>
                    <a:pt x="29485" y="5542"/>
                    <a:pt x="29611" y="5511"/>
                  </a:cubicBezTo>
                  <a:lnTo>
                    <a:pt x="29548" y="5352"/>
                  </a:lnTo>
                  <a:close/>
                  <a:moveTo>
                    <a:pt x="28788" y="5701"/>
                  </a:moveTo>
                  <a:cubicBezTo>
                    <a:pt x="28693" y="5764"/>
                    <a:pt x="28566" y="5827"/>
                    <a:pt x="28439" y="5891"/>
                  </a:cubicBezTo>
                  <a:lnTo>
                    <a:pt x="28503" y="6049"/>
                  </a:lnTo>
                  <a:cubicBezTo>
                    <a:pt x="28629" y="5986"/>
                    <a:pt x="28756" y="5922"/>
                    <a:pt x="28883" y="5859"/>
                  </a:cubicBezTo>
                  <a:lnTo>
                    <a:pt x="28788" y="5701"/>
                  </a:lnTo>
                  <a:close/>
                  <a:moveTo>
                    <a:pt x="28091" y="6081"/>
                  </a:moveTo>
                  <a:cubicBezTo>
                    <a:pt x="27964" y="6144"/>
                    <a:pt x="27838" y="6207"/>
                    <a:pt x="27711" y="6302"/>
                  </a:cubicBezTo>
                  <a:lnTo>
                    <a:pt x="27806" y="6429"/>
                  </a:lnTo>
                  <a:cubicBezTo>
                    <a:pt x="27901" y="6366"/>
                    <a:pt x="28028" y="6302"/>
                    <a:pt x="28154" y="6239"/>
                  </a:cubicBezTo>
                  <a:lnTo>
                    <a:pt x="28091" y="6081"/>
                  </a:lnTo>
                  <a:close/>
                  <a:moveTo>
                    <a:pt x="27363" y="6492"/>
                  </a:moveTo>
                  <a:cubicBezTo>
                    <a:pt x="27236" y="6556"/>
                    <a:pt x="27109" y="6619"/>
                    <a:pt x="27014" y="6682"/>
                  </a:cubicBezTo>
                  <a:lnTo>
                    <a:pt x="27078" y="6809"/>
                  </a:lnTo>
                  <a:cubicBezTo>
                    <a:pt x="27204" y="6746"/>
                    <a:pt x="27299" y="6682"/>
                    <a:pt x="27426" y="6619"/>
                  </a:cubicBezTo>
                  <a:lnTo>
                    <a:pt x="27363" y="6492"/>
                  </a:lnTo>
                  <a:close/>
                  <a:moveTo>
                    <a:pt x="26634" y="6872"/>
                  </a:moveTo>
                  <a:lnTo>
                    <a:pt x="26286" y="7094"/>
                  </a:lnTo>
                  <a:lnTo>
                    <a:pt x="26381" y="7221"/>
                  </a:lnTo>
                  <a:cubicBezTo>
                    <a:pt x="26476" y="7157"/>
                    <a:pt x="26603" y="7094"/>
                    <a:pt x="26729" y="7031"/>
                  </a:cubicBezTo>
                  <a:lnTo>
                    <a:pt x="26634" y="6872"/>
                  </a:lnTo>
                  <a:close/>
                  <a:moveTo>
                    <a:pt x="25938" y="7284"/>
                  </a:moveTo>
                  <a:cubicBezTo>
                    <a:pt x="25811" y="7347"/>
                    <a:pt x="25684" y="7442"/>
                    <a:pt x="25589" y="7506"/>
                  </a:cubicBezTo>
                  <a:lnTo>
                    <a:pt x="25653" y="7632"/>
                  </a:lnTo>
                  <a:cubicBezTo>
                    <a:pt x="25779" y="7569"/>
                    <a:pt x="25906" y="7506"/>
                    <a:pt x="26033" y="7442"/>
                  </a:cubicBezTo>
                  <a:lnTo>
                    <a:pt x="25938" y="7284"/>
                  </a:lnTo>
                  <a:close/>
                  <a:moveTo>
                    <a:pt x="25241" y="7696"/>
                  </a:moveTo>
                  <a:cubicBezTo>
                    <a:pt x="25114" y="7791"/>
                    <a:pt x="24988" y="7854"/>
                    <a:pt x="24893" y="7917"/>
                  </a:cubicBezTo>
                  <a:lnTo>
                    <a:pt x="24988" y="8076"/>
                  </a:lnTo>
                  <a:cubicBezTo>
                    <a:pt x="25083" y="7981"/>
                    <a:pt x="25209" y="7917"/>
                    <a:pt x="25336" y="7854"/>
                  </a:cubicBezTo>
                  <a:lnTo>
                    <a:pt x="25241" y="7696"/>
                  </a:lnTo>
                  <a:close/>
                  <a:moveTo>
                    <a:pt x="24544" y="8139"/>
                  </a:moveTo>
                  <a:cubicBezTo>
                    <a:pt x="24417" y="8202"/>
                    <a:pt x="24322" y="8297"/>
                    <a:pt x="24196" y="8361"/>
                  </a:cubicBezTo>
                  <a:lnTo>
                    <a:pt x="24291" y="8487"/>
                  </a:lnTo>
                  <a:cubicBezTo>
                    <a:pt x="24386" y="8424"/>
                    <a:pt x="24512" y="8361"/>
                    <a:pt x="24639" y="8266"/>
                  </a:cubicBezTo>
                  <a:lnTo>
                    <a:pt x="24544" y="8139"/>
                  </a:lnTo>
                  <a:close/>
                  <a:moveTo>
                    <a:pt x="23847" y="8582"/>
                  </a:moveTo>
                  <a:cubicBezTo>
                    <a:pt x="23721" y="8646"/>
                    <a:pt x="23626" y="8741"/>
                    <a:pt x="23499" y="8804"/>
                  </a:cubicBezTo>
                  <a:lnTo>
                    <a:pt x="23594" y="8962"/>
                  </a:lnTo>
                  <a:cubicBezTo>
                    <a:pt x="23721" y="8867"/>
                    <a:pt x="23816" y="8804"/>
                    <a:pt x="23942" y="8709"/>
                  </a:cubicBezTo>
                  <a:lnTo>
                    <a:pt x="23847" y="8582"/>
                  </a:lnTo>
                  <a:close/>
                  <a:moveTo>
                    <a:pt x="23182" y="9026"/>
                  </a:moveTo>
                  <a:cubicBezTo>
                    <a:pt x="23056" y="9121"/>
                    <a:pt x="22929" y="9184"/>
                    <a:pt x="22834" y="9279"/>
                  </a:cubicBezTo>
                  <a:lnTo>
                    <a:pt x="22929" y="9406"/>
                  </a:lnTo>
                  <a:cubicBezTo>
                    <a:pt x="23024" y="9342"/>
                    <a:pt x="23151" y="9247"/>
                    <a:pt x="23246" y="9184"/>
                  </a:cubicBezTo>
                  <a:lnTo>
                    <a:pt x="23182" y="9026"/>
                  </a:lnTo>
                  <a:close/>
                  <a:moveTo>
                    <a:pt x="22486" y="9501"/>
                  </a:moveTo>
                  <a:cubicBezTo>
                    <a:pt x="22391" y="9596"/>
                    <a:pt x="22264" y="9659"/>
                    <a:pt x="22169" y="9754"/>
                  </a:cubicBezTo>
                  <a:lnTo>
                    <a:pt x="22264" y="9881"/>
                  </a:lnTo>
                  <a:lnTo>
                    <a:pt x="22581" y="9627"/>
                  </a:lnTo>
                  <a:lnTo>
                    <a:pt x="22486" y="9501"/>
                  </a:lnTo>
                  <a:close/>
                  <a:moveTo>
                    <a:pt x="21821" y="9976"/>
                  </a:moveTo>
                  <a:cubicBezTo>
                    <a:pt x="21726" y="10071"/>
                    <a:pt x="21599" y="10134"/>
                    <a:pt x="21504" y="10229"/>
                  </a:cubicBezTo>
                  <a:lnTo>
                    <a:pt x="21599" y="10356"/>
                  </a:lnTo>
                  <a:cubicBezTo>
                    <a:pt x="21694" y="10261"/>
                    <a:pt x="21821" y="10198"/>
                    <a:pt x="21916" y="10103"/>
                  </a:cubicBezTo>
                  <a:lnTo>
                    <a:pt x="21821" y="9976"/>
                  </a:lnTo>
                  <a:close/>
                  <a:moveTo>
                    <a:pt x="21156" y="10451"/>
                  </a:moveTo>
                  <a:cubicBezTo>
                    <a:pt x="21061" y="10546"/>
                    <a:pt x="20934" y="10641"/>
                    <a:pt x="20839" y="10704"/>
                  </a:cubicBezTo>
                  <a:lnTo>
                    <a:pt x="20934" y="10831"/>
                  </a:lnTo>
                  <a:cubicBezTo>
                    <a:pt x="21061" y="10768"/>
                    <a:pt x="21156" y="10673"/>
                    <a:pt x="21282" y="10609"/>
                  </a:cubicBezTo>
                  <a:lnTo>
                    <a:pt x="21156" y="10451"/>
                  </a:lnTo>
                  <a:close/>
                  <a:moveTo>
                    <a:pt x="20522" y="10958"/>
                  </a:moveTo>
                  <a:cubicBezTo>
                    <a:pt x="20396" y="11053"/>
                    <a:pt x="20301" y="11116"/>
                    <a:pt x="20206" y="11211"/>
                  </a:cubicBezTo>
                  <a:lnTo>
                    <a:pt x="20301" y="11338"/>
                  </a:lnTo>
                  <a:lnTo>
                    <a:pt x="20617" y="11084"/>
                  </a:lnTo>
                  <a:lnTo>
                    <a:pt x="20522" y="10958"/>
                  </a:lnTo>
                  <a:close/>
                  <a:moveTo>
                    <a:pt x="19857" y="11464"/>
                  </a:moveTo>
                  <a:cubicBezTo>
                    <a:pt x="19762" y="11559"/>
                    <a:pt x="19667" y="11623"/>
                    <a:pt x="19540" y="11718"/>
                  </a:cubicBezTo>
                  <a:lnTo>
                    <a:pt x="19667" y="11844"/>
                  </a:lnTo>
                  <a:cubicBezTo>
                    <a:pt x="19762" y="11749"/>
                    <a:pt x="19857" y="11686"/>
                    <a:pt x="19984" y="11591"/>
                  </a:cubicBezTo>
                  <a:lnTo>
                    <a:pt x="19857" y="11464"/>
                  </a:lnTo>
                  <a:close/>
                  <a:moveTo>
                    <a:pt x="19224" y="11971"/>
                  </a:moveTo>
                  <a:cubicBezTo>
                    <a:pt x="19129" y="12066"/>
                    <a:pt x="19034" y="12161"/>
                    <a:pt x="18907" y="12256"/>
                  </a:cubicBezTo>
                  <a:lnTo>
                    <a:pt x="19034" y="12383"/>
                  </a:lnTo>
                  <a:cubicBezTo>
                    <a:pt x="19129" y="12288"/>
                    <a:pt x="19224" y="12193"/>
                    <a:pt x="19350" y="12098"/>
                  </a:cubicBezTo>
                  <a:lnTo>
                    <a:pt x="19224" y="11971"/>
                  </a:lnTo>
                  <a:close/>
                  <a:moveTo>
                    <a:pt x="18622" y="12509"/>
                  </a:moveTo>
                  <a:cubicBezTo>
                    <a:pt x="18495" y="12604"/>
                    <a:pt x="18400" y="12668"/>
                    <a:pt x="18305" y="12763"/>
                  </a:cubicBezTo>
                  <a:lnTo>
                    <a:pt x="18400" y="12889"/>
                  </a:lnTo>
                  <a:cubicBezTo>
                    <a:pt x="18495" y="12826"/>
                    <a:pt x="18622" y="12731"/>
                    <a:pt x="18717" y="12636"/>
                  </a:cubicBezTo>
                  <a:lnTo>
                    <a:pt x="18622" y="12509"/>
                  </a:lnTo>
                  <a:close/>
                  <a:moveTo>
                    <a:pt x="17989" y="13048"/>
                  </a:moveTo>
                  <a:cubicBezTo>
                    <a:pt x="17894" y="13143"/>
                    <a:pt x="17767" y="13206"/>
                    <a:pt x="17672" y="13301"/>
                  </a:cubicBezTo>
                  <a:lnTo>
                    <a:pt x="17799" y="13428"/>
                  </a:lnTo>
                  <a:cubicBezTo>
                    <a:pt x="17894" y="13333"/>
                    <a:pt x="17989" y="13269"/>
                    <a:pt x="18084" y="13174"/>
                  </a:cubicBezTo>
                  <a:lnTo>
                    <a:pt x="17989" y="13048"/>
                  </a:lnTo>
                  <a:close/>
                  <a:moveTo>
                    <a:pt x="17387" y="13586"/>
                  </a:moveTo>
                  <a:cubicBezTo>
                    <a:pt x="17260" y="13681"/>
                    <a:pt x="17165" y="13776"/>
                    <a:pt x="17070" y="13871"/>
                  </a:cubicBezTo>
                  <a:lnTo>
                    <a:pt x="17197" y="13966"/>
                  </a:lnTo>
                  <a:cubicBezTo>
                    <a:pt x="17292" y="13903"/>
                    <a:pt x="17387" y="13808"/>
                    <a:pt x="17482" y="13713"/>
                  </a:cubicBezTo>
                  <a:lnTo>
                    <a:pt x="17387" y="13586"/>
                  </a:lnTo>
                  <a:close/>
                  <a:moveTo>
                    <a:pt x="16785" y="14124"/>
                  </a:moveTo>
                  <a:cubicBezTo>
                    <a:pt x="16690" y="14219"/>
                    <a:pt x="16564" y="14314"/>
                    <a:pt x="16469" y="14409"/>
                  </a:cubicBezTo>
                  <a:lnTo>
                    <a:pt x="16595" y="14536"/>
                  </a:lnTo>
                  <a:cubicBezTo>
                    <a:pt x="16690" y="14441"/>
                    <a:pt x="16785" y="14346"/>
                    <a:pt x="16880" y="14251"/>
                  </a:cubicBezTo>
                  <a:lnTo>
                    <a:pt x="16785" y="14124"/>
                  </a:lnTo>
                  <a:close/>
                  <a:moveTo>
                    <a:pt x="16184" y="14695"/>
                  </a:moveTo>
                  <a:cubicBezTo>
                    <a:pt x="16089" y="14790"/>
                    <a:pt x="15994" y="14885"/>
                    <a:pt x="15867" y="14980"/>
                  </a:cubicBezTo>
                  <a:lnTo>
                    <a:pt x="15994" y="15106"/>
                  </a:lnTo>
                  <a:cubicBezTo>
                    <a:pt x="16089" y="15011"/>
                    <a:pt x="16184" y="14916"/>
                    <a:pt x="16279" y="14821"/>
                  </a:cubicBezTo>
                  <a:lnTo>
                    <a:pt x="16184" y="14695"/>
                  </a:lnTo>
                  <a:close/>
                  <a:moveTo>
                    <a:pt x="15582" y="15265"/>
                  </a:moveTo>
                  <a:lnTo>
                    <a:pt x="15297" y="15550"/>
                  </a:lnTo>
                  <a:lnTo>
                    <a:pt x="15423" y="15676"/>
                  </a:lnTo>
                  <a:cubicBezTo>
                    <a:pt x="15518" y="15581"/>
                    <a:pt x="15613" y="15486"/>
                    <a:pt x="15708" y="15391"/>
                  </a:cubicBezTo>
                  <a:lnTo>
                    <a:pt x="15582" y="15265"/>
                  </a:lnTo>
                  <a:close/>
                  <a:moveTo>
                    <a:pt x="15012" y="15835"/>
                  </a:moveTo>
                  <a:cubicBezTo>
                    <a:pt x="14917" y="15930"/>
                    <a:pt x="14822" y="16056"/>
                    <a:pt x="14727" y="16151"/>
                  </a:cubicBezTo>
                  <a:lnTo>
                    <a:pt x="14853" y="16246"/>
                  </a:lnTo>
                  <a:cubicBezTo>
                    <a:pt x="14948" y="16151"/>
                    <a:pt x="15043" y="16056"/>
                    <a:pt x="15138" y="15961"/>
                  </a:cubicBezTo>
                  <a:lnTo>
                    <a:pt x="15012" y="15835"/>
                  </a:lnTo>
                  <a:close/>
                  <a:moveTo>
                    <a:pt x="14442" y="16436"/>
                  </a:moveTo>
                  <a:cubicBezTo>
                    <a:pt x="14347" y="16531"/>
                    <a:pt x="14252" y="16626"/>
                    <a:pt x="14157" y="16753"/>
                  </a:cubicBezTo>
                  <a:lnTo>
                    <a:pt x="14283" y="16848"/>
                  </a:lnTo>
                  <a:cubicBezTo>
                    <a:pt x="14378" y="16753"/>
                    <a:pt x="14473" y="16658"/>
                    <a:pt x="14568" y="16563"/>
                  </a:cubicBezTo>
                  <a:lnTo>
                    <a:pt x="14442" y="16436"/>
                  </a:lnTo>
                  <a:close/>
                  <a:moveTo>
                    <a:pt x="13872" y="17038"/>
                  </a:moveTo>
                  <a:cubicBezTo>
                    <a:pt x="13777" y="17133"/>
                    <a:pt x="13713" y="17228"/>
                    <a:pt x="13618" y="17355"/>
                  </a:cubicBezTo>
                  <a:lnTo>
                    <a:pt x="13745" y="17450"/>
                  </a:lnTo>
                  <a:cubicBezTo>
                    <a:pt x="13840" y="17355"/>
                    <a:pt x="13903" y="17260"/>
                    <a:pt x="13998" y="17165"/>
                  </a:cubicBezTo>
                  <a:lnTo>
                    <a:pt x="13872" y="17038"/>
                  </a:lnTo>
                  <a:close/>
                  <a:moveTo>
                    <a:pt x="13333" y="17640"/>
                  </a:moveTo>
                  <a:cubicBezTo>
                    <a:pt x="13238" y="17735"/>
                    <a:pt x="13143" y="17861"/>
                    <a:pt x="13080" y="17956"/>
                  </a:cubicBezTo>
                  <a:lnTo>
                    <a:pt x="13207" y="18051"/>
                  </a:lnTo>
                  <a:cubicBezTo>
                    <a:pt x="13270" y="17956"/>
                    <a:pt x="13365" y="17861"/>
                    <a:pt x="13460" y="17766"/>
                  </a:cubicBezTo>
                  <a:lnTo>
                    <a:pt x="13333" y="17640"/>
                  </a:lnTo>
                  <a:close/>
                  <a:moveTo>
                    <a:pt x="12795" y="18273"/>
                  </a:moveTo>
                  <a:cubicBezTo>
                    <a:pt x="12700" y="18368"/>
                    <a:pt x="12637" y="18463"/>
                    <a:pt x="12542" y="18558"/>
                  </a:cubicBezTo>
                  <a:lnTo>
                    <a:pt x="12668" y="18685"/>
                  </a:lnTo>
                  <a:cubicBezTo>
                    <a:pt x="12732" y="18558"/>
                    <a:pt x="12827" y="18463"/>
                    <a:pt x="12922" y="18368"/>
                  </a:cubicBezTo>
                  <a:lnTo>
                    <a:pt x="12795" y="18273"/>
                  </a:lnTo>
                  <a:close/>
                  <a:moveTo>
                    <a:pt x="12257" y="18875"/>
                  </a:moveTo>
                  <a:cubicBezTo>
                    <a:pt x="12193" y="19001"/>
                    <a:pt x="12098" y="19096"/>
                    <a:pt x="12003" y="19191"/>
                  </a:cubicBezTo>
                  <a:lnTo>
                    <a:pt x="12130" y="19286"/>
                  </a:lnTo>
                  <a:cubicBezTo>
                    <a:pt x="12225" y="19191"/>
                    <a:pt x="12320" y="19096"/>
                    <a:pt x="12383" y="19001"/>
                  </a:cubicBezTo>
                  <a:lnTo>
                    <a:pt x="12257" y="18875"/>
                  </a:lnTo>
                  <a:close/>
                  <a:moveTo>
                    <a:pt x="11750" y="19508"/>
                  </a:moveTo>
                  <a:cubicBezTo>
                    <a:pt x="11655" y="19603"/>
                    <a:pt x="11592" y="19730"/>
                    <a:pt x="11497" y="19825"/>
                  </a:cubicBezTo>
                  <a:lnTo>
                    <a:pt x="11623" y="19920"/>
                  </a:lnTo>
                  <a:cubicBezTo>
                    <a:pt x="11718" y="19825"/>
                    <a:pt x="11782" y="19730"/>
                    <a:pt x="11877" y="19603"/>
                  </a:cubicBezTo>
                  <a:lnTo>
                    <a:pt x="11750" y="19508"/>
                  </a:lnTo>
                  <a:close/>
                  <a:moveTo>
                    <a:pt x="11243" y="20142"/>
                  </a:moveTo>
                  <a:cubicBezTo>
                    <a:pt x="11148" y="20268"/>
                    <a:pt x="11053" y="20363"/>
                    <a:pt x="10990" y="20458"/>
                  </a:cubicBezTo>
                  <a:lnTo>
                    <a:pt x="11116" y="20585"/>
                  </a:lnTo>
                  <a:lnTo>
                    <a:pt x="11370" y="20268"/>
                  </a:lnTo>
                  <a:lnTo>
                    <a:pt x="11243" y="20142"/>
                  </a:lnTo>
                  <a:close/>
                  <a:moveTo>
                    <a:pt x="10736" y="20807"/>
                  </a:moveTo>
                  <a:cubicBezTo>
                    <a:pt x="10641" y="20902"/>
                    <a:pt x="10578" y="21028"/>
                    <a:pt x="10483" y="21123"/>
                  </a:cubicBezTo>
                  <a:lnTo>
                    <a:pt x="10610" y="21218"/>
                  </a:lnTo>
                  <a:cubicBezTo>
                    <a:pt x="10705" y="21123"/>
                    <a:pt x="10768" y="20997"/>
                    <a:pt x="10863" y="20902"/>
                  </a:cubicBezTo>
                  <a:lnTo>
                    <a:pt x="10736" y="20807"/>
                  </a:lnTo>
                  <a:close/>
                  <a:moveTo>
                    <a:pt x="10230" y="21472"/>
                  </a:moveTo>
                  <a:cubicBezTo>
                    <a:pt x="10166" y="21567"/>
                    <a:pt x="10071" y="21662"/>
                    <a:pt x="10008" y="21788"/>
                  </a:cubicBezTo>
                  <a:lnTo>
                    <a:pt x="10135" y="21883"/>
                  </a:lnTo>
                  <a:cubicBezTo>
                    <a:pt x="10198" y="21757"/>
                    <a:pt x="10293" y="21662"/>
                    <a:pt x="10388" y="21567"/>
                  </a:cubicBezTo>
                  <a:lnTo>
                    <a:pt x="10230" y="21472"/>
                  </a:lnTo>
                  <a:close/>
                  <a:moveTo>
                    <a:pt x="9755" y="22105"/>
                  </a:moveTo>
                  <a:lnTo>
                    <a:pt x="9533" y="22453"/>
                  </a:lnTo>
                  <a:lnTo>
                    <a:pt x="9660" y="22548"/>
                  </a:lnTo>
                  <a:lnTo>
                    <a:pt x="9881" y="22200"/>
                  </a:lnTo>
                  <a:lnTo>
                    <a:pt x="9755" y="22105"/>
                  </a:lnTo>
                  <a:close/>
                  <a:moveTo>
                    <a:pt x="9280" y="22802"/>
                  </a:moveTo>
                  <a:cubicBezTo>
                    <a:pt x="9216" y="22897"/>
                    <a:pt x="9121" y="23023"/>
                    <a:pt x="9058" y="23118"/>
                  </a:cubicBezTo>
                  <a:lnTo>
                    <a:pt x="9185" y="23213"/>
                  </a:lnTo>
                  <a:cubicBezTo>
                    <a:pt x="9280" y="23118"/>
                    <a:pt x="9343" y="22992"/>
                    <a:pt x="9438" y="22897"/>
                  </a:cubicBezTo>
                  <a:lnTo>
                    <a:pt x="9280" y="22802"/>
                  </a:lnTo>
                  <a:close/>
                  <a:moveTo>
                    <a:pt x="8836" y="23467"/>
                  </a:moveTo>
                  <a:cubicBezTo>
                    <a:pt x="8741" y="23562"/>
                    <a:pt x="8678" y="23688"/>
                    <a:pt x="8615" y="23815"/>
                  </a:cubicBezTo>
                  <a:lnTo>
                    <a:pt x="8741" y="23910"/>
                  </a:lnTo>
                  <a:cubicBezTo>
                    <a:pt x="8805" y="23783"/>
                    <a:pt x="8900" y="23657"/>
                    <a:pt x="8963" y="23562"/>
                  </a:cubicBezTo>
                  <a:lnTo>
                    <a:pt x="8836" y="23467"/>
                  </a:lnTo>
                  <a:close/>
                  <a:moveTo>
                    <a:pt x="8393" y="24163"/>
                  </a:moveTo>
                  <a:cubicBezTo>
                    <a:pt x="8298" y="24259"/>
                    <a:pt x="8235" y="24385"/>
                    <a:pt x="8171" y="24512"/>
                  </a:cubicBezTo>
                  <a:lnTo>
                    <a:pt x="8298" y="24575"/>
                  </a:lnTo>
                  <a:cubicBezTo>
                    <a:pt x="8361" y="24480"/>
                    <a:pt x="8456" y="24354"/>
                    <a:pt x="8520" y="24227"/>
                  </a:cubicBezTo>
                  <a:lnTo>
                    <a:pt x="8393" y="24163"/>
                  </a:lnTo>
                  <a:close/>
                  <a:moveTo>
                    <a:pt x="7950" y="24829"/>
                  </a:moveTo>
                  <a:cubicBezTo>
                    <a:pt x="7886" y="24955"/>
                    <a:pt x="7791" y="25082"/>
                    <a:pt x="7728" y="25177"/>
                  </a:cubicBezTo>
                  <a:lnTo>
                    <a:pt x="7855" y="25272"/>
                  </a:lnTo>
                  <a:cubicBezTo>
                    <a:pt x="7950" y="25145"/>
                    <a:pt x="8013" y="25050"/>
                    <a:pt x="8076" y="24924"/>
                  </a:cubicBezTo>
                  <a:lnTo>
                    <a:pt x="7950" y="24829"/>
                  </a:lnTo>
                  <a:close/>
                  <a:moveTo>
                    <a:pt x="7506" y="25557"/>
                  </a:moveTo>
                  <a:cubicBezTo>
                    <a:pt x="7443" y="25652"/>
                    <a:pt x="7380" y="25779"/>
                    <a:pt x="7316" y="25905"/>
                  </a:cubicBezTo>
                  <a:lnTo>
                    <a:pt x="7443" y="25969"/>
                  </a:lnTo>
                  <a:cubicBezTo>
                    <a:pt x="7506" y="25874"/>
                    <a:pt x="7570" y="25747"/>
                    <a:pt x="7665" y="25620"/>
                  </a:cubicBezTo>
                  <a:lnTo>
                    <a:pt x="7506" y="25557"/>
                  </a:lnTo>
                  <a:close/>
                  <a:moveTo>
                    <a:pt x="7095" y="26254"/>
                  </a:moveTo>
                  <a:cubicBezTo>
                    <a:pt x="7031" y="26349"/>
                    <a:pt x="6968" y="26475"/>
                    <a:pt x="6904" y="26602"/>
                  </a:cubicBezTo>
                  <a:lnTo>
                    <a:pt x="7031" y="26665"/>
                  </a:lnTo>
                  <a:cubicBezTo>
                    <a:pt x="7095" y="26570"/>
                    <a:pt x="7158" y="26444"/>
                    <a:pt x="7253" y="26317"/>
                  </a:cubicBezTo>
                  <a:lnTo>
                    <a:pt x="7095" y="26254"/>
                  </a:lnTo>
                  <a:close/>
                  <a:moveTo>
                    <a:pt x="6683" y="26950"/>
                  </a:moveTo>
                  <a:cubicBezTo>
                    <a:pt x="6619" y="27077"/>
                    <a:pt x="6556" y="27204"/>
                    <a:pt x="6493" y="27330"/>
                  </a:cubicBezTo>
                  <a:lnTo>
                    <a:pt x="6651" y="27394"/>
                  </a:lnTo>
                  <a:cubicBezTo>
                    <a:pt x="6714" y="27267"/>
                    <a:pt x="6778" y="27140"/>
                    <a:pt x="6841" y="27045"/>
                  </a:cubicBezTo>
                  <a:lnTo>
                    <a:pt x="6683" y="26950"/>
                  </a:lnTo>
                  <a:close/>
                  <a:moveTo>
                    <a:pt x="6303" y="27679"/>
                  </a:moveTo>
                  <a:cubicBezTo>
                    <a:pt x="6239" y="27805"/>
                    <a:pt x="6176" y="27932"/>
                    <a:pt x="6113" y="28027"/>
                  </a:cubicBezTo>
                  <a:lnTo>
                    <a:pt x="6239" y="28122"/>
                  </a:lnTo>
                  <a:cubicBezTo>
                    <a:pt x="6303" y="27995"/>
                    <a:pt x="6366" y="27869"/>
                    <a:pt x="6429" y="27742"/>
                  </a:cubicBezTo>
                  <a:lnTo>
                    <a:pt x="6303" y="27679"/>
                  </a:lnTo>
                  <a:close/>
                  <a:moveTo>
                    <a:pt x="5923" y="28407"/>
                  </a:moveTo>
                  <a:cubicBezTo>
                    <a:pt x="5859" y="28534"/>
                    <a:pt x="5796" y="28660"/>
                    <a:pt x="5733" y="28755"/>
                  </a:cubicBezTo>
                  <a:lnTo>
                    <a:pt x="5859" y="28850"/>
                  </a:lnTo>
                  <a:cubicBezTo>
                    <a:pt x="5923" y="28724"/>
                    <a:pt x="5986" y="28597"/>
                    <a:pt x="6049" y="28470"/>
                  </a:cubicBezTo>
                  <a:lnTo>
                    <a:pt x="5923" y="28407"/>
                  </a:lnTo>
                  <a:close/>
                  <a:moveTo>
                    <a:pt x="5543" y="29136"/>
                  </a:moveTo>
                  <a:cubicBezTo>
                    <a:pt x="5479" y="29262"/>
                    <a:pt x="5416" y="29389"/>
                    <a:pt x="5353" y="29516"/>
                  </a:cubicBezTo>
                  <a:lnTo>
                    <a:pt x="5511" y="29579"/>
                  </a:lnTo>
                  <a:cubicBezTo>
                    <a:pt x="5574" y="29452"/>
                    <a:pt x="5606" y="29326"/>
                    <a:pt x="5669" y="29199"/>
                  </a:cubicBezTo>
                  <a:lnTo>
                    <a:pt x="5543" y="29136"/>
                  </a:lnTo>
                  <a:close/>
                  <a:moveTo>
                    <a:pt x="5163" y="29864"/>
                  </a:moveTo>
                  <a:cubicBezTo>
                    <a:pt x="5131" y="29991"/>
                    <a:pt x="5068" y="30117"/>
                    <a:pt x="5004" y="30244"/>
                  </a:cubicBezTo>
                  <a:lnTo>
                    <a:pt x="5163" y="30307"/>
                  </a:lnTo>
                  <a:cubicBezTo>
                    <a:pt x="5194" y="30181"/>
                    <a:pt x="5258" y="30054"/>
                    <a:pt x="5321" y="29959"/>
                  </a:cubicBezTo>
                  <a:lnTo>
                    <a:pt x="5163" y="29864"/>
                  </a:lnTo>
                  <a:close/>
                  <a:moveTo>
                    <a:pt x="4814" y="30624"/>
                  </a:moveTo>
                  <a:cubicBezTo>
                    <a:pt x="4783" y="30751"/>
                    <a:pt x="4719" y="30877"/>
                    <a:pt x="4656" y="31004"/>
                  </a:cubicBezTo>
                  <a:lnTo>
                    <a:pt x="4814" y="31067"/>
                  </a:lnTo>
                  <a:cubicBezTo>
                    <a:pt x="4846" y="30941"/>
                    <a:pt x="4909" y="30814"/>
                    <a:pt x="4973" y="30687"/>
                  </a:cubicBezTo>
                  <a:lnTo>
                    <a:pt x="4814" y="30624"/>
                  </a:lnTo>
                  <a:close/>
                  <a:moveTo>
                    <a:pt x="4498" y="31384"/>
                  </a:moveTo>
                  <a:cubicBezTo>
                    <a:pt x="4434" y="31479"/>
                    <a:pt x="4371" y="31606"/>
                    <a:pt x="4339" y="31732"/>
                  </a:cubicBezTo>
                  <a:lnTo>
                    <a:pt x="4466" y="31796"/>
                  </a:lnTo>
                  <a:cubicBezTo>
                    <a:pt x="4529" y="31669"/>
                    <a:pt x="4593" y="31542"/>
                    <a:pt x="4624" y="31416"/>
                  </a:cubicBezTo>
                  <a:lnTo>
                    <a:pt x="4498" y="31384"/>
                  </a:lnTo>
                  <a:close/>
                  <a:moveTo>
                    <a:pt x="4149" y="32112"/>
                  </a:moveTo>
                  <a:cubicBezTo>
                    <a:pt x="4118" y="32239"/>
                    <a:pt x="4054" y="32366"/>
                    <a:pt x="3991" y="32492"/>
                  </a:cubicBezTo>
                  <a:lnTo>
                    <a:pt x="4149" y="32556"/>
                  </a:lnTo>
                  <a:cubicBezTo>
                    <a:pt x="4213" y="32429"/>
                    <a:pt x="4276" y="32302"/>
                    <a:pt x="4308" y="32176"/>
                  </a:cubicBezTo>
                  <a:lnTo>
                    <a:pt x="4149" y="32112"/>
                  </a:lnTo>
                  <a:close/>
                  <a:moveTo>
                    <a:pt x="3864" y="32872"/>
                  </a:moveTo>
                  <a:lnTo>
                    <a:pt x="3706" y="33252"/>
                  </a:lnTo>
                  <a:lnTo>
                    <a:pt x="3864" y="33316"/>
                  </a:lnTo>
                  <a:cubicBezTo>
                    <a:pt x="3896" y="33189"/>
                    <a:pt x="3959" y="33062"/>
                    <a:pt x="3991" y="32936"/>
                  </a:cubicBezTo>
                  <a:lnTo>
                    <a:pt x="3864" y="32872"/>
                  </a:lnTo>
                  <a:close/>
                  <a:moveTo>
                    <a:pt x="3548" y="33632"/>
                  </a:moveTo>
                  <a:cubicBezTo>
                    <a:pt x="3484" y="33759"/>
                    <a:pt x="3453" y="33886"/>
                    <a:pt x="3389" y="34013"/>
                  </a:cubicBezTo>
                  <a:lnTo>
                    <a:pt x="3548" y="34076"/>
                  </a:lnTo>
                  <a:cubicBezTo>
                    <a:pt x="3611" y="33949"/>
                    <a:pt x="3643" y="33823"/>
                    <a:pt x="3706" y="33696"/>
                  </a:cubicBezTo>
                  <a:lnTo>
                    <a:pt x="3548" y="33632"/>
                  </a:lnTo>
                  <a:close/>
                  <a:moveTo>
                    <a:pt x="3263" y="34424"/>
                  </a:moveTo>
                  <a:cubicBezTo>
                    <a:pt x="3199" y="34551"/>
                    <a:pt x="3168" y="34678"/>
                    <a:pt x="3104" y="34804"/>
                  </a:cubicBezTo>
                  <a:lnTo>
                    <a:pt x="3263" y="34868"/>
                  </a:lnTo>
                  <a:cubicBezTo>
                    <a:pt x="3326" y="34741"/>
                    <a:pt x="3358" y="34583"/>
                    <a:pt x="3421" y="34456"/>
                  </a:cubicBezTo>
                  <a:lnTo>
                    <a:pt x="3263" y="34424"/>
                  </a:lnTo>
                  <a:close/>
                  <a:moveTo>
                    <a:pt x="2978" y="35184"/>
                  </a:moveTo>
                  <a:cubicBezTo>
                    <a:pt x="2946" y="35311"/>
                    <a:pt x="2883" y="35438"/>
                    <a:pt x="2851" y="35564"/>
                  </a:cubicBezTo>
                  <a:lnTo>
                    <a:pt x="3009" y="35628"/>
                  </a:lnTo>
                  <a:cubicBezTo>
                    <a:pt x="3041" y="35501"/>
                    <a:pt x="3073" y="35374"/>
                    <a:pt x="3136" y="35248"/>
                  </a:cubicBezTo>
                  <a:lnTo>
                    <a:pt x="2978" y="35184"/>
                  </a:lnTo>
                  <a:close/>
                  <a:moveTo>
                    <a:pt x="2724" y="35976"/>
                  </a:moveTo>
                  <a:cubicBezTo>
                    <a:pt x="2661" y="36103"/>
                    <a:pt x="2629" y="36229"/>
                    <a:pt x="2598" y="36356"/>
                  </a:cubicBezTo>
                  <a:lnTo>
                    <a:pt x="2756" y="36388"/>
                  </a:lnTo>
                  <a:cubicBezTo>
                    <a:pt x="2788" y="36261"/>
                    <a:pt x="2819" y="36134"/>
                    <a:pt x="2883" y="36008"/>
                  </a:cubicBezTo>
                  <a:lnTo>
                    <a:pt x="2724" y="35976"/>
                  </a:lnTo>
                  <a:close/>
                  <a:moveTo>
                    <a:pt x="2439" y="36736"/>
                  </a:moveTo>
                  <a:cubicBezTo>
                    <a:pt x="2407" y="36863"/>
                    <a:pt x="2376" y="36989"/>
                    <a:pt x="2344" y="37148"/>
                  </a:cubicBezTo>
                  <a:lnTo>
                    <a:pt x="2502" y="37179"/>
                  </a:lnTo>
                  <a:cubicBezTo>
                    <a:pt x="2534" y="37053"/>
                    <a:pt x="2566" y="36926"/>
                    <a:pt x="2629" y="36799"/>
                  </a:cubicBezTo>
                  <a:lnTo>
                    <a:pt x="2439" y="36736"/>
                  </a:lnTo>
                  <a:close/>
                  <a:moveTo>
                    <a:pt x="2217" y="37528"/>
                  </a:moveTo>
                  <a:cubicBezTo>
                    <a:pt x="2186" y="37654"/>
                    <a:pt x="2154" y="37781"/>
                    <a:pt x="2091" y="37908"/>
                  </a:cubicBezTo>
                  <a:lnTo>
                    <a:pt x="2249" y="37971"/>
                  </a:lnTo>
                  <a:cubicBezTo>
                    <a:pt x="2281" y="37844"/>
                    <a:pt x="2344" y="37718"/>
                    <a:pt x="2376" y="37559"/>
                  </a:cubicBezTo>
                  <a:lnTo>
                    <a:pt x="2217" y="37528"/>
                  </a:lnTo>
                  <a:close/>
                  <a:moveTo>
                    <a:pt x="1996" y="38319"/>
                  </a:moveTo>
                  <a:cubicBezTo>
                    <a:pt x="1932" y="38446"/>
                    <a:pt x="1901" y="38573"/>
                    <a:pt x="1869" y="38700"/>
                  </a:cubicBezTo>
                  <a:lnTo>
                    <a:pt x="2027" y="38763"/>
                  </a:lnTo>
                  <a:cubicBezTo>
                    <a:pt x="2059" y="38605"/>
                    <a:pt x="2122" y="38478"/>
                    <a:pt x="2154" y="38351"/>
                  </a:cubicBezTo>
                  <a:lnTo>
                    <a:pt x="1996" y="38319"/>
                  </a:lnTo>
                  <a:close/>
                  <a:moveTo>
                    <a:pt x="1774" y="39111"/>
                  </a:moveTo>
                  <a:cubicBezTo>
                    <a:pt x="1742" y="39238"/>
                    <a:pt x="1711" y="39365"/>
                    <a:pt x="1679" y="39491"/>
                  </a:cubicBezTo>
                  <a:lnTo>
                    <a:pt x="1837" y="39555"/>
                  </a:lnTo>
                  <a:cubicBezTo>
                    <a:pt x="1869" y="39396"/>
                    <a:pt x="1901" y="39270"/>
                    <a:pt x="1932" y="39143"/>
                  </a:cubicBezTo>
                  <a:lnTo>
                    <a:pt x="1774" y="39111"/>
                  </a:lnTo>
                  <a:close/>
                  <a:moveTo>
                    <a:pt x="1552" y="39903"/>
                  </a:moveTo>
                  <a:cubicBezTo>
                    <a:pt x="1521" y="40030"/>
                    <a:pt x="1489" y="40156"/>
                    <a:pt x="1457" y="40283"/>
                  </a:cubicBezTo>
                  <a:lnTo>
                    <a:pt x="1616" y="40346"/>
                  </a:lnTo>
                  <a:cubicBezTo>
                    <a:pt x="1647" y="40188"/>
                    <a:pt x="1679" y="40061"/>
                    <a:pt x="1711" y="39935"/>
                  </a:cubicBezTo>
                  <a:lnTo>
                    <a:pt x="1552" y="39903"/>
                  </a:lnTo>
                  <a:close/>
                  <a:moveTo>
                    <a:pt x="1362" y="40695"/>
                  </a:moveTo>
                  <a:cubicBezTo>
                    <a:pt x="1331" y="40821"/>
                    <a:pt x="1331" y="40948"/>
                    <a:pt x="1299" y="41106"/>
                  </a:cubicBezTo>
                  <a:lnTo>
                    <a:pt x="1457" y="41138"/>
                  </a:lnTo>
                  <a:cubicBezTo>
                    <a:pt x="1489" y="41011"/>
                    <a:pt x="1489" y="40853"/>
                    <a:pt x="1521" y="40726"/>
                  </a:cubicBezTo>
                  <a:lnTo>
                    <a:pt x="1362" y="40695"/>
                  </a:lnTo>
                  <a:close/>
                  <a:moveTo>
                    <a:pt x="1204" y="41486"/>
                  </a:moveTo>
                  <a:cubicBezTo>
                    <a:pt x="1172" y="41613"/>
                    <a:pt x="1141" y="41771"/>
                    <a:pt x="1109" y="41898"/>
                  </a:cubicBezTo>
                  <a:lnTo>
                    <a:pt x="1267" y="41930"/>
                  </a:lnTo>
                  <a:cubicBezTo>
                    <a:pt x="1299" y="41803"/>
                    <a:pt x="1331" y="41676"/>
                    <a:pt x="1362" y="41518"/>
                  </a:cubicBezTo>
                  <a:lnTo>
                    <a:pt x="1204" y="41486"/>
                  </a:lnTo>
                  <a:close/>
                  <a:moveTo>
                    <a:pt x="1014" y="42278"/>
                  </a:moveTo>
                  <a:cubicBezTo>
                    <a:pt x="1014" y="42436"/>
                    <a:pt x="982" y="42563"/>
                    <a:pt x="951" y="42690"/>
                  </a:cubicBezTo>
                  <a:lnTo>
                    <a:pt x="1109" y="42721"/>
                  </a:lnTo>
                  <a:cubicBezTo>
                    <a:pt x="1141" y="42595"/>
                    <a:pt x="1172" y="42468"/>
                    <a:pt x="1204" y="42341"/>
                  </a:cubicBezTo>
                  <a:lnTo>
                    <a:pt x="1014" y="42278"/>
                  </a:lnTo>
                  <a:close/>
                  <a:moveTo>
                    <a:pt x="887" y="43101"/>
                  </a:moveTo>
                  <a:lnTo>
                    <a:pt x="792" y="43513"/>
                  </a:lnTo>
                  <a:lnTo>
                    <a:pt x="951" y="43545"/>
                  </a:lnTo>
                  <a:lnTo>
                    <a:pt x="1046" y="43133"/>
                  </a:lnTo>
                  <a:lnTo>
                    <a:pt x="887" y="43101"/>
                  </a:lnTo>
                  <a:close/>
                  <a:moveTo>
                    <a:pt x="729" y="43925"/>
                  </a:moveTo>
                  <a:cubicBezTo>
                    <a:pt x="697" y="44052"/>
                    <a:pt x="697" y="44178"/>
                    <a:pt x="666" y="44305"/>
                  </a:cubicBezTo>
                  <a:lnTo>
                    <a:pt x="824" y="44337"/>
                  </a:lnTo>
                  <a:cubicBezTo>
                    <a:pt x="856" y="44210"/>
                    <a:pt x="856" y="44083"/>
                    <a:pt x="887" y="43925"/>
                  </a:cubicBezTo>
                  <a:close/>
                  <a:moveTo>
                    <a:pt x="602" y="44717"/>
                  </a:moveTo>
                  <a:lnTo>
                    <a:pt x="539" y="45128"/>
                  </a:lnTo>
                  <a:lnTo>
                    <a:pt x="697" y="45160"/>
                  </a:lnTo>
                  <a:lnTo>
                    <a:pt x="761" y="44748"/>
                  </a:lnTo>
                  <a:lnTo>
                    <a:pt x="602" y="44717"/>
                  </a:lnTo>
                  <a:close/>
                  <a:moveTo>
                    <a:pt x="476" y="45540"/>
                  </a:moveTo>
                  <a:cubicBezTo>
                    <a:pt x="476" y="45667"/>
                    <a:pt x="444" y="45793"/>
                    <a:pt x="444" y="45952"/>
                  </a:cubicBezTo>
                  <a:lnTo>
                    <a:pt x="602" y="45952"/>
                  </a:lnTo>
                  <a:cubicBezTo>
                    <a:pt x="602" y="45825"/>
                    <a:pt x="634" y="45698"/>
                    <a:pt x="634" y="45540"/>
                  </a:cubicBezTo>
                  <a:close/>
                  <a:moveTo>
                    <a:pt x="381" y="46332"/>
                  </a:moveTo>
                  <a:cubicBezTo>
                    <a:pt x="381" y="46458"/>
                    <a:pt x="349" y="46617"/>
                    <a:pt x="349" y="46743"/>
                  </a:cubicBezTo>
                  <a:lnTo>
                    <a:pt x="507" y="46775"/>
                  </a:lnTo>
                  <a:lnTo>
                    <a:pt x="539" y="46363"/>
                  </a:lnTo>
                  <a:lnTo>
                    <a:pt x="381" y="46332"/>
                  </a:lnTo>
                  <a:close/>
                  <a:moveTo>
                    <a:pt x="286" y="47155"/>
                  </a:moveTo>
                  <a:cubicBezTo>
                    <a:pt x="286" y="47282"/>
                    <a:pt x="254" y="47440"/>
                    <a:pt x="254" y="47567"/>
                  </a:cubicBezTo>
                  <a:lnTo>
                    <a:pt x="412" y="47567"/>
                  </a:lnTo>
                  <a:cubicBezTo>
                    <a:pt x="412" y="47440"/>
                    <a:pt x="444" y="47313"/>
                    <a:pt x="444" y="47187"/>
                  </a:cubicBezTo>
                  <a:lnTo>
                    <a:pt x="286" y="47155"/>
                  </a:lnTo>
                  <a:close/>
                  <a:moveTo>
                    <a:pt x="222" y="47979"/>
                  </a:moveTo>
                  <a:cubicBezTo>
                    <a:pt x="191" y="48105"/>
                    <a:pt x="191" y="48264"/>
                    <a:pt x="191" y="48390"/>
                  </a:cubicBezTo>
                  <a:lnTo>
                    <a:pt x="349" y="48390"/>
                  </a:lnTo>
                  <a:cubicBezTo>
                    <a:pt x="349" y="48264"/>
                    <a:pt x="349" y="48137"/>
                    <a:pt x="381" y="47979"/>
                  </a:cubicBezTo>
                  <a:close/>
                  <a:moveTo>
                    <a:pt x="159" y="48802"/>
                  </a:moveTo>
                  <a:cubicBezTo>
                    <a:pt x="127" y="48929"/>
                    <a:pt x="127" y="49055"/>
                    <a:pt x="127" y="49182"/>
                  </a:cubicBezTo>
                  <a:lnTo>
                    <a:pt x="286" y="49214"/>
                  </a:lnTo>
                  <a:cubicBezTo>
                    <a:pt x="286" y="49087"/>
                    <a:pt x="286" y="48929"/>
                    <a:pt x="317" y="48802"/>
                  </a:cubicBezTo>
                  <a:close/>
                  <a:moveTo>
                    <a:pt x="96" y="49594"/>
                  </a:moveTo>
                  <a:cubicBezTo>
                    <a:pt x="64" y="49752"/>
                    <a:pt x="64" y="49879"/>
                    <a:pt x="64" y="50005"/>
                  </a:cubicBezTo>
                  <a:lnTo>
                    <a:pt x="222" y="50037"/>
                  </a:lnTo>
                  <a:cubicBezTo>
                    <a:pt x="222" y="49879"/>
                    <a:pt x="254" y="49752"/>
                    <a:pt x="254" y="49625"/>
                  </a:cubicBezTo>
                  <a:lnTo>
                    <a:pt x="96" y="49594"/>
                  </a:lnTo>
                  <a:close/>
                  <a:moveTo>
                    <a:pt x="64" y="50417"/>
                  </a:moveTo>
                  <a:cubicBezTo>
                    <a:pt x="32" y="50575"/>
                    <a:pt x="32" y="50702"/>
                    <a:pt x="32" y="50829"/>
                  </a:cubicBezTo>
                  <a:lnTo>
                    <a:pt x="191" y="50829"/>
                  </a:lnTo>
                  <a:cubicBezTo>
                    <a:pt x="191" y="50702"/>
                    <a:pt x="222" y="50575"/>
                    <a:pt x="222" y="50417"/>
                  </a:cubicBezTo>
                  <a:close/>
                  <a:moveTo>
                    <a:pt x="32" y="51240"/>
                  </a:moveTo>
                  <a:cubicBezTo>
                    <a:pt x="32" y="51367"/>
                    <a:pt x="32" y="51525"/>
                    <a:pt x="1" y="51652"/>
                  </a:cubicBezTo>
                  <a:lnTo>
                    <a:pt x="191" y="51652"/>
                  </a:lnTo>
                  <a:cubicBezTo>
                    <a:pt x="191" y="51525"/>
                    <a:pt x="191" y="51367"/>
                    <a:pt x="191" y="51240"/>
                  </a:cubicBezTo>
                  <a:close/>
                  <a:moveTo>
                    <a:pt x="1" y="52064"/>
                  </a:moveTo>
                  <a:cubicBezTo>
                    <a:pt x="1" y="52190"/>
                    <a:pt x="1" y="52349"/>
                    <a:pt x="1" y="52475"/>
                  </a:cubicBezTo>
                  <a:lnTo>
                    <a:pt x="159" y="52475"/>
                  </a:lnTo>
                  <a:cubicBezTo>
                    <a:pt x="159" y="52349"/>
                    <a:pt x="159" y="52190"/>
                    <a:pt x="159" y="52064"/>
                  </a:cubicBezTo>
                  <a:close/>
                  <a:moveTo>
                    <a:pt x="1" y="52887"/>
                  </a:moveTo>
                  <a:cubicBezTo>
                    <a:pt x="1" y="53014"/>
                    <a:pt x="1" y="53141"/>
                    <a:pt x="1" y="53299"/>
                  </a:cubicBezTo>
                  <a:lnTo>
                    <a:pt x="159" y="53299"/>
                  </a:lnTo>
                  <a:cubicBezTo>
                    <a:pt x="159" y="53141"/>
                    <a:pt x="159" y="53014"/>
                    <a:pt x="159" y="52887"/>
                  </a:cubicBezTo>
                  <a:close/>
                  <a:moveTo>
                    <a:pt x="159" y="53679"/>
                  </a:moveTo>
                  <a:lnTo>
                    <a:pt x="1" y="53711"/>
                  </a:lnTo>
                  <a:cubicBezTo>
                    <a:pt x="1" y="53837"/>
                    <a:pt x="1" y="53964"/>
                    <a:pt x="32" y="54091"/>
                  </a:cubicBezTo>
                  <a:lnTo>
                    <a:pt x="191" y="54091"/>
                  </a:lnTo>
                  <a:cubicBezTo>
                    <a:pt x="191" y="53964"/>
                    <a:pt x="191" y="53837"/>
                    <a:pt x="159" y="53679"/>
                  </a:cubicBezTo>
                  <a:close/>
                  <a:moveTo>
                    <a:pt x="32" y="54502"/>
                  </a:moveTo>
                  <a:cubicBezTo>
                    <a:pt x="32" y="54661"/>
                    <a:pt x="32" y="54787"/>
                    <a:pt x="64" y="54914"/>
                  </a:cubicBezTo>
                  <a:lnTo>
                    <a:pt x="222" y="54914"/>
                  </a:lnTo>
                  <a:cubicBezTo>
                    <a:pt x="222" y="54787"/>
                    <a:pt x="191" y="54629"/>
                    <a:pt x="191" y="54502"/>
                  </a:cubicBezTo>
                  <a:close/>
                  <a:moveTo>
                    <a:pt x="64" y="55326"/>
                  </a:moveTo>
                  <a:cubicBezTo>
                    <a:pt x="64" y="55452"/>
                    <a:pt x="96" y="55611"/>
                    <a:pt x="96" y="55737"/>
                  </a:cubicBezTo>
                  <a:lnTo>
                    <a:pt x="254" y="55737"/>
                  </a:lnTo>
                  <a:cubicBezTo>
                    <a:pt x="254" y="55611"/>
                    <a:pt x="222" y="55452"/>
                    <a:pt x="222" y="55326"/>
                  </a:cubicBezTo>
                  <a:close/>
                  <a:moveTo>
                    <a:pt x="127" y="56149"/>
                  </a:moveTo>
                  <a:cubicBezTo>
                    <a:pt x="127" y="56276"/>
                    <a:pt x="127" y="56434"/>
                    <a:pt x="127" y="56561"/>
                  </a:cubicBezTo>
                  <a:lnTo>
                    <a:pt x="317" y="56529"/>
                  </a:lnTo>
                  <a:cubicBezTo>
                    <a:pt x="286" y="56402"/>
                    <a:pt x="286" y="56276"/>
                    <a:pt x="286" y="56149"/>
                  </a:cubicBezTo>
                  <a:close/>
                  <a:moveTo>
                    <a:pt x="349" y="56941"/>
                  </a:moveTo>
                  <a:lnTo>
                    <a:pt x="159" y="56972"/>
                  </a:lnTo>
                  <a:cubicBezTo>
                    <a:pt x="191" y="57099"/>
                    <a:pt x="191" y="57226"/>
                    <a:pt x="222" y="57384"/>
                  </a:cubicBezTo>
                  <a:lnTo>
                    <a:pt x="381" y="57352"/>
                  </a:lnTo>
                  <a:cubicBezTo>
                    <a:pt x="349" y="57226"/>
                    <a:pt x="349" y="57099"/>
                    <a:pt x="349" y="56941"/>
                  </a:cubicBezTo>
                  <a:close/>
                  <a:moveTo>
                    <a:pt x="254" y="57764"/>
                  </a:moveTo>
                  <a:cubicBezTo>
                    <a:pt x="254" y="57923"/>
                    <a:pt x="286" y="58049"/>
                    <a:pt x="286" y="58176"/>
                  </a:cubicBezTo>
                  <a:lnTo>
                    <a:pt x="444" y="58176"/>
                  </a:lnTo>
                  <a:cubicBezTo>
                    <a:pt x="444" y="58018"/>
                    <a:pt x="412" y="57891"/>
                    <a:pt x="412" y="57764"/>
                  </a:cubicBezTo>
                  <a:close/>
                  <a:moveTo>
                    <a:pt x="317" y="58588"/>
                  </a:moveTo>
                  <a:cubicBezTo>
                    <a:pt x="349" y="58714"/>
                    <a:pt x="349" y="58873"/>
                    <a:pt x="381" y="58999"/>
                  </a:cubicBezTo>
                  <a:lnTo>
                    <a:pt x="539" y="58968"/>
                  </a:lnTo>
                  <a:lnTo>
                    <a:pt x="507" y="58588"/>
                  </a:lnTo>
                  <a:close/>
                  <a:moveTo>
                    <a:pt x="602" y="59379"/>
                  </a:moveTo>
                  <a:lnTo>
                    <a:pt x="444" y="59411"/>
                  </a:lnTo>
                  <a:cubicBezTo>
                    <a:pt x="444" y="59538"/>
                    <a:pt x="476" y="59664"/>
                    <a:pt x="476" y="59823"/>
                  </a:cubicBezTo>
                  <a:lnTo>
                    <a:pt x="634" y="59791"/>
                  </a:lnTo>
                  <a:cubicBezTo>
                    <a:pt x="634" y="59664"/>
                    <a:pt x="602" y="59506"/>
                    <a:pt x="602" y="59379"/>
                  </a:cubicBezTo>
                  <a:close/>
                  <a:moveTo>
                    <a:pt x="539" y="60203"/>
                  </a:moveTo>
                  <a:lnTo>
                    <a:pt x="602" y="60614"/>
                  </a:lnTo>
                  <a:lnTo>
                    <a:pt x="761" y="60583"/>
                  </a:lnTo>
                  <a:lnTo>
                    <a:pt x="697" y="60203"/>
                  </a:lnTo>
                  <a:close/>
                  <a:moveTo>
                    <a:pt x="824" y="60994"/>
                  </a:moveTo>
                  <a:lnTo>
                    <a:pt x="666" y="61026"/>
                  </a:lnTo>
                  <a:cubicBezTo>
                    <a:pt x="697" y="61153"/>
                    <a:pt x="697" y="61279"/>
                    <a:pt x="729" y="61438"/>
                  </a:cubicBezTo>
                  <a:lnTo>
                    <a:pt x="887" y="61406"/>
                  </a:lnTo>
                  <a:cubicBezTo>
                    <a:pt x="856" y="61279"/>
                    <a:pt x="856" y="61121"/>
                    <a:pt x="824" y="60994"/>
                  </a:cubicBezTo>
                  <a:close/>
                  <a:moveTo>
                    <a:pt x="951" y="61786"/>
                  </a:moveTo>
                  <a:lnTo>
                    <a:pt x="792" y="61818"/>
                  </a:lnTo>
                  <a:lnTo>
                    <a:pt x="856" y="62230"/>
                  </a:lnTo>
                  <a:lnTo>
                    <a:pt x="1014" y="62198"/>
                  </a:lnTo>
                  <a:cubicBezTo>
                    <a:pt x="1014" y="62071"/>
                    <a:pt x="982" y="61944"/>
                    <a:pt x="951" y="61786"/>
                  </a:cubicBezTo>
                  <a:close/>
                  <a:moveTo>
                    <a:pt x="1109" y="62610"/>
                  </a:moveTo>
                  <a:lnTo>
                    <a:pt x="951" y="62641"/>
                  </a:lnTo>
                  <a:cubicBezTo>
                    <a:pt x="982" y="62768"/>
                    <a:pt x="982" y="62895"/>
                    <a:pt x="1014" y="63021"/>
                  </a:cubicBezTo>
                  <a:lnTo>
                    <a:pt x="1172" y="62990"/>
                  </a:lnTo>
                  <a:cubicBezTo>
                    <a:pt x="1141" y="62863"/>
                    <a:pt x="1141" y="62736"/>
                    <a:pt x="1109" y="62610"/>
                  </a:cubicBezTo>
                  <a:close/>
                  <a:moveTo>
                    <a:pt x="1267" y="63401"/>
                  </a:moveTo>
                  <a:lnTo>
                    <a:pt x="1109" y="63433"/>
                  </a:lnTo>
                  <a:cubicBezTo>
                    <a:pt x="1141" y="63560"/>
                    <a:pt x="1172" y="63686"/>
                    <a:pt x="1204" y="63845"/>
                  </a:cubicBezTo>
                  <a:lnTo>
                    <a:pt x="1362" y="63781"/>
                  </a:lnTo>
                  <a:cubicBezTo>
                    <a:pt x="1331" y="63655"/>
                    <a:pt x="1299" y="63528"/>
                    <a:pt x="1267" y="63401"/>
                  </a:cubicBezTo>
                  <a:close/>
                  <a:moveTo>
                    <a:pt x="1426" y="64193"/>
                  </a:moveTo>
                  <a:lnTo>
                    <a:pt x="1267" y="64225"/>
                  </a:lnTo>
                  <a:cubicBezTo>
                    <a:pt x="1299" y="64351"/>
                    <a:pt x="1331" y="64478"/>
                    <a:pt x="1362" y="64636"/>
                  </a:cubicBezTo>
                  <a:lnTo>
                    <a:pt x="1521" y="64605"/>
                  </a:lnTo>
                  <a:cubicBezTo>
                    <a:pt x="1489" y="64446"/>
                    <a:pt x="1457" y="64320"/>
                    <a:pt x="1426" y="64193"/>
                  </a:cubicBezTo>
                  <a:close/>
                  <a:moveTo>
                    <a:pt x="1616" y="64985"/>
                  </a:moveTo>
                  <a:lnTo>
                    <a:pt x="1457" y="65016"/>
                  </a:lnTo>
                  <a:cubicBezTo>
                    <a:pt x="1489" y="65143"/>
                    <a:pt x="1521" y="65301"/>
                    <a:pt x="1552" y="65428"/>
                  </a:cubicBezTo>
                  <a:lnTo>
                    <a:pt x="1711" y="65396"/>
                  </a:lnTo>
                  <a:cubicBezTo>
                    <a:pt x="1679" y="65238"/>
                    <a:pt x="1647" y="65111"/>
                    <a:pt x="1616" y="64985"/>
                  </a:cubicBezTo>
                  <a:close/>
                  <a:moveTo>
                    <a:pt x="1806" y="65776"/>
                  </a:moveTo>
                  <a:lnTo>
                    <a:pt x="1647" y="65808"/>
                  </a:lnTo>
                  <a:cubicBezTo>
                    <a:pt x="1679" y="65966"/>
                    <a:pt x="1711" y="66093"/>
                    <a:pt x="1774" y="66220"/>
                  </a:cubicBezTo>
                  <a:lnTo>
                    <a:pt x="1932" y="66156"/>
                  </a:lnTo>
                  <a:cubicBezTo>
                    <a:pt x="1869" y="66030"/>
                    <a:pt x="1837" y="65903"/>
                    <a:pt x="1806" y="65776"/>
                  </a:cubicBezTo>
                  <a:close/>
                  <a:moveTo>
                    <a:pt x="2027" y="66568"/>
                  </a:moveTo>
                  <a:lnTo>
                    <a:pt x="1869" y="66600"/>
                  </a:lnTo>
                  <a:cubicBezTo>
                    <a:pt x="1901" y="66726"/>
                    <a:pt x="1932" y="66853"/>
                    <a:pt x="1964" y="67012"/>
                  </a:cubicBezTo>
                  <a:lnTo>
                    <a:pt x="2122" y="66948"/>
                  </a:lnTo>
                  <a:lnTo>
                    <a:pt x="2027" y="66568"/>
                  </a:lnTo>
                  <a:close/>
                  <a:moveTo>
                    <a:pt x="2249" y="67360"/>
                  </a:moveTo>
                  <a:lnTo>
                    <a:pt x="2091" y="67392"/>
                  </a:lnTo>
                  <a:cubicBezTo>
                    <a:pt x="2122" y="67518"/>
                    <a:pt x="2154" y="67645"/>
                    <a:pt x="2186" y="67772"/>
                  </a:cubicBezTo>
                  <a:lnTo>
                    <a:pt x="2344" y="67740"/>
                  </a:lnTo>
                  <a:cubicBezTo>
                    <a:pt x="2312" y="67613"/>
                    <a:pt x="2281" y="67487"/>
                    <a:pt x="2249" y="67360"/>
                  </a:cubicBezTo>
                  <a:close/>
                  <a:moveTo>
                    <a:pt x="2471" y="68120"/>
                  </a:moveTo>
                  <a:lnTo>
                    <a:pt x="2312" y="68183"/>
                  </a:lnTo>
                  <a:cubicBezTo>
                    <a:pt x="2344" y="68310"/>
                    <a:pt x="2407" y="68437"/>
                    <a:pt x="2439" y="68563"/>
                  </a:cubicBezTo>
                  <a:lnTo>
                    <a:pt x="2598" y="68500"/>
                  </a:lnTo>
                  <a:cubicBezTo>
                    <a:pt x="2566" y="68373"/>
                    <a:pt x="2502" y="68247"/>
                    <a:pt x="2471" y="68120"/>
                  </a:cubicBezTo>
                  <a:close/>
                  <a:moveTo>
                    <a:pt x="2724" y="68912"/>
                  </a:moveTo>
                  <a:lnTo>
                    <a:pt x="2566" y="68943"/>
                  </a:lnTo>
                  <a:cubicBezTo>
                    <a:pt x="2598" y="69070"/>
                    <a:pt x="2661" y="69197"/>
                    <a:pt x="2693" y="69323"/>
                  </a:cubicBezTo>
                  <a:lnTo>
                    <a:pt x="2851" y="69292"/>
                  </a:lnTo>
                  <a:cubicBezTo>
                    <a:pt x="2819" y="69165"/>
                    <a:pt x="2756" y="69038"/>
                    <a:pt x="2724" y="68912"/>
                  </a:cubicBezTo>
                  <a:close/>
                  <a:moveTo>
                    <a:pt x="2978" y="69672"/>
                  </a:moveTo>
                  <a:lnTo>
                    <a:pt x="2819" y="69735"/>
                  </a:lnTo>
                  <a:cubicBezTo>
                    <a:pt x="2883" y="69862"/>
                    <a:pt x="2914" y="69988"/>
                    <a:pt x="2946" y="70115"/>
                  </a:cubicBezTo>
                  <a:lnTo>
                    <a:pt x="3104" y="70052"/>
                  </a:lnTo>
                  <a:cubicBezTo>
                    <a:pt x="3073" y="69925"/>
                    <a:pt x="3009" y="69798"/>
                    <a:pt x="2978" y="69672"/>
                  </a:cubicBezTo>
                  <a:close/>
                  <a:moveTo>
                    <a:pt x="3263" y="70432"/>
                  </a:moveTo>
                  <a:lnTo>
                    <a:pt x="3104" y="70495"/>
                  </a:lnTo>
                  <a:cubicBezTo>
                    <a:pt x="3136" y="70622"/>
                    <a:pt x="3199" y="70748"/>
                    <a:pt x="3231" y="70875"/>
                  </a:cubicBezTo>
                  <a:lnTo>
                    <a:pt x="3389" y="70812"/>
                  </a:lnTo>
                  <a:cubicBezTo>
                    <a:pt x="3326" y="70685"/>
                    <a:pt x="3294" y="70558"/>
                    <a:pt x="3263" y="70432"/>
                  </a:cubicBezTo>
                  <a:close/>
                  <a:moveTo>
                    <a:pt x="3516" y="71192"/>
                  </a:moveTo>
                  <a:lnTo>
                    <a:pt x="3358" y="71255"/>
                  </a:lnTo>
                  <a:cubicBezTo>
                    <a:pt x="3421" y="71382"/>
                    <a:pt x="3484" y="71508"/>
                    <a:pt x="3516" y="71635"/>
                  </a:cubicBezTo>
                  <a:lnTo>
                    <a:pt x="3674" y="71572"/>
                  </a:lnTo>
                  <a:cubicBezTo>
                    <a:pt x="3611" y="71445"/>
                    <a:pt x="3579" y="71318"/>
                    <a:pt x="3516" y="71192"/>
                  </a:cubicBezTo>
                  <a:close/>
                  <a:moveTo>
                    <a:pt x="3833" y="71952"/>
                  </a:moveTo>
                  <a:lnTo>
                    <a:pt x="3674" y="72015"/>
                  </a:lnTo>
                  <a:cubicBezTo>
                    <a:pt x="3706" y="72142"/>
                    <a:pt x="3769" y="72269"/>
                    <a:pt x="3833" y="72395"/>
                  </a:cubicBezTo>
                  <a:lnTo>
                    <a:pt x="3959" y="72332"/>
                  </a:lnTo>
                  <a:cubicBezTo>
                    <a:pt x="3928" y="72205"/>
                    <a:pt x="3864" y="72079"/>
                    <a:pt x="3833" y="71952"/>
                  </a:cubicBezTo>
                  <a:close/>
                  <a:moveTo>
                    <a:pt x="4118" y="72712"/>
                  </a:moveTo>
                  <a:lnTo>
                    <a:pt x="3959" y="72775"/>
                  </a:lnTo>
                  <a:cubicBezTo>
                    <a:pt x="4023" y="72902"/>
                    <a:pt x="4086" y="73029"/>
                    <a:pt x="4118" y="73155"/>
                  </a:cubicBezTo>
                  <a:lnTo>
                    <a:pt x="4276" y="73092"/>
                  </a:lnTo>
                  <a:cubicBezTo>
                    <a:pt x="4213" y="72965"/>
                    <a:pt x="4181" y="72839"/>
                    <a:pt x="4118" y="72712"/>
                  </a:cubicBezTo>
                  <a:close/>
                  <a:moveTo>
                    <a:pt x="4434" y="73472"/>
                  </a:moveTo>
                  <a:lnTo>
                    <a:pt x="4308" y="73535"/>
                  </a:lnTo>
                  <a:cubicBezTo>
                    <a:pt x="4339" y="73662"/>
                    <a:pt x="4403" y="73789"/>
                    <a:pt x="4466" y="73915"/>
                  </a:cubicBezTo>
                  <a:lnTo>
                    <a:pt x="4593" y="73852"/>
                  </a:lnTo>
                  <a:cubicBezTo>
                    <a:pt x="4561" y="73725"/>
                    <a:pt x="4498" y="73599"/>
                    <a:pt x="4434" y="73472"/>
                  </a:cubicBezTo>
                  <a:close/>
                  <a:moveTo>
                    <a:pt x="4783" y="74200"/>
                  </a:moveTo>
                  <a:lnTo>
                    <a:pt x="4624" y="74295"/>
                  </a:lnTo>
                  <a:cubicBezTo>
                    <a:pt x="4688" y="74422"/>
                    <a:pt x="4751" y="74549"/>
                    <a:pt x="4783" y="74644"/>
                  </a:cubicBezTo>
                  <a:lnTo>
                    <a:pt x="4941" y="74580"/>
                  </a:lnTo>
                  <a:cubicBezTo>
                    <a:pt x="4878" y="74454"/>
                    <a:pt x="4814" y="74327"/>
                    <a:pt x="4783" y="74200"/>
                  </a:cubicBezTo>
                  <a:close/>
                  <a:moveTo>
                    <a:pt x="5099" y="74960"/>
                  </a:moveTo>
                  <a:lnTo>
                    <a:pt x="4973" y="75024"/>
                  </a:lnTo>
                  <a:cubicBezTo>
                    <a:pt x="5004" y="75150"/>
                    <a:pt x="5068" y="75277"/>
                    <a:pt x="5131" y="75404"/>
                  </a:cubicBezTo>
                  <a:lnTo>
                    <a:pt x="5289" y="75340"/>
                  </a:lnTo>
                  <a:cubicBezTo>
                    <a:pt x="5226" y="75214"/>
                    <a:pt x="5163" y="75087"/>
                    <a:pt x="5099" y="74960"/>
                  </a:cubicBezTo>
                  <a:close/>
                  <a:moveTo>
                    <a:pt x="5479" y="75689"/>
                  </a:moveTo>
                  <a:lnTo>
                    <a:pt x="5321" y="75752"/>
                  </a:lnTo>
                  <a:cubicBezTo>
                    <a:pt x="5384" y="75879"/>
                    <a:pt x="5448" y="76005"/>
                    <a:pt x="5511" y="76132"/>
                  </a:cubicBezTo>
                  <a:lnTo>
                    <a:pt x="5638" y="76069"/>
                  </a:lnTo>
                  <a:cubicBezTo>
                    <a:pt x="5574" y="75942"/>
                    <a:pt x="5511" y="75815"/>
                    <a:pt x="5479" y="75689"/>
                  </a:cubicBezTo>
                  <a:close/>
                  <a:moveTo>
                    <a:pt x="5828" y="76417"/>
                  </a:moveTo>
                  <a:lnTo>
                    <a:pt x="5669" y="76512"/>
                  </a:lnTo>
                  <a:cubicBezTo>
                    <a:pt x="5733" y="76639"/>
                    <a:pt x="5796" y="76734"/>
                    <a:pt x="5859" y="76861"/>
                  </a:cubicBezTo>
                  <a:lnTo>
                    <a:pt x="6018" y="76797"/>
                  </a:lnTo>
                  <a:cubicBezTo>
                    <a:pt x="5954" y="76671"/>
                    <a:pt x="5891" y="76544"/>
                    <a:pt x="5828" y="76417"/>
                  </a:cubicBezTo>
                  <a:close/>
                  <a:moveTo>
                    <a:pt x="6208" y="77146"/>
                  </a:moveTo>
                  <a:lnTo>
                    <a:pt x="6049" y="77241"/>
                  </a:lnTo>
                  <a:cubicBezTo>
                    <a:pt x="6113" y="77336"/>
                    <a:pt x="6176" y="77462"/>
                    <a:pt x="6239" y="77589"/>
                  </a:cubicBezTo>
                  <a:lnTo>
                    <a:pt x="6398" y="77526"/>
                  </a:lnTo>
                  <a:cubicBezTo>
                    <a:pt x="6334" y="77399"/>
                    <a:pt x="6271" y="77272"/>
                    <a:pt x="6208" y="77146"/>
                  </a:cubicBezTo>
                  <a:close/>
                  <a:moveTo>
                    <a:pt x="6588" y="77874"/>
                  </a:moveTo>
                  <a:lnTo>
                    <a:pt x="6461" y="77937"/>
                  </a:lnTo>
                  <a:cubicBezTo>
                    <a:pt x="6524" y="78064"/>
                    <a:pt x="6588" y="78191"/>
                    <a:pt x="6651" y="78317"/>
                  </a:cubicBezTo>
                  <a:lnTo>
                    <a:pt x="6778" y="78222"/>
                  </a:lnTo>
                  <a:cubicBezTo>
                    <a:pt x="6714" y="78096"/>
                    <a:pt x="6651" y="78001"/>
                    <a:pt x="6588" y="77874"/>
                  </a:cubicBezTo>
                  <a:close/>
                  <a:moveTo>
                    <a:pt x="7000" y="78571"/>
                  </a:moveTo>
                  <a:lnTo>
                    <a:pt x="6841" y="78666"/>
                  </a:lnTo>
                  <a:lnTo>
                    <a:pt x="7031" y="79014"/>
                  </a:lnTo>
                  <a:lnTo>
                    <a:pt x="7190" y="78951"/>
                  </a:lnTo>
                  <a:cubicBezTo>
                    <a:pt x="7126" y="78824"/>
                    <a:pt x="7063" y="78697"/>
                    <a:pt x="7000" y="78571"/>
                  </a:cubicBezTo>
                  <a:close/>
                  <a:moveTo>
                    <a:pt x="7411" y="79299"/>
                  </a:moveTo>
                  <a:lnTo>
                    <a:pt x="7253" y="79362"/>
                  </a:lnTo>
                  <a:cubicBezTo>
                    <a:pt x="7316" y="79489"/>
                    <a:pt x="7411" y="79616"/>
                    <a:pt x="7475" y="79711"/>
                  </a:cubicBezTo>
                  <a:lnTo>
                    <a:pt x="7601" y="79647"/>
                  </a:lnTo>
                  <a:cubicBezTo>
                    <a:pt x="7538" y="79521"/>
                    <a:pt x="7475" y="79394"/>
                    <a:pt x="7411" y="79299"/>
                  </a:cubicBezTo>
                  <a:close/>
                  <a:moveTo>
                    <a:pt x="7823" y="79996"/>
                  </a:moveTo>
                  <a:lnTo>
                    <a:pt x="7665" y="80091"/>
                  </a:lnTo>
                  <a:cubicBezTo>
                    <a:pt x="7760" y="80186"/>
                    <a:pt x="7823" y="80312"/>
                    <a:pt x="7886" y="80439"/>
                  </a:cubicBezTo>
                  <a:lnTo>
                    <a:pt x="8045" y="80344"/>
                  </a:lnTo>
                  <a:cubicBezTo>
                    <a:pt x="7950" y="80217"/>
                    <a:pt x="7886" y="80091"/>
                    <a:pt x="7823" y="79996"/>
                  </a:cubicBezTo>
                  <a:close/>
                  <a:moveTo>
                    <a:pt x="8235" y="80692"/>
                  </a:moveTo>
                  <a:lnTo>
                    <a:pt x="8108" y="80756"/>
                  </a:lnTo>
                  <a:cubicBezTo>
                    <a:pt x="8171" y="80882"/>
                    <a:pt x="8266" y="81009"/>
                    <a:pt x="8330" y="81104"/>
                  </a:cubicBezTo>
                  <a:lnTo>
                    <a:pt x="8456" y="81041"/>
                  </a:lnTo>
                  <a:cubicBezTo>
                    <a:pt x="8393" y="80914"/>
                    <a:pt x="8330" y="80787"/>
                    <a:pt x="8235" y="80692"/>
                  </a:cubicBezTo>
                  <a:close/>
                  <a:moveTo>
                    <a:pt x="8678" y="81358"/>
                  </a:moveTo>
                  <a:lnTo>
                    <a:pt x="8551" y="81453"/>
                  </a:lnTo>
                  <a:cubicBezTo>
                    <a:pt x="8615" y="81579"/>
                    <a:pt x="8710" y="81674"/>
                    <a:pt x="8773" y="81801"/>
                  </a:cubicBezTo>
                  <a:lnTo>
                    <a:pt x="8900" y="81706"/>
                  </a:lnTo>
                  <a:cubicBezTo>
                    <a:pt x="8836" y="81579"/>
                    <a:pt x="8773" y="81484"/>
                    <a:pt x="8678" y="81358"/>
                  </a:cubicBezTo>
                  <a:close/>
                  <a:moveTo>
                    <a:pt x="9153" y="82054"/>
                  </a:moveTo>
                  <a:lnTo>
                    <a:pt x="8995" y="82149"/>
                  </a:lnTo>
                  <a:cubicBezTo>
                    <a:pt x="9090" y="82244"/>
                    <a:pt x="9153" y="82371"/>
                    <a:pt x="9248" y="82466"/>
                  </a:cubicBezTo>
                  <a:lnTo>
                    <a:pt x="9375" y="82371"/>
                  </a:lnTo>
                  <a:cubicBezTo>
                    <a:pt x="9280" y="82276"/>
                    <a:pt x="9216" y="82149"/>
                    <a:pt x="9153" y="82054"/>
                  </a:cubicBezTo>
                  <a:close/>
                  <a:moveTo>
                    <a:pt x="9596" y="82719"/>
                  </a:moveTo>
                  <a:lnTo>
                    <a:pt x="9470" y="82814"/>
                  </a:lnTo>
                  <a:lnTo>
                    <a:pt x="9691" y="83131"/>
                  </a:lnTo>
                  <a:lnTo>
                    <a:pt x="9850" y="83036"/>
                  </a:lnTo>
                  <a:cubicBezTo>
                    <a:pt x="9755" y="82941"/>
                    <a:pt x="9691" y="82814"/>
                    <a:pt x="9596" y="82719"/>
                  </a:cubicBezTo>
                  <a:close/>
                  <a:moveTo>
                    <a:pt x="10071" y="83384"/>
                  </a:moveTo>
                  <a:lnTo>
                    <a:pt x="9945" y="83479"/>
                  </a:lnTo>
                  <a:cubicBezTo>
                    <a:pt x="10040" y="83574"/>
                    <a:pt x="10103" y="83701"/>
                    <a:pt x="10198" y="83796"/>
                  </a:cubicBezTo>
                  <a:lnTo>
                    <a:pt x="10325" y="83701"/>
                  </a:lnTo>
                  <a:cubicBezTo>
                    <a:pt x="10230" y="83606"/>
                    <a:pt x="10166" y="83479"/>
                    <a:pt x="10071" y="83384"/>
                  </a:cubicBezTo>
                  <a:close/>
                  <a:moveTo>
                    <a:pt x="10546" y="84049"/>
                  </a:moveTo>
                  <a:lnTo>
                    <a:pt x="10420" y="84144"/>
                  </a:lnTo>
                  <a:cubicBezTo>
                    <a:pt x="10515" y="84239"/>
                    <a:pt x="10578" y="84366"/>
                    <a:pt x="10673" y="84461"/>
                  </a:cubicBezTo>
                  <a:lnTo>
                    <a:pt x="10800" y="84366"/>
                  </a:lnTo>
                  <a:cubicBezTo>
                    <a:pt x="10736" y="84271"/>
                    <a:pt x="10641" y="84144"/>
                    <a:pt x="10546" y="84049"/>
                  </a:cubicBezTo>
                  <a:close/>
                  <a:moveTo>
                    <a:pt x="11053" y="84683"/>
                  </a:moveTo>
                  <a:lnTo>
                    <a:pt x="10926" y="84778"/>
                  </a:lnTo>
                  <a:cubicBezTo>
                    <a:pt x="10990" y="84904"/>
                    <a:pt x="11085" y="84999"/>
                    <a:pt x="11180" y="85126"/>
                  </a:cubicBezTo>
                  <a:lnTo>
                    <a:pt x="11306" y="84999"/>
                  </a:lnTo>
                  <a:lnTo>
                    <a:pt x="11053" y="84683"/>
                  </a:lnTo>
                  <a:close/>
                  <a:moveTo>
                    <a:pt x="11560" y="85348"/>
                  </a:moveTo>
                  <a:lnTo>
                    <a:pt x="11433" y="85443"/>
                  </a:lnTo>
                  <a:cubicBezTo>
                    <a:pt x="11528" y="85538"/>
                    <a:pt x="11592" y="85664"/>
                    <a:pt x="11687" y="85759"/>
                  </a:cubicBezTo>
                  <a:lnTo>
                    <a:pt x="11813" y="85664"/>
                  </a:lnTo>
                  <a:cubicBezTo>
                    <a:pt x="11718" y="85538"/>
                    <a:pt x="11655" y="85443"/>
                    <a:pt x="11560" y="85348"/>
                  </a:cubicBezTo>
                  <a:close/>
                  <a:moveTo>
                    <a:pt x="12067" y="85981"/>
                  </a:moveTo>
                  <a:lnTo>
                    <a:pt x="11940" y="86076"/>
                  </a:lnTo>
                  <a:cubicBezTo>
                    <a:pt x="12035" y="86171"/>
                    <a:pt x="12130" y="86298"/>
                    <a:pt x="12193" y="86393"/>
                  </a:cubicBezTo>
                  <a:lnTo>
                    <a:pt x="12320" y="86298"/>
                  </a:lnTo>
                  <a:cubicBezTo>
                    <a:pt x="12257" y="86171"/>
                    <a:pt x="12162" y="86076"/>
                    <a:pt x="12067" y="85981"/>
                  </a:cubicBezTo>
                  <a:close/>
                  <a:moveTo>
                    <a:pt x="12605" y="86583"/>
                  </a:moveTo>
                  <a:lnTo>
                    <a:pt x="12478" y="86710"/>
                  </a:lnTo>
                  <a:cubicBezTo>
                    <a:pt x="12573" y="86805"/>
                    <a:pt x="12637" y="86900"/>
                    <a:pt x="12732" y="86995"/>
                  </a:cubicBezTo>
                  <a:lnTo>
                    <a:pt x="12858" y="86900"/>
                  </a:lnTo>
                  <a:cubicBezTo>
                    <a:pt x="12763" y="86805"/>
                    <a:pt x="12668" y="86710"/>
                    <a:pt x="12605" y="86583"/>
                  </a:cubicBezTo>
                  <a:close/>
                  <a:moveTo>
                    <a:pt x="13112" y="87216"/>
                  </a:moveTo>
                  <a:lnTo>
                    <a:pt x="13017" y="87311"/>
                  </a:lnTo>
                  <a:cubicBezTo>
                    <a:pt x="13080" y="87406"/>
                    <a:pt x="13175" y="87533"/>
                    <a:pt x="13270" y="87628"/>
                  </a:cubicBezTo>
                  <a:lnTo>
                    <a:pt x="13397" y="87533"/>
                  </a:lnTo>
                  <a:cubicBezTo>
                    <a:pt x="13302" y="87406"/>
                    <a:pt x="13207" y="87311"/>
                    <a:pt x="13112" y="87216"/>
                  </a:cubicBezTo>
                  <a:close/>
                  <a:moveTo>
                    <a:pt x="13682" y="87818"/>
                  </a:moveTo>
                  <a:lnTo>
                    <a:pt x="13555" y="87945"/>
                  </a:lnTo>
                  <a:cubicBezTo>
                    <a:pt x="13650" y="88040"/>
                    <a:pt x="13713" y="88135"/>
                    <a:pt x="13808" y="88230"/>
                  </a:cubicBezTo>
                  <a:lnTo>
                    <a:pt x="13935" y="88135"/>
                  </a:lnTo>
                  <a:cubicBezTo>
                    <a:pt x="13840" y="88008"/>
                    <a:pt x="13745" y="87913"/>
                    <a:pt x="13682" y="87818"/>
                  </a:cubicBezTo>
                  <a:close/>
                  <a:moveTo>
                    <a:pt x="14220" y="88420"/>
                  </a:moveTo>
                  <a:lnTo>
                    <a:pt x="14093" y="88546"/>
                  </a:lnTo>
                  <a:cubicBezTo>
                    <a:pt x="14188" y="88641"/>
                    <a:pt x="14283" y="88736"/>
                    <a:pt x="14378" y="88831"/>
                  </a:cubicBezTo>
                  <a:lnTo>
                    <a:pt x="14505" y="88736"/>
                  </a:lnTo>
                  <a:cubicBezTo>
                    <a:pt x="14410" y="88610"/>
                    <a:pt x="14315" y="88515"/>
                    <a:pt x="14220" y="88420"/>
                  </a:cubicBezTo>
                  <a:close/>
                  <a:moveTo>
                    <a:pt x="14758" y="89021"/>
                  </a:moveTo>
                  <a:lnTo>
                    <a:pt x="14663" y="89148"/>
                  </a:lnTo>
                  <a:cubicBezTo>
                    <a:pt x="14758" y="89243"/>
                    <a:pt x="14853" y="89338"/>
                    <a:pt x="14948" y="89433"/>
                  </a:cubicBezTo>
                  <a:lnTo>
                    <a:pt x="15075" y="89306"/>
                  </a:lnTo>
                  <a:cubicBezTo>
                    <a:pt x="14948" y="89211"/>
                    <a:pt x="14885" y="89116"/>
                    <a:pt x="14758" y="89021"/>
                  </a:cubicBezTo>
                  <a:close/>
                  <a:moveTo>
                    <a:pt x="15328" y="89591"/>
                  </a:moveTo>
                  <a:lnTo>
                    <a:pt x="15233" y="89718"/>
                  </a:lnTo>
                  <a:lnTo>
                    <a:pt x="15518" y="90003"/>
                  </a:lnTo>
                  <a:lnTo>
                    <a:pt x="15645" y="89908"/>
                  </a:lnTo>
                  <a:cubicBezTo>
                    <a:pt x="15550" y="89781"/>
                    <a:pt x="15455" y="89686"/>
                    <a:pt x="15328" y="89591"/>
                  </a:cubicBezTo>
                  <a:close/>
                  <a:moveTo>
                    <a:pt x="15930" y="90161"/>
                  </a:moveTo>
                  <a:lnTo>
                    <a:pt x="15804" y="90288"/>
                  </a:lnTo>
                  <a:cubicBezTo>
                    <a:pt x="15899" y="90383"/>
                    <a:pt x="15994" y="90478"/>
                    <a:pt x="16089" y="90573"/>
                  </a:cubicBezTo>
                  <a:lnTo>
                    <a:pt x="16215" y="90478"/>
                  </a:lnTo>
                  <a:cubicBezTo>
                    <a:pt x="16120" y="90383"/>
                    <a:pt x="16025" y="90256"/>
                    <a:pt x="15930" y="90161"/>
                  </a:cubicBezTo>
                  <a:close/>
                  <a:moveTo>
                    <a:pt x="16500" y="90732"/>
                  </a:moveTo>
                  <a:lnTo>
                    <a:pt x="16405" y="90858"/>
                  </a:lnTo>
                  <a:cubicBezTo>
                    <a:pt x="16500" y="90953"/>
                    <a:pt x="16595" y="91048"/>
                    <a:pt x="16690" y="91143"/>
                  </a:cubicBezTo>
                  <a:lnTo>
                    <a:pt x="16817" y="91017"/>
                  </a:lnTo>
                  <a:cubicBezTo>
                    <a:pt x="16722" y="90922"/>
                    <a:pt x="16627" y="90827"/>
                    <a:pt x="16500" y="90732"/>
                  </a:cubicBezTo>
                  <a:close/>
                  <a:moveTo>
                    <a:pt x="17102" y="91302"/>
                  </a:moveTo>
                  <a:lnTo>
                    <a:pt x="17007" y="91428"/>
                  </a:lnTo>
                  <a:cubicBezTo>
                    <a:pt x="17102" y="91523"/>
                    <a:pt x="17197" y="91618"/>
                    <a:pt x="17292" y="91713"/>
                  </a:cubicBezTo>
                  <a:lnTo>
                    <a:pt x="17419" y="91587"/>
                  </a:lnTo>
                  <a:cubicBezTo>
                    <a:pt x="17324" y="91492"/>
                    <a:pt x="17197" y="91397"/>
                    <a:pt x="17102" y="91302"/>
                  </a:cubicBezTo>
                  <a:close/>
                  <a:moveTo>
                    <a:pt x="17704" y="91840"/>
                  </a:moveTo>
                  <a:lnTo>
                    <a:pt x="17609" y="91967"/>
                  </a:lnTo>
                  <a:cubicBezTo>
                    <a:pt x="17704" y="92062"/>
                    <a:pt x="17799" y="92157"/>
                    <a:pt x="17925" y="92252"/>
                  </a:cubicBezTo>
                  <a:lnTo>
                    <a:pt x="18020" y="92125"/>
                  </a:lnTo>
                  <a:cubicBezTo>
                    <a:pt x="17925" y="92030"/>
                    <a:pt x="17830" y="91935"/>
                    <a:pt x="17704" y="91840"/>
                  </a:cubicBezTo>
                  <a:close/>
                  <a:moveTo>
                    <a:pt x="18337" y="92378"/>
                  </a:moveTo>
                  <a:lnTo>
                    <a:pt x="18210" y="92505"/>
                  </a:lnTo>
                  <a:cubicBezTo>
                    <a:pt x="18337" y="92600"/>
                    <a:pt x="18432" y="92695"/>
                    <a:pt x="18527" y="92790"/>
                  </a:cubicBezTo>
                  <a:lnTo>
                    <a:pt x="18622" y="92663"/>
                  </a:lnTo>
                  <a:cubicBezTo>
                    <a:pt x="18527" y="92568"/>
                    <a:pt x="18432" y="92473"/>
                    <a:pt x="18337" y="92378"/>
                  </a:cubicBezTo>
                  <a:close/>
                  <a:moveTo>
                    <a:pt x="18939" y="92917"/>
                  </a:moveTo>
                  <a:lnTo>
                    <a:pt x="18844" y="93043"/>
                  </a:lnTo>
                  <a:cubicBezTo>
                    <a:pt x="18939" y="93138"/>
                    <a:pt x="19065" y="93233"/>
                    <a:pt x="19160" y="93297"/>
                  </a:cubicBezTo>
                  <a:lnTo>
                    <a:pt x="19255" y="93170"/>
                  </a:lnTo>
                  <a:cubicBezTo>
                    <a:pt x="19160" y="93107"/>
                    <a:pt x="19065" y="93012"/>
                    <a:pt x="18939" y="92917"/>
                  </a:cubicBezTo>
                  <a:close/>
                  <a:moveTo>
                    <a:pt x="19572" y="93455"/>
                  </a:moveTo>
                  <a:lnTo>
                    <a:pt x="19477" y="93582"/>
                  </a:lnTo>
                  <a:cubicBezTo>
                    <a:pt x="19572" y="93645"/>
                    <a:pt x="19699" y="93740"/>
                    <a:pt x="19794" y="93835"/>
                  </a:cubicBezTo>
                  <a:lnTo>
                    <a:pt x="19889" y="93708"/>
                  </a:lnTo>
                  <a:cubicBezTo>
                    <a:pt x="19794" y="93613"/>
                    <a:pt x="19667" y="93518"/>
                    <a:pt x="19572" y="93455"/>
                  </a:cubicBezTo>
                  <a:close/>
                  <a:moveTo>
                    <a:pt x="20206" y="93962"/>
                  </a:moveTo>
                  <a:lnTo>
                    <a:pt x="20110" y="94088"/>
                  </a:lnTo>
                  <a:cubicBezTo>
                    <a:pt x="20237" y="94152"/>
                    <a:pt x="20332" y="94247"/>
                    <a:pt x="20427" y="94342"/>
                  </a:cubicBezTo>
                  <a:lnTo>
                    <a:pt x="20522" y="94215"/>
                  </a:lnTo>
                  <a:cubicBezTo>
                    <a:pt x="20427" y="94120"/>
                    <a:pt x="20332" y="94025"/>
                    <a:pt x="20206" y="93962"/>
                  </a:cubicBezTo>
                  <a:close/>
                  <a:moveTo>
                    <a:pt x="20871" y="94437"/>
                  </a:moveTo>
                  <a:lnTo>
                    <a:pt x="20776" y="94595"/>
                  </a:lnTo>
                  <a:cubicBezTo>
                    <a:pt x="20871" y="94658"/>
                    <a:pt x="20966" y="94753"/>
                    <a:pt x="21092" y="94817"/>
                  </a:cubicBezTo>
                  <a:lnTo>
                    <a:pt x="21187" y="94690"/>
                  </a:lnTo>
                  <a:cubicBezTo>
                    <a:pt x="21061" y="94627"/>
                    <a:pt x="20966" y="94532"/>
                    <a:pt x="20871" y="94437"/>
                  </a:cubicBezTo>
                  <a:close/>
                  <a:moveTo>
                    <a:pt x="21504" y="94943"/>
                  </a:moveTo>
                  <a:lnTo>
                    <a:pt x="21409" y="95070"/>
                  </a:lnTo>
                  <a:cubicBezTo>
                    <a:pt x="21536" y="95165"/>
                    <a:pt x="21631" y="95228"/>
                    <a:pt x="21757" y="95323"/>
                  </a:cubicBezTo>
                  <a:lnTo>
                    <a:pt x="21852" y="95197"/>
                  </a:lnTo>
                  <a:cubicBezTo>
                    <a:pt x="21726" y="95102"/>
                    <a:pt x="21631" y="95007"/>
                    <a:pt x="21504" y="94943"/>
                  </a:cubicBezTo>
                  <a:close/>
                  <a:moveTo>
                    <a:pt x="22169" y="95419"/>
                  </a:moveTo>
                  <a:lnTo>
                    <a:pt x="22074" y="95545"/>
                  </a:lnTo>
                  <a:cubicBezTo>
                    <a:pt x="22201" y="95640"/>
                    <a:pt x="22296" y="95704"/>
                    <a:pt x="22422" y="95799"/>
                  </a:cubicBezTo>
                  <a:lnTo>
                    <a:pt x="22517" y="95672"/>
                  </a:lnTo>
                  <a:cubicBezTo>
                    <a:pt x="22391" y="95577"/>
                    <a:pt x="22296" y="95514"/>
                    <a:pt x="22169" y="95419"/>
                  </a:cubicBezTo>
                  <a:close/>
                  <a:moveTo>
                    <a:pt x="22834" y="95894"/>
                  </a:moveTo>
                  <a:lnTo>
                    <a:pt x="22739" y="96020"/>
                  </a:lnTo>
                  <a:cubicBezTo>
                    <a:pt x="22866" y="96115"/>
                    <a:pt x="22992" y="96179"/>
                    <a:pt x="23087" y="96274"/>
                  </a:cubicBezTo>
                  <a:lnTo>
                    <a:pt x="23182" y="96115"/>
                  </a:lnTo>
                  <a:cubicBezTo>
                    <a:pt x="23056" y="96052"/>
                    <a:pt x="22961" y="95989"/>
                    <a:pt x="22834" y="95894"/>
                  </a:cubicBezTo>
                  <a:close/>
                  <a:moveTo>
                    <a:pt x="23531" y="96369"/>
                  </a:moveTo>
                  <a:lnTo>
                    <a:pt x="23436" y="96495"/>
                  </a:lnTo>
                  <a:lnTo>
                    <a:pt x="23784" y="96717"/>
                  </a:lnTo>
                  <a:lnTo>
                    <a:pt x="23879" y="96590"/>
                  </a:lnTo>
                  <a:cubicBezTo>
                    <a:pt x="23752" y="96495"/>
                    <a:pt x="23626" y="96432"/>
                    <a:pt x="23531" y="96369"/>
                  </a:cubicBezTo>
                  <a:close/>
                  <a:moveTo>
                    <a:pt x="24196" y="96812"/>
                  </a:moveTo>
                  <a:lnTo>
                    <a:pt x="24132" y="96939"/>
                  </a:lnTo>
                  <a:cubicBezTo>
                    <a:pt x="24227" y="97034"/>
                    <a:pt x="24354" y="97097"/>
                    <a:pt x="24449" y="97160"/>
                  </a:cubicBezTo>
                  <a:lnTo>
                    <a:pt x="24544" y="97034"/>
                  </a:lnTo>
                  <a:cubicBezTo>
                    <a:pt x="24449" y="96970"/>
                    <a:pt x="24322" y="96875"/>
                    <a:pt x="24196" y="96812"/>
                  </a:cubicBezTo>
                  <a:close/>
                  <a:moveTo>
                    <a:pt x="24893" y="97255"/>
                  </a:moveTo>
                  <a:lnTo>
                    <a:pt x="24798" y="97382"/>
                  </a:lnTo>
                  <a:cubicBezTo>
                    <a:pt x="24924" y="97445"/>
                    <a:pt x="25051" y="97540"/>
                    <a:pt x="25146" y="97604"/>
                  </a:cubicBezTo>
                  <a:lnTo>
                    <a:pt x="25241" y="97477"/>
                  </a:lnTo>
                  <a:cubicBezTo>
                    <a:pt x="25146" y="97382"/>
                    <a:pt x="25019" y="97319"/>
                    <a:pt x="24893" y="97255"/>
                  </a:cubicBezTo>
                  <a:close/>
                  <a:moveTo>
                    <a:pt x="25589" y="97667"/>
                  </a:moveTo>
                  <a:lnTo>
                    <a:pt x="25526" y="97825"/>
                  </a:lnTo>
                  <a:cubicBezTo>
                    <a:pt x="25621" y="97889"/>
                    <a:pt x="25748" y="97952"/>
                    <a:pt x="25874" y="98015"/>
                  </a:cubicBezTo>
                  <a:lnTo>
                    <a:pt x="25938" y="97889"/>
                  </a:lnTo>
                  <a:cubicBezTo>
                    <a:pt x="25843" y="97825"/>
                    <a:pt x="25716" y="97730"/>
                    <a:pt x="25589" y="97667"/>
                  </a:cubicBezTo>
                  <a:close/>
                  <a:moveTo>
                    <a:pt x="26318" y="98079"/>
                  </a:moveTo>
                  <a:lnTo>
                    <a:pt x="26223" y="98237"/>
                  </a:lnTo>
                  <a:cubicBezTo>
                    <a:pt x="26349" y="98300"/>
                    <a:pt x="26444" y="98364"/>
                    <a:pt x="26571" y="98427"/>
                  </a:cubicBezTo>
                  <a:lnTo>
                    <a:pt x="26666" y="98300"/>
                  </a:lnTo>
                  <a:cubicBezTo>
                    <a:pt x="26539" y="98237"/>
                    <a:pt x="26413" y="98174"/>
                    <a:pt x="26318" y="98079"/>
                  </a:cubicBezTo>
                  <a:close/>
                  <a:moveTo>
                    <a:pt x="27014" y="98490"/>
                  </a:moveTo>
                  <a:lnTo>
                    <a:pt x="26919" y="98649"/>
                  </a:lnTo>
                  <a:cubicBezTo>
                    <a:pt x="27046" y="98712"/>
                    <a:pt x="27173" y="98775"/>
                    <a:pt x="27299" y="98839"/>
                  </a:cubicBezTo>
                  <a:lnTo>
                    <a:pt x="27363" y="98680"/>
                  </a:lnTo>
                  <a:cubicBezTo>
                    <a:pt x="27268" y="98617"/>
                    <a:pt x="27141" y="98554"/>
                    <a:pt x="27014" y="98490"/>
                  </a:cubicBezTo>
                  <a:close/>
                  <a:moveTo>
                    <a:pt x="27743" y="98902"/>
                  </a:moveTo>
                  <a:lnTo>
                    <a:pt x="27648" y="99029"/>
                  </a:lnTo>
                  <a:cubicBezTo>
                    <a:pt x="27774" y="99092"/>
                    <a:pt x="27901" y="99155"/>
                    <a:pt x="28028" y="99219"/>
                  </a:cubicBezTo>
                  <a:lnTo>
                    <a:pt x="28091" y="99092"/>
                  </a:lnTo>
                  <a:cubicBezTo>
                    <a:pt x="27964" y="99029"/>
                    <a:pt x="27838" y="98965"/>
                    <a:pt x="27743" y="98902"/>
                  </a:cubicBezTo>
                  <a:close/>
                  <a:moveTo>
                    <a:pt x="28439" y="99282"/>
                  </a:moveTo>
                  <a:lnTo>
                    <a:pt x="28376" y="99409"/>
                  </a:lnTo>
                  <a:cubicBezTo>
                    <a:pt x="28503" y="99472"/>
                    <a:pt x="28629" y="99535"/>
                    <a:pt x="28756" y="99599"/>
                  </a:cubicBezTo>
                  <a:lnTo>
                    <a:pt x="28819" y="99472"/>
                  </a:lnTo>
                  <a:cubicBezTo>
                    <a:pt x="28693" y="99409"/>
                    <a:pt x="28566" y="99345"/>
                    <a:pt x="28439" y="99282"/>
                  </a:cubicBezTo>
                  <a:close/>
                  <a:moveTo>
                    <a:pt x="29168" y="99630"/>
                  </a:moveTo>
                  <a:lnTo>
                    <a:pt x="29105" y="99789"/>
                  </a:lnTo>
                  <a:cubicBezTo>
                    <a:pt x="29231" y="99852"/>
                    <a:pt x="29358" y="99915"/>
                    <a:pt x="29485" y="99979"/>
                  </a:cubicBezTo>
                  <a:lnTo>
                    <a:pt x="29548" y="99820"/>
                  </a:lnTo>
                  <a:cubicBezTo>
                    <a:pt x="29421" y="99757"/>
                    <a:pt x="29295" y="99694"/>
                    <a:pt x="29168" y="99630"/>
                  </a:cubicBezTo>
                  <a:close/>
                  <a:moveTo>
                    <a:pt x="29928" y="100010"/>
                  </a:moveTo>
                  <a:lnTo>
                    <a:pt x="29833" y="100137"/>
                  </a:lnTo>
                  <a:cubicBezTo>
                    <a:pt x="29960" y="100201"/>
                    <a:pt x="30086" y="100264"/>
                    <a:pt x="30213" y="100327"/>
                  </a:cubicBezTo>
                  <a:lnTo>
                    <a:pt x="30276" y="100169"/>
                  </a:lnTo>
                  <a:cubicBezTo>
                    <a:pt x="30150" y="100137"/>
                    <a:pt x="30055" y="100074"/>
                    <a:pt x="29928" y="100010"/>
                  </a:cubicBezTo>
                  <a:close/>
                  <a:moveTo>
                    <a:pt x="30656" y="100359"/>
                  </a:moveTo>
                  <a:lnTo>
                    <a:pt x="30593" y="100517"/>
                  </a:lnTo>
                  <a:cubicBezTo>
                    <a:pt x="30720" y="100549"/>
                    <a:pt x="30846" y="100612"/>
                    <a:pt x="30973" y="100676"/>
                  </a:cubicBezTo>
                  <a:lnTo>
                    <a:pt x="31036" y="100517"/>
                  </a:lnTo>
                  <a:cubicBezTo>
                    <a:pt x="30910" y="100454"/>
                    <a:pt x="30783" y="100422"/>
                    <a:pt x="30656" y="100359"/>
                  </a:cubicBezTo>
                  <a:close/>
                  <a:moveTo>
                    <a:pt x="31416" y="100676"/>
                  </a:moveTo>
                  <a:lnTo>
                    <a:pt x="31353" y="100834"/>
                  </a:lnTo>
                  <a:cubicBezTo>
                    <a:pt x="31480" y="100897"/>
                    <a:pt x="31575" y="100961"/>
                    <a:pt x="31701" y="100992"/>
                  </a:cubicBezTo>
                  <a:lnTo>
                    <a:pt x="31765" y="100866"/>
                  </a:lnTo>
                  <a:cubicBezTo>
                    <a:pt x="31670" y="100802"/>
                    <a:pt x="31543" y="100739"/>
                    <a:pt x="31416" y="100676"/>
                  </a:cubicBezTo>
                  <a:close/>
                  <a:moveTo>
                    <a:pt x="32145" y="101024"/>
                  </a:moveTo>
                  <a:lnTo>
                    <a:pt x="32081" y="101182"/>
                  </a:lnTo>
                  <a:cubicBezTo>
                    <a:pt x="32208" y="101214"/>
                    <a:pt x="32335" y="101277"/>
                    <a:pt x="32461" y="101341"/>
                  </a:cubicBezTo>
                  <a:lnTo>
                    <a:pt x="32525" y="101182"/>
                  </a:lnTo>
                  <a:cubicBezTo>
                    <a:pt x="32398" y="101119"/>
                    <a:pt x="32271" y="101056"/>
                    <a:pt x="32145" y="101024"/>
                  </a:cubicBezTo>
                  <a:close/>
                  <a:moveTo>
                    <a:pt x="32905" y="101341"/>
                  </a:moveTo>
                  <a:lnTo>
                    <a:pt x="32841" y="101467"/>
                  </a:lnTo>
                  <a:lnTo>
                    <a:pt x="33221" y="101626"/>
                  </a:lnTo>
                  <a:lnTo>
                    <a:pt x="33285" y="101467"/>
                  </a:lnTo>
                  <a:cubicBezTo>
                    <a:pt x="33158" y="101436"/>
                    <a:pt x="33031" y="101372"/>
                    <a:pt x="32905" y="101341"/>
                  </a:cubicBezTo>
                  <a:close/>
                  <a:moveTo>
                    <a:pt x="33665" y="101626"/>
                  </a:moveTo>
                  <a:lnTo>
                    <a:pt x="33602" y="101784"/>
                  </a:lnTo>
                  <a:cubicBezTo>
                    <a:pt x="33728" y="101847"/>
                    <a:pt x="33855" y="101879"/>
                    <a:pt x="33982" y="101942"/>
                  </a:cubicBezTo>
                  <a:lnTo>
                    <a:pt x="34045" y="101784"/>
                  </a:lnTo>
                  <a:cubicBezTo>
                    <a:pt x="33918" y="101721"/>
                    <a:pt x="33792" y="101689"/>
                    <a:pt x="33665" y="101626"/>
                  </a:cubicBezTo>
                  <a:close/>
                  <a:moveTo>
                    <a:pt x="34425" y="101911"/>
                  </a:moveTo>
                  <a:lnTo>
                    <a:pt x="34393" y="102069"/>
                  </a:lnTo>
                  <a:cubicBezTo>
                    <a:pt x="34520" y="102132"/>
                    <a:pt x="34647" y="102164"/>
                    <a:pt x="34773" y="102227"/>
                  </a:cubicBezTo>
                  <a:lnTo>
                    <a:pt x="34805" y="102069"/>
                  </a:lnTo>
                  <a:cubicBezTo>
                    <a:pt x="34678" y="102006"/>
                    <a:pt x="34552" y="101974"/>
                    <a:pt x="34425" y="101911"/>
                  </a:cubicBezTo>
                  <a:close/>
                  <a:moveTo>
                    <a:pt x="35217" y="102196"/>
                  </a:moveTo>
                  <a:lnTo>
                    <a:pt x="35153" y="102354"/>
                  </a:lnTo>
                  <a:cubicBezTo>
                    <a:pt x="35280" y="102386"/>
                    <a:pt x="35407" y="102449"/>
                    <a:pt x="35533" y="102481"/>
                  </a:cubicBezTo>
                  <a:lnTo>
                    <a:pt x="35597" y="102322"/>
                  </a:lnTo>
                  <a:cubicBezTo>
                    <a:pt x="35470" y="102291"/>
                    <a:pt x="35343" y="102227"/>
                    <a:pt x="35217" y="102196"/>
                  </a:cubicBezTo>
                  <a:close/>
                  <a:moveTo>
                    <a:pt x="35977" y="102449"/>
                  </a:moveTo>
                  <a:lnTo>
                    <a:pt x="35913" y="102607"/>
                  </a:lnTo>
                  <a:cubicBezTo>
                    <a:pt x="36040" y="102671"/>
                    <a:pt x="36198" y="102702"/>
                    <a:pt x="36325" y="102734"/>
                  </a:cubicBezTo>
                  <a:lnTo>
                    <a:pt x="36357" y="102576"/>
                  </a:lnTo>
                  <a:cubicBezTo>
                    <a:pt x="36230" y="102544"/>
                    <a:pt x="36103" y="102512"/>
                    <a:pt x="35977" y="102449"/>
                  </a:cubicBezTo>
                  <a:close/>
                  <a:moveTo>
                    <a:pt x="36768" y="102734"/>
                  </a:moveTo>
                  <a:lnTo>
                    <a:pt x="36705" y="102861"/>
                  </a:lnTo>
                  <a:cubicBezTo>
                    <a:pt x="36832" y="102924"/>
                    <a:pt x="36958" y="102956"/>
                    <a:pt x="37085" y="102987"/>
                  </a:cubicBezTo>
                  <a:lnTo>
                    <a:pt x="37148" y="102829"/>
                  </a:lnTo>
                  <a:cubicBezTo>
                    <a:pt x="37022" y="102797"/>
                    <a:pt x="36895" y="102766"/>
                    <a:pt x="36768" y="102734"/>
                  </a:cubicBezTo>
                  <a:close/>
                  <a:moveTo>
                    <a:pt x="37528" y="102956"/>
                  </a:moveTo>
                  <a:lnTo>
                    <a:pt x="37497" y="103114"/>
                  </a:lnTo>
                  <a:cubicBezTo>
                    <a:pt x="37623" y="103146"/>
                    <a:pt x="37750" y="103177"/>
                    <a:pt x="37877" y="103241"/>
                  </a:cubicBezTo>
                  <a:lnTo>
                    <a:pt x="37940" y="103082"/>
                  </a:lnTo>
                  <a:cubicBezTo>
                    <a:pt x="37814" y="103019"/>
                    <a:pt x="37655" y="102987"/>
                    <a:pt x="37528" y="102956"/>
                  </a:cubicBezTo>
                  <a:close/>
                  <a:moveTo>
                    <a:pt x="38320" y="103177"/>
                  </a:moveTo>
                  <a:lnTo>
                    <a:pt x="38257" y="103336"/>
                  </a:lnTo>
                  <a:cubicBezTo>
                    <a:pt x="38415" y="103367"/>
                    <a:pt x="38542" y="103431"/>
                    <a:pt x="38669" y="103462"/>
                  </a:cubicBezTo>
                  <a:lnTo>
                    <a:pt x="38700" y="103304"/>
                  </a:lnTo>
                  <a:cubicBezTo>
                    <a:pt x="38574" y="103272"/>
                    <a:pt x="38447" y="103209"/>
                    <a:pt x="38320" y="103177"/>
                  </a:cubicBezTo>
                  <a:close/>
                  <a:moveTo>
                    <a:pt x="39112" y="103399"/>
                  </a:moveTo>
                  <a:lnTo>
                    <a:pt x="39080" y="103557"/>
                  </a:lnTo>
                  <a:cubicBezTo>
                    <a:pt x="39207" y="103589"/>
                    <a:pt x="39334" y="103621"/>
                    <a:pt x="39460" y="103652"/>
                  </a:cubicBezTo>
                  <a:lnTo>
                    <a:pt x="39492" y="103494"/>
                  </a:lnTo>
                  <a:cubicBezTo>
                    <a:pt x="39365" y="103462"/>
                    <a:pt x="39239" y="103431"/>
                    <a:pt x="39112" y="103399"/>
                  </a:cubicBezTo>
                  <a:close/>
                  <a:moveTo>
                    <a:pt x="39904" y="103589"/>
                  </a:moveTo>
                  <a:lnTo>
                    <a:pt x="39840" y="103747"/>
                  </a:lnTo>
                  <a:cubicBezTo>
                    <a:pt x="39999" y="103779"/>
                    <a:pt x="40125" y="103842"/>
                    <a:pt x="40252" y="103874"/>
                  </a:cubicBezTo>
                  <a:lnTo>
                    <a:pt x="40284" y="103716"/>
                  </a:lnTo>
                  <a:cubicBezTo>
                    <a:pt x="40157" y="103684"/>
                    <a:pt x="40030" y="103652"/>
                    <a:pt x="39904" y="103589"/>
                  </a:cubicBezTo>
                  <a:close/>
                  <a:moveTo>
                    <a:pt x="40695" y="103811"/>
                  </a:moveTo>
                  <a:lnTo>
                    <a:pt x="40664" y="103969"/>
                  </a:lnTo>
                  <a:cubicBezTo>
                    <a:pt x="40790" y="104001"/>
                    <a:pt x="40917" y="104001"/>
                    <a:pt x="41044" y="104032"/>
                  </a:cubicBezTo>
                  <a:lnTo>
                    <a:pt x="41075" y="103874"/>
                  </a:lnTo>
                  <a:cubicBezTo>
                    <a:pt x="40949" y="103874"/>
                    <a:pt x="40822" y="103842"/>
                    <a:pt x="40695" y="103811"/>
                  </a:cubicBezTo>
                  <a:close/>
                  <a:moveTo>
                    <a:pt x="41487" y="103969"/>
                  </a:moveTo>
                  <a:lnTo>
                    <a:pt x="41455" y="104127"/>
                  </a:lnTo>
                  <a:cubicBezTo>
                    <a:pt x="41582" y="104159"/>
                    <a:pt x="41740" y="104191"/>
                    <a:pt x="41867" y="104222"/>
                  </a:cubicBezTo>
                  <a:lnTo>
                    <a:pt x="41899" y="104064"/>
                  </a:lnTo>
                  <a:cubicBezTo>
                    <a:pt x="41772" y="104032"/>
                    <a:pt x="41614" y="104001"/>
                    <a:pt x="41487" y="103969"/>
                  </a:cubicBezTo>
                  <a:close/>
                  <a:moveTo>
                    <a:pt x="63782" y="104001"/>
                  </a:moveTo>
                  <a:cubicBezTo>
                    <a:pt x="63624" y="104032"/>
                    <a:pt x="63497" y="104064"/>
                    <a:pt x="63370" y="104064"/>
                  </a:cubicBezTo>
                  <a:lnTo>
                    <a:pt x="63402" y="104222"/>
                  </a:lnTo>
                  <a:cubicBezTo>
                    <a:pt x="63529" y="104191"/>
                    <a:pt x="63655" y="104191"/>
                    <a:pt x="63814" y="104159"/>
                  </a:cubicBezTo>
                  <a:lnTo>
                    <a:pt x="63782" y="104001"/>
                  </a:lnTo>
                  <a:close/>
                  <a:moveTo>
                    <a:pt x="42279" y="104127"/>
                  </a:moveTo>
                  <a:lnTo>
                    <a:pt x="42247" y="104317"/>
                  </a:lnTo>
                  <a:cubicBezTo>
                    <a:pt x="42406" y="104317"/>
                    <a:pt x="42532" y="104349"/>
                    <a:pt x="42659" y="104381"/>
                  </a:cubicBezTo>
                  <a:lnTo>
                    <a:pt x="42691" y="104222"/>
                  </a:lnTo>
                  <a:cubicBezTo>
                    <a:pt x="42564" y="104191"/>
                    <a:pt x="42437" y="104159"/>
                    <a:pt x="42279" y="104127"/>
                  </a:cubicBezTo>
                  <a:close/>
                  <a:moveTo>
                    <a:pt x="62959" y="104159"/>
                  </a:moveTo>
                  <a:cubicBezTo>
                    <a:pt x="62832" y="104191"/>
                    <a:pt x="62705" y="104222"/>
                    <a:pt x="62579" y="104222"/>
                  </a:cubicBezTo>
                  <a:lnTo>
                    <a:pt x="62610" y="104412"/>
                  </a:lnTo>
                  <a:cubicBezTo>
                    <a:pt x="62737" y="104381"/>
                    <a:pt x="62864" y="104349"/>
                    <a:pt x="62990" y="104317"/>
                  </a:cubicBezTo>
                  <a:lnTo>
                    <a:pt x="62959" y="104159"/>
                  </a:lnTo>
                  <a:close/>
                  <a:moveTo>
                    <a:pt x="43102" y="104286"/>
                  </a:moveTo>
                  <a:lnTo>
                    <a:pt x="43071" y="104476"/>
                  </a:lnTo>
                  <a:lnTo>
                    <a:pt x="43482" y="104539"/>
                  </a:lnTo>
                  <a:lnTo>
                    <a:pt x="43482" y="104381"/>
                  </a:lnTo>
                  <a:cubicBezTo>
                    <a:pt x="43356" y="104349"/>
                    <a:pt x="43229" y="104317"/>
                    <a:pt x="43102" y="104286"/>
                  </a:cubicBezTo>
                  <a:close/>
                  <a:moveTo>
                    <a:pt x="62167" y="104317"/>
                  </a:moveTo>
                  <a:lnTo>
                    <a:pt x="61755" y="104381"/>
                  </a:lnTo>
                  <a:lnTo>
                    <a:pt x="61787" y="104539"/>
                  </a:lnTo>
                  <a:lnTo>
                    <a:pt x="62199" y="104476"/>
                  </a:lnTo>
                  <a:lnTo>
                    <a:pt x="62167" y="104317"/>
                  </a:lnTo>
                  <a:close/>
                  <a:moveTo>
                    <a:pt x="43894" y="104444"/>
                  </a:moveTo>
                  <a:lnTo>
                    <a:pt x="43862" y="104602"/>
                  </a:lnTo>
                  <a:cubicBezTo>
                    <a:pt x="44021" y="104634"/>
                    <a:pt x="44147" y="104634"/>
                    <a:pt x="44274" y="104666"/>
                  </a:cubicBezTo>
                  <a:lnTo>
                    <a:pt x="44306" y="104507"/>
                  </a:lnTo>
                  <a:cubicBezTo>
                    <a:pt x="44179" y="104476"/>
                    <a:pt x="44021" y="104476"/>
                    <a:pt x="43894" y="104444"/>
                  </a:cubicBezTo>
                  <a:close/>
                  <a:moveTo>
                    <a:pt x="61375" y="104444"/>
                  </a:moveTo>
                  <a:cubicBezTo>
                    <a:pt x="61217" y="104476"/>
                    <a:pt x="61090" y="104507"/>
                    <a:pt x="60964" y="104507"/>
                  </a:cubicBezTo>
                  <a:lnTo>
                    <a:pt x="60995" y="104666"/>
                  </a:lnTo>
                  <a:cubicBezTo>
                    <a:pt x="61122" y="104666"/>
                    <a:pt x="61249" y="104634"/>
                    <a:pt x="61407" y="104602"/>
                  </a:cubicBezTo>
                  <a:lnTo>
                    <a:pt x="61375" y="104444"/>
                  </a:lnTo>
                  <a:close/>
                  <a:moveTo>
                    <a:pt x="44717" y="104571"/>
                  </a:moveTo>
                  <a:lnTo>
                    <a:pt x="44686" y="104729"/>
                  </a:lnTo>
                  <a:lnTo>
                    <a:pt x="45097" y="104792"/>
                  </a:lnTo>
                  <a:lnTo>
                    <a:pt x="45097" y="104634"/>
                  </a:lnTo>
                  <a:lnTo>
                    <a:pt x="44717" y="104571"/>
                  </a:lnTo>
                  <a:close/>
                  <a:moveTo>
                    <a:pt x="60552" y="104571"/>
                  </a:moveTo>
                  <a:lnTo>
                    <a:pt x="60140" y="104634"/>
                  </a:lnTo>
                  <a:lnTo>
                    <a:pt x="60172" y="104792"/>
                  </a:lnTo>
                  <a:lnTo>
                    <a:pt x="60584" y="104729"/>
                  </a:lnTo>
                  <a:lnTo>
                    <a:pt x="60552" y="104571"/>
                  </a:lnTo>
                  <a:close/>
                  <a:moveTo>
                    <a:pt x="45509" y="104697"/>
                  </a:moveTo>
                  <a:lnTo>
                    <a:pt x="45477" y="104856"/>
                  </a:lnTo>
                  <a:cubicBezTo>
                    <a:pt x="45636" y="104856"/>
                    <a:pt x="45762" y="104887"/>
                    <a:pt x="45889" y="104887"/>
                  </a:cubicBezTo>
                  <a:lnTo>
                    <a:pt x="45921" y="104729"/>
                  </a:lnTo>
                  <a:cubicBezTo>
                    <a:pt x="45794" y="104729"/>
                    <a:pt x="45636" y="104697"/>
                    <a:pt x="45509" y="104697"/>
                  </a:cubicBezTo>
                  <a:close/>
                  <a:moveTo>
                    <a:pt x="59760" y="104697"/>
                  </a:moveTo>
                  <a:cubicBezTo>
                    <a:pt x="59602" y="104697"/>
                    <a:pt x="59475" y="104729"/>
                    <a:pt x="59348" y="104761"/>
                  </a:cubicBezTo>
                  <a:lnTo>
                    <a:pt x="59380" y="104919"/>
                  </a:lnTo>
                  <a:cubicBezTo>
                    <a:pt x="59507" y="104887"/>
                    <a:pt x="59633" y="104887"/>
                    <a:pt x="59760" y="104856"/>
                  </a:cubicBezTo>
                  <a:lnTo>
                    <a:pt x="59760" y="104697"/>
                  </a:lnTo>
                  <a:close/>
                  <a:moveTo>
                    <a:pt x="46332" y="104792"/>
                  </a:moveTo>
                  <a:lnTo>
                    <a:pt x="46301" y="104951"/>
                  </a:lnTo>
                  <a:cubicBezTo>
                    <a:pt x="46427" y="104983"/>
                    <a:pt x="46586" y="104983"/>
                    <a:pt x="46713" y="105014"/>
                  </a:cubicBezTo>
                  <a:lnTo>
                    <a:pt x="46744" y="104824"/>
                  </a:lnTo>
                  <a:cubicBezTo>
                    <a:pt x="46586" y="104824"/>
                    <a:pt x="46459" y="104792"/>
                    <a:pt x="46332" y="104792"/>
                  </a:cubicBezTo>
                  <a:close/>
                  <a:moveTo>
                    <a:pt x="58937" y="104792"/>
                  </a:moveTo>
                  <a:cubicBezTo>
                    <a:pt x="58810" y="104824"/>
                    <a:pt x="58683" y="104824"/>
                    <a:pt x="58525" y="104856"/>
                  </a:cubicBezTo>
                  <a:lnTo>
                    <a:pt x="58557" y="105014"/>
                  </a:lnTo>
                  <a:cubicBezTo>
                    <a:pt x="58683" y="104983"/>
                    <a:pt x="58842" y="104983"/>
                    <a:pt x="58968" y="104951"/>
                  </a:cubicBezTo>
                  <a:lnTo>
                    <a:pt x="58937" y="104792"/>
                  </a:lnTo>
                  <a:close/>
                  <a:moveTo>
                    <a:pt x="47124" y="104887"/>
                  </a:moveTo>
                  <a:lnTo>
                    <a:pt x="47124" y="105046"/>
                  </a:lnTo>
                  <a:cubicBezTo>
                    <a:pt x="47251" y="105046"/>
                    <a:pt x="47378" y="105078"/>
                    <a:pt x="47536" y="105078"/>
                  </a:cubicBezTo>
                  <a:lnTo>
                    <a:pt x="47536" y="104919"/>
                  </a:lnTo>
                  <a:cubicBezTo>
                    <a:pt x="47409" y="104919"/>
                    <a:pt x="47283" y="104887"/>
                    <a:pt x="47124" y="104887"/>
                  </a:cubicBezTo>
                  <a:close/>
                  <a:moveTo>
                    <a:pt x="58145" y="104887"/>
                  </a:moveTo>
                  <a:cubicBezTo>
                    <a:pt x="57987" y="104887"/>
                    <a:pt x="57860" y="104919"/>
                    <a:pt x="57733" y="104919"/>
                  </a:cubicBezTo>
                  <a:lnTo>
                    <a:pt x="57733" y="105078"/>
                  </a:lnTo>
                  <a:cubicBezTo>
                    <a:pt x="57860" y="105078"/>
                    <a:pt x="58018" y="105078"/>
                    <a:pt x="58145" y="105046"/>
                  </a:cubicBezTo>
                  <a:lnTo>
                    <a:pt x="58145" y="104887"/>
                  </a:lnTo>
                  <a:close/>
                  <a:moveTo>
                    <a:pt x="47948" y="104951"/>
                  </a:moveTo>
                  <a:lnTo>
                    <a:pt x="47948" y="105109"/>
                  </a:lnTo>
                  <a:cubicBezTo>
                    <a:pt x="48074" y="105141"/>
                    <a:pt x="48201" y="105141"/>
                    <a:pt x="48328" y="105173"/>
                  </a:cubicBezTo>
                  <a:lnTo>
                    <a:pt x="48359" y="104983"/>
                  </a:lnTo>
                  <a:lnTo>
                    <a:pt x="47948" y="104951"/>
                  </a:lnTo>
                  <a:close/>
                  <a:moveTo>
                    <a:pt x="57322" y="104983"/>
                  </a:moveTo>
                  <a:lnTo>
                    <a:pt x="56910" y="105014"/>
                  </a:lnTo>
                  <a:lnTo>
                    <a:pt x="56942" y="105173"/>
                  </a:lnTo>
                  <a:cubicBezTo>
                    <a:pt x="57068" y="105141"/>
                    <a:pt x="57195" y="105141"/>
                    <a:pt x="57322" y="105141"/>
                  </a:cubicBezTo>
                  <a:lnTo>
                    <a:pt x="57322" y="104983"/>
                  </a:lnTo>
                  <a:close/>
                  <a:moveTo>
                    <a:pt x="48771" y="105014"/>
                  </a:moveTo>
                  <a:lnTo>
                    <a:pt x="48739" y="105204"/>
                  </a:lnTo>
                  <a:lnTo>
                    <a:pt x="49151" y="105204"/>
                  </a:lnTo>
                  <a:lnTo>
                    <a:pt x="49183" y="105046"/>
                  </a:lnTo>
                  <a:cubicBezTo>
                    <a:pt x="49024" y="105046"/>
                    <a:pt x="48898" y="105046"/>
                    <a:pt x="48771" y="105014"/>
                  </a:cubicBezTo>
                  <a:close/>
                  <a:moveTo>
                    <a:pt x="56087" y="105046"/>
                  </a:moveTo>
                  <a:lnTo>
                    <a:pt x="56118" y="105236"/>
                  </a:lnTo>
                  <a:cubicBezTo>
                    <a:pt x="56245" y="105204"/>
                    <a:pt x="56372" y="105204"/>
                    <a:pt x="56530" y="105204"/>
                  </a:cubicBezTo>
                  <a:lnTo>
                    <a:pt x="56498" y="105046"/>
                  </a:lnTo>
                  <a:close/>
                  <a:moveTo>
                    <a:pt x="49563" y="105078"/>
                  </a:moveTo>
                  <a:lnTo>
                    <a:pt x="49563" y="105236"/>
                  </a:lnTo>
                  <a:cubicBezTo>
                    <a:pt x="49689" y="105236"/>
                    <a:pt x="49848" y="105268"/>
                    <a:pt x="49974" y="105268"/>
                  </a:cubicBezTo>
                  <a:lnTo>
                    <a:pt x="49974" y="105109"/>
                  </a:lnTo>
                  <a:cubicBezTo>
                    <a:pt x="49848" y="105109"/>
                    <a:pt x="49721" y="105078"/>
                    <a:pt x="49563" y="105078"/>
                  </a:cubicBezTo>
                  <a:close/>
                  <a:moveTo>
                    <a:pt x="55707" y="105078"/>
                  </a:moveTo>
                  <a:cubicBezTo>
                    <a:pt x="55548" y="105109"/>
                    <a:pt x="55422" y="105109"/>
                    <a:pt x="55295" y="105109"/>
                  </a:cubicBezTo>
                  <a:lnTo>
                    <a:pt x="55295" y="105268"/>
                  </a:lnTo>
                  <a:cubicBezTo>
                    <a:pt x="55422" y="105268"/>
                    <a:pt x="55580" y="105268"/>
                    <a:pt x="55707" y="105236"/>
                  </a:cubicBezTo>
                  <a:lnTo>
                    <a:pt x="55707" y="105078"/>
                  </a:lnTo>
                  <a:close/>
                  <a:moveTo>
                    <a:pt x="50386" y="105109"/>
                  </a:moveTo>
                  <a:lnTo>
                    <a:pt x="50386" y="105299"/>
                  </a:lnTo>
                  <a:lnTo>
                    <a:pt x="50798" y="105299"/>
                  </a:lnTo>
                  <a:lnTo>
                    <a:pt x="50798" y="105141"/>
                  </a:lnTo>
                  <a:cubicBezTo>
                    <a:pt x="50671" y="105141"/>
                    <a:pt x="50513" y="105141"/>
                    <a:pt x="50386" y="105109"/>
                  </a:cubicBezTo>
                  <a:close/>
                  <a:moveTo>
                    <a:pt x="54471" y="105141"/>
                  </a:moveTo>
                  <a:lnTo>
                    <a:pt x="54471" y="105299"/>
                  </a:lnTo>
                  <a:lnTo>
                    <a:pt x="54883" y="105299"/>
                  </a:lnTo>
                  <a:lnTo>
                    <a:pt x="54883" y="105141"/>
                  </a:lnTo>
                  <a:close/>
                  <a:moveTo>
                    <a:pt x="51210" y="105141"/>
                  </a:moveTo>
                  <a:lnTo>
                    <a:pt x="51210" y="105331"/>
                  </a:lnTo>
                  <a:lnTo>
                    <a:pt x="51621" y="105331"/>
                  </a:lnTo>
                  <a:lnTo>
                    <a:pt x="51621" y="105173"/>
                  </a:lnTo>
                  <a:cubicBezTo>
                    <a:pt x="51495" y="105173"/>
                    <a:pt x="51336" y="105141"/>
                    <a:pt x="51210" y="105141"/>
                  </a:cubicBezTo>
                  <a:close/>
                  <a:moveTo>
                    <a:pt x="52033" y="105173"/>
                  </a:moveTo>
                  <a:lnTo>
                    <a:pt x="52033" y="105331"/>
                  </a:lnTo>
                  <a:lnTo>
                    <a:pt x="52445" y="105331"/>
                  </a:lnTo>
                  <a:lnTo>
                    <a:pt x="52445" y="105173"/>
                  </a:lnTo>
                  <a:close/>
                  <a:moveTo>
                    <a:pt x="52825" y="105173"/>
                  </a:moveTo>
                  <a:lnTo>
                    <a:pt x="52825" y="105331"/>
                  </a:lnTo>
                  <a:lnTo>
                    <a:pt x="53236" y="105331"/>
                  </a:lnTo>
                  <a:lnTo>
                    <a:pt x="53236" y="105173"/>
                  </a:lnTo>
                  <a:close/>
                  <a:moveTo>
                    <a:pt x="54060" y="105141"/>
                  </a:moveTo>
                  <a:cubicBezTo>
                    <a:pt x="53933" y="105173"/>
                    <a:pt x="53806" y="105173"/>
                    <a:pt x="53648" y="105173"/>
                  </a:cubicBezTo>
                  <a:lnTo>
                    <a:pt x="53648" y="105331"/>
                  </a:lnTo>
                  <a:lnTo>
                    <a:pt x="54060" y="105331"/>
                  </a:lnTo>
                  <a:lnTo>
                    <a:pt x="54060" y="10514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019" name="Google Shape;3019;p34">
              <a:extLst>
                <a:ext uri="{FF2B5EF4-FFF2-40B4-BE49-F238E27FC236}">
                  <a16:creationId xmlns:a16="http://schemas.microsoft.com/office/drawing/2014/main" id="{2DB84DB8-17FD-A0F2-8A0B-508AFEC2540A}"/>
                </a:ext>
              </a:extLst>
            </p:cNvPr>
            <p:cNvSpPr/>
            <p:nvPr/>
          </p:nvSpPr>
          <p:spPr>
            <a:xfrm>
              <a:off x="4029700" y="4195100"/>
              <a:ext cx="6350" cy="4775"/>
            </a:xfrm>
            <a:custGeom>
              <a:avLst/>
              <a:gdLst/>
              <a:ahLst/>
              <a:cxnLst/>
              <a:rect l="l" t="t" r="r" b="b"/>
              <a:pathLst>
                <a:path w="254" h="191" extrusionOk="0">
                  <a:moveTo>
                    <a:pt x="222" y="0"/>
                  </a:moveTo>
                  <a:cubicBezTo>
                    <a:pt x="127" y="0"/>
                    <a:pt x="64" y="0"/>
                    <a:pt x="0" y="32"/>
                  </a:cubicBezTo>
                  <a:lnTo>
                    <a:pt x="32" y="190"/>
                  </a:lnTo>
                  <a:cubicBezTo>
                    <a:pt x="95" y="190"/>
                    <a:pt x="159" y="158"/>
                    <a:pt x="254" y="158"/>
                  </a:cubicBezTo>
                  <a:lnTo>
                    <a:pt x="222" y="0"/>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20" name="Google Shape;3020;p34">
              <a:extLst>
                <a:ext uri="{FF2B5EF4-FFF2-40B4-BE49-F238E27FC236}">
                  <a16:creationId xmlns:a16="http://schemas.microsoft.com/office/drawing/2014/main" id="{6B13C572-CA54-50EF-FFB5-9120554AE2F8}"/>
                </a:ext>
              </a:extLst>
            </p:cNvPr>
            <p:cNvSpPr/>
            <p:nvPr/>
          </p:nvSpPr>
          <p:spPr>
            <a:xfrm>
              <a:off x="2441912" y="1662811"/>
              <a:ext cx="510675" cy="511475"/>
            </a:xfrm>
            <a:custGeom>
              <a:avLst/>
              <a:gdLst/>
              <a:ahLst/>
              <a:cxnLst/>
              <a:rect l="l" t="t" r="r" b="b"/>
              <a:pathLst>
                <a:path w="20427" h="20459" extrusionOk="0">
                  <a:moveTo>
                    <a:pt x="10198" y="1"/>
                  </a:moveTo>
                  <a:cubicBezTo>
                    <a:pt x="4561" y="1"/>
                    <a:pt x="0" y="4593"/>
                    <a:pt x="0" y="10230"/>
                  </a:cubicBezTo>
                  <a:cubicBezTo>
                    <a:pt x="0" y="15867"/>
                    <a:pt x="4561" y="20459"/>
                    <a:pt x="10198" y="20459"/>
                  </a:cubicBezTo>
                  <a:cubicBezTo>
                    <a:pt x="10990" y="20459"/>
                    <a:pt x="11718" y="20364"/>
                    <a:pt x="12446" y="20205"/>
                  </a:cubicBezTo>
                  <a:cubicBezTo>
                    <a:pt x="17007" y="19192"/>
                    <a:pt x="20427" y="15107"/>
                    <a:pt x="20427" y="10230"/>
                  </a:cubicBezTo>
                  <a:cubicBezTo>
                    <a:pt x="20427" y="9438"/>
                    <a:pt x="20332" y="8678"/>
                    <a:pt x="20174" y="7918"/>
                  </a:cubicBezTo>
                  <a:cubicBezTo>
                    <a:pt x="19129" y="3389"/>
                    <a:pt x="15075" y="1"/>
                    <a:pt x="10198"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022" name="Google Shape;3022;p34">
              <a:extLst>
                <a:ext uri="{FF2B5EF4-FFF2-40B4-BE49-F238E27FC236}">
                  <a16:creationId xmlns:a16="http://schemas.microsoft.com/office/drawing/2014/main" id="{EFB59EBD-8EC4-E1BD-DCA5-A53AEB7EC4EA}"/>
                </a:ext>
              </a:extLst>
            </p:cNvPr>
            <p:cNvSpPr/>
            <p:nvPr/>
          </p:nvSpPr>
          <p:spPr>
            <a:xfrm>
              <a:off x="2724125" y="1842875"/>
              <a:ext cx="13500" cy="13500"/>
            </a:xfrm>
            <a:custGeom>
              <a:avLst/>
              <a:gdLst/>
              <a:ahLst/>
              <a:cxnLst/>
              <a:rect l="l" t="t" r="r" b="b"/>
              <a:pathLst>
                <a:path w="540" h="540" extrusionOk="0">
                  <a:moveTo>
                    <a:pt x="286" y="1"/>
                  </a:moveTo>
                  <a:cubicBezTo>
                    <a:pt x="191" y="1"/>
                    <a:pt x="128" y="32"/>
                    <a:pt x="96" y="64"/>
                  </a:cubicBezTo>
                  <a:cubicBezTo>
                    <a:pt x="33" y="127"/>
                    <a:pt x="1" y="191"/>
                    <a:pt x="1" y="254"/>
                  </a:cubicBezTo>
                  <a:cubicBezTo>
                    <a:pt x="1" y="349"/>
                    <a:pt x="33" y="413"/>
                    <a:pt x="96" y="476"/>
                  </a:cubicBezTo>
                  <a:cubicBezTo>
                    <a:pt x="128" y="508"/>
                    <a:pt x="191" y="539"/>
                    <a:pt x="286" y="539"/>
                  </a:cubicBezTo>
                  <a:cubicBezTo>
                    <a:pt x="349" y="539"/>
                    <a:pt x="413" y="508"/>
                    <a:pt x="476" y="476"/>
                  </a:cubicBezTo>
                  <a:cubicBezTo>
                    <a:pt x="508" y="413"/>
                    <a:pt x="539" y="349"/>
                    <a:pt x="539" y="254"/>
                  </a:cubicBezTo>
                  <a:cubicBezTo>
                    <a:pt x="539" y="191"/>
                    <a:pt x="508" y="127"/>
                    <a:pt x="476" y="64"/>
                  </a:cubicBezTo>
                  <a:cubicBezTo>
                    <a:pt x="413" y="32"/>
                    <a:pt x="349" y="1"/>
                    <a:pt x="286"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25" name="Google Shape;3025;p34">
              <a:extLst>
                <a:ext uri="{FF2B5EF4-FFF2-40B4-BE49-F238E27FC236}">
                  <a16:creationId xmlns:a16="http://schemas.microsoft.com/office/drawing/2014/main" id="{7154E725-9162-EACD-EBDA-65FC2C4A1863}"/>
                </a:ext>
              </a:extLst>
            </p:cNvPr>
            <p:cNvSpPr/>
            <p:nvPr/>
          </p:nvSpPr>
          <p:spPr>
            <a:xfrm>
              <a:off x="2691675" y="1815975"/>
              <a:ext cx="13475" cy="13475"/>
            </a:xfrm>
            <a:custGeom>
              <a:avLst/>
              <a:gdLst/>
              <a:ahLst/>
              <a:cxnLst/>
              <a:rect l="l" t="t" r="r" b="b"/>
              <a:pathLst>
                <a:path w="539" h="539" extrusionOk="0">
                  <a:moveTo>
                    <a:pt x="285" y="0"/>
                  </a:moveTo>
                  <a:cubicBezTo>
                    <a:pt x="190" y="0"/>
                    <a:pt x="127" y="32"/>
                    <a:pt x="95" y="63"/>
                  </a:cubicBezTo>
                  <a:cubicBezTo>
                    <a:pt x="32" y="127"/>
                    <a:pt x="0" y="190"/>
                    <a:pt x="0" y="285"/>
                  </a:cubicBezTo>
                  <a:cubicBezTo>
                    <a:pt x="0" y="348"/>
                    <a:pt x="32" y="412"/>
                    <a:pt x="95" y="475"/>
                  </a:cubicBezTo>
                  <a:cubicBezTo>
                    <a:pt x="127" y="507"/>
                    <a:pt x="190" y="538"/>
                    <a:pt x="285" y="538"/>
                  </a:cubicBezTo>
                  <a:cubicBezTo>
                    <a:pt x="349" y="538"/>
                    <a:pt x="412" y="507"/>
                    <a:pt x="475" y="475"/>
                  </a:cubicBezTo>
                  <a:cubicBezTo>
                    <a:pt x="539" y="412"/>
                    <a:pt x="539" y="348"/>
                    <a:pt x="539" y="285"/>
                  </a:cubicBezTo>
                  <a:cubicBezTo>
                    <a:pt x="539" y="190"/>
                    <a:pt x="539" y="127"/>
                    <a:pt x="475" y="63"/>
                  </a:cubicBezTo>
                  <a:cubicBezTo>
                    <a:pt x="412" y="32"/>
                    <a:pt x="349" y="0"/>
                    <a:pt x="285"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26" name="Google Shape;3026;p34">
              <a:extLst>
                <a:ext uri="{FF2B5EF4-FFF2-40B4-BE49-F238E27FC236}">
                  <a16:creationId xmlns:a16="http://schemas.microsoft.com/office/drawing/2014/main" id="{D37EFE9E-6C76-1A8B-8016-087522948CB3}"/>
                </a:ext>
              </a:extLst>
            </p:cNvPr>
            <p:cNvSpPr/>
            <p:nvPr/>
          </p:nvSpPr>
          <p:spPr>
            <a:xfrm>
              <a:off x="2724925" y="1842875"/>
              <a:ext cx="12700" cy="13500"/>
            </a:xfrm>
            <a:custGeom>
              <a:avLst/>
              <a:gdLst/>
              <a:ahLst/>
              <a:cxnLst/>
              <a:rect l="l" t="t" r="r" b="b"/>
              <a:pathLst>
                <a:path w="508" h="540" extrusionOk="0">
                  <a:moveTo>
                    <a:pt x="254" y="1"/>
                  </a:moveTo>
                  <a:cubicBezTo>
                    <a:pt x="159" y="1"/>
                    <a:pt x="96" y="32"/>
                    <a:pt x="64" y="64"/>
                  </a:cubicBezTo>
                  <a:cubicBezTo>
                    <a:pt x="1" y="127"/>
                    <a:pt x="1" y="191"/>
                    <a:pt x="1" y="254"/>
                  </a:cubicBezTo>
                  <a:cubicBezTo>
                    <a:pt x="1" y="349"/>
                    <a:pt x="1" y="413"/>
                    <a:pt x="64" y="476"/>
                  </a:cubicBezTo>
                  <a:cubicBezTo>
                    <a:pt x="96" y="508"/>
                    <a:pt x="159" y="539"/>
                    <a:pt x="254" y="539"/>
                  </a:cubicBezTo>
                  <a:cubicBezTo>
                    <a:pt x="317" y="539"/>
                    <a:pt x="381" y="508"/>
                    <a:pt x="444" y="476"/>
                  </a:cubicBezTo>
                  <a:cubicBezTo>
                    <a:pt x="476" y="413"/>
                    <a:pt x="507" y="349"/>
                    <a:pt x="507" y="254"/>
                  </a:cubicBezTo>
                  <a:cubicBezTo>
                    <a:pt x="507" y="191"/>
                    <a:pt x="476" y="127"/>
                    <a:pt x="444" y="64"/>
                  </a:cubicBezTo>
                  <a:cubicBezTo>
                    <a:pt x="381" y="32"/>
                    <a:pt x="317" y="1"/>
                    <a:pt x="254"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42" name="Google Shape;3042;p34">
              <a:extLst>
                <a:ext uri="{FF2B5EF4-FFF2-40B4-BE49-F238E27FC236}">
                  <a16:creationId xmlns:a16="http://schemas.microsoft.com/office/drawing/2014/main" id="{86B820F9-4B07-5ECE-D746-7E5CE09E88D1}"/>
                </a:ext>
              </a:extLst>
            </p:cNvPr>
            <p:cNvSpPr/>
            <p:nvPr/>
          </p:nvSpPr>
          <p:spPr>
            <a:xfrm>
              <a:off x="3608500" y="2745450"/>
              <a:ext cx="371350" cy="136200"/>
            </a:xfrm>
            <a:custGeom>
              <a:avLst/>
              <a:gdLst/>
              <a:ahLst/>
              <a:cxnLst/>
              <a:rect l="l" t="t" r="r" b="b"/>
              <a:pathLst>
                <a:path w="14854" h="5448" extrusionOk="0">
                  <a:moveTo>
                    <a:pt x="7411" y="0"/>
                  </a:moveTo>
                  <a:cubicBezTo>
                    <a:pt x="6714" y="0"/>
                    <a:pt x="6144" y="570"/>
                    <a:pt x="6144" y="1267"/>
                  </a:cubicBezTo>
                  <a:lnTo>
                    <a:pt x="6144" y="1299"/>
                  </a:lnTo>
                  <a:lnTo>
                    <a:pt x="0" y="5447"/>
                  </a:lnTo>
                  <a:lnTo>
                    <a:pt x="1710" y="5447"/>
                  </a:lnTo>
                  <a:lnTo>
                    <a:pt x="6556" y="2186"/>
                  </a:lnTo>
                  <a:cubicBezTo>
                    <a:pt x="6777" y="2376"/>
                    <a:pt x="7094" y="2502"/>
                    <a:pt x="7411" y="2502"/>
                  </a:cubicBezTo>
                  <a:cubicBezTo>
                    <a:pt x="7759" y="2502"/>
                    <a:pt x="8076" y="2376"/>
                    <a:pt x="8329" y="2122"/>
                  </a:cubicBezTo>
                  <a:lnTo>
                    <a:pt x="12953" y="5447"/>
                  </a:lnTo>
                  <a:lnTo>
                    <a:pt x="14853" y="5447"/>
                  </a:lnTo>
                  <a:lnTo>
                    <a:pt x="8678" y="1204"/>
                  </a:lnTo>
                  <a:cubicBezTo>
                    <a:pt x="8646" y="539"/>
                    <a:pt x="8108" y="0"/>
                    <a:pt x="7411"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46" name="Google Shape;3046;p34">
              <a:extLst>
                <a:ext uri="{FF2B5EF4-FFF2-40B4-BE49-F238E27FC236}">
                  <a16:creationId xmlns:a16="http://schemas.microsoft.com/office/drawing/2014/main" id="{EC4D28E0-6E18-6203-4B29-47410D2B5681}"/>
                </a:ext>
              </a:extLst>
            </p:cNvPr>
            <p:cNvSpPr/>
            <p:nvPr/>
          </p:nvSpPr>
          <p:spPr>
            <a:xfrm>
              <a:off x="3138200" y="2465175"/>
              <a:ext cx="25" cy="6350"/>
            </a:xfrm>
            <a:custGeom>
              <a:avLst/>
              <a:gdLst/>
              <a:ahLst/>
              <a:cxnLst/>
              <a:rect l="l" t="t" r="r" b="b"/>
              <a:pathLst>
                <a:path w="1" h="254" extrusionOk="0">
                  <a:moveTo>
                    <a:pt x="1" y="1"/>
                  </a:moveTo>
                  <a:cubicBezTo>
                    <a:pt x="1" y="96"/>
                    <a:pt x="1" y="191"/>
                    <a:pt x="1" y="254"/>
                  </a:cubicBezTo>
                  <a:cubicBezTo>
                    <a:pt x="1" y="191"/>
                    <a:pt x="1" y="96"/>
                    <a:pt x="1"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63" name="Google Shape;3063;p34">
              <a:extLst>
                <a:ext uri="{FF2B5EF4-FFF2-40B4-BE49-F238E27FC236}">
                  <a16:creationId xmlns:a16="http://schemas.microsoft.com/office/drawing/2014/main" id="{874132D4-1FCE-3AD8-6027-2EE854DB1153}"/>
                </a:ext>
              </a:extLst>
            </p:cNvPr>
            <p:cNvSpPr/>
            <p:nvPr/>
          </p:nvSpPr>
          <p:spPr>
            <a:xfrm>
              <a:off x="2089788" y="2566322"/>
              <a:ext cx="511500" cy="511475"/>
            </a:xfrm>
            <a:custGeom>
              <a:avLst/>
              <a:gdLst/>
              <a:ahLst/>
              <a:cxnLst/>
              <a:rect l="l" t="t" r="r" b="b"/>
              <a:pathLst>
                <a:path w="20460" h="20459" extrusionOk="0">
                  <a:moveTo>
                    <a:pt x="10230" y="0"/>
                  </a:moveTo>
                  <a:cubicBezTo>
                    <a:pt x="4593" y="0"/>
                    <a:pt x="1" y="4592"/>
                    <a:pt x="1" y="10229"/>
                  </a:cubicBezTo>
                  <a:cubicBezTo>
                    <a:pt x="1" y="15866"/>
                    <a:pt x="4561" y="20458"/>
                    <a:pt x="10230" y="20458"/>
                  </a:cubicBezTo>
                  <a:cubicBezTo>
                    <a:pt x="10990" y="20458"/>
                    <a:pt x="11750" y="20363"/>
                    <a:pt x="12478" y="20205"/>
                  </a:cubicBezTo>
                  <a:cubicBezTo>
                    <a:pt x="17039" y="19192"/>
                    <a:pt x="20459" y="15106"/>
                    <a:pt x="20459" y="10229"/>
                  </a:cubicBezTo>
                  <a:cubicBezTo>
                    <a:pt x="20459" y="9437"/>
                    <a:pt x="20364" y="8677"/>
                    <a:pt x="20174" y="7917"/>
                  </a:cubicBezTo>
                  <a:cubicBezTo>
                    <a:pt x="19129" y="3389"/>
                    <a:pt x="15075" y="0"/>
                    <a:pt x="10230"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064" name="Google Shape;3064;p34">
              <a:extLst>
                <a:ext uri="{FF2B5EF4-FFF2-40B4-BE49-F238E27FC236}">
                  <a16:creationId xmlns:a16="http://schemas.microsoft.com/office/drawing/2014/main" id="{BEF8D8F4-5AFF-2551-866F-BCD65CB0B970}"/>
                </a:ext>
              </a:extLst>
            </p:cNvPr>
            <p:cNvSpPr/>
            <p:nvPr/>
          </p:nvSpPr>
          <p:spPr>
            <a:xfrm>
              <a:off x="2459700" y="3480950"/>
              <a:ext cx="510675" cy="511475"/>
            </a:xfrm>
            <a:custGeom>
              <a:avLst/>
              <a:gdLst/>
              <a:ahLst/>
              <a:cxnLst/>
              <a:rect l="l" t="t" r="r" b="b"/>
              <a:pathLst>
                <a:path w="20427" h="20459" extrusionOk="0">
                  <a:moveTo>
                    <a:pt x="10198" y="1"/>
                  </a:moveTo>
                  <a:cubicBezTo>
                    <a:pt x="4561" y="1"/>
                    <a:pt x="0" y="4593"/>
                    <a:pt x="0" y="10230"/>
                  </a:cubicBezTo>
                  <a:cubicBezTo>
                    <a:pt x="0" y="15867"/>
                    <a:pt x="4561" y="20459"/>
                    <a:pt x="10198" y="20459"/>
                  </a:cubicBezTo>
                  <a:cubicBezTo>
                    <a:pt x="10990" y="20459"/>
                    <a:pt x="11718" y="20364"/>
                    <a:pt x="12446" y="20206"/>
                  </a:cubicBezTo>
                  <a:cubicBezTo>
                    <a:pt x="17007" y="19192"/>
                    <a:pt x="20427" y="15107"/>
                    <a:pt x="20427" y="10230"/>
                  </a:cubicBezTo>
                  <a:cubicBezTo>
                    <a:pt x="20427" y="9438"/>
                    <a:pt x="20332" y="8678"/>
                    <a:pt x="20174" y="7918"/>
                  </a:cubicBezTo>
                  <a:cubicBezTo>
                    <a:pt x="19129" y="3389"/>
                    <a:pt x="15075" y="1"/>
                    <a:pt x="10198"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065" name="Google Shape;3065;p34">
              <a:extLst>
                <a:ext uri="{FF2B5EF4-FFF2-40B4-BE49-F238E27FC236}">
                  <a16:creationId xmlns:a16="http://schemas.microsoft.com/office/drawing/2014/main" id="{780303D6-F045-EF02-7A06-F777D9194C78}"/>
                </a:ext>
              </a:extLst>
            </p:cNvPr>
            <p:cNvSpPr/>
            <p:nvPr/>
          </p:nvSpPr>
          <p:spPr>
            <a:xfrm>
              <a:off x="4642500" y="1628325"/>
              <a:ext cx="511475" cy="511475"/>
            </a:xfrm>
            <a:custGeom>
              <a:avLst/>
              <a:gdLst/>
              <a:ahLst/>
              <a:cxnLst/>
              <a:rect l="l" t="t" r="r" b="b"/>
              <a:pathLst>
                <a:path w="20459" h="20459" extrusionOk="0">
                  <a:moveTo>
                    <a:pt x="10229" y="1"/>
                  </a:moveTo>
                  <a:cubicBezTo>
                    <a:pt x="4592" y="1"/>
                    <a:pt x="0" y="4593"/>
                    <a:pt x="0" y="10230"/>
                  </a:cubicBezTo>
                  <a:cubicBezTo>
                    <a:pt x="0" y="15867"/>
                    <a:pt x="4592" y="20459"/>
                    <a:pt x="10229" y="20459"/>
                  </a:cubicBezTo>
                  <a:cubicBezTo>
                    <a:pt x="10989" y="20459"/>
                    <a:pt x="11749" y="20364"/>
                    <a:pt x="12478" y="20205"/>
                  </a:cubicBezTo>
                  <a:cubicBezTo>
                    <a:pt x="17038" y="19192"/>
                    <a:pt x="20458" y="15107"/>
                    <a:pt x="20458" y="10230"/>
                  </a:cubicBezTo>
                  <a:cubicBezTo>
                    <a:pt x="20458" y="9438"/>
                    <a:pt x="20363" y="8678"/>
                    <a:pt x="20205" y="7918"/>
                  </a:cubicBezTo>
                  <a:cubicBezTo>
                    <a:pt x="19160" y="3389"/>
                    <a:pt x="15075" y="1"/>
                    <a:pt x="10229"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066" name="Google Shape;3066;p34">
              <a:extLst>
                <a:ext uri="{FF2B5EF4-FFF2-40B4-BE49-F238E27FC236}">
                  <a16:creationId xmlns:a16="http://schemas.microsoft.com/office/drawing/2014/main" id="{209C3FA2-55DB-C008-2A11-0B8044C1E189}"/>
                </a:ext>
              </a:extLst>
            </p:cNvPr>
            <p:cNvSpPr/>
            <p:nvPr/>
          </p:nvSpPr>
          <p:spPr>
            <a:xfrm>
              <a:off x="4930675" y="2554650"/>
              <a:ext cx="511475" cy="511475"/>
            </a:xfrm>
            <a:custGeom>
              <a:avLst/>
              <a:gdLst/>
              <a:ahLst/>
              <a:cxnLst/>
              <a:rect l="l" t="t" r="r" b="b"/>
              <a:pathLst>
                <a:path w="20459" h="20459" extrusionOk="0">
                  <a:moveTo>
                    <a:pt x="10230" y="0"/>
                  </a:moveTo>
                  <a:cubicBezTo>
                    <a:pt x="4593" y="0"/>
                    <a:pt x="1" y="4592"/>
                    <a:pt x="1" y="10229"/>
                  </a:cubicBezTo>
                  <a:cubicBezTo>
                    <a:pt x="1" y="15866"/>
                    <a:pt x="4593" y="20458"/>
                    <a:pt x="10230" y="20458"/>
                  </a:cubicBezTo>
                  <a:cubicBezTo>
                    <a:pt x="11021" y="20458"/>
                    <a:pt x="11750" y="20363"/>
                    <a:pt x="12478" y="20205"/>
                  </a:cubicBezTo>
                  <a:cubicBezTo>
                    <a:pt x="17039" y="19192"/>
                    <a:pt x="20459" y="15106"/>
                    <a:pt x="20459" y="10229"/>
                  </a:cubicBezTo>
                  <a:cubicBezTo>
                    <a:pt x="20459" y="9437"/>
                    <a:pt x="20364" y="8677"/>
                    <a:pt x="20205" y="7917"/>
                  </a:cubicBezTo>
                  <a:cubicBezTo>
                    <a:pt x="19160" y="3389"/>
                    <a:pt x="15107" y="0"/>
                    <a:pt x="10230"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67" name="Google Shape;3067;p34">
              <a:extLst>
                <a:ext uri="{FF2B5EF4-FFF2-40B4-BE49-F238E27FC236}">
                  <a16:creationId xmlns:a16="http://schemas.microsoft.com/office/drawing/2014/main" id="{37A18073-AC7C-E512-A838-D91931D0F58B}"/>
                </a:ext>
              </a:extLst>
            </p:cNvPr>
            <p:cNvSpPr/>
            <p:nvPr/>
          </p:nvSpPr>
          <p:spPr>
            <a:xfrm>
              <a:off x="4642500" y="3480950"/>
              <a:ext cx="511475" cy="511475"/>
            </a:xfrm>
            <a:custGeom>
              <a:avLst/>
              <a:gdLst/>
              <a:ahLst/>
              <a:cxnLst/>
              <a:rect l="l" t="t" r="r" b="b"/>
              <a:pathLst>
                <a:path w="20459" h="20459" extrusionOk="0">
                  <a:moveTo>
                    <a:pt x="10229" y="1"/>
                  </a:moveTo>
                  <a:cubicBezTo>
                    <a:pt x="4592" y="1"/>
                    <a:pt x="0" y="4593"/>
                    <a:pt x="0" y="10230"/>
                  </a:cubicBezTo>
                  <a:cubicBezTo>
                    <a:pt x="0" y="15867"/>
                    <a:pt x="4592" y="20459"/>
                    <a:pt x="10229" y="20459"/>
                  </a:cubicBezTo>
                  <a:cubicBezTo>
                    <a:pt x="10989" y="20459"/>
                    <a:pt x="11749" y="20364"/>
                    <a:pt x="12478" y="20206"/>
                  </a:cubicBezTo>
                  <a:cubicBezTo>
                    <a:pt x="17038" y="19192"/>
                    <a:pt x="20458" y="15107"/>
                    <a:pt x="20458" y="10230"/>
                  </a:cubicBezTo>
                  <a:cubicBezTo>
                    <a:pt x="20458" y="9438"/>
                    <a:pt x="20363" y="8678"/>
                    <a:pt x="20205" y="7918"/>
                  </a:cubicBezTo>
                  <a:cubicBezTo>
                    <a:pt x="19160" y="3389"/>
                    <a:pt x="15075" y="1"/>
                    <a:pt x="10229"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76" name="Google Shape;3076;p34">
              <a:extLst>
                <a:ext uri="{FF2B5EF4-FFF2-40B4-BE49-F238E27FC236}">
                  <a16:creationId xmlns:a16="http://schemas.microsoft.com/office/drawing/2014/main" id="{1AD30091-665C-2478-B225-63F8F4A93D9B}"/>
                </a:ext>
              </a:extLst>
            </p:cNvPr>
            <p:cNvSpPr/>
            <p:nvPr/>
          </p:nvSpPr>
          <p:spPr>
            <a:xfrm>
              <a:off x="2685350" y="3663050"/>
              <a:ext cx="11900" cy="15075"/>
            </a:xfrm>
            <a:custGeom>
              <a:avLst/>
              <a:gdLst/>
              <a:ahLst/>
              <a:cxnLst/>
              <a:rect l="l" t="t" r="r" b="b"/>
              <a:pathLst>
                <a:path w="476" h="603" extrusionOk="0">
                  <a:moveTo>
                    <a:pt x="127" y="1"/>
                  </a:moveTo>
                  <a:lnTo>
                    <a:pt x="32" y="96"/>
                  </a:lnTo>
                  <a:lnTo>
                    <a:pt x="127" y="222"/>
                  </a:lnTo>
                  <a:cubicBezTo>
                    <a:pt x="32" y="349"/>
                    <a:pt x="0" y="476"/>
                    <a:pt x="95" y="602"/>
                  </a:cubicBezTo>
                  <a:lnTo>
                    <a:pt x="317" y="539"/>
                  </a:lnTo>
                  <a:cubicBezTo>
                    <a:pt x="253" y="539"/>
                    <a:pt x="222" y="539"/>
                    <a:pt x="190" y="476"/>
                  </a:cubicBezTo>
                  <a:cubicBezTo>
                    <a:pt x="158" y="444"/>
                    <a:pt x="158" y="349"/>
                    <a:pt x="253" y="254"/>
                  </a:cubicBezTo>
                  <a:cubicBezTo>
                    <a:pt x="348" y="191"/>
                    <a:pt x="412" y="191"/>
                    <a:pt x="475" y="191"/>
                  </a:cubicBezTo>
                  <a:lnTo>
                    <a:pt x="443" y="64"/>
                  </a:lnTo>
                  <a:cubicBezTo>
                    <a:pt x="380" y="64"/>
                    <a:pt x="285" y="96"/>
                    <a:pt x="222" y="159"/>
                  </a:cubicBezTo>
                  <a:lnTo>
                    <a:pt x="127" y="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81" name="Google Shape;3081;p34">
              <a:extLst>
                <a:ext uri="{FF2B5EF4-FFF2-40B4-BE49-F238E27FC236}">
                  <a16:creationId xmlns:a16="http://schemas.microsoft.com/office/drawing/2014/main" id="{FF8383AC-1797-3AFD-6959-FEDE116019AE}"/>
                </a:ext>
              </a:extLst>
            </p:cNvPr>
            <p:cNvSpPr/>
            <p:nvPr/>
          </p:nvSpPr>
          <p:spPr>
            <a:xfrm>
              <a:off x="2647325" y="3668600"/>
              <a:ext cx="25375" cy="11100"/>
            </a:xfrm>
            <a:custGeom>
              <a:avLst/>
              <a:gdLst/>
              <a:ahLst/>
              <a:cxnLst/>
              <a:rect l="l" t="t" r="r" b="b"/>
              <a:pathLst>
                <a:path w="1015" h="444" extrusionOk="0">
                  <a:moveTo>
                    <a:pt x="729" y="0"/>
                  </a:moveTo>
                  <a:lnTo>
                    <a:pt x="1" y="285"/>
                  </a:lnTo>
                  <a:lnTo>
                    <a:pt x="33" y="380"/>
                  </a:lnTo>
                  <a:lnTo>
                    <a:pt x="1014" y="444"/>
                  </a:lnTo>
                  <a:cubicBezTo>
                    <a:pt x="1014" y="412"/>
                    <a:pt x="1014" y="349"/>
                    <a:pt x="983" y="285"/>
                  </a:cubicBezTo>
                  <a:cubicBezTo>
                    <a:pt x="919" y="159"/>
                    <a:pt x="856" y="64"/>
                    <a:pt x="729"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85" name="Google Shape;3085;p34">
              <a:extLst>
                <a:ext uri="{FF2B5EF4-FFF2-40B4-BE49-F238E27FC236}">
                  <a16:creationId xmlns:a16="http://schemas.microsoft.com/office/drawing/2014/main" id="{A029F9EA-0AD7-BAD0-5B62-6BED7B9BDF5A}"/>
                </a:ext>
              </a:extLst>
            </p:cNvPr>
            <p:cNvSpPr/>
            <p:nvPr/>
          </p:nvSpPr>
          <p:spPr>
            <a:xfrm>
              <a:off x="2721750" y="3669375"/>
              <a:ext cx="13500" cy="14275"/>
            </a:xfrm>
            <a:custGeom>
              <a:avLst/>
              <a:gdLst/>
              <a:ahLst/>
              <a:cxnLst/>
              <a:rect l="l" t="t" r="r" b="b"/>
              <a:pathLst>
                <a:path w="540" h="571" extrusionOk="0">
                  <a:moveTo>
                    <a:pt x="254" y="1"/>
                  </a:moveTo>
                  <a:lnTo>
                    <a:pt x="159" y="33"/>
                  </a:lnTo>
                  <a:lnTo>
                    <a:pt x="223" y="191"/>
                  </a:lnTo>
                  <a:cubicBezTo>
                    <a:pt x="64" y="286"/>
                    <a:pt x="1" y="413"/>
                    <a:pt x="64" y="539"/>
                  </a:cubicBezTo>
                  <a:lnTo>
                    <a:pt x="286" y="571"/>
                  </a:lnTo>
                  <a:cubicBezTo>
                    <a:pt x="254" y="539"/>
                    <a:pt x="223" y="508"/>
                    <a:pt x="223" y="476"/>
                  </a:cubicBezTo>
                  <a:cubicBezTo>
                    <a:pt x="191" y="413"/>
                    <a:pt x="191" y="318"/>
                    <a:pt x="318" y="254"/>
                  </a:cubicBezTo>
                  <a:cubicBezTo>
                    <a:pt x="349" y="244"/>
                    <a:pt x="381" y="240"/>
                    <a:pt x="410" y="240"/>
                  </a:cubicBezTo>
                  <a:cubicBezTo>
                    <a:pt x="469" y="240"/>
                    <a:pt x="518" y="254"/>
                    <a:pt x="539" y="254"/>
                  </a:cubicBezTo>
                  <a:lnTo>
                    <a:pt x="539" y="128"/>
                  </a:lnTo>
                  <a:cubicBezTo>
                    <a:pt x="476" y="128"/>
                    <a:pt x="413" y="128"/>
                    <a:pt x="318" y="159"/>
                  </a:cubicBezTo>
                  <a:lnTo>
                    <a:pt x="254" y="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091" name="Google Shape;3091;p34">
              <a:extLst>
                <a:ext uri="{FF2B5EF4-FFF2-40B4-BE49-F238E27FC236}">
                  <a16:creationId xmlns:a16="http://schemas.microsoft.com/office/drawing/2014/main" id="{7BA95A08-7EFF-7F41-508E-C06440D7C80B}"/>
                </a:ext>
              </a:extLst>
            </p:cNvPr>
            <p:cNvSpPr/>
            <p:nvPr/>
          </p:nvSpPr>
          <p:spPr>
            <a:xfrm>
              <a:off x="2771650" y="3762800"/>
              <a:ext cx="26150" cy="25375"/>
            </a:xfrm>
            <a:custGeom>
              <a:avLst/>
              <a:gdLst/>
              <a:ahLst/>
              <a:cxnLst/>
              <a:rect l="l" t="t" r="r" b="b"/>
              <a:pathLst>
                <a:path w="1046" h="1015" extrusionOk="0">
                  <a:moveTo>
                    <a:pt x="538" y="1"/>
                  </a:moveTo>
                  <a:cubicBezTo>
                    <a:pt x="253" y="1"/>
                    <a:pt x="0" y="223"/>
                    <a:pt x="0" y="508"/>
                  </a:cubicBezTo>
                  <a:cubicBezTo>
                    <a:pt x="0" y="793"/>
                    <a:pt x="253" y="1014"/>
                    <a:pt x="538" y="1014"/>
                  </a:cubicBezTo>
                  <a:cubicBezTo>
                    <a:pt x="792" y="1014"/>
                    <a:pt x="1045" y="793"/>
                    <a:pt x="1045" y="508"/>
                  </a:cubicBezTo>
                  <a:cubicBezTo>
                    <a:pt x="1045" y="223"/>
                    <a:pt x="792" y="1"/>
                    <a:pt x="538"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111" name="Google Shape;3111;p34">
              <a:extLst>
                <a:ext uri="{FF2B5EF4-FFF2-40B4-BE49-F238E27FC236}">
                  <a16:creationId xmlns:a16="http://schemas.microsoft.com/office/drawing/2014/main" id="{DCBBFAB5-5307-4B4C-1160-EFCA09EB1C08}"/>
                </a:ext>
              </a:extLst>
            </p:cNvPr>
            <p:cNvSpPr/>
            <p:nvPr/>
          </p:nvSpPr>
          <p:spPr>
            <a:xfrm>
              <a:off x="2354400" y="2883200"/>
              <a:ext cx="42775" cy="43575"/>
            </a:xfrm>
            <a:custGeom>
              <a:avLst/>
              <a:gdLst/>
              <a:ahLst/>
              <a:cxnLst/>
              <a:rect l="l" t="t" r="r" b="b"/>
              <a:pathLst>
                <a:path w="1711" h="1743" extrusionOk="0">
                  <a:moveTo>
                    <a:pt x="855" y="1"/>
                  </a:moveTo>
                  <a:cubicBezTo>
                    <a:pt x="380" y="1"/>
                    <a:pt x="0" y="381"/>
                    <a:pt x="0" y="856"/>
                  </a:cubicBezTo>
                  <a:cubicBezTo>
                    <a:pt x="0" y="1331"/>
                    <a:pt x="380" y="1743"/>
                    <a:pt x="855" y="1743"/>
                  </a:cubicBezTo>
                  <a:cubicBezTo>
                    <a:pt x="1331" y="1743"/>
                    <a:pt x="1711" y="1331"/>
                    <a:pt x="1711" y="856"/>
                  </a:cubicBezTo>
                  <a:cubicBezTo>
                    <a:pt x="1711" y="412"/>
                    <a:pt x="1331" y="1"/>
                    <a:pt x="855"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113" name="Google Shape;3113;p34">
              <a:extLst>
                <a:ext uri="{FF2B5EF4-FFF2-40B4-BE49-F238E27FC236}">
                  <a16:creationId xmlns:a16="http://schemas.microsoft.com/office/drawing/2014/main" id="{1CF2E6F7-FA6E-55A2-A94A-8CAAD31E97FF}"/>
                </a:ext>
              </a:extLst>
            </p:cNvPr>
            <p:cNvSpPr/>
            <p:nvPr/>
          </p:nvSpPr>
          <p:spPr>
            <a:xfrm>
              <a:off x="2465250" y="2883200"/>
              <a:ext cx="42775" cy="43575"/>
            </a:xfrm>
            <a:custGeom>
              <a:avLst/>
              <a:gdLst/>
              <a:ahLst/>
              <a:cxnLst/>
              <a:rect l="l" t="t" r="r" b="b"/>
              <a:pathLst>
                <a:path w="1711" h="1743" extrusionOk="0">
                  <a:moveTo>
                    <a:pt x="855" y="1"/>
                  </a:moveTo>
                  <a:cubicBezTo>
                    <a:pt x="380" y="1"/>
                    <a:pt x="0" y="381"/>
                    <a:pt x="0" y="856"/>
                  </a:cubicBezTo>
                  <a:cubicBezTo>
                    <a:pt x="0" y="1331"/>
                    <a:pt x="380" y="1743"/>
                    <a:pt x="855" y="1743"/>
                  </a:cubicBezTo>
                  <a:cubicBezTo>
                    <a:pt x="1330" y="1743"/>
                    <a:pt x="1710" y="1331"/>
                    <a:pt x="1710" y="856"/>
                  </a:cubicBezTo>
                  <a:cubicBezTo>
                    <a:pt x="1710" y="412"/>
                    <a:pt x="1330" y="1"/>
                    <a:pt x="855" y="1"/>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dirty="0">
                <a:latin typeface="+mn-lt"/>
              </a:endParaRPr>
            </a:p>
          </p:txBody>
        </p:sp>
        <p:sp>
          <p:nvSpPr>
            <p:cNvPr id="3120" name="Google Shape;3120;p34">
              <a:extLst>
                <a:ext uri="{FF2B5EF4-FFF2-40B4-BE49-F238E27FC236}">
                  <a16:creationId xmlns:a16="http://schemas.microsoft.com/office/drawing/2014/main" id="{56DCB712-F7E4-F568-2C49-D6F6866B1F7B}"/>
                </a:ext>
              </a:extLst>
            </p:cNvPr>
            <p:cNvSpPr/>
            <p:nvPr/>
          </p:nvSpPr>
          <p:spPr>
            <a:xfrm>
              <a:off x="4789750" y="1878500"/>
              <a:ext cx="216950" cy="10325"/>
            </a:xfrm>
            <a:custGeom>
              <a:avLst/>
              <a:gdLst/>
              <a:ahLst/>
              <a:cxnLst/>
              <a:rect l="l" t="t" r="r" b="b"/>
              <a:pathLst>
                <a:path w="8678" h="413" extrusionOk="0">
                  <a:moveTo>
                    <a:pt x="0" y="1"/>
                  </a:moveTo>
                  <a:lnTo>
                    <a:pt x="0" y="413"/>
                  </a:lnTo>
                  <a:lnTo>
                    <a:pt x="3991" y="413"/>
                  </a:lnTo>
                  <a:lnTo>
                    <a:pt x="3991" y="96"/>
                  </a:lnTo>
                  <a:lnTo>
                    <a:pt x="4719" y="96"/>
                  </a:lnTo>
                  <a:lnTo>
                    <a:pt x="4719" y="413"/>
                  </a:lnTo>
                  <a:lnTo>
                    <a:pt x="8678" y="413"/>
                  </a:lnTo>
                  <a:lnTo>
                    <a:pt x="8678" y="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121" name="Google Shape;3121;p34">
              <a:extLst>
                <a:ext uri="{FF2B5EF4-FFF2-40B4-BE49-F238E27FC236}">
                  <a16:creationId xmlns:a16="http://schemas.microsoft.com/office/drawing/2014/main" id="{4E6CF26D-F7DF-D17C-647E-32B788463872}"/>
                </a:ext>
              </a:extLst>
            </p:cNvPr>
            <p:cNvSpPr/>
            <p:nvPr/>
          </p:nvSpPr>
          <p:spPr>
            <a:xfrm>
              <a:off x="4888725" y="1880875"/>
              <a:ext cx="18225" cy="7950"/>
            </a:xfrm>
            <a:custGeom>
              <a:avLst/>
              <a:gdLst/>
              <a:ahLst/>
              <a:cxnLst/>
              <a:rect l="l" t="t" r="r" b="b"/>
              <a:pathLst>
                <a:path w="729" h="318" extrusionOk="0">
                  <a:moveTo>
                    <a:pt x="0" y="1"/>
                  </a:moveTo>
                  <a:lnTo>
                    <a:pt x="0" y="318"/>
                  </a:lnTo>
                  <a:lnTo>
                    <a:pt x="729" y="318"/>
                  </a:lnTo>
                  <a:lnTo>
                    <a:pt x="729" y="1"/>
                  </a:ln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sp>
          <p:nvSpPr>
            <p:cNvPr id="3130" name="Google Shape;3130;p34">
              <a:extLst>
                <a:ext uri="{FF2B5EF4-FFF2-40B4-BE49-F238E27FC236}">
                  <a16:creationId xmlns:a16="http://schemas.microsoft.com/office/drawing/2014/main" id="{B361FD4E-DEEB-AA8E-6A6A-1C36C97D2416}"/>
                </a:ext>
              </a:extLst>
            </p:cNvPr>
            <p:cNvSpPr/>
            <p:nvPr/>
          </p:nvSpPr>
          <p:spPr>
            <a:xfrm>
              <a:off x="4887925" y="1796975"/>
              <a:ext cx="22975" cy="14275"/>
            </a:xfrm>
            <a:custGeom>
              <a:avLst/>
              <a:gdLst/>
              <a:ahLst/>
              <a:cxnLst/>
              <a:rect l="l" t="t" r="r" b="b"/>
              <a:pathLst>
                <a:path w="919" h="571" extrusionOk="0">
                  <a:moveTo>
                    <a:pt x="285" y="0"/>
                  </a:moveTo>
                  <a:cubicBezTo>
                    <a:pt x="127" y="0"/>
                    <a:pt x="0" y="127"/>
                    <a:pt x="0" y="285"/>
                  </a:cubicBezTo>
                  <a:cubicBezTo>
                    <a:pt x="0" y="443"/>
                    <a:pt x="127" y="570"/>
                    <a:pt x="285" y="570"/>
                  </a:cubicBezTo>
                  <a:lnTo>
                    <a:pt x="634" y="570"/>
                  </a:lnTo>
                  <a:cubicBezTo>
                    <a:pt x="792" y="570"/>
                    <a:pt x="919" y="443"/>
                    <a:pt x="919" y="285"/>
                  </a:cubicBezTo>
                  <a:cubicBezTo>
                    <a:pt x="919" y="127"/>
                    <a:pt x="792" y="0"/>
                    <a:pt x="634" y="0"/>
                  </a:cubicBezTo>
                  <a:close/>
                </a:path>
              </a:pathLst>
            </a:custGeom>
            <a:grpFill/>
            <a:ln>
              <a:noFill/>
            </a:ln>
          </p:spPr>
          <p:txBody>
            <a:bodyPr spcFirstLastPara="1" lIns="121900" tIns="121900" rIns="121900" bIns="121900" anchor="ctr"/>
            <a:lstStyle/>
            <a:p>
              <a:pPr eaLnBrk="1" fontAlgn="auto" hangingPunct="1">
                <a:spcBef>
                  <a:spcPts val="0"/>
                </a:spcBef>
                <a:spcAft>
                  <a:spcPts val="0"/>
                </a:spcAft>
                <a:defRPr/>
              </a:pPr>
              <a:endParaRPr sz="2400">
                <a:latin typeface="+mn-lt"/>
              </a:endParaRPr>
            </a:p>
          </p:txBody>
        </p:sp>
      </p:grpSp>
      <p:sp>
        <p:nvSpPr>
          <p:cNvPr id="13316" name="Google Shape;3132;p34">
            <a:extLst>
              <a:ext uri="{FF2B5EF4-FFF2-40B4-BE49-F238E27FC236}">
                <a16:creationId xmlns:a16="http://schemas.microsoft.com/office/drawing/2014/main" id="{F7CD2807-0B46-6115-4195-85348DEB574C}"/>
              </a:ext>
            </a:extLst>
          </p:cNvPr>
          <p:cNvSpPr txBox="1">
            <a:spLocks noChangeArrowheads="1"/>
          </p:cNvSpPr>
          <p:nvPr/>
        </p:nvSpPr>
        <p:spPr bwMode="auto">
          <a:xfrm>
            <a:off x="1035050" y="2024063"/>
            <a:ext cx="27463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fr-TN" altLang="fr-TN" sz="2000" dirty="0">
                <a:solidFill>
                  <a:srgbClr val="002060"/>
                </a:solidFill>
                <a:latin typeface="Bahnschrift" panose="020B0502040204020203" pitchFamily="34" charset="0"/>
              </a:rPr>
              <a:t>Contrôle de version</a:t>
            </a:r>
          </a:p>
        </p:txBody>
      </p:sp>
      <p:sp>
        <p:nvSpPr>
          <p:cNvPr id="13317" name="Google Shape;3136;p34">
            <a:extLst>
              <a:ext uri="{FF2B5EF4-FFF2-40B4-BE49-F238E27FC236}">
                <a16:creationId xmlns:a16="http://schemas.microsoft.com/office/drawing/2014/main" id="{59198BEF-EDC9-849E-B4EA-234CBC71A6F2}"/>
              </a:ext>
            </a:extLst>
          </p:cNvPr>
          <p:cNvSpPr txBox="1">
            <a:spLocks noChangeArrowheads="1"/>
          </p:cNvSpPr>
          <p:nvPr/>
        </p:nvSpPr>
        <p:spPr bwMode="auto">
          <a:xfrm>
            <a:off x="492917" y="3675694"/>
            <a:ext cx="2556671" cy="272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fr-TN" altLang="fr-TN" sz="2400" dirty="0">
                <a:solidFill>
                  <a:srgbClr val="002060"/>
                </a:solidFill>
                <a:latin typeface="Bahnschrift" panose="020B0502040204020203" pitchFamily="34" charset="0"/>
                <a:ea typeface="Fira Sans Medium" panose="020F0502020204030204" pitchFamily="34" charset="0"/>
                <a:cs typeface="Fira Sans Medium" panose="020F0502020204030204" pitchFamily="34" charset="0"/>
                <a:sym typeface="Fira Sans Medium" panose="020F0502020204030204" pitchFamily="34" charset="0"/>
              </a:rPr>
              <a:t>Orchestration</a:t>
            </a:r>
          </a:p>
        </p:txBody>
      </p:sp>
      <p:sp>
        <p:nvSpPr>
          <p:cNvPr id="13318" name="Google Shape;3138;p34">
            <a:extLst>
              <a:ext uri="{FF2B5EF4-FFF2-40B4-BE49-F238E27FC236}">
                <a16:creationId xmlns:a16="http://schemas.microsoft.com/office/drawing/2014/main" id="{126C844D-788B-FD38-62B0-9721F9281DD7}"/>
              </a:ext>
            </a:extLst>
          </p:cNvPr>
          <p:cNvSpPr txBox="1">
            <a:spLocks noChangeArrowheads="1"/>
          </p:cNvSpPr>
          <p:nvPr/>
        </p:nvSpPr>
        <p:spPr bwMode="auto">
          <a:xfrm>
            <a:off x="8035925" y="2055813"/>
            <a:ext cx="31210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fr-TN" altLang="fr-TN" sz="2400" dirty="0">
                <a:solidFill>
                  <a:srgbClr val="002060"/>
                </a:solidFill>
                <a:latin typeface="Bahnschrift" panose="020B0502040204020203" pitchFamily="34" charset="0"/>
                <a:ea typeface="Fira Sans Medium" panose="020F0502020204030204" pitchFamily="34" charset="0"/>
                <a:cs typeface="Fira Sans Medium" panose="020F0502020204030204" pitchFamily="34" charset="0"/>
                <a:sym typeface="Fira Sans Medium" panose="020F0502020204030204" pitchFamily="34" charset="0"/>
              </a:rPr>
              <a:t>Integration continue</a:t>
            </a:r>
          </a:p>
        </p:txBody>
      </p:sp>
      <p:sp>
        <p:nvSpPr>
          <p:cNvPr id="13319" name="Google Shape;3140;p34">
            <a:extLst>
              <a:ext uri="{FF2B5EF4-FFF2-40B4-BE49-F238E27FC236}">
                <a16:creationId xmlns:a16="http://schemas.microsoft.com/office/drawing/2014/main" id="{18871DFC-DABE-DD55-CACC-AA7ACE41225F}"/>
              </a:ext>
            </a:extLst>
          </p:cNvPr>
          <p:cNvSpPr txBox="1">
            <a:spLocks noChangeArrowheads="1"/>
          </p:cNvSpPr>
          <p:nvPr/>
        </p:nvSpPr>
        <p:spPr bwMode="auto">
          <a:xfrm>
            <a:off x="8913813" y="3543300"/>
            <a:ext cx="3151187"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fr-TN" altLang="fr-TN" sz="2400">
                <a:solidFill>
                  <a:srgbClr val="002060"/>
                </a:solidFill>
                <a:latin typeface="Bahnschrift" panose="020B0502040204020203" pitchFamily="34" charset="0"/>
                <a:ea typeface="Fira Sans Medium" panose="020F0502020204030204" pitchFamily="34" charset="0"/>
                <a:cs typeface="Fira Sans Medium" panose="020F0502020204030204" pitchFamily="34" charset="0"/>
                <a:sym typeface="Fira Sans Medium" panose="020F0502020204030204" pitchFamily="34" charset="0"/>
              </a:rPr>
              <a:t>Déploiement continue</a:t>
            </a:r>
          </a:p>
        </p:txBody>
      </p:sp>
      <p:sp>
        <p:nvSpPr>
          <p:cNvPr id="13320" name="Google Shape;3142;p34">
            <a:extLst>
              <a:ext uri="{FF2B5EF4-FFF2-40B4-BE49-F238E27FC236}">
                <a16:creationId xmlns:a16="http://schemas.microsoft.com/office/drawing/2014/main" id="{90BCD9EC-65A0-76CE-243E-D210E39A5983}"/>
              </a:ext>
            </a:extLst>
          </p:cNvPr>
          <p:cNvSpPr txBox="1">
            <a:spLocks noChangeArrowheads="1"/>
          </p:cNvSpPr>
          <p:nvPr/>
        </p:nvSpPr>
        <p:spPr bwMode="auto">
          <a:xfrm>
            <a:off x="8253413" y="5232400"/>
            <a:ext cx="2779712"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fr-FR" altLang="fr-TN" sz="2400">
                <a:solidFill>
                  <a:srgbClr val="002060"/>
                </a:solidFill>
                <a:latin typeface="Bahnschrift" panose="020B0502040204020203" pitchFamily="34" charset="0"/>
              </a:rPr>
              <a:t>Test continus</a:t>
            </a:r>
            <a:endParaRPr lang="fr-TN" altLang="fr-TN" sz="2400">
              <a:solidFill>
                <a:srgbClr val="002060"/>
              </a:solidFill>
              <a:latin typeface="Bahnschrift" panose="020B0502040204020203" pitchFamily="34" charset="0"/>
              <a:sym typeface="Fira Sans Medium" panose="020F0502020204030204" pitchFamily="34" charset="0"/>
            </a:endParaRPr>
          </a:p>
        </p:txBody>
      </p:sp>
      <p:pic>
        <p:nvPicPr>
          <p:cNvPr id="13322" name="Picture 5">
            <a:extLst>
              <a:ext uri="{FF2B5EF4-FFF2-40B4-BE49-F238E27FC236}">
                <a16:creationId xmlns:a16="http://schemas.microsoft.com/office/drawing/2014/main" id="{6F41E5F2-362A-88FD-F285-6B370EA48B5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163888" y="3481388"/>
            <a:ext cx="687387"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Picture 9">
            <a:extLst>
              <a:ext uri="{FF2B5EF4-FFF2-40B4-BE49-F238E27FC236}">
                <a16:creationId xmlns:a16="http://schemas.microsoft.com/office/drawing/2014/main" id="{84047801-2380-62EB-3729-4840CFC0C0A6}"/>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3744913" y="1901825"/>
            <a:ext cx="66198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Google Shape;3136;p34">
            <a:extLst>
              <a:ext uri="{FF2B5EF4-FFF2-40B4-BE49-F238E27FC236}">
                <a16:creationId xmlns:a16="http://schemas.microsoft.com/office/drawing/2014/main" id="{BF9546A9-E60F-AB69-F25C-7F2B24FB43F3}"/>
              </a:ext>
            </a:extLst>
          </p:cNvPr>
          <p:cNvSpPr txBox="1">
            <a:spLocks noChangeArrowheads="1"/>
          </p:cNvSpPr>
          <p:nvPr/>
        </p:nvSpPr>
        <p:spPr bwMode="auto">
          <a:xfrm>
            <a:off x="1089025" y="5224463"/>
            <a:ext cx="2586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0" tIns="121900" rIns="121900" bIns="1219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fr-FR" altLang="fr-TN" sz="2400">
                <a:solidFill>
                  <a:srgbClr val="002060"/>
                </a:solidFill>
                <a:latin typeface="Bahnschrift" panose="020B0502040204020203" pitchFamily="34" charset="0"/>
              </a:rPr>
              <a:t>Sécurité continue</a:t>
            </a:r>
            <a:endParaRPr lang="fr-TN" altLang="fr-TN" sz="2400">
              <a:solidFill>
                <a:srgbClr val="002060"/>
              </a:solidFill>
              <a:latin typeface="Bahnschrift" panose="020B0502040204020203" pitchFamily="34" charset="0"/>
              <a:sym typeface="Fira Sans Medium" panose="020F0502020204030204" pitchFamily="34" charset="0"/>
            </a:endParaRPr>
          </a:p>
        </p:txBody>
      </p:sp>
      <p:sp>
        <p:nvSpPr>
          <p:cNvPr id="13325" name="Rectangle 3">
            <a:extLst>
              <a:ext uri="{FF2B5EF4-FFF2-40B4-BE49-F238E27FC236}">
                <a16:creationId xmlns:a16="http://schemas.microsoft.com/office/drawing/2014/main" id="{B030ABE6-B996-1581-0445-50D157D672C2}"/>
              </a:ext>
            </a:extLst>
          </p:cNvPr>
          <p:cNvSpPr>
            <a:spLocks noChangeArrowheads="1"/>
          </p:cNvSpPr>
          <p:nvPr/>
        </p:nvSpPr>
        <p:spPr bwMode="auto">
          <a:xfrm>
            <a:off x="0" y="-323850"/>
            <a:ext cx="26511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fr-TN" altLang="fr-TN">
              <a:latin typeface="Arial" panose="020B0604020202020204" pitchFamily="34" charset="0"/>
            </a:endParaRPr>
          </a:p>
          <a:p>
            <a:pPr>
              <a:buFontTx/>
              <a:buChar char="•"/>
            </a:pPr>
            <a:endParaRPr lang="fr-TN" altLang="fr-TN">
              <a:latin typeface="Arial" panose="020B0604020202020204" pitchFamily="34" charset="0"/>
            </a:endParaRPr>
          </a:p>
        </p:txBody>
      </p:sp>
      <p:pic>
        <p:nvPicPr>
          <p:cNvPr id="13326" name="Image 8" descr="Une image contenant noir, obscurité&#10;&#10;Description générée automatiquement">
            <a:extLst>
              <a:ext uri="{FF2B5EF4-FFF2-40B4-BE49-F238E27FC236}">
                <a16:creationId xmlns:a16="http://schemas.microsoft.com/office/drawing/2014/main" id="{B9D9BBE3-2407-37AF-CB1A-1DB8342533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6188" y="1862138"/>
            <a:ext cx="655637"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7" name="Image 6" descr="Une image contenant noir, obscurité&#10;&#10;Description générée automatiquement">
            <a:extLst>
              <a:ext uri="{FF2B5EF4-FFF2-40B4-BE49-F238E27FC236}">
                <a16:creationId xmlns:a16="http://schemas.microsoft.com/office/drawing/2014/main" id="{F90E8E24-5538-1CE5-FC04-F99E1EE8F4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97838" y="3503613"/>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8" name="Image 4" descr="Une image contenant noir, obscurité&#10;&#10;Description générée automatiquement">
            <a:extLst>
              <a:ext uri="{FF2B5EF4-FFF2-40B4-BE49-F238E27FC236}">
                <a16:creationId xmlns:a16="http://schemas.microsoft.com/office/drawing/2014/main" id="{7CD28151-7437-4D8C-FBBF-8A9C52992C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3163" y="5013325"/>
            <a:ext cx="6889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9" name="Picture 8">
            <a:extLst>
              <a:ext uri="{FF2B5EF4-FFF2-40B4-BE49-F238E27FC236}">
                <a16:creationId xmlns:a16="http://schemas.microsoft.com/office/drawing/2014/main" id="{83168E47-E707-79BE-9879-01F15BCB43EE}"/>
              </a:ext>
            </a:extLst>
          </p:cNvPr>
          <p:cNvPicPr>
            <a:picLocks noChangeAspect="1" noChangeArrowheads="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3783013" y="5100638"/>
            <a:ext cx="6762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0" name="Picture 11">
            <a:extLst>
              <a:ext uri="{FF2B5EF4-FFF2-40B4-BE49-F238E27FC236}">
                <a16:creationId xmlns:a16="http://schemas.microsoft.com/office/drawing/2014/main" id="{C9B633F4-5E7F-FDA5-D04A-36145685F42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8138" y="2522538"/>
            <a:ext cx="5919787"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p:txBody>
          <a:bodyPr>
            <a:normAutofit fontScale="90000"/>
          </a:bodyPr>
          <a:lstStyle/>
          <a:p>
            <a:r>
              <a:rPr lang="en-GB" dirty="0"/>
              <a:t>Conceptes de </a:t>
            </a:r>
            <a:r>
              <a:rPr lang="en-GB" dirty="0" err="1"/>
              <a:t>DevSecOps</a:t>
            </a:r>
            <a:endParaRPr lang="en-GB" dirty="0"/>
          </a:p>
        </p:txBody>
      </p:sp>
      <p:pic>
        <p:nvPicPr>
          <p:cNvPr id="6" name="Content Placeholder 5"/>
          <p:cNvPicPr>
            <a:picLocks noGrp="1" noChangeAspect="1"/>
          </p:cNvPicPr>
          <p:nvPr>
            <p:ph idx="1"/>
          </p:nvPr>
        </p:nvPicPr>
        <p:blipFill>
          <a:blip r:embed="rId10">
            <a:extLst>
              <a:ext uri="{28A0092B-C50C-407E-A947-70E740481C1C}">
                <a14:useLocalDpi xmlns:a14="http://schemas.microsoft.com/office/drawing/2010/main" val="0"/>
              </a:ext>
            </a:extLst>
          </a:blip>
          <a:stretch>
            <a:fillRect/>
          </a:stretch>
        </p:blipFill>
        <p:spPr>
          <a:xfrm>
            <a:off x="1035050" y="649480"/>
            <a:ext cx="476250" cy="476250"/>
          </a:xfrm>
        </p:spPr>
      </p:pic>
      <p:sp>
        <p:nvSpPr>
          <p:cNvPr id="7" name="Slide Number Placeholder 6"/>
          <p:cNvSpPr>
            <a:spLocks noGrp="1"/>
          </p:cNvSpPr>
          <p:nvPr>
            <p:ph type="sldNum" sz="quarter" idx="12"/>
          </p:nvPr>
        </p:nvSpPr>
        <p:spPr/>
        <p:txBody>
          <a:bodyPr/>
          <a:lstStyle/>
          <a:p>
            <a:fld id="{AC03623B-441A-4B08-B43E-185D9FF53926}"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6CF6200-5D7A-492A-B359-FFB88C84FBBA}"/>
              </a:ext>
            </a:extLst>
          </p:cNvPr>
          <p:cNvGrpSpPr/>
          <p:nvPr/>
        </p:nvGrpSpPr>
        <p:grpSpPr>
          <a:xfrm>
            <a:off x="2143440" y="1896075"/>
            <a:ext cx="8976390" cy="4899210"/>
            <a:chOff x="1289050" y="1574264"/>
            <a:chExt cx="8976390" cy="4899210"/>
          </a:xfrm>
        </p:grpSpPr>
        <p:sp>
          <p:nvSpPr>
            <p:cNvPr id="25" name="Rectangle 2">
              <a:extLst>
                <a:ext uri="{FF2B5EF4-FFF2-40B4-BE49-F238E27FC236}">
                  <a16:creationId xmlns:a16="http://schemas.microsoft.com/office/drawing/2014/main" id="{3E60ED30-3FE6-4EDC-9DC7-EC1A5B77D8A6}"/>
                </a:ext>
              </a:extLst>
            </p:cNvPr>
            <p:cNvSpPr/>
            <p:nvPr/>
          </p:nvSpPr>
          <p:spPr>
            <a:xfrm rot="3622670">
              <a:off x="2279258" y="3493440"/>
              <a:ext cx="3237301" cy="2722768"/>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2670195 w 6172623"/>
                <a:gd name="connsiteY2" fmla="*/ 1204707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0 w 6172623"/>
                <a:gd name="connsiteY2" fmla="*/ 1249680 h 1249680"/>
                <a:gd name="connsiteX3" fmla="*/ 0 w 6172623"/>
                <a:gd name="connsiteY3" fmla="*/ 0 h 1249680"/>
                <a:gd name="connsiteX0" fmla="*/ 0 w 7420220"/>
                <a:gd name="connsiteY0" fmla="*/ 0 h 1249680"/>
                <a:gd name="connsiteX1" fmla="*/ 7420221 w 7420220"/>
                <a:gd name="connsiteY1" fmla="*/ 588872 h 1249680"/>
                <a:gd name="connsiteX2" fmla="*/ 0 w 7420220"/>
                <a:gd name="connsiteY2" fmla="*/ 1249680 h 1249680"/>
                <a:gd name="connsiteX3" fmla="*/ 0 w 7420220"/>
                <a:gd name="connsiteY3" fmla="*/ 0 h 1249680"/>
              </a:gdLst>
              <a:ahLst/>
              <a:cxnLst>
                <a:cxn ang="0">
                  <a:pos x="connsiteX0" y="connsiteY0"/>
                </a:cxn>
                <a:cxn ang="0">
                  <a:pos x="connsiteX1" y="connsiteY1"/>
                </a:cxn>
                <a:cxn ang="0">
                  <a:pos x="connsiteX2" y="connsiteY2"/>
                </a:cxn>
                <a:cxn ang="0">
                  <a:pos x="connsiteX3" y="connsiteY3"/>
                </a:cxn>
              </a:cxnLst>
              <a:rect l="l" t="t" r="r" b="b"/>
              <a:pathLst>
                <a:path w="7420220" h="1249680">
                  <a:moveTo>
                    <a:pt x="0" y="0"/>
                  </a:moveTo>
                  <a:lnTo>
                    <a:pt x="7420221" y="588872"/>
                  </a:lnTo>
                  <a:lnTo>
                    <a:pt x="0" y="1249680"/>
                  </a:lnTo>
                  <a:lnTo>
                    <a:pt x="0" y="0"/>
                  </a:lnTo>
                  <a:close/>
                </a:path>
              </a:pathLst>
            </a:cu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0" name="Rectangle 2">
              <a:extLst>
                <a:ext uri="{FF2B5EF4-FFF2-40B4-BE49-F238E27FC236}">
                  <a16:creationId xmlns:a16="http://schemas.microsoft.com/office/drawing/2014/main" id="{AC951F36-5033-4BB3-8C75-7DC416F27627}"/>
                </a:ext>
              </a:extLst>
            </p:cNvPr>
            <p:cNvSpPr/>
            <p:nvPr/>
          </p:nvSpPr>
          <p:spPr>
            <a:xfrm rot="4430165">
              <a:off x="3849612" y="5149088"/>
              <a:ext cx="1397897" cy="821387"/>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2670195 w 6172623"/>
                <a:gd name="connsiteY2" fmla="*/ 1204707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0 w 6172623"/>
                <a:gd name="connsiteY2" fmla="*/ 1249680 h 1249680"/>
                <a:gd name="connsiteX3" fmla="*/ 0 w 6172623"/>
                <a:gd name="connsiteY3" fmla="*/ 0 h 1249680"/>
                <a:gd name="connsiteX0" fmla="*/ 0 w 7420220"/>
                <a:gd name="connsiteY0" fmla="*/ 0 h 1249680"/>
                <a:gd name="connsiteX1" fmla="*/ 7420221 w 7420220"/>
                <a:gd name="connsiteY1" fmla="*/ 588872 h 1249680"/>
                <a:gd name="connsiteX2" fmla="*/ 0 w 7420220"/>
                <a:gd name="connsiteY2" fmla="*/ 1249680 h 1249680"/>
                <a:gd name="connsiteX3" fmla="*/ 0 w 7420220"/>
                <a:gd name="connsiteY3" fmla="*/ 0 h 1249680"/>
              </a:gdLst>
              <a:ahLst/>
              <a:cxnLst>
                <a:cxn ang="0">
                  <a:pos x="connsiteX0" y="connsiteY0"/>
                </a:cxn>
                <a:cxn ang="0">
                  <a:pos x="connsiteX1" y="connsiteY1"/>
                </a:cxn>
                <a:cxn ang="0">
                  <a:pos x="connsiteX2" y="connsiteY2"/>
                </a:cxn>
                <a:cxn ang="0">
                  <a:pos x="connsiteX3" y="connsiteY3"/>
                </a:cxn>
              </a:cxnLst>
              <a:rect l="l" t="t" r="r" b="b"/>
              <a:pathLst>
                <a:path w="7420220" h="1249680">
                  <a:moveTo>
                    <a:pt x="0" y="0"/>
                  </a:moveTo>
                  <a:lnTo>
                    <a:pt x="7420221" y="588872"/>
                  </a:lnTo>
                  <a:lnTo>
                    <a:pt x="0" y="1249680"/>
                  </a:lnTo>
                  <a:lnTo>
                    <a:pt x="0" y="0"/>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1" name="Rectangle 2">
              <a:extLst>
                <a:ext uri="{FF2B5EF4-FFF2-40B4-BE49-F238E27FC236}">
                  <a16:creationId xmlns:a16="http://schemas.microsoft.com/office/drawing/2014/main" id="{4D0FAC0C-F8E7-404F-85E3-E3A0552253D0}"/>
                </a:ext>
              </a:extLst>
            </p:cNvPr>
            <p:cNvSpPr/>
            <p:nvPr/>
          </p:nvSpPr>
          <p:spPr>
            <a:xfrm rot="21132827">
              <a:off x="3839876" y="3178476"/>
              <a:ext cx="6031308" cy="1429519"/>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175495 w 6172623"/>
                <a:gd name="connsiteY0" fmla="*/ 0 h 1255329"/>
                <a:gd name="connsiteX1" fmla="*/ 6172623 w 6172623"/>
                <a:gd name="connsiteY1" fmla="*/ 5649 h 1255329"/>
                <a:gd name="connsiteX2" fmla="*/ 4612640 w 6172623"/>
                <a:gd name="connsiteY2" fmla="*/ 1255329 h 1255329"/>
                <a:gd name="connsiteX3" fmla="*/ 0 w 6172623"/>
                <a:gd name="connsiteY3" fmla="*/ 1255329 h 1255329"/>
                <a:gd name="connsiteX4" fmla="*/ 175495 w 6172623"/>
                <a:gd name="connsiteY4" fmla="*/ 0 h 125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623" h="1255329">
                  <a:moveTo>
                    <a:pt x="175495" y="0"/>
                  </a:moveTo>
                  <a:lnTo>
                    <a:pt x="6172623" y="5649"/>
                  </a:lnTo>
                  <a:lnTo>
                    <a:pt x="4612640" y="1255329"/>
                  </a:lnTo>
                  <a:lnTo>
                    <a:pt x="0" y="1255329"/>
                  </a:lnTo>
                  <a:lnTo>
                    <a:pt x="175495" y="0"/>
                  </a:lnTo>
                  <a:close/>
                </a:path>
              </a:pathLst>
            </a:custGeom>
            <a:solidFill>
              <a:srgbClr val="00A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Rectangle 2">
              <a:extLst>
                <a:ext uri="{FF2B5EF4-FFF2-40B4-BE49-F238E27FC236}">
                  <a16:creationId xmlns:a16="http://schemas.microsoft.com/office/drawing/2014/main" id="{8176F9FA-536D-4CDE-8E5E-844594D667C3}"/>
                </a:ext>
              </a:extLst>
            </p:cNvPr>
            <p:cNvSpPr/>
            <p:nvPr/>
          </p:nvSpPr>
          <p:spPr>
            <a:xfrm rot="2973115">
              <a:off x="1443215" y="2933542"/>
              <a:ext cx="1397897" cy="821387"/>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2670195 w 6172623"/>
                <a:gd name="connsiteY2" fmla="*/ 1204707 h 1249680"/>
                <a:gd name="connsiteX3" fmla="*/ 0 w 6172623"/>
                <a:gd name="connsiteY3" fmla="*/ 1249680 h 1249680"/>
                <a:gd name="connsiteX4" fmla="*/ 0 w 6172623"/>
                <a:gd name="connsiteY4" fmla="*/ 0 h 1249680"/>
                <a:gd name="connsiteX0" fmla="*/ 0 w 6172623"/>
                <a:gd name="connsiteY0" fmla="*/ 0 h 1249680"/>
                <a:gd name="connsiteX1" fmla="*/ 6172623 w 6172623"/>
                <a:gd name="connsiteY1" fmla="*/ 0 h 1249680"/>
                <a:gd name="connsiteX2" fmla="*/ 0 w 6172623"/>
                <a:gd name="connsiteY2" fmla="*/ 1249680 h 1249680"/>
                <a:gd name="connsiteX3" fmla="*/ 0 w 6172623"/>
                <a:gd name="connsiteY3" fmla="*/ 0 h 1249680"/>
                <a:gd name="connsiteX0" fmla="*/ 0 w 7420220"/>
                <a:gd name="connsiteY0" fmla="*/ 0 h 1249680"/>
                <a:gd name="connsiteX1" fmla="*/ 7420221 w 7420220"/>
                <a:gd name="connsiteY1" fmla="*/ 588872 h 1249680"/>
                <a:gd name="connsiteX2" fmla="*/ 0 w 7420220"/>
                <a:gd name="connsiteY2" fmla="*/ 1249680 h 1249680"/>
                <a:gd name="connsiteX3" fmla="*/ 0 w 7420220"/>
                <a:gd name="connsiteY3" fmla="*/ 0 h 1249680"/>
              </a:gdLst>
              <a:ahLst/>
              <a:cxnLst>
                <a:cxn ang="0">
                  <a:pos x="connsiteX0" y="connsiteY0"/>
                </a:cxn>
                <a:cxn ang="0">
                  <a:pos x="connsiteX1" y="connsiteY1"/>
                </a:cxn>
                <a:cxn ang="0">
                  <a:pos x="connsiteX2" y="connsiteY2"/>
                </a:cxn>
                <a:cxn ang="0">
                  <a:pos x="connsiteX3" y="connsiteY3"/>
                </a:cxn>
              </a:cxnLst>
              <a:rect l="l" t="t" r="r" b="b"/>
              <a:pathLst>
                <a:path w="7420220" h="1249680">
                  <a:moveTo>
                    <a:pt x="0" y="0"/>
                  </a:moveTo>
                  <a:lnTo>
                    <a:pt x="7420221" y="588872"/>
                  </a:lnTo>
                  <a:lnTo>
                    <a:pt x="0" y="1249680"/>
                  </a:lnTo>
                  <a:lnTo>
                    <a:pt x="0" y="0"/>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CA6D2617-31EB-4EDE-B281-3FA0999D8DDE}"/>
                </a:ext>
              </a:extLst>
            </p:cNvPr>
            <p:cNvSpPr/>
            <p:nvPr/>
          </p:nvSpPr>
          <p:spPr>
            <a:xfrm rot="21132827">
              <a:off x="1797526" y="2245648"/>
              <a:ext cx="8467914" cy="1329446"/>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175495 w 6172623"/>
                <a:gd name="connsiteY0" fmla="*/ 0 h 1255329"/>
                <a:gd name="connsiteX1" fmla="*/ 6172623 w 6172623"/>
                <a:gd name="connsiteY1" fmla="*/ 5649 h 1255329"/>
                <a:gd name="connsiteX2" fmla="*/ 4612640 w 6172623"/>
                <a:gd name="connsiteY2" fmla="*/ 1255329 h 1255329"/>
                <a:gd name="connsiteX3" fmla="*/ 0 w 6172623"/>
                <a:gd name="connsiteY3" fmla="*/ 1255329 h 1255329"/>
                <a:gd name="connsiteX4" fmla="*/ 175495 w 6172623"/>
                <a:gd name="connsiteY4" fmla="*/ 0 h 125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623" h="1255329">
                  <a:moveTo>
                    <a:pt x="175495" y="0"/>
                  </a:moveTo>
                  <a:lnTo>
                    <a:pt x="6172623" y="5649"/>
                  </a:lnTo>
                  <a:lnTo>
                    <a:pt x="4612640" y="1255329"/>
                  </a:lnTo>
                  <a:lnTo>
                    <a:pt x="0" y="1255329"/>
                  </a:lnTo>
                  <a:lnTo>
                    <a:pt x="175495" y="0"/>
                  </a:lnTo>
                  <a:close/>
                </a:path>
              </a:pathLst>
            </a:cu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7" name="Rectangle 2">
              <a:extLst>
                <a:ext uri="{FF2B5EF4-FFF2-40B4-BE49-F238E27FC236}">
                  <a16:creationId xmlns:a16="http://schemas.microsoft.com/office/drawing/2014/main" id="{F0C4DF04-F7D7-4F6C-AEF3-025D416691D2}"/>
                </a:ext>
              </a:extLst>
            </p:cNvPr>
            <p:cNvSpPr/>
            <p:nvPr/>
          </p:nvSpPr>
          <p:spPr>
            <a:xfrm rot="21132827">
              <a:off x="1289050" y="1574264"/>
              <a:ext cx="4720606" cy="1198839"/>
            </a:xfrm>
            <a:custGeom>
              <a:avLst/>
              <a:gdLst>
                <a:gd name="connsiteX0" fmla="*/ 0 w 4612640"/>
                <a:gd name="connsiteY0" fmla="*/ 0 h 1249680"/>
                <a:gd name="connsiteX1" fmla="*/ 4612640 w 4612640"/>
                <a:gd name="connsiteY1" fmla="*/ 0 h 1249680"/>
                <a:gd name="connsiteX2" fmla="*/ 4612640 w 4612640"/>
                <a:gd name="connsiteY2" fmla="*/ 1249680 h 1249680"/>
                <a:gd name="connsiteX3" fmla="*/ 0 w 4612640"/>
                <a:gd name="connsiteY3" fmla="*/ 1249680 h 1249680"/>
                <a:gd name="connsiteX4" fmla="*/ 0 w 4612640"/>
                <a:gd name="connsiteY4" fmla="*/ 0 h 1249680"/>
                <a:gd name="connsiteX0" fmla="*/ 0 w 6172623"/>
                <a:gd name="connsiteY0" fmla="*/ 0 h 1249680"/>
                <a:gd name="connsiteX1" fmla="*/ 6172623 w 6172623"/>
                <a:gd name="connsiteY1" fmla="*/ 0 h 1249680"/>
                <a:gd name="connsiteX2" fmla="*/ 4612640 w 6172623"/>
                <a:gd name="connsiteY2" fmla="*/ 1249680 h 1249680"/>
                <a:gd name="connsiteX3" fmla="*/ 0 w 6172623"/>
                <a:gd name="connsiteY3" fmla="*/ 1249680 h 1249680"/>
                <a:gd name="connsiteX4" fmla="*/ 0 w 6172623"/>
                <a:gd name="connsiteY4" fmla="*/ 0 h 1249680"/>
                <a:gd name="connsiteX0" fmla="*/ 175495 w 6172623"/>
                <a:gd name="connsiteY0" fmla="*/ 0 h 1255329"/>
                <a:gd name="connsiteX1" fmla="*/ 6172623 w 6172623"/>
                <a:gd name="connsiteY1" fmla="*/ 5649 h 1255329"/>
                <a:gd name="connsiteX2" fmla="*/ 4612640 w 6172623"/>
                <a:gd name="connsiteY2" fmla="*/ 1255329 h 1255329"/>
                <a:gd name="connsiteX3" fmla="*/ 0 w 6172623"/>
                <a:gd name="connsiteY3" fmla="*/ 1255329 h 1255329"/>
                <a:gd name="connsiteX4" fmla="*/ 175495 w 6172623"/>
                <a:gd name="connsiteY4" fmla="*/ 0 h 1255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623" h="1255329">
                  <a:moveTo>
                    <a:pt x="175495" y="0"/>
                  </a:moveTo>
                  <a:lnTo>
                    <a:pt x="6172623" y="5649"/>
                  </a:lnTo>
                  <a:lnTo>
                    <a:pt x="4612640" y="1255329"/>
                  </a:lnTo>
                  <a:lnTo>
                    <a:pt x="0" y="1255329"/>
                  </a:lnTo>
                  <a:lnTo>
                    <a:pt x="175495"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40" name="TextBox 39">
            <a:extLst>
              <a:ext uri="{FF2B5EF4-FFF2-40B4-BE49-F238E27FC236}">
                <a16:creationId xmlns:a16="http://schemas.microsoft.com/office/drawing/2014/main" id="{A5F0B723-C60D-4B78-AAE0-E561FDC40D4A}"/>
              </a:ext>
            </a:extLst>
          </p:cNvPr>
          <p:cNvSpPr txBox="1"/>
          <p:nvPr/>
        </p:nvSpPr>
        <p:spPr>
          <a:xfrm rot="21169035">
            <a:off x="3405348" y="2200602"/>
            <a:ext cx="3308165" cy="400110"/>
          </a:xfrm>
          <a:prstGeom prst="rect">
            <a:avLst/>
          </a:prstGeom>
          <a:noFill/>
        </p:spPr>
        <p:txBody>
          <a:bodyPr wrap="square" rtlCol="0">
            <a:spAutoFit/>
          </a:bodyPr>
          <a:lstStyle/>
          <a:p>
            <a:r>
              <a:rPr lang="fr-TN" altLang="fr-TN" sz="2000" dirty="0">
                <a:solidFill>
                  <a:schemeClr val="bg1"/>
                </a:solidFill>
                <a:latin typeface="Bahnschrift" panose="020B0502040204020203" pitchFamily="34" charset="0"/>
              </a:rPr>
              <a:t>Meilleure sécurité</a:t>
            </a:r>
          </a:p>
        </p:txBody>
      </p:sp>
      <p:sp>
        <p:nvSpPr>
          <p:cNvPr id="41" name="TextBox 40">
            <a:extLst>
              <a:ext uri="{FF2B5EF4-FFF2-40B4-BE49-F238E27FC236}">
                <a16:creationId xmlns:a16="http://schemas.microsoft.com/office/drawing/2014/main" id="{AAB0BCF3-B40A-4D84-B80D-6294FAADEC51}"/>
              </a:ext>
            </a:extLst>
          </p:cNvPr>
          <p:cNvSpPr txBox="1"/>
          <p:nvPr/>
        </p:nvSpPr>
        <p:spPr>
          <a:xfrm rot="21169035">
            <a:off x="2358467" y="2143350"/>
            <a:ext cx="1432100"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9BD8F7"/>
                </a:solidFill>
                <a:effectLst/>
                <a:uLnTx/>
                <a:uFillTx/>
                <a:latin typeface="Bahnschrift" panose="020B0502040204020203" pitchFamily="34" charset="0"/>
              </a:rPr>
              <a:t>01</a:t>
            </a:r>
            <a:endParaRPr kumimoji="0" lang="en-GB" sz="6000" b="1" i="0" u="none" strike="noStrike" kern="1200" cap="none" spc="0" normalizeH="0" baseline="0" noProof="0" dirty="0">
              <a:ln>
                <a:noFill/>
              </a:ln>
              <a:solidFill>
                <a:srgbClr val="9BD8F7"/>
              </a:solidFill>
              <a:effectLst/>
              <a:uLnTx/>
              <a:uFillTx/>
              <a:latin typeface="Bahnschrift" panose="020B0502040204020203" pitchFamily="34" charset="0"/>
              <a:ea typeface="Noto Sans" panose="020B0502040504020204" pitchFamily="34"/>
              <a:cs typeface="Noto Sans" panose="020B0502040504020204" pitchFamily="34"/>
            </a:endParaRPr>
          </a:p>
        </p:txBody>
      </p:sp>
      <p:sp>
        <p:nvSpPr>
          <p:cNvPr id="42" name="TextBox 41">
            <a:extLst>
              <a:ext uri="{FF2B5EF4-FFF2-40B4-BE49-F238E27FC236}">
                <a16:creationId xmlns:a16="http://schemas.microsoft.com/office/drawing/2014/main" id="{95E63E8E-51F5-457D-A7B4-0A7D0BACEDB6}"/>
              </a:ext>
            </a:extLst>
          </p:cNvPr>
          <p:cNvSpPr txBox="1"/>
          <p:nvPr/>
        </p:nvSpPr>
        <p:spPr>
          <a:xfrm rot="21169035">
            <a:off x="4416965" y="3071622"/>
            <a:ext cx="3308165" cy="707886"/>
          </a:xfrm>
          <a:prstGeom prst="rect">
            <a:avLst/>
          </a:prstGeom>
          <a:noFill/>
        </p:spPr>
        <p:txBody>
          <a:bodyPr wrap="square" rtlCol="0">
            <a:spAutoFit/>
          </a:bodyPr>
          <a:lstStyle/>
          <a:p>
            <a:r>
              <a:rPr lang="fr-TN" altLang="fr-TN" sz="2000" dirty="0">
                <a:solidFill>
                  <a:schemeClr val="bg1"/>
                </a:solidFill>
                <a:latin typeface="Bahnschrift" panose="020B0502040204020203" pitchFamily="34" charset="0"/>
              </a:rPr>
              <a:t>Détection précoce des vulnérabilités</a:t>
            </a:r>
          </a:p>
        </p:txBody>
      </p:sp>
      <p:sp>
        <p:nvSpPr>
          <p:cNvPr id="43" name="TextBox 42">
            <a:extLst>
              <a:ext uri="{FF2B5EF4-FFF2-40B4-BE49-F238E27FC236}">
                <a16:creationId xmlns:a16="http://schemas.microsoft.com/office/drawing/2014/main" id="{3AF44CF2-7D7D-44A2-B730-AE2596FBB587}"/>
              </a:ext>
            </a:extLst>
          </p:cNvPr>
          <p:cNvSpPr txBox="1"/>
          <p:nvPr/>
        </p:nvSpPr>
        <p:spPr>
          <a:xfrm rot="21169035">
            <a:off x="3370084" y="3168256"/>
            <a:ext cx="1432100"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00A4A5"/>
                </a:solidFill>
                <a:effectLst/>
                <a:uLnTx/>
                <a:uFillTx/>
                <a:latin typeface="Bahnschrift" panose="020B0502040204020203" pitchFamily="34" charset="0"/>
              </a:rPr>
              <a:t>0</a:t>
            </a:r>
            <a:r>
              <a:rPr kumimoji="0" lang="ru-RU" sz="6000" b="1" i="0" u="none" strike="noStrike" kern="1200" cap="none" spc="0" normalizeH="0" baseline="0" noProof="0" dirty="0">
                <a:ln>
                  <a:noFill/>
                </a:ln>
                <a:solidFill>
                  <a:srgbClr val="00A4A5"/>
                </a:solidFill>
                <a:effectLst/>
                <a:uLnTx/>
                <a:uFillTx/>
                <a:latin typeface="Bahnschrift" panose="020B0502040204020203" pitchFamily="34" charset="0"/>
              </a:rPr>
              <a:t>2</a:t>
            </a:r>
            <a:endParaRPr kumimoji="0" lang="en-GB" sz="6000" b="1" i="0" u="none" strike="noStrike" kern="1200" cap="none" spc="0" normalizeH="0" baseline="0" noProof="0" dirty="0">
              <a:ln>
                <a:noFill/>
              </a:ln>
              <a:solidFill>
                <a:srgbClr val="00A4A5"/>
              </a:solidFill>
              <a:effectLst/>
              <a:uLnTx/>
              <a:uFillTx/>
              <a:latin typeface="Bahnschrift" panose="020B0502040204020203" pitchFamily="34" charset="0"/>
              <a:ea typeface="Noto Sans" panose="020B0502040504020204" pitchFamily="34"/>
              <a:cs typeface="Noto Sans" panose="020B0502040504020204" pitchFamily="34"/>
            </a:endParaRPr>
          </a:p>
        </p:txBody>
      </p:sp>
      <p:sp>
        <p:nvSpPr>
          <p:cNvPr id="44" name="TextBox 43">
            <a:extLst>
              <a:ext uri="{FF2B5EF4-FFF2-40B4-BE49-F238E27FC236}">
                <a16:creationId xmlns:a16="http://schemas.microsoft.com/office/drawing/2014/main" id="{61317350-F612-4451-A9F5-1492EB54A9C8}"/>
              </a:ext>
            </a:extLst>
          </p:cNvPr>
          <p:cNvSpPr txBox="1"/>
          <p:nvPr/>
        </p:nvSpPr>
        <p:spPr>
          <a:xfrm rot="21169035">
            <a:off x="6234771" y="3956659"/>
            <a:ext cx="3308165" cy="707886"/>
          </a:xfrm>
          <a:prstGeom prst="rect">
            <a:avLst/>
          </a:prstGeom>
          <a:noFill/>
        </p:spPr>
        <p:txBody>
          <a:bodyPr wrap="square" rtlCol="0">
            <a:spAutoFit/>
          </a:bodyPr>
          <a:lstStyle/>
          <a:p>
            <a:r>
              <a:rPr lang="fr-TN" altLang="fr-TN" sz="2000" dirty="0">
                <a:solidFill>
                  <a:schemeClr val="bg1"/>
                </a:solidFill>
                <a:latin typeface="Bahnschrift" panose="020B0502040204020203" pitchFamily="34" charset="0"/>
              </a:rPr>
              <a:t>Réduction des coûts à long terme</a:t>
            </a:r>
          </a:p>
        </p:txBody>
      </p:sp>
      <p:sp>
        <p:nvSpPr>
          <p:cNvPr id="45" name="TextBox 44">
            <a:extLst>
              <a:ext uri="{FF2B5EF4-FFF2-40B4-BE49-F238E27FC236}">
                <a16:creationId xmlns:a16="http://schemas.microsoft.com/office/drawing/2014/main" id="{715CF63C-1708-4A00-BEB1-A702B38482CB}"/>
              </a:ext>
            </a:extLst>
          </p:cNvPr>
          <p:cNvSpPr txBox="1"/>
          <p:nvPr/>
        </p:nvSpPr>
        <p:spPr>
          <a:xfrm rot="21169035">
            <a:off x="5187890" y="4053293"/>
            <a:ext cx="1432100"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008080"/>
                </a:solidFill>
                <a:effectLst/>
                <a:uLnTx/>
                <a:uFillTx/>
                <a:latin typeface="Bahnschrift" panose="020B0502040204020203" pitchFamily="34" charset="0"/>
              </a:rPr>
              <a:t>0</a:t>
            </a:r>
            <a:r>
              <a:rPr kumimoji="0" lang="ru-RU" sz="6000" b="1" i="0" u="none" strike="noStrike" kern="1200" cap="none" spc="0" normalizeH="0" baseline="0" noProof="0" dirty="0">
                <a:ln>
                  <a:noFill/>
                </a:ln>
                <a:solidFill>
                  <a:srgbClr val="008080"/>
                </a:solidFill>
                <a:effectLst/>
                <a:uLnTx/>
                <a:uFillTx/>
                <a:latin typeface="Bahnschrift" panose="020B0502040204020203" pitchFamily="34" charset="0"/>
              </a:rPr>
              <a:t>3</a:t>
            </a:r>
            <a:endParaRPr kumimoji="0" lang="en-GB" sz="6000" b="1" i="0" u="none" strike="noStrike" kern="1200" cap="none" spc="0" normalizeH="0" baseline="0" noProof="0" dirty="0">
              <a:ln>
                <a:noFill/>
              </a:ln>
              <a:solidFill>
                <a:srgbClr val="008080"/>
              </a:solidFill>
              <a:effectLst/>
              <a:uLnTx/>
              <a:uFillTx/>
              <a:latin typeface="Bahnschrift" panose="020B0502040204020203" pitchFamily="34" charset="0"/>
              <a:ea typeface="Noto Sans" panose="020B0502040504020204" pitchFamily="34"/>
              <a:cs typeface="Noto Sans" panose="020B0502040504020204" pitchFamily="34"/>
            </a:endParaRPr>
          </a:p>
        </p:txBody>
      </p:sp>
      <p:sp>
        <p:nvSpPr>
          <p:cNvPr id="5" name="Title 4"/>
          <p:cNvSpPr>
            <a:spLocks noGrp="1"/>
          </p:cNvSpPr>
          <p:nvPr>
            <p:ph type="title"/>
          </p:nvPr>
        </p:nvSpPr>
        <p:spPr/>
        <p:txBody>
          <a:bodyPr>
            <a:normAutofit fontScale="90000"/>
          </a:bodyPr>
          <a:lstStyle/>
          <a:p>
            <a:r>
              <a:rPr lang="en-GB" dirty="0" err="1"/>
              <a:t>Avantages</a:t>
            </a:r>
            <a:r>
              <a:rPr lang="en-GB" dirty="0"/>
              <a:t> de </a:t>
            </a:r>
            <a:r>
              <a:rPr lang="en-GB" dirty="0" err="1"/>
              <a:t>DevSecOps</a:t>
            </a:r>
            <a:endParaRPr lang="en-GB"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83228" y="655575"/>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9</a:t>
            </a:fld>
            <a:endParaRPr lang="en-US"/>
          </a:p>
        </p:txBody>
      </p:sp>
      <p:pic>
        <p:nvPicPr>
          <p:cNvPr id="4" name="Picture 3">
            <a:extLst>
              <a:ext uri="{FF2B5EF4-FFF2-40B4-BE49-F238E27FC236}">
                <a16:creationId xmlns:a16="http://schemas.microsoft.com/office/drawing/2014/main" id="{A542FFFB-1502-DE7B-4769-B5011A40A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2017" y="1682607"/>
            <a:ext cx="9315450" cy="6096000"/>
          </a:xfrm>
          <a:prstGeom prst="rect">
            <a:avLst/>
          </a:prstGeom>
        </p:spPr>
      </p:pic>
    </p:spTree>
    <p:extLst>
      <p:ext uri="{BB962C8B-B14F-4D97-AF65-F5344CB8AC3E}">
        <p14:creationId xmlns:p14="http://schemas.microsoft.com/office/powerpoint/2010/main" val="75083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a:t>Infrastructure as Code (IaC)</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83256" y="685978"/>
            <a:ext cx="476250" cy="476250"/>
          </a:xfrm>
        </p:spPr>
      </p:pic>
      <p:sp>
        <p:nvSpPr>
          <p:cNvPr id="7" name="Slide Number Placeholder 6"/>
          <p:cNvSpPr>
            <a:spLocks noGrp="1"/>
          </p:cNvSpPr>
          <p:nvPr>
            <p:ph type="sldNum" sz="quarter" idx="12"/>
          </p:nvPr>
        </p:nvSpPr>
        <p:spPr/>
        <p:txBody>
          <a:bodyPr/>
          <a:lstStyle/>
          <a:p>
            <a:fld id="{AC03623B-441A-4B08-B43E-185D9FF53926}" type="slidenum">
              <a:rPr lang="en-US" smtClean="0"/>
              <a:pPr/>
              <a:t>10</a:t>
            </a:fld>
            <a:endParaRPr lang="en-US"/>
          </a:p>
        </p:txBody>
      </p:sp>
      <p:grpSp>
        <p:nvGrpSpPr>
          <p:cNvPr id="18" name="Group 17"/>
          <p:cNvGrpSpPr/>
          <p:nvPr/>
        </p:nvGrpSpPr>
        <p:grpSpPr>
          <a:xfrm>
            <a:off x="2059664" y="2258160"/>
            <a:ext cx="7702557" cy="3040771"/>
            <a:chOff x="2059664" y="2258160"/>
            <a:chExt cx="7702557" cy="3040771"/>
          </a:xfrm>
        </p:grpSpPr>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9664" y="2258162"/>
              <a:ext cx="1568908" cy="3040769"/>
            </a:xfrm>
            <a:prstGeom prst="rect">
              <a:avLst/>
            </a:prstGeom>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378" y="2258161"/>
              <a:ext cx="1568908" cy="3040769"/>
            </a:xfrm>
            <a:prstGeom prst="rect">
              <a:avLst/>
            </a:prstGeom>
          </p:spPr>
        </p:pic>
        <p:pic>
          <p:nvPicPr>
            <p:cNvPr id="24" name="Pictur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1092" y="2258160"/>
              <a:ext cx="1568908" cy="3040769"/>
            </a:xfrm>
            <a:prstGeom prst="rect">
              <a:avLst/>
            </a:prstGeom>
          </p:spPr>
        </p:pic>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6387" y="2258160"/>
              <a:ext cx="1568908" cy="3040769"/>
            </a:xfrm>
            <a:prstGeom prst="rect">
              <a:avLst/>
            </a:prstGeom>
          </p:spPr>
        </p:pic>
        <p:sp>
          <p:nvSpPr>
            <p:cNvPr id="10" name="Rectangle 9"/>
            <p:cNvSpPr/>
            <p:nvPr/>
          </p:nvSpPr>
          <p:spPr>
            <a:xfrm>
              <a:off x="2059664" y="3245331"/>
              <a:ext cx="1568908" cy="2031325"/>
            </a:xfrm>
            <a:prstGeom prst="rect">
              <a:avLst/>
            </a:prstGeom>
          </p:spPr>
          <p:txBody>
            <a:bodyPr wrap="square">
              <a:spAutoFit/>
            </a:bodyPr>
            <a:lstStyle/>
            <a:p>
              <a:pPr lvl="0"/>
              <a:r>
                <a:rPr lang="fr-FR" sz="1400" b="1" dirty="0">
                  <a:solidFill>
                    <a:schemeClr val="bg1"/>
                  </a:solidFill>
                  <a:latin typeface="Bahnschrift" panose="020B0502040204020203" pitchFamily="34" charset="0"/>
                </a:rPr>
                <a:t>Processus de gestion et de provisionnement d'infrastructure pour une application en utilisant des fichiers de configuration</a:t>
              </a:r>
              <a:endParaRPr lang="en-US" sz="1400" dirty="0">
                <a:solidFill>
                  <a:schemeClr val="bg1"/>
                </a:solidFill>
              </a:endParaRPr>
            </a:p>
          </p:txBody>
        </p:sp>
        <p:sp>
          <p:nvSpPr>
            <p:cNvPr id="27" name="Rectangle 26"/>
            <p:cNvSpPr/>
            <p:nvPr/>
          </p:nvSpPr>
          <p:spPr>
            <a:xfrm>
              <a:off x="4045011" y="3582652"/>
              <a:ext cx="1568908" cy="954107"/>
            </a:xfrm>
            <a:prstGeom prst="rect">
              <a:avLst/>
            </a:prstGeom>
          </p:spPr>
          <p:txBody>
            <a:bodyPr wrap="square">
              <a:spAutoFit/>
            </a:bodyPr>
            <a:lstStyle/>
            <a:p>
              <a:pPr lvl="0"/>
              <a:r>
                <a:rPr lang="fr-FR" sz="1400" b="1" dirty="0">
                  <a:solidFill>
                    <a:schemeClr val="bg1"/>
                  </a:solidFill>
                  <a:latin typeface="Bahnschrift" panose="020B0502040204020203" pitchFamily="34" charset="0"/>
                </a:rPr>
                <a:t>Ces fichiers de configuration peuvent être utilisés partout</a:t>
              </a:r>
              <a:endParaRPr lang="en-US" sz="1400" dirty="0">
                <a:solidFill>
                  <a:schemeClr val="bg1"/>
                </a:solidFill>
              </a:endParaRPr>
            </a:p>
          </p:txBody>
        </p:sp>
        <p:sp>
          <p:nvSpPr>
            <p:cNvPr id="28" name="Rectangle 27"/>
            <p:cNvSpPr/>
            <p:nvPr/>
          </p:nvSpPr>
          <p:spPr>
            <a:xfrm>
              <a:off x="6066585" y="3712791"/>
              <a:ext cx="1568908" cy="738664"/>
            </a:xfrm>
            <a:prstGeom prst="rect">
              <a:avLst/>
            </a:prstGeom>
          </p:spPr>
          <p:txBody>
            <a:bodyPr wrap="square">
              <a:spAutoFit/>
            </a:bodyPr>
            <a:lstStyle/>
            <a:p>
              <a:pPr lvl="0"/>
              <a:r>
                <a:rPr lang="fr-FR" sz="1400" b="1" dirty="0">
                  <a:solidFill>
                    <a:schemeClr val="bg1"/>
                  </a:solidFill>
                  <a:latin typeface="Bahnschrift" panose="020B0502040204020203" pitchFamily="34" charset="0"/>
                </a:rPr>
                <a:t>Intégrer dans le contrôle de version</a:t>
              </a:r>
              <a:endParaRPr lang="en-US" sz="1400" dirty="0">
                <a:solidFill>
                  <a:schemeClr val="bg1"/>
                </a:solidFill>
              </a:endParaRPr>
            </a:p>
          </p:txBody>
        </p:sp>
        <p:sp>
          <p:nvSpPr>
            <p:cNvPr id="29" name="Rectangle 28"/>
            <p:cNvSpPr/>
            <p:nvPr/>
          </p:nvSpPr>
          <p:spPr>
            <a:xfrm>
              <a:off x="8193313" y="3576445"/>
              <a:ext cx="1568908" cy="954107"/>
            </a:xfrm>
            <a:prstGeom prst="rect">
              <a:avLst/>
            </a:prstGeom>
          </p:spPr>
          <p:txBody>
            <a:bodyPr wrap="square">
              <a:spAutoFit/>
            </a:bodyPr>
            <a:lstStyle/>
            <a:p>
              <a:pPr lvl="0"/>
              <a:r>
                <a:rPr lang="fr-FR" sz="1400" b="1" dirty="0">
                  <a:solidFill>
                    <a:schemeClr val="bg1"/>
                  </a:solidFill>
                  <a:latin typeface="Bahnschrift" panose="020B0502040204020203" pitchFamily="34" charset="0"/>
                </a:rPr>
                <a:t>Cloud plus Centre de Données Défini par Logiciel</a:t>
              </a:r>
              <a:endParaRPr lang="en-US" sz="1400" dirty="0">
                <a:solidFill>
                  <a:schemeClr val="bg1"/>
                </a:solidFill>
              </a:endParaRPr>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15518" y="2347554"/>
              <a:ext cx="457200" cy="457200"/>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00865" y="2347554"/>
              <a:ext cx="457200" cy="457200"/>
            </a:xfrm>
            <a:prstGeom prst="rect">
              <a:avLst/>
            </a:prstGeom>
          </p:spPr>
        </p:pic>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06946" y="2357779"/>
              <a:ext cx="457200" cy="457200"/>
            </a:xfrm>
            <a:prstGeom prst="rect">
              <a:avLst/>
            </a:prstGeom>
          </p:spPr>
        </p:pic>
        <p:pic>
          <p:nvPicPr>
            <p:cNvPr id="17" name="Picture 1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02241" y="2342679"/>
              <a:ext cx="457200" cy="45720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5" name="Google Shape;985;p42"/>
          <p:cNvSpPr/>
          <p:nvPr/>
        </p:nvSpPr>
        <p:spPr>
          <a:xfrm>
            <a:off x="8741589" y="3585443"/>
            <a:ext cx="2128751" cy="450677"/>
          </a:xfrm>
          <a:custGeom>
            <a:avLst/>
            <a:gdLst/>
            <a:ahLst/>
            <a:cxnLst/>
            <a:rect l="l" t="t" r="r" b="b"/>
            <a:pathLst>
              <a:path w="11449" h="3457" extrusionOk="0">
                <a:moveTo>
                  <a:pt x="0" y="0"/>
                </a:moveTo>
                <a:lnTo>
                  <a:pt x="0" y="3457"/>
                </a:lnTo>
                <a:lnTo>
                  <a:pt x="9745" y="3457"/>
                </a:lnTo>
                <a:cubicBezTo>
                  <a:pt x="10693" y="3457"/>
                  <a:pt x="11449" y="2700"/>
                  <a:pt x="11449" y="1752"/>
                </a:cubicBezTo>
                <a:cubicBezTo>
                  <a:pt x="11449" y="756"/>
                  <a:pt x="10693" y="0"/>
                  <a:pt x="9745" y="0"/>
                </a:cubicBezTo>
                <a:close/>
              </a:path>
            </a:pathLst>
          </a:custGeom>
          <a:solidFill>
            <a:schemeClr val="tx2">
              <a:lumMod val="50000"/>
            </a:schemeClr>
          </a:solidFill>
          <a:ln>
            <a:noFill/>
          </a:ln>
        </p:spPr>
        <p:txBody>
          <a:bodyPr spcFirstLastPara="1" wrap="square" lIns="121900" tIns="121900" rIns="121900" bIns="121900" anchor="ctr" anchorCtr="0">
            <a:noAutofit/>
          </a:bodyPr>
          <a:lstStyle/>
          <a:p>
            <a:endParaRPr sz="2400"/>
          </a:p>
        </p:txBody>
      </p:sp>
      <p:sp>
        <p:nvSpPr>
          <p:cNvPr id="986" name="Google Shape;986;p42"/>
          <p:cNvSpPr/>
          <p:nvPr/>
        </p:nvSpPr>
        <p:spPr>
          <a:xfrm>
            <a:off x="6892650" y="3585443"/>
            <a:ext cx="2120012" cy="450677"/>
          </a:xfrm>
          <a:custGeom>
            <a:avLst/>
            <a:gdLst/>
            <a:ahLst/>
            <a:cxnLst/>
            <a:rect l="l" t="t" r="r" b="b"/>
            <a:pathLst>
              <a:path w="11402" h="3457" extrusionOk="0">
                <a:moveTo>
                  <a:pt x="1" y="0"/>
                </a:moveTo>
                <a:lnTo>
                  <a:pt x="1" y="3457"/>
                </a:lnTo>
                <a:lnTo>
                  <a:pt x="9697" y="3457"/>
                </a:lnTo>
                <a:cubicBezTo>
                  <a:pt x="10657" y="3457"/>
                  <a:pt x="11402" y="2700"/>
                  <a:pt x="11402" y="1752"/>
                </a:cubicBezTo>
                <a:cubicBezTo>
                  <a:pt x="11402" y="756"/>
                  <a:pt x="10657" y="0"/>
                  <a:pt x="9697" y="0"/>
                </a:cubicBezTo>
                <a:close/>
              </a:path>
            </a:pathLst>
          </a:custGeom>
          <a:solidFill>
            <a:schemeClr val="accent1">
              <a:lumMod val="50000"/>
            </a:schemeClr>
          </a:solidFill>
          <a:ln>
            <a:noFill/>
          </a:ln>
        </p:spPr>
        <p:txBody>
          <a:bodyPr spcFirstLastPara="1" wrap="square" lIns="121900" tIns="121900" rIns="121900" bIns="121900" anchor="ctr" anchorCtr="0">
            <a:noAutofit/>
          </a:bodyPr>
          <a:lstStyle/>
          <a:p>
            <a:endParaRPr sz="2400"/>
          </a:p>
        </p:txBody>
      </p:sp>
      <p:sp>
        <p:nvSpPr>
          <p:cNvPr id="987" name="Google Shape;987;p42"/>
          <p:cNvSpPr/>
          <p:nvPr/>
        </p:nvSpPr>
        <p:spPr>
          <a:xfrm>
            <a:off x="5034973" y="3585443"/>
            <a:ext cx="2119825" cy="450677"/>
          </a:xfrm>
          <a:custGeom>
            <a:avLst/>
            <a:gdLst/>
            <a:ahLst/>
            <a:cxnLst/>
            <a:rect l="l" t="t" r="r" b="b"/>
            <a:pathLst>
              <a:path w="11401" h="3457" extrusionOk="0">
                <a:moveTo>
                  <a:pt x="0" y="0"/>
                </a:moveTo>
                <a:lnTo>
                  <a:pt x="0" y="3457"/>
                </a:lnTo>
                <a:lnTo>
                  <a:pt x="9709" y="3457"/>
                </a:lnTo>
                <a:cubicBezTo>
                  <a:pt x="10657" y="3457"/>
                  <a:pt x="11401" y="2700"/>
                  <a:pt x="11401" y="1752"/>
                </a:cubicBezTo>
                <a:cubicBezTo>
                  <a:pt x="11401" y="756"/>
                  <a:pt x="10657" y="0"/>
                  <a:pt x="9709" y="0"/>
                </a:cubicBezTo>
                <a:close/>
              </a:path>
            </a:pathLst>
          </a:custGeom>
          <a:solidFill>
            <a:schemeClr val="accent1">
              <a:lumMod val="75000"/>
            </a:schemeClr>
          </a:solidFill>
          <a:ln>
            <a:noFill/>
          </a:ln>
        </p:spPr>
        <p:txBody>
          <a:bodyPr spcFirstLastPara="1" wrap="square" lIns="121900" tIns="121900" rIns="121900" bIns="121900" anchor="ctr" anchorCtr="0">
            <a:noAutofit/>
          </a:bodyPr>
          <a:lstStyle/>
          <a:p>
            <a:endParaRPr sz="2400"/>
          </a:p>
        </p:txBody>
      </p:sp>
      <p:sp>
        <p:nvSpPr>
          <p:cNvPr id="988" name="Google Shape;988;p42"/>
          <p:cNvSpPr/>
          <p:nvPr/>
        </p:nvSpPr>
        <p:spPr>
          <a:xfrm>
            <a:off x="3179339" y="3585443"/>
            <a:ext cx="2120012" cy="450677"/>
          </a:xfrm>
          <a:custGeom>
            <a:avLst/>
            <a:gdLst/>
            <a:ahLst/>
            <a:cxnLst/>
            <a:rect l="l" t="t" r="r" b="b"/>
            <a:pathLst>
              <a:path w="11402" h="3457" extrusionOk="0">
                <a:moveTo>
                  <a:pt x="1" y="0"/>
                </a:moveTo>
                <a:lnTo>
                  <a:pt x="1" y="3457"/>
                </a:lnTo>
                <a:lnTo>
                  <a:pt x="9697" y="3457"/>
                </a:lnTo>
                <a:cubicBezTo>
                  <a:pt x="10645" y="3457"/>
                  <a:pt x="11402" y="2700"/>
                  <a:pt x="11402" y="1752"/>
                </a:cubicBezTo>
                <a:cubicBezTo>
                  <a:pt x="11402" y="756"/>
                  <a:pt x="10645" y="0"/>
                  <a:pt x="9697" y="0"/>
                </a:cubicBezTo>
                <a:close/>
              </a:path>
            </a:pathLst>
          </a:custGeom>
          <a:solidFill>
            <a:schemeClr val="accent1">
              <a:lumMod val="60000"/>
              <a:lumOff val="40000"/>
            </a:schemeClr>
          </a:solidFill>
          <a:ln>
            <a:noFill/>
          </a:ln>
        </p:spPr>
        <p:txBody>
          <a:bodyPr spcFirstLastPara="1" wrap="square" lIns="121900" tIns="121900" rIns="121900" bIns="121900" anchor="ctr" anchorCtr="0">
            <a:noAutofit/>
          </a:bodyPr>
          <a:lstStyle/>
          <a:p>
            <a:endParaRPr sz="2400"/>
          </a:p>
        </p:txBody>
      </p:sp>
      <p:sp>
        <p:nvSpPr>
          <p:cNvPr id="989" name="Google Shape;989;p42"/>
          <p:cNvSpPr/>
          <p:nvPr/>
        </p:nvSpPr>
        <p:spPr>
          <a:xfrm>
            <a:off x="1321662" y="3585443"/>
            <a:ext cx="2120012" cy="450677"/>
          </a:xfrm>
          <a:custGeom>
            <a:avLst/>
            <a:gdLst/>
            <a:ahLst/>
            <a:cxnLst/>
            <a:rect l="l" t="t" r="r" b="b"/>
            <a:pathLst>
              <a:path w="11402" h="3457" extrusionOk="0">
                <a:moveTo>
                  <a:pt x="1704" y="0"/>
                </a:moveTo>
                <a:cubicBezTo>
                  <a:pt x="756" y="0"/>
                  <a:pt x="0" y="756"/>
                  <a:pt x="0" y="1752"/>
                </a:cubicBezTo>
                <a:cubicBezTo>
                  <a:pt x="0" y="2700"/>
                  <a:pt x="756" y="3457"/>
                  <a:pt x="1704" y="3457"/>
                </a:cubicBezTo>
                <a:lnTo>
                  <a:pt x="9697" y="3457"/>
                </a:lnTo>
                <a:cubicBezTo>
                  <a:pt x="10657" y="3457"/>
                  <a:pt x="11401" y="2700"/>
                  <a:pt x="11401" y="1752"/>
                </a:cubicBezTo>
                <a:cubicBezTo>
                  <a:pt x="11401" y="756"/>
                  <a:pt x="10657" y="0"/>
                  <a:pt x="9697" y="0"/>
                </a:cubicBezTo>
                <a:close/>
              </a:path>
            </a:pathLst>
          </a:custGeom>
          <a:solidFill>
            <a:schemeClr val="accent1">
              <a:lumMod val="40000"/>
              <a:lumOff val="60000"/>
            </a:schemeClr>
          </a:solidFill>
          <a:ln>
            <a:noFill/>
          </a:ln>
        </p:spPr>
        <p:txBody>
          <a:bodyPr spcFirstLastPara="1" wrap="square" lIns="121900" tIns="121900" rIns="121900" bIns="121900" anchor="ctr" anchorCtr="0">
            <a:noAutofit/>
          </a:bodyPr>
          <a:lstStyle/>
          <a:p>
            <a:endParaRPr sz="2400">
              <a:solidFill>
                <a:srgbClr val="4472C4"/>
              </a:solidFill>
            </a:endParaRPr>
          </a:p>
        </p:txBody>
      </p:sp>
      <p:sp>
        <p:nvSpPr>
          <p:cNvPr id="990" name="Google Shape;990;p42"/>
          <p:cNvSpPr/>
          <p:nvPr/>
        </p:nvSpPr>
        <p:spPr>
          <a:xfrm>
            <a:off x="2251050" y="4035996"/>
            <a:ext cx="261236" cy="156571"/>
          </a:xfrm>
          <a:custGeom>
            <a:avLst/>
            <a:gdLst/>
            <a:ahLst/>
            <a:cxnLst/>
            <a:rect l="l" t="t" r="r" b="b"/>
            <a:pathLst>
              <a:path w="1405" h="1201" extrusionOk="0">
                <a:moveTo>
                  <a:pt x="1" y="1"/>
                </a:moveTo>
                <a:lnTo>
                  <a:pt x="349" y="601"/>
                </a:lnTo>
                <a:lnTo>
                  <a:pt x="697" y="1201"/>
                </a:lnTo>
                <a:lnTo>
                  <a:pt x="1057" y="601"/>
                </a:lnTo>
                <a:lnTo>
                  <a:pt x="1405" y="1"/>
                </a:lnTo>
                <a:close/>
              </a:path>
            </a:pathLst>
          </a:custGeom>
          <a:solidFill>
            <a:srgbClr val="B4C7E7"/>
          </a:solidFill>
          <a:ln>
            <a:noFill/>
          </a:ln>
        </p:spPr>
        <p:txBody>
          <a:bodyPr spcFirstLastPara="1" wrap="square" lIns="121900" tIns="121900" rIns="121900" bIns="121900" anchor="ctr" anchorCtr="0">
            <a:noAutofit/>
          </a:bodyPr>
          <a:lstStyle/>
          <a:p>
            <a:endParaRPr sz="2400"/>
          </a:p>
        </p:txBody>
      </p:sp>
      <p:sp>
        <p:nvSpPr>
          <p:cNvPr id="991" name="Google Shape;991;p42"/>
          <p:cNvSpPr/>
          <p:nvPr/>
        </p:nvSpPr>
        <p:spPr>
          <a:xfrm>
            <a:off x="5964267" y="4035996"/>
            <a:ext cx="261236" cy="156571"/>
          </a:xfrm>
          <a:custGeom>
            <a:avLst/>
            <a:gdLst/>
            <a:ahLst/>
            <a:cxnLst/>
            <a:rect l="l" t="t" r="r" b="b"/>
            <a:pathLst>
              <a:path w="1405" h="1201" extrusionOk="0">
                <a:moveTo>
                  <a:pt x="1" y="1"/>
                </a:moveTo>
                <a:lnTo>
                  <a:pt x="349" y="601"/>
                </a:lnTo>
                <a:lnTo>
                  <a:pt x="709" y="1201"/>
                </a:lnTo>
                <a:lnTo>
                  <a:pt x="1057" y="601"/>
                </a:lnTo>
                <a:lnTo>
                  <a:pt x="1405" y="1"/>
                </a:lnTo>
                <a:close/>
              </a:path>
            </a:pathLst>
          </a:custGeom>
          <a:solidFill>
            <a:srgbClr val="2F5597"/>
          </a:solidFill>
          <a:ln>
            <a:noFill/>
          </a:ln>
        </p:spPr>
        <p:txBody>
          <a:bodyPr spcFirstLastPara="1" wrap="square" lIns="121900" tIns="121900" rIns="121900" bIns="121900" anchor="ctr" anchorCtr="0">
            <a:noAutofit/>
          </a:bodyPr>
          <a:lstStyle/>
          <a:p>
            <a:endParaRPr sz="2400"/>
          </a:p>
        </p:txBody>
      </p:sp>
      <p:sp>
        <p:nvSpPr>
          <p:cNvPr id="992" name="Google Shape;992;p42"/>
          <p:cNvSpPr/>
          <p:nvPr/>
        </p:nvSpPr>
        <p:spPr>
          <a:xfrm>
            <a:off x="9680923" y="4035996"/>
            <a:ext cx="250080" cy="156571"/>
          </a:xfrm>
          <a:custGeom>
            <a:avLst/>
            <a:gdLst/>
            <a:ahLst/>
            <a:cxnLst/>
            <a:rect l="l" t="t" r="r" b="b"/>
            <a:pathLst>
              <a:path w="1345" h="1201" extrusionOk="0">
                <a:moveTo>
                  <a:pt x="1" y="1"/>
                </a:moveTo>
                <a:lnTo>
                  <a:pt x="349" y="601"/>
                </a:lnTo>
                <a:lnTo>
                  <a:pt x="697" y="1201"/>
                </a:lnTo>
                <a:lnTo>
                  <a:pt x="1045" y="601"/>
                </a:lnTo>
                <a:lnTo>
                  <a:pt x="1345" y="1"/>
                </a:lnTo>
                <a:close/>
              </a:path>
            </a:pathLst>
          </a:custGeom>
          <a:solidFill>
            <a:schemeClr val="tx1">
              <a:lumMod val="85000"/>
              <a:lumOff val="15000"/>
            </a:schemeClr>
          </a:solidFill>
          <a:ln>
            <a:noFill/>
          </a:ln>
        </p:spPr>
        <p:txBody>
          <a:bodyPr spcFirstLastPara="1" wrap="square" lIns="121900" tIns="121900" rIns="121900" bIns="121900" anchor="ctr" anchorCtr="0">
            <a:noAutofit/>
          </a:bodyPr>
          <a:lstStyle/>
          <a:p>
            <a:endParaRPr sz="2400">
              <a:solidFill>
                <a:schemeClr val="tx1">
                  <a:lumMod val="95000"/>
                  <a:lumOff val="5000"/>
                </a:schemeClr>
              </a:solidFill>
            </a:endParaRPr>
          </a:p>
        </p:txBody>
      </p:sp>
      <p:sp>
        <p:nvSpPr>
          <p:cNvPr id="993" name="Google Shape;993;p42"/>
          <p:cNvSpPr/>
          <p:nvPr/>
        </p:nvSpPr>
        <p:spPr>
          <a:xfrm>
            <a:off x="7826499" y="3429000"/>
            <a:ext cx="252312" cy="156571"/>
          </a:xfrm>
          <a:custGeom>
            <a:avLst/>
            <a:gdLst/>
            <a:ahLst/>
            <a:cxnLst/>
            <a:rect l="l" t="t" r="r" b="b"/>
            <a:pathLst>
              <a:path w="1357" h="1201" extrusionOk="0">
                <a:moveTo>
                  <a:pt x="708" y="0"/>
                </a:moveTo>
                <a:lnTo>
                  <a:pt x="360" y="600"/>
                </a:lnTo>
                <a:lnTo>
                  <a:pt x="0" y="1200"/>
                </a:lnTo>
                <a:lnTo>
                  <a:pt x="1356" y="1200"/>
                </a:lnTo>
                <a:lnTo>
                  <a:pt x="1056" y="600"/>
                </a:lnTo>
                <a:lnTo>
                  <a:pt x="708" y="0"/>
                </a:lnTo>
                <a:close/>
              </a:path>
            </a:pathLst>
          </a:custGeom>
          <a:solidFill>
            <a:srgbClr val="203864"/>
          </a:solidFill>
          <a:ln>
            <a:noFill/>
          </a:ln>
        </p:spPr>
        <p:txBody>
          <a:bodyPr spcFirstLastPara="1" wrap="square" lIns="121900" tIns="121900" rIns="121900" bIns="121900" anchor="ctr" anchorCtr="0">
            <a:noAutofit/>
          </a:bodyPr>
          <a:lstStyle/>
          <a:p>
            <a:endParaRPr sz="2400"/>
          </a:p>
        </p:txBody>
      </p:sp>
      <p:sp>
        <p:nvSpPr>
          <p:cNvPr id="994" name="Google Shape;994;p42"/>
          <p:cNvSpPr/>
          <p:nvPr/>
        </p:nvSpPr>
        <p:spPr>
          <a:xfrm>
            <a:off x="4108727" y="3429000"/>
            <a:ext cx="261236" cy="156571"/>
          </a:xfrm>
          <a:custGeom>
            <a:avLst/>
            <a:gdLst/>
            <a:ahLst/>
            <a:cxnLst/>
            <a:rect l="l" t="t" r="r" b="b"/>
            <a:pathLst>
              <a:path w="1405" h="1201" extrusionOk="0">
                <a:moveTo>
                  <a:pt x="696" y="0"/>
                </a:moveTo>
                <a:lnTo>
                  <a:pt x="348" y="600"/>
                </a:lnTo>
                <a:lnTo>
                  <a:pt x="0" y="1200"/>
                </a:lnTo>
                <a:lnTo>
                  <a:pt x="1404" y="1200"/>
                </a:lnTo>
                <a:lnTo>
                  <a:pt x="1056" y="600"/>
                </a:lnTo>
                <a:lnTo>
                  <a:pt x="696" y="0"/>
                </a:lnTo>
                <a:close/>
              </a:path>
            </a:pathLst>
          </a:custGeom>
          <a:solidFill>
            <a:srgbClr val="8FAADC"/>
          </a:solidFill>
          <a:ln>
            <a:noFill/>
          </a:ln>
        </p:spPr>
        <p:txBody>
          <a:bodyPr spcFirstLastPara="1" wrap="square" lIns="121900" tIns="121900" rIns="121900" bIns="121900" anchor="ctr" anchorCtr="0">
            <a:noAutofit/>
          </a:bodyPr>
          <a:lstStyle/>
          <a:p>
            <a:endParaRPr sz="2400"/>
          </a:p>
        </p:txBody>
      </p:sp>
      <p:sp>
        <p:nvSpPr>
          <p:cNvPr id="996" name="Google Shape;996;p42"/>
          <p:cNvSpPr txBox="1"/>
          <p:nvPr/>
        </p:nvSpPr>
        <p:spPr>
          <a:xfrm>
            <a:off x="5118893" y="4231566"/>
            <a:ext cx="1984400" cy="713200"/>
          </a:xfrm>
          <a:prstGeom prst="rect">
            <a:avLst/>
          </a:prstGeom>
          <a:noFill/>
          <a:ln>
            <a:noFill/>
          </a:ln>
        </p:spPr>
        <p:txBody>
          <a:bodyPr spcFirstLastPara="1" wrap="square" lIns="121900" tIns="121900" rIns="121900" bIns="121900" anchor="ctr" anchorCtr="0">
            <a:noAutofit/>
          </a:bodyPr>
          <a:lstStyle/>
          <a:p>
            <a:pPr algn="ctr">
              <a:buClr>
                <a:schemeClr val="dk1"/>
              </a:buClr>
              <a:buSzPts val="1100"/>
            </a:pPr>
            <a:r>
              <a:rPr lang="en-US" sz="2000" dirty="0">
                <a:solidFill>
                  <a:srgbClr val="002060"/>
                </a:solidFill>
                <a:latin typeface="Bahnschrift" panose="020B0502040204020203" pitchFamily="34" charset="0"/>
              </a:rPr>
              <a:t>Extensibilité</a:t>
            </a:r>
            <a:endParaRPr sz="2000" dirty="0">
              <a:solidFill>
                <a:srgbClr val="002060"/>
              </a:solidFill>
              <a:latin typeface="Bahnschrift" panose="020B0502040204020203" pitchFamily="34" charset="0"/>
              <a:sym typeface="Roboto"/>
            </a:endParaRPr>
          </a:p>
        </p:txBody>
      </p:sp>
      <p:sp>
        <p:nvSpPr>
          <p:cNvPr id="998" name="Google Shape;998;p42"/>
          <p:cNvSpPr txBox="1"/>
          <p:nvPr/>
        </p:nvSpPr>
        <p:spPr>
          <a:xfrm>
            <a:off x="3253806" y="2606372"/>
            <a:ext cx="1984400" cy="713200"/>
          </a:xfrm>
          <a:prstGeom prst="rect">
            <a:avLst/>
          </a:prstGeom>
          <a:noFill/>
          <a:ln>
            <a:noFill/>
          </a:ln>
        </p:spPr>
        <p:txBody>
          <a:bodyPr spcFirstLastPara="1" wrap="square" lIns="121900" tIns="121900" rIns="121900" bIns="121900" anchor="ctr" anchorCtr="0">
            <a:noAutofit/>
          </a:bodyPr>
          <a:lstStyle/>
          <a:p>
            <a:pPr algn="ctr"/>
            <a:r>
              <a:rPr lang="en-US" sz="2000" dirty="0">
                <a:solidFill>
                  <a:srgbClr val="002060"/>
                </a:solidFill>
                <a:latin typeface="Bahnschrift" panose="020B0502040204020203" pitchFamily="34" charset="0"/>
              </a:rPr>
              <a:t>Sans Erreur</a:t>
            </a:r>
            <a:endParaRPr sz="2000" dirty="0">
              <a:solidFill>
                <a:srgbClr val="002060"/>
              </a:solidFill>
              <a:latin typeface="Bahnschrift" panose="020B0502040204020203" pitchFamily="34" charset="0"/>
              <a:sym typeface="Roboto"/>
            </a:endParaRPr>
          </a:p>
        </p:txBody>
      </p:sp>
      <p:sp>
        <p:nvSpPr>
          <p:cNvPr id="999" name="Google Shape;999;p42"/>
          <p:cNvSpPr txBox="1"/>
          <p:nvPr/>
        </p:nvSpPr>
        <p:spPr>
          <a:xfrm>
            <a:off x="1393844" y="4411423"/>
            <a:ext cx="1984400" cy="572800"/>
          </a:xfrm>
          <a:prstGeom prst="rect">
            <a:avLst/>
          </a:prstGeom>
          <a:noFill/>
          <a:ln>
            <a:noFill/>
          </a:ln>
        </p:spPr>
        <p:txBody>
          <a:bodyPr spcFirstLastPara="1" wrap="square" lIns="121900" tIns="121900" rIns="121900" bIns="121900" anchor="ctr" anchorCtr="0">
            <a:noAutofit/>
          </a:bodyPr>
          <a:lstStyle/>
          <a:p>
            <a:pPr algn="ctr"/>
            <a:r>
              <a:rPr lang="en-US" sz="2000" dirty="0">
                <a:solidFill>
                  <a:srgbClr val="002060"/>
                </a:solidFill>
                <a:latin typeface="Bahnschrift" panose="020B0502040204020203" pitchFamily="34" charset="0"/>
              </a:rPr>
              <a:t>Exécution plus rapide</a:t>
            </a:r>
            <a:endParaRPr sz="2000" dirty="0">
              <a:solidFill>
                <a:srgbClr val="002060"/>
              </a:solidFill>
              <a:latin typeface="Bahnschrift" panose="020B0502040204020203" pitchFamily="34" charset="0"/>
              <a:ea typeface="Fira Sans Extra Condensed Medium"/>
              <a:cs typeface="Fira Sans Extra Condensed Medium"/>
              <a:sym typeface="Fira Sans Extra Condensed Medium"/>
            </a:endParaRPr>
          </a:p>
        </p:txBody>
      </p:sp>
      <p:sp>
        <p:nvSpPr>
          <p:cNvPr id="1001" name="Google Shape;1001;p42"/>
          <p:cNvSpPr txBox="1"/>
          <p:nvPr/>
        </p:nvSpPr>
        <p:spPr>
          <a:xfrm>
            <a:off x="6960455" y="2567528"/>
            <a:ext cx="1984400" cy="713200"/>
          </a:xfrm>
          <a:prstGeom prst="rect">
            <a:avLst/>
          </a:prstGeom>
          <a:noFill/>
          <a:ln>
            <a:noFill/>
          </a:ln>
        </p:spPr>
        <p:txBody>
          <a:bodyPr spcFirstLastPara="1" wrap="square" lIns="121900" tIns="121900" rIns="121900" bIns="121900" anchor="ctr" anchorCtr="0">
            <a:noAutofit/>
          </a:bodyPr>
          <a:lstStyle/>
          <a:p>
            <a:pPr algn="ctr"/>
            <a:r>
              <a:rPr lang="en-US" sz="2000" dirty="0">
                <a:solidFill>
                  <a:srgbClr val="002060"/>
                </a:solidFill>
                <a:latin typeface="Bahnschrift" panose="020B0502040204020203" pitchFamily="34" charset="0"/>
              </a:rPr>
              <a:t>Idempotent</a:t>
            </a:r>
            <a:endParaRPr sz="2000" dirty="0">
              <a:solidFill>
                <a:srgbClr val="002060"/>
              </a:solidFill>
              <a:latin typeface="Bahnschrift" panose="020B0502040204020203" pitchFamily="34" charset="0"/>
              <a:sym typeface="Roboto"/>
            </a:endParaRPr>
          </a:p>
        </p:txBody>
      </p:sp>
      <p:sp>
        <p:nvSpPr>
          <p:cNvPr id="1004" name="Google Shape;1004;p42"/>
          <p:cNvSpPr txBox="1"/>
          <p:nvPr/>
        </p:nvSpPr>
        <p:spPr>
          <a:xfrm>
            <a:off x="8813763" y="4401882"/>
            <a:ext cx="1984400" cy="713200"/>
          </a:xfrm>
          <a:prstGeom prst="rect">
            <a:avLst/>
          </a:prstGeom>
          <a:noFill/>
          <a:ln>
            <a:noFill/>
          </a:ln>
        </p:spPr>
        <p:txBody>
          <a:bodyPr spcFirstLastPara="1" wrap="square" lIns="121900" tIns="121900" rIns="121900" bIns="121900" anchor="ctr" anchorCtr="0">
            <a:noAutofit/>
          </a:bodyPr>
          <a:lstStyle/>
          <a:p>
            <a:pPr algn="ctr"/>
            <a:r>
              <a:rPr lang="en-US" sz="2000" dirty="0">
                <a:solidFill>
                  <a:srgbClr val="002060"/>
                </a:solidFill>
                <a:latin typeface="Bahnschrift" panose="020B0502040204020203" pitchFamily="34" charset="0"/>
              </a:rPr>
              <a:t>Rentable</a:t>
            </a:r>
            <a:endParaRPr sz="2000" dirty="0">
              <a:solidFill>
                <a:srgbClr val="002060"/>
              </a:solidFill>
              <a:latin typeface="Bahnschrift" panose="020B0502040204020203" pitchFamily="34" charset="0"/>
              <a:sym typeface="Roboto"/>
            </a:endParaRPr>
          </a:p>
        </p:txBody>
      </p:sp>
      <p:sp>
        <p:nvSpPr>
          <p:cNvPr id="1005" name="Google Shape;1005;p42"/>
          <p:cNvSpPr txBox="1"/>
          <p:nvPr/>
        </p:nvSpPr>
        <p:spPr>
          <a:xfrm>
            <a:off x="1948467" y="3495339"/>
            <a:ext cx="866400" cy="572800"/>
          </a:xfrm>
          <a:prstGeom prst="rect">
            <a:avLst/>
          </a:prstGeom>
          <a:noFill/>
          <a:ln>
            <a:noFill/>
          </a:ln>
        </p:spPr>
        <p:txBody>
          <a:bodyPr spcFirstLastPara="1" wrap="square" lIns="121900" tIns="121900" rIns="121900" bIns="121900" anchor="ctr" anchorCtr="0">
            <a:noAutofit/>
          </a:bodyPr>
          <a:lstStyle/>
          <a:p>
            <a:pPr algn="ctr"/>
            <a:r>
              <a:rPr lang="en" sz="3200" b="1">
                <a:latin typeface="Bahnschrift" panose="020B0502040204020203" pitchFamily="34" charset="0"/>
                <a:ea typeface="Fira Sans Extra Condensed Medium"/>
                <a:cs typeface="Fira Sans Extra Condensed Medium"/>
                <a:sym typeface="Fira Sans Extra Condensed Medium"/>
              </a:rPr>
              <a:t>01</a:t>
            </a:r>
            <a:endParaRPr sz="3200" b="1">
              <a:latin typeface="Bahnschrift" panose="020B0502040204020203" pitchFamily="34" charset="0"/>
              <a:ea typeface="Fira Sans Extra Condensed Medium"/>
              <a:cs typeface="Fira Sans Extra Condensed Medium"/>
              <a:sym typeface="Fira Sans Extra Condensed Medium"/>
            </a:endParaRPr>
          </a:p>
        </p:txBody>
      </p:sp>
      <p:sp>
        <p:nvSpPr>
          <p:cNvPr id="1006" name="Google Shape;1006;p42"/>
          <p:cNvSpPr txBox="1"/>
          <p:nvPr/>
        </p:nvSpPr>
        <p:spPr>
          <a:xfrm>
            <a:off x="3806145" y="3495339"/>
            <a:ext cx="866400" cy="572800"/>
          </a:xfrm>
          <a:prstGeom prst="rect">
            <a:avLst/>
          </a:prstGeom>
          <a:noFill/>
          <a:ln>
            <a:noFill/>
          </a:ln>
        </p:spPr>
        <p:txBody>
          <a:bodyPr spcFirstLastPara="1" wrap="square" lIns="121900" tIns="121900" rIns="121900" bIns="121900" anchor="ctr" anchorCtr="0">
            <a:noAutofit/>
          </a:bodyPr>
          <a:lstStyle/>
          <a:p>
            <a:pPr algn="ctr"/>
            <a:r>
              <a:rPr lang="en" sz="3200" b="1" dirty="0">
                <a:latin typeface="Bahnschrift" panose="020B0502040204020203" pitchFamily="34" charset="0"/>
                <a:ea typeface="Fira Sans Extra Condensed Medium"/>
                <a:cs typeface="Fira Sans Extra Condensed Medium"/>
                <a:sym typeface="Fira Sans Extra Condensed Medium"/>
              </a:rPr>
              <a:t>02</a:t>
            </a:r>
            <a:endParaRPr sz="3200" b="1" dirty="0">
              <a:latin typeface="Bahnschrift" panose="020B0502040204020203" pitchFamily="34" charset="0"/>
              <a:ea typeface="Fira Sans Extra Condensed Medium"/>
              <a:cs typeface="Fira Sans Extra Condensed Medium"/>
              <a:sym typeface="Fira Sans Extra Condensed Medium"/>
            </a:endParaRPr>
          </a:p>
        </p:txBody>
      </p:sp>
      <p:sp>
        <p:nvSpPr>
          <p:cNvPr id="1007" name="Google Shape;1007;p42"/>
          <p:cNvSpPr txBox="1"/>
          <p:nvPr/>
        </p:nvSpPr>
        <p:spPr>
          <a:xfrm>
            <a:off x="5661684" y="3495339"/>
            <a:ext cx="866400" cy="572800"/>
          </a:xfrm>
          <a:prstGeom prst="rect">
            <a:avLst/>
          </a:prstGeom>
          <a:noFill/>
          <a:ln>
            <a:noFill/>
          </a:ln>
        </p:spPr>
        <p:txBody>
          <a:bodyPr spcFirstLastPara="1" wrap="square" lIns="121900" tIns="121900" rIns="121900" bIns="121900" anchor="ctr" anchorCtr="0">
            <a:noAutofit/>
          </a:bodyPr>
          <a:lstStyle/>
          <a:p>
            <a:pPr algn="ctr"/>
            <a:r>
              <a:rPr lang="en"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rPr>
              <a:t>03</a:t>
            </a:r>
            <a:endParaRPr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endParaRPr>
          </a:p>
        </p:txBody>
      </p:sp>
      <p:sp>
        <p:nvSpPr>
          <p:cNvPr id="1008" name="Google Shape;1008;p42"/>
          <p:cNvSpPr txBox="1"/>
          <p:nvPr/>
        </p:nvSpPr>
        <p:spPr>
          <a:xfrm>
            <a:off x="7519455" y="3495339"/>
            <a:ext cx="866400" cy="572800"/>
          </a:xfrm>
          <a:prstGeom prst="rect">
            <a:avLst/>
          </a:prstGeom>
          <a:noFill/>
          <a:ln>
            <a:noFill/>
          </a:ln>
        </p:spPr>
        <p:txBody>
          <a:bodyPr spcFirstLastPara="1" wrap="square" lIns="121900" tIns="121900" rIns="121900" bIns="121900" anchor="ctr" anchorCtr="0">
            <a:noAutofit/>
          </a:bodyPr>
          <a:lstStyle/>
          <a:p>
            <a:pPr algn="ctr"/>
            <a:r>
              <a:rPr lang="en"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rPr>
              <a:t>04</a:t>
            </a:r>
            <a:endParaRPr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endParaRPr>
          </a:p>
        </p:txBody>
      </p:sp>
      <p:sp>
        <p:nvSpPr>
          <p:cNvPr id="1009" name="Google Shape;1009;p42"/>
          <p:cNvSpPr txBox="1"/>
          <p:nvPr/>
        </p:nvSpPr>
        <p:spPr>
          <a:xfrm>
            <a:off x="9372763" y="3495339"/>
            <a:ext cx="866400" cy="572800"/>
          </a:xfrm>
          <a:prstGeom prst="rect">
            <a:avLst/>
          </a:prstGeom>
          <a:noFill/>
          <a:ln>
            <a:noFill/>
          </a:ln>
        </p:spPr>
        <p:txBody>
          <a:bodyPr spcFirstLastPara="1" wrap="square" lIns="121900" tIns="121900" rIns="121900" bIns="121900" anchor="ctr" anchorCtr="0">
            <a:noAutofit/>
          </a:bodyPr>
          <a:lstStyle/>
          <a:p>
            <a:pPr algn="ctr"/>
            <a:r>
              <a:rPr lang="en"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rPr>
              <a:t>05</a:t>
            </a:r>
            <a:endParaRPr sz="3200" b="1" dirty="0">
              <a:solidFill>
                <a:schemeClr val="bg1">
                  <a:lumMod val="95000"/>
                </a:schemeClr>
              </a:solidFill>
              <a:latin typeface="Bahnschrift" panose="020B0502040204020203" pitchFamily="34" charset="0"/>
              <a:ea typeface="Fira Sans Extra Condensed Medium"/>
              <a:cs typeface="Fira Sans Extra Condensed Medium"/>
              <a:sym typeface="Fira Sans Extra Condensed Medium"/>
            </a:endParaRPr>
          </a:p>
        </p:txBody>
      </p:sp>
      <p:sp>
        <p:nvSpPr>
          <p:cNvPr id="4" name="Title 3"/>
          <p:cNvSpPr>
            <a:spLocks noGrp="1"/>
          </p:cNvSpPr>
          <p:nvPr>
            <p:ph type="title"/>
          </p:nvPr>
        </p:nvSpPr>
        <p:spPr/>
        <p:txBody>
          <a:bodyPr>
            <a:normAutofit fontScale="90000"/>
          </a:bodyPr>
          <a:lstStyle/>
          <a:p>
            <a:r>
              <a:rPr lang="fr-FR" dirty="0"/>
              <a:t>Bénéfices de l'</a:t>
            </a:r>
            <a:r>
              <a:rPr lang="fr-FR" dirty="0" err="1"/>
              <a:t>IaC</a:t>
            </a:r>
            <a:endParaRPr lang="en-GB" dirty="0"/>
          </a:p>
        </p:txBody>
      </p:sp>
      <p:pic>
        <p:nvPicPr>
          <p:cNvPr id="13" name="Content Placeholder 1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3554" y="656950"/>
            <a:ext cx="476250" cy="476250"/>
          </a:xfrm>
        </p:spPr>
      </p:pic>
      <p:sp>
        <p:nvSpPr>
          <p:cNvPr id="14" name="Slide Number Placeholder 13"/>
          <p:cNvSpPr>
            <a:spLocks noGrp="1"/>
          </p:cNvSpPr>
          <p:nvPr>
            <p:ph type="sldNum" sz="quarter" idx="12"/>
          </p:nvPr>
        </p:nvSpPr>
        <p:spPr/>
        <p:txBody>
          <a:bodyPr/>
          <a:lstStyle/>
          <a:p>
            <a:fld id="{AC03623B-441A-4B08-B43E-185D9FF53926}" type="slidenum">
              <a:rPr lang="en-US" smtClean="0"/>
              <a:pPr/>
              <a:t>11</a:t>
            </a:fld>
            <a:endParaRPr lang="en-US"/>
          </a:p>
        </p:txBody>
      </p:sp>
      <p:pic>
        <p:nvPicPr>
          <p:cNvPr id="16" name="Picture 15"/>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776279" y="4401882"/>
            <a:ext cx="914400" cy="914400"/>
          </a:xfrm>
          <a:prstGeom prst="rect">
            <a:avLst/>
          </a:prstGeom>
        </p:spPr>
      </p:pic>
      <p:pic>
        <p:nvPicPr>
          <p:cNvPr id="17" name="Picture 16"/>
          <p:cNvPicPr>
            <a:picLocks noChangeAspect="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711039" y="2421536"/>
            <a:ext cx="914400" cy="914400"/>
          </a:xfrm>
          <a:prstGeom prst="rect">
            <a:avLst/>
          </a:prstGeom>
        </p:spPr>
      </p:pic>
      <p:pic>
        <p:nvPicPr>
          <p:cNvPr id="18" name="Picture 17"/>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930358" y="2421536"/>
            <a:ext cx="914400" cy="914400"/>
          </a:xfrm>
          <a:prstGeom prst="rect">
            <a:avLst/>
          </a:prstGeom>
        </p:spPr>
      </p:pic>
      <p:pic>
        <p:nvPicPr>
          <p:cNvPr id="19" name="Picture 18"/>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516418" y="4487566"/>
            <a:ext cx="914400" cy="914400"/>
          </a:xfrm>
          <a:prstGeom prst="rect">
            <a:avLst/>
          </a:prstGeom>
        </p:spPr>
      </p:pic>
      <p:pic>
        <p:nvPicPr>
          <p:cNvPr id="20" name="Picture 19"/>
          <p:cNvPicPr>
            <a:picLocks noChangeAspect="1"/>
          </p:cNvPicPr>
          <p:nvPr/>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491720" y="2421536"/>
            <a:ext cx="914400" cy="914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Plan</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6306" y="649480"/>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12</a:t>
            </a:fld>
            <a:endParaRPr lang="en-US"/>
          </a:p>
        </p:txBody>
      </p:sp>
      <p:grpSp>
        <p:nvGrpSpPr>
          <p:cNvPr id="28" name="Group 27"/>
          <p:cNvGrpSpPr/>
          <p:nvPr/>
        </p:nvGrpSpPr>
        <p:grpSpPr>
          <a:xfrm>
            <a:off x="1064403" y="2311398"/>
            <a:ext cx="8906679" cy="1749738"/>
            <a:chOff x="1164431" y="2190721"/>
            <a:chExt cx="8906679" cy="1749738"/>
          </a:xfrm>
        </p:grpSpPr>
        <p:cxnSp>
          <p:nvCxnSpPr>
            <p:cNvPr id="19" name="Straight Connector 18"/>
            <p:cNvCxnSpPr/>
            <p:nvPr/>
          </p:nvCxnSpPr>
          <p:spPr>
            <a:xfrm>
              <a:off x="1570120" y="2647948"/>
              <a:ext cx="8236577" cy="0"/>
            </a:xfrm>
            <a:prstGeom prst="line">
              <a:avLst/>
            </a:prstGeom>
            <a:ln w="28575">
              <a:solidFill>
                <a:srgbClr val="9DDDDD"/>
              </a:solidFill>
              <a:prstDash val="dash"/>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3" name="Group 42"/>
            <p:cNvGrpSpPr/>
            <p:nvPr/>
          </p:nvGrpSpPr>
          <p:grpSpPr>
            <a:xfrm>
              <a:off x="3157541" y="2190721"/>
              <a:ext cx="1673497" cy="1749738"/>
              <a:chOff x="1164431" y="2241548"/>
              <a:chExt cx="1673497" cy="1749738"/>
            </a:xfrm>
          </p:grpSpPr>
          <p:sp>
            <p:nvSpPr>
              <p:cNvPr id="44" name="Oval 43"/>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Isosceles Triangle 44"/>
              <p:cNvSpPr/>
              <p:nvPr/>
            </p:nvSpPr>
            <p:spPr>
              <a:xfrm rot="5400000">
                <a:off x="1181215" y="3451192"/>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45"/>
              <p:cNvSpPr/>
              <p:nvPr/>
            </p:nvSpPr>
            <p:spPr>
              <a:xfrm>
                <a:off x="1332388" y="3344955"/>
                <a:ext cx="1505540" cy="646331"/>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Spécification</a:t>
                </a:r>
              </a:p>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des besoins</a:t>
                </a:r>
              </a:p>
            </p:txBody>
          </p:sp>
        </p:grpSp>
        <p:sp>
          <p:nvSpPr>
            <p:cNvPr id="48" name="Oval 47"/>
            <p:cNvSpPr/>
            <p:nvPr/>
          </p:nvSpPr>
          <p:spPr>
            <a:xfrm>
              <a:off x="515065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Oval 51"/>
            <p:cNvSpPr/>
            <p:nvPr/>
          </p:nvSpPr>
          <p:spPr>
            <a:xfrm>
              <a:off x="7281858"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p:cNvSpPr/>
            <p:nvPr/>
          </p:nvSpPr>
          <p:spPr>
            <a:xfrm>
              <a:off x="9258310"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4298" y="2487999"/>
            <a:ext cx="476250" cy="47625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105" y="2483146"/>
            <a:ext cx="476250" cy="476250"/>
          </a:xfrm>
          <a:prstGeom prst="rect">
            <a:avLst/>
          </a:prstGeom>
        </p:spPr>
      </p:pic>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9127" y="2518206"/>
            <a:ext cx="476250" cy="476250"/>
          </a:xfrm>
          <a:prstGeom prst="rect">
            <a:avLst/>
          </a:prstGeom>
        </p:spPr>
      </p:pic>
      <p:pic>
        <p:nvPicPr>
          <p:cNvPr id="61" name="Picture 6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0566" y="2500699"/>
            <a:ext cx="476250" cy="476250"/>
          </a:xfrm>
          <a:prstGeom prst="rect">
            <a:avLst/>
          </a:prstGeom>
        </p:spPr>
      </p:pic>
      <p:pic>
        <p:nvPicPr>
          <p:cNvPr id="62" name="Picture 6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4266" y="2530500"/>
            <a:ext cx="476250" cy="476250"/>
          </a:xfrm>
          <a:prstGeom prst="rect">
            <a:avLst/>
          </a:prstGeom>
        </p:spPr>
      </p:pic>
    </p:spTree>
    <p:extLst>
      <p:ext uri="{BB962C8B-B14F-4D97-AF65-F5344CB8AC3E}">
        <p14:creationId xmlns:p14="http://schemas.microsoft.com/office/powerpoint/2010/main" val="3736591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err="1"/>
              <a:t>Besoins</a:t>
            </a:r>
            <a:r>
              <a:rPr lang="en-GB" dirty="0"/>
              <a:t> </a:t>
            </a:r>
            <a:r>
              <a:rPr lang="en-GB" dirty="0" err="1"/>
              <a:t>fonctionnelles</a:t>
            </a:r>
            <a:endParaRPr lang="en-GB" dirty="0"/>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13127" y="685978"/>
            <a:ext cx="476250" cy="476250"/>
          </a:xfrm>
        </p:spPr>
      </p:pic>
      <p:sp>
        <p:nvSpPr>
          <p:cNvPr id="16" name="Slide Number Placeholder 15"/>
          <p:cNvSpPr>
            <a:spLocks noGrp="1"/>
          </p:cNvSpPr>
          <p:nvPr>
            <p:ph type="sldNum" sz="quarter" idx="12"/>
          </p:nvPr>
        </p:nvSpPr>
        <p:spPr/>
        <p:txBody>
          <a:bodyPr/>
          <a:lstStyle/>
          <a:p>
            <a:fld id="{AC03623B-441A-4B08-B43E-185D9FF53926}" type="slidenum">
              <a:rPr lang="en-US" smtClean="0"/>
              <a:pPr/>
              <a:t>13</a:t>
            </a:fld>
            <a:endParaRPr lang="en-US"/>
          </a:p>
        </p:txBody>
      </p:sp>
      <p:graphicFrame>
        <p:nvGraphicFramePr>
          <p:cNvPr id="26" name="Diagram 25"/>
          <p:cNvGraphicFramePr/>
          <p:nvPr>
            <p:extLst>
              <p:ext uri="{D42A27DB-BD31-4B8C-83A1-F6EECF244321}">
                <p14:modId xmlns:p14="http://schemas.microsoft.com/office/powerpoint/2010/main" val="1724611969"/>
              </p:ext>
            </p:extLst>
          </p:nvPr>
        </p:nvGraphicFramePr>
        <p:xfrm>
          <a:off x="1013127" y="2413623"/>
          <a:ext cx="10302705" cy="22917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45391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normAutofit fontScale="90000"/>
          </a:bodyPr>
          <a:lstStyle/>
          <a:p>
            <a:r>
              <a:rPr lang="en-GB" dirty="0" err="1"/>
              <a:t>Besoins</a:t>
            </a:r>
            <a:r>
              <a:rPr lang="en-GB" dirty="0"/>
              <a:t> non </a:t>
            </a:r>
            <a:r>
              <a:rPr lang="en-GB" dirty="0" err="1"/>
              <a:t>fonctionnelles</a:t>
            </a:r>
            <a:endParaRPr lang="en-GB" dirty="0"/>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897" y="667729"/>
            <a:ext cx="476250" cy="476250"/>
          </a:xfrm>
          <a:prstGeom prst="rect">
            <a:avLst/>
          </a:prstGeom>
        </p:spPr>
      </p:pic>
      <p:sp>
        <p:nvSpPr>
          <p:cNvPr id="23" name="Slide Number Placeholder 22"/>
          <p:cNvSpPr>
            <a:spLocks noGrp="1"/>
          </p:cNvSpPr>
          <p:nvPr>
            <p:ph type="sldNum" sz="quarter" idx="12"/>
          </p:nvPr>
        </p:nvSpPr>
        <p:spPr/>
        <p:txBody>
          <a:bodyPr/>
          <a:lstStyle/>
          <a:p>
            <a:fld id="{AC03623B-441A-4B08-B43E-185D9FF53926}" type="slidenum">
              <a:rPr lang="en-US" smtClean="0"/>
              <a:pPr/>
              <a:t>14</a:t>
            </a:fld>
            <a:endParaRPr lang="en-US" dirty="0"/>
          </a:p>
        </p:txBody>
      </p:sp>
      <p:sp>
        <p:nvSpPr>
          <p:cNvPr id="10" name="Parallelogram 9"/>
          <p:cNvSpPr/>
          <p:nvPr/>
        </p:nvSpPr>
        <p:spPr>
          <a:xfrm>
            <a:off x="652329" y="2993843"/>
            <a:ext cx="2773920" cy="991236"/>
          </a:xfrm>
          <a:prstGeom prst="parallelogram">
            <a:avLst>
              <a:gd name="adj" fmla="val 105165"/>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81" name="Parallelogram 80"/>
          <p:cNvSpPr/>
          <p:nvPr/>
        </p:nvSpPr>
        <p:spPr>
          <a:xfrm>
            <a:off x="2533712" y="2993843"/>
            <a:ext cx="2773920" cy="991236"/>
          </a:xfrm>
          <a:prstGeom prst="parallelogram">
            <a:avLst>
              <a:gd name="adj" fmla="val 105165"/>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82" name="Parallelogram 81"/>
          <p:cNvSpPr/>
          <p:nvPr/>
        </p:nvSpPr>
        <p:spPr>
          <a:xfrm>
            <a:off x="4415094" y="2993843"/>
            <a:ext cx="2773920" cy="991236"/>
          </a:xfrm>
          <a:prstGeom prst="parallelogram">
            <a:avLst>
              <a:gd name="adj" fmla="val 105165"/>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dirty="0"/>
          </a:p>
        </p:txBody>
      </p:sp>
      <p:sp>
        <p:nvSpPr>
          <p:cNvPr id="83" name="Parallelogram 82"/>
          <p:cNvSpPr/>
          <p:nvPr/>
        </p:nvSpPr>
        <p:spPr>
          <a:xfrm>
            <a:off x="6296477" y="2993843"/>
            <a:ext cx="2773920" cy="991236"/>
          </a:xfrm>
          <a:prstGeom prst="parallelogram">
            <a:avLst>
              <a:gd name="adj" fmla="val 105165"/>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84" name="Parallelogram 83"/>
          <p:cNvSpPr/>
          <p:nvPr/>
        </p:nvSpPr>
        <p:spPr>
          <a:xfrm>
            <a:off x="8177858" y="2993843"/>
            <a:ext cx="3023541" cy="991236"/>
          </a:xfrm>
          <a:prstGeom prst="parallelogram">
            <a:avLst>
              <a:gd name="adj" fmla="val 105165"/>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fr-FR"/>
          </a:p>
        </p:txBody>
      </p:sp>
      <p:sp>
        <p:nvSpPr>
          <p:cNvPr id="13" name="Rectangle 12"/>
          <p:cNvSpPr/>
          <p:nvPr/>
        </p:nvSpPr>
        <p:spPr>
          <a:xfrm>
            <a:off x="1287976" y="3304795"/>
            <a:ext cx="1534394" cy="369332"/>
          </a:xfrm>
          <a:prstGeom prst="rect">
            <a:avLst/>
          </a:prstGeom>
        </p:spPr>
        <p:txBody>
          <a:bodyPr wrap="none">
            <a:spAutoFit/>
          </a:bodyPr>
          <a:lstStyle/>
          <a:p>
            <a:pPr lvl="0"/>
            <a:r>
              <a:rPr lang="en-US" b="1" dirty="0">
                <a:solidFill>
                  <a:srgbClr val="203864"/>
                </a:solidFill>
                <a:latin typeface="Bahnschrift" panose="020B0502040204020203" pitchFamily="34" charset="0"/>
              </a:rPr>
              <a:t>Performance</a:t>
            </a:r>
            <a:endParaRPr lang="en-US" dirty="0"/>
          </a:p>
        </p:txBody>
      </p:sp>
      <p:sp>
        <p:nvSpPr>
          <p:cNvPr id="85" name="Rectangle 84"/>
          <p:cNvSpPr/>
          <p:nvPr/>
        </p:nvSpPr>
        <p:spPr>
          <a:xfrm>
            <a:off x="3363072" y="3304795"/>
            <a:ext cx="1048685" cy="369332"/>
          </a:xfrm>
          <a:prstGeom prst="rect">
            <a:avLst/>
          </a:prstGeom>
        </p:spPr>
        <p:txBody>
          <a:bodyPr wrap="none">
            <a:spAutoFit/>
          </a:bodyPr>
          <a:lstStyle/>
          <a:p>
            <a:pPr lvl="0"/>
            <a:r>
              <a:rPr lang="en-US" b="1" dirty="0" err="1">
                <a:solidFill>
                  <a:srgbClr val="203864"/>
                </a:solidFill>
                <a:latin typeface="Bahnschrift" panose="020B0502040204020203" pitchFamily="34" charset="0"/>
              </a:rPr>
              <a:t>Sécurité</a:t>
            </a:r>
            <a:endParaRPr lang="en-US" dirty="0"/>
          </a:p>
        </p:txBody>
      </p:sp>
      <p:sp>
        <p:nvSpPr>
          <p:cNvPr id="86" name="Rectangle 85"/>
          <p:cNvSpPr/>
          <p:nvPr/>
        </p:nvSpPr>
        <p:spPr>
          <a:xfrm>
            <a:off x="5273602" y="3304795"/>
            <a:ext cx="1002197" cy="369332"/>
          </a:xfrm>
          <a:prstGeom prst="rect">
            <a:avLst/>
          </a:prstGeom>
        </p:spPr>
        <p:txBody>
          <a:bodyPr wrap="none">
            <a:spAutoFit/>
          </a:bodyPr>
          <a:lstStyle/>
          <a:p>
            <a:pPr lvl="0"/>
            <a:r>
              <a:rPr lang="en-US" b="1" dirty="0" err="1">
                <a:solidFill>
                  <a:srgbClr val="203864"/>
                </a:solidFill>
                <a:latin typeface="Bahnschrift" panose="020B0502040204020203" pitchFamily="34" charset="0"/>
              </a:rPr>
              <a:t>Fiabilité</a:t>
            </a:r>
            <a:endParaRPr lang="en-US" dirty="0"/>
          </a:p>
        </p:txBody>
      </p:sp>
      <p:sp>
        <p:nvSpPr>
          <p:cNvPr id="87" name="Rectangle 86"/>
          <p:cNvSpPr/>
          <p:nvPr/>
        </p:nvSpPr>
        <p:spPr>
          <a:xfrm>
            <a:off x="7057029" y="3304795"/>
            <a:ext cx="1263487" cy="369332"/>
          </a:xfrm>
          <a:prstGeom prst="rect">
            <a:avLst/>
          </a:prstGeom>
        </p:spPr>
        <p:txBody>
          <a:bodyPr wrap="none">
            <a:spAutoFit/>
          </a:bodyPr>
          <a:lstStyle/>
          <a:p>
            <a:pPr lvl="0"/>
            <a:r>
              <a:rPr lang="en-US" b="1" dirty="0" err="1">
                <a:solidFill>
                  <a:srgbClr val="203864"/>
                </a:solidFill>
                <a:latin typeface="Bahnschrift" panose="020B0502040204020203" pitchFamily="34" charset="0"/>
              </a:rPr>
              <a:t>Évolutivité</a:t>
            </a:r>
            <a:endParaRPr lang="en-US" dirty="0"/>
          </a:p>
        </p:txBody>
      </p:sp>
      <p:sp>
        <p:nvSpPr>
          <p:cNvPr id="88" name="Rectangle 87"/>
          <p:cNvSpPr/>
          <p:nvPr/>
        </p:nvSpPr>
        <p:spPr>
          <a:xfrm>
            <a:off x="8687083" y="3166295"/>
            <a:ext cx="1699504" cy="646331"/>
          </a:xfrm>
          <a:prstGeom prst="rect">
            <a:avLst/>
          </a:prstGeom>
        </p:spPr>
        <p:txBody>
          <a:bodyPr wrap="none">
            <a:spAutoFit/>
          </a:bodyPr>
          <a:lstStyle/>
          <a:p>
            <a:pPr lvl="0"/>
            <a:r>
              <a:rPr lang="en-US" b="1" dirty="0">
                <a:solidFill>
                  <a:srgbClr val="203864"/>
                </a:solidFill>
                <a:latin typeface="Bahnschrift" panose="020B0502040204020203" pitchFamily="34" charset="0"/>
              </a:rPr>
              <a:t>    </a:t>
            </a:r>
            <a:r>
              <a:rPr lang="en-US" b="1" dirty="0" err="1">
                <a:solidFill>
                  <a:srgbClr val="203864"/>
                </a:solidFill>
                <a:latin typeface="Bahnschrift" panose="020B0502040204020203" pitchFamily="34" charset="0"/>
              </a:rPr>
              <a:t>Efficacité</a:t>
            </a:r>
            <a:endParaRPr lang="en-US" b="1" dirty="0">
              <a:solidFill>
                <a:srgbClr val="203864"/>
              </a:solidFill>
              <a:latin typeface="Bahnschrift" panose="020B0502040204020203" pitchFamily="34" charset="0"/>
            </a:endParaRPr>
          </a:p>
          <a:p>
            <a:pPr lvl="0"/>
            <a:r>
              <a:rPr lang="en-US" b="1" dirty="0" err="1">
                <a:solidFill>
                  <a:srgbClr val="203864"/>
                </a:solidFill>
                <a:latin typeface="Bahnschrift" panose="020B0502040204020203" pitchFamily="34" charset="0"/>
              </a:rPr>
              <a:t>Opérationnelle</a:t>
            </a:r>
            <a:endParaRPr lang="en-US" b="1" dirty="0">
              <a:solidFill>
                <a:srgbClr val="203864"/>
              </a:solidFill>
              <a:latin typeface="Bahnschrift" panose="020B0502040204020203" pitchFamily="34" charset="0"/>
            </a:endParaRPr>
          </a:p>
        </p:txBody>
      </p:sp>
    </p:spTree>
    <p:extLst>
      <p:ext uri="{BB962C8B-B14F-4D97-AF65-F5344CB8AC3E}">
        <p14:creationId xmlns:p14="http://schemas.microsoft.com/office/powerpoint/2010/main" val="2403928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Plan</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6306" y="649480"/>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15</a:t>
            </a:fld>
            <a:endParaRPr lang="en-US"/>
          </a:p>
        </p:txBody>
      </p:sp>
      <p:grpSp>
        <p:nvGrpSpPr>
          <p:cNvPr id="28" name="Group 27"/>
          <p:cNvGrpSpPr/>
          <p:nvPr/>
        </p:nvGrpSpPr>
        <p:grpSpPr>
          <a:xfrm>
            <a:off x="1064403" y="2311398"/>
            <a:ext cx="8906679" cy="1466933"/>
            <a:chOff x="1164431" y="2190721"/>
            <a:chExt cx="8906679" cy="1466933"/>
          </a:xfrm>
        </p:grpSpPr>
        <p:cxnSp>
          <p:nvCxnSpPr>
            <p:cNvPr id="19" name="Straight Connector 18"/>
            <p:cNvCxnSpPr/>
            <p:nvPr/>
          </p:nvCxnSpPr>
          <p:spPr>
            <a:xfrm>
              <a:off x="1570120" y="2647948"/>
              <a:ext cx="8236577" cy="0"/>
            </a:xfrm>
            <a:prstGeom prst="line">
              <a:avLst/>
            </a:prstGeom>
            <a:ln w="28575">
              <a:solidFill>
                <a:srgbClr val="9DDDDD"/>
              </a:solidFill>
              <a:prstDash val="dash"/>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Oval 43"/>
            <p:cNvSpPr/>
            <p:nvPr/>
          </p:nvSpPr>
          <p:spPr>
            <a:xfrm>
              <a:off x="315754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7" name="Group 46"/>
            <p:cNvGrpSpPr/>
            <p:nvPr/>
          </p:nvGrpSpPr>
          <p:grpSpPr>
            <a:xfrm>
              <a:off x="5150651" y="2190721"/>
              <a:ext cx="1617574" cy="1466933"/>
              <a:chOff x="1164431" y="2241548"/>
              <a:chExt cx="1617574" cy="1466933"/>
            </a:xfrm>
          </p:grpSpPr>
          <p:sp>
            <p:nvSpPr>
              <p:cNvPr id="48" name="Oval 47"/>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Isosceles Triangle 48"/>
              <p:cNvSpPr/>
              <p:nvPr/>
            </p:nvSpPr>
            <p:spPr>
              <a:xfrm rot="5400000">
                <a:off x="1158954" y="3445386"/>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p:cNvSpPr/>
              <p:nvPr/>
            </p:nvSpPr>
            <p:spPr>
              <a:xfrm>
                <a:off x="1310127" y="3339149"/>
                <a:ext cx="1471878" cy="369332"/>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Architecture</a:t>
                </a:r>
              </a:p>
            </p:txBody>
          </p:sp>
        </p:grpSp>
        <p:sp>
          <p:nvSpPr>
            <p:cNvPr id="52" name="Oval 51"/>
            <p:cNvSpPr/>
            <p:nvPr/>
          </p:nvSpPr>
          <p:spPr>
            <a:xfrm>
              <a:off x="7281858"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val 55"/>
            <p:cNvSpPr/>
            <p:nvPr/>
          </p:nvSpPr>
          <p:spPr>
            <a:xfrm>
              <a:off x="9258310"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4298" y="2487999"/>
            <a:ext cx="476250" cy="47625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105" y="2483146"/>
            <a:ext cx="476250" cy="476250"/>
          </a:xfrm>
          <a:prstGeom prst="rect">
            <a:avLst/>
          </a:prstGeom>
        </p:spPr>
      </p:pic>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9127" y="2518206"/>
            <a:ext cx="476250" cy="476250"/>
          </a:xfrm>
          <a:prstGeom prst="rect">
            <a:avLst/>
          </a:prstGeom>
        </p:spPr>
      </p:pic>
      <p:pic>
        <p:nvPicPr>
          <p:cNvPr id="61" name="Picture 6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0566" y="2500699"/>
            <a:ext cx="476250" cy="476250"/>
          </a:xfrm>
          <a:prstGeom prst="rect">
            <a:avLst/>
          </a:prstGeom>
        </p:spPr>
      </p:pic>
      <p:pic>
        <p:nvPicPr>
          <p:cNvPr id="62" name="Picture 6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4266" y="2530500"/>
            <a:ext cx="476250" cy="476250"/>
          </a:xfrm>
          <a:prstGeom prst="rect">
            <a:avLst/>
          </a:prstGeom>
        </p:spPr>
      </p:pic>
    </p:spTree>
    <p:extLst>
      <p:ext uri="{BB962C8B-B14F-4D97-AF65-F5344CB8AC3E}">
        <p14:creationId xmlns:p14="http://schemas.microsoft.com/office/powerpoint/2010/main" val="3241008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Shape 7">
            <a:extLst>
              <a:ext uri="{FF2B5EF4-FFF2-40B4-BE49-F238E27FC236}">
                <a16:creationId xmlns:a16="http://schemas.microsoft.com/office/drawing/2014/main" id="{F30F4095-D44C-D326-20B7-C159B82A3FBE}"/>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7" name="Freeform: Shape 48">
            <a:extLst>
              <a:ext uri="{FF2B5EF4-FFF2-40B4-BE49-F238E27FC236}">
                <a16:creationId xmlns:a16="http://schemas.microsoft.com/office/drawing/2014/main" id="{198E2158-F95B-8912-E8D2-DF6C895EFE80}"/>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8" name="Freeform: Shape 52">
            <a:extLst>
              <a:ext uri="{FF2B5EF4-FFF2-40B4-BE49-F238E27FC236}">
                <a16:creationId xmlns:a16="http://schemas.microsoft.com/office/drawing/2014/main" id="{E20C2AB8-13A1-F482-3389-CEC6E42572F9}"/>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9" name="Freeform: Shape 93">
            <a:extLst>
              <a:ext uri="{FF2B5EF4-FFF2-40B4-BE49-F238E27FC236}">
                <a16:creationId xmlns:a16="http://schemas.microsoft.com/office/drawing/2014/main" id="{DD4BD227-F548-4A9B-372C-04E3A6C15FEC}"/>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0" name="Freeform: Shape 97">
            <a:extLst>
              <a:ext uri="{FF2B5EF4-FFF2-40B4-BE49-F238E27FC236}">
                <a16:creationId xmlns:a16="http://schemas.microsoft.com/office/drawing/2014/main" id="{DDF18366-B30E-C7A3-B772-FBF5883253AB}"/>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1" name="Freeform: Shape 142">
            <a:extLst>
              <a:ext uri="{FF2B5EF4-FFF2-40B4-BE49-F238E27FC236}">
                <a16:creationId xmlns:a16="http://schemas.microsoft.com/office/drawing/2014/main" id="{9D14E890-6E24-4C0B-4846-BFC7A43BA7C7}"/>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2" name="Freeform: Shape 143">
            <a:extLst>
              <a:ext uri="{FF2B5EF4-FFF2-40B4-BE49-F238E27FC236}">
                <a16:creationId xmlns:a16="http://schemas.microsoft.com/office/drawing/2014/main" id="{EB0B9B12-0D84-CE98-5536-4D2AD88A9156}"/>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pic>
        <p:nvPicPr>
          <p:cNvPr id="11273" name="Picture 5">
            <a:extLst>
              <a:ext uri="{FF2B5EF4-FFF2-40B4-BE49-F238E27FC236}">
                <a16:creationId xmlns:a16="http://schemas.microsoft.com/office/drawing/2014/main" id="{9F5F280E-2BC2-295C-9616-450672A0BB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0971" y="1606877"/>
            <a:ext cx="8550057" cy="451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normAutofit fontScale="90000"/>
          </a:bodyPr>
          <a:lstStyle/>
          <a:p>
            <a:r>
              <a:rPr lang="fr-FR" dirty="0"/>
              <a:t>Architecture de la Solution envisagé</a:t>
            </a:r>
            <a:endParaRPr lang="en-GB"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104" y="649480"/>
            <a:ext cx="476250" cy="476250"/>
          </a:xfrm>
          <a:prstGeom prst="rect">
            <a:avLst/>
          </a:prstGeom>
        </p:spPr>
      </p:pic>
      <p:sp>
        <p:nvSpPr>
          <p:cNvPr id="5" name="Slide Number Placeholder 4"/>
          <p:cNvSpPr>
            <a:spLocks noGrp="1"/>
          </p:cNvSpPr>
          <p:nvPr>
            <p:ph type="sldNum" sz="quarter" idx="12"/>
          </p:nvPr>
        </p:nvSpPr>
        <p:spPr/>
        <p:txBody>
          <a:bodyPr/>
          <a:lstStyle/>
          <a:p>
            <a:fld id="{AC03623B-441A-4B08-B43E-185D9FF53926}"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Shape 7">
            <a:extLst>
              <a:ext uri="{FF2B5EF4-FFF2-40B4-BE49-F238E27FC236}">
                <a16:creationId xmlns:a16="http://schemas.microsoft.com/office/drawing/2014/main" id="{F30F4095-D44C-D326-20B7-C159B82A3FBE}"/>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7" name="Freeform: Shape 48">
            <a:extLst>
              <a:ext uri="{FF2B5EF4-FFF2-40B4-BE49-F238E27FC236}">
                <a16:creationId xmlns:a16="http://schemas.microsoft.com/office/drawing/2014/main" id="{198E2158-F95B-8912-E8D2-DF6C895EFE80}"/>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8" name="Freeform: Shape 52">
            <a:extLst>
              <a:ext uri="{FF2B5EF4-FFF2-40B4-BE49-F238E27FC236}">
                <a16:creationId xmlns:a16="http://schemas.microsoft.com/office/drawing/2014/main" id="{E20C2AB8-13A1-F482-3389-CEC6E42572F9}"/>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69" name="Freeform: Shape 93">
            <a:extLst>
              <a:ext uri="{FF2B5EF4-FFF2-40B4-BE49-F238E27FC236}">
                <a16:creationId xmlns:a16="http://schemas.microsoft.com/office/drawing/2014/main" id="{DD4BD227-F548-4A9B-372C-04E3A6C15FEC}"/>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0" name="Freeform: Shape 97">
            <a:extLst>
              <a:ext uri="{FF2B5EF4-FFF2-40B4-BE49-F238E27FC236}">
                <a16:creationId xmlns:a16="http://schemas.microsoft.com/office/drawing/2014/main" id="{DDF18366-B30E-C7A3-B772-FBF5883253AB}"/>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1" name="Freeform: Shape 142">
            <a:extLst>
              <a:ext uri="{FF2B5EF4-FFF2-40B4-BE49-F238E27FC236}">
                <a16:creationId xmlns:a16="http://schemas.microsoft.com/office/drawing/2014/main" id="{9D14E890-6E24-4C0B-4846-BFC7A43BA7C7}"/>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sp>
        <p:nvSpPr>
          <p:cNvPr id="11272" name="Freeform: Shape 143">
            <a:extLst>
              <a:ext uri="{FF2B5EF4-FFF2-40B4-BE49-F238E27FC236}">
                <a16:creationId xmlns:a16="http://schemas.microsoft.com/office/drawing/2014/main" id="{EB0B9B12-0D84-CE98-5536-4D2AD88A9156}"/>
              </a:ext>
            </a:extLst>
          </p:cNvPr>
          <p:cNvSpPr>
            <a:spLocks/>
          </p:cNvSpPr>
          <p:nvPr/>
        </p:nvSpPr>
        <p:spPr bwMode="auto">
          <a:xfrm>
            <a:off x="-8761413" y="-712788"/>
            <a:ext cx="30163" cy="31750"/>
          </a:xfrm>
          <a:custGeom>
            <a:avLst/>
            <a:gdLst/>
            <a:ahLst/>
            <a:cxnLst/>
            <a:rect l="0" t="0" r="r" b="b"/>
            <a:pathLst/>
          </a:custGeom>
          <a:solidFill>
            <a:srgbClr val="FFFFFF"/>
          </a:solidFill>
          <a:ln>
            <a:noFill/>
          </a:ln>
          <a:extLst>
            <a:ext uri="{91240B29-F687-4F45-9708-019B960494DF}">
              <a14:hiddenLine xmlns:a14="http://schemas.microsoft.com/office/drawing/2010/main" w="31263" cap="flat">
                <a:solidFill>
                  <a:srgbClr val="000000"/>
                </a:solidFill>
                <a:prstDash val="solid"/>
                <a:miter lim="800000"/>
                <a:headEnd/>
                <a:tailEnd/>
              </a14:hiddenLine>
            </a:ext>
          </a:extLst>
        </p:spPr>
        <p:txBody>
          <a:bodyPr anchor="ctr"/>
          <a:lstStyle/>
          <a:p>
            <a:endParaRPr lang="fr-TN"/>
          </a:p>
        </p:txBody>
      </p:sp>
      <p:pic>
        <p:nvPicPr>
          <p:cNvPr id="3" name="Picture 2">
            <a:extLst>
              <a:ext uri="{FF2B5EF4-FFF2-40B4-BE49-F238E27FC236}">
                <a16:creationId xmlns:a16="http://schemas.microsoft.com/office/drawing/2014/main" id="{9A64345B-B97B-DF4B-BEA1-EDD11BBCB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4594" y="1421719"/>
            <a:ext cx="5612084" cy="5157399"/>
          </a:xfrm>
          <a:prstGeom prst="rect">
            <a:avLst/>
          </a:prstGeom>
        </p:spPr>
      </p:pic>
      <p:sp>
        <p:nvSpPr>
          <p:cNvPr id="2" name="Title 1"/>
          <p:cNvSpPr>
            <a:spLocks noGrp="1"/>
          </p:cNvSpPr>
          <p:nvPr>
            <p:ph type="title"/>
          </p:nvPr>
        </p:nvSpPr>
        <p:spPr/>
        <p:txBody>
          <a:bodyPr>
            <a:normAutofit fontScale="90000"/>
          </a:bodyPr>
          <a:lstStyle/>
          <a:p>
            <a:r>
              <a:rPr lang="en-GB" dirty="0"/>
              <a:t>Architecture </a:t>
            </a:r>
            <a:r>
              <a:rPr lang="en-GB" dirty="0" err="1"/>
              <a:t>logicielle</a:t>
            </a:r>
            <a:endParaRPr lang="en-GB" dirty="0"/>
          </a:p>
        </p:txBody>
      </p:sp>
      <p:pic>
        <p:nvPicPr>
          <p:cNvPr id="5" name="Content Placeholder 4"/>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84362" y="685978"/>
            <a:ext cx="476250" cy="476250"/>
          </a:xfrm>
        </p:spPr>
      </p:pic>
      <p:sp>
        <p:nvSpPr>
          <p:cNvPr id="6" name="Slide Number Placeholder 5"/>
          <p:cNvSpPr>
            <a:spLocks noGrp="1"/>
          </p:cNvSpPr>
          <p:nvPr>
            <p:ph type="sldNum" sz="quarter" idx="12"/>
          </p:nvPr>
        </p:nvSpPr>
        <p:spPr/>
        <p:txBody>
          <a:bodyPr/>
          <a:lstStyle/>
          <a:p>
            <a:fld id="{AC03623B-441A-4B08-B43E-185D9FF53926}" type="slidenum">
              <a:rPr lang="en-US" smtClean="0"/>
              <a:pPr/>
              <a:t>17</a:t>
            </a:fld>
            <a:endParaRPr lang="en-US"/>
          </a:p>
        </p:txBody>
      </p:sp>
    </p:spTree>
    <p:extLst>
      <p:ext uri="{BB962C8B-B14F-4D97-AF65-F5344CB8AC3E}">
        <p14:creationId xmlns:p14="http://schemas.microsoft.com/office/powerpoint/2010/main" val="295358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Plan</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6306" y="649480"/>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18</a:t>
            </a:fld>
            <a:endParaRPr lang="en-US"/>
          </a:p>
        </p:txBody>
      </p:sp>
      <p:grpSp>
        <p:nvGrpSpPr>
          <p:cNvPr id="28" name="Group 27"/>
          <p:cNvGrpSpPr/>
          <p:nvPr/>
        </p:nvGrpSpPr>
        <p:grpSpPr>
          <a:xfrm>
            <a:off x="1064403" y="2311398"/>
            <a:ext cx="8906679" cy="1472739"/>
            <a:chOff x="1164431" y="2190721"/>
            <a:chExt cx="8906679" cy="1472739"/>
          </a:xfrm>
        </p:grpSpPr>
        <p:cxnSp>
          <p:nvCxnSpPr>
            <p:cNvPr id="19" name="Straight Connector 18"/>
            <p:cNvCxnSpPr/>
            <p:nvPr/>
          </p:nvCxnSpPr>
          <p:spPr>
            <a:xfrm>
              <a:off x="1570120" y="2647948"/>
              <a:ext cx="8236577" cy="0"/>
            </a:xfrm>
            <a:prstGeom prst="line">
              <a:avLst/>
            </a:prstGeom>
            <a:ln w="28575">
              <a:solidFill>
                <a:srgbClr val="9DDDDD"/>
              </a:solidFill>
              <a:prstDash val="dash"/>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Oval 43"/>
            <p:cNvSpPr/>
            <p:nvPr/>
          </p:nvSpPr>
          <p:spPr>
            <a:xfrm>
              <a:off x="315754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Oval 47"/>
            <p:cNvSpPr/>
            <p:nvPr/>
          </p:nvSpPr>
          <p:spPr>
            <a:xfrm>
              <a:off x="515065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1" name="Group 50"/>
            <p:cNvGrpSpPr/>
            <p:nvPr/>
          </p:nvGrpSpPr>
          <p:grpSpPr>
            <a:xfrm>
              <a:off x="7281858" y="2190721"/>
              <a:ext cx="1481413" cy="1472739"/>
              <a:chOff x="1164431" y="2241548"/>
              <a:chExt cx="1481413" cy="1472739"/>
            </a:xfrm>
          </p:grpSpPr>
          <p:sp>
            <p:nvSpPr>
              <p:cNvPr id="52" name="Oval 51"/>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Isosceles Triangle 52"/>
              <p:cNvSpPr/>
              <p:nvPr/>
            </p:nvSpPr>
            <p:spPr>
              <a:xfrm rot="5400000">
                <a:off x="1157445" y="3451192"/>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p:cNvSpPr/>
              <p:nvPr/>
            </p:nvSpPr>
            <p:spPr>
              <a:xfrm>
                <a:off x="1308618" y="3344955"/>
                <a:ext cx="1337226" cy="369332"/>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Réalisation</a:t>
                </a:r>
              </a:p>
            </p:txBody>
          </p:sp>
        </p:grpSp>
        <p:sp>
          <p:nvSpPr>
            <p:cNvPr id="56" name="Oval 55"/>
            <p:cNvSpPr/>
            <p:nvPr/>
          </p:nvSpPr>
          <p:spPr>
            <a:xfrm>
              <a:off x="9258310"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4298" y="2487999"/>
            <a:ext cx="476250" cy="47625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105" y="2483146"/>
            <a:ext cx="476250" cy="476250"/>
          </a:xfrm>
          <a:prstGeom prst="rect">
            <a:avLst/>
          </a:prstGeom>
        </p:spPr>
      </p:pic>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9127" y="2518206"/>
            <a:ext cx="476250" cy="476250"/>
          </a:xfrm>
          <a:prstGeom prst="rect">
            <a:avLst/>
          </a:prstGeom>
        </p:spPr>
      </p:pic>
      <p:pic>
        <p:nvPicPr>
          <p:cNvPr id="61" name="Picture 6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0566" y="2500699"/>
            <a:ext cx="476250" cy="476250"/>
          </a:xfrm>
          <a:prstGeom prst="rect">
            <a:avLst/>
          </a:prstGeom>
        </p:spPr>
      </p:pic>
      <p:pic>
        <p:nvPicPr>
          <p:cNvPr id="62" name="Picture 6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4266" y="2530500"/>
            <a:ext cx="476250" cy="476250"/>
          </a:xfrm>
          <a:prstGeom prst="rect">
            <a:avLst/>
          </a:prstGeom>
        </p:spPr>
      </p:pic>
    </p:spTree>
    <p:extLst>
      <p:ext uri="{BB962C8B-B14F-4D97-AF65-F5344CB8AC3E}">
        <p14:creationId xmlns:p14="http://schemas.microsoft.com/office/powerpoint/2010/main" val="370403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D305792E-30F8-159F-AEFF-E556F9A2C327}"/>
              </a:ext>
            </a:extLst>
          </p:cNvPr>
          <p:cNvGrpSpPr/>
          <p:nvPr/>
        </p:nvGrpSpPr>
        <p:grpSpPr>
          <a:xfrm>
            <a:off x="981185" y="1279631"/>
            <a:ext cx="10353505" cy="5008916"/>
            <a:chOff x="981185" y="1139931"/>
            <a:chExt cx="10353505" cy="5008916"/>
          </a:xfrm>
        </p:grpSpPr>
        <p:cxnSp>
          <p:nvCxnSpPr>
            <p:cNvPr id="43" name="Straight Connector 42">
              <a:extLst>
                <a:ext uri="{FF2B5EF4-FFF2-40B4-BE49-F238E27FC236}">
                  <a16:creationId xmlns:a16="http://schemas.microsoft.com/office/drawing/2014/main" id="{8BC5D504-9F2A-71D6-905B-BE1C751FA795}"/>
                </a:ext>
              </a:extLst>
            </p:cNvPr>
            <p:cNvCxnSpPr>
              <a:cxnSpLocks/>
              <a:stCxn id="61" idx="3"/>
              <a:endCxn id="76" idx="9"/>
            </p:cNvCxnSpPr>
            <p:nvPr/>
          </p:nvCxnSpPr>
          <p:spPr>
            <a:xfrm flipH="1">
              <a:off x="7637437" y="1577128"/>
              <a:ext cx="730605" cy="593848"/>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6E9BE0-C3AD-947F-E213-D600ED94B9B9}"/>
                </a:ext>
              </a:extLst>
            </p:cNvPr>
            <p:cNvCxnSpPr>
              <a:cxnSpLocks/>
              <a:stCxn id="55" idx="0"/>
              <a:endCxn id="52" idx="1"/>
            </p:cNvCxnSpPr>
            <p:nvPr/>
          </p:nvCxnSpPr>
          <p:spPr>
            <a:xfrm>
              <a:off x="3902213" y="1911892"/>
              <a:ext cx="720943" cy="210934"/>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C2DEAAF-83E3-93C6-9FA9-E2D658E621C5}"/>
                </a:ext>
              </a:extLst>
            </p:cNvPr>
            <p:cNvCxnSpPr>
              <a:cxnSpLocks/>
              <a:endCxn id="65" idx="2"/>
            </p:cNvCxnSpPr>
            <p:nvPr/>
          </p:nvCxnSpPr>
          <p:spPr>
            <a:xfrm>
              <a:off x="7443242" y="5006755"/>
              <a:ext cx="917639" cy="557707"/>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E220CD3-0594-8CA8-3A00-6D62D58A5C63}"/>
                </a:ext>
              </a:extLst>
            </p:cNvPr>
            <p:cNvCxnSpPr/>
            <p:nvPr/>
          </p:nvCxnSpPr>
          <p:spPr>
            <a:xfrm flipH="1">
              <a:off x="8178329" y="3635940"/>
              <a:ext cx="515507" cy="3626"/>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9BEAFBA-022E-FC9A-6BF4-E39F21C932EE}"/>
                </a:ext>
              </a:extLst>
            </p:cNvPr>
            <p:cNvCxnSpPr>
              <a:stCxn id="71" idx="2"/>
              <a:endCxn id="68" idx="0"/>
            </p:cNvCxnSpPr>
            <p:nvPr/>
          </p:nvCxnSpPr>
          <p:spPr>
            <a:xfrm flipH="1">
              <a:off x="3508112" y="3635940"/>
              <a:ext cx="515507" cy="3626"/>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6BCA2A7-08B7-50ED-5264-CD66A0983346}"/>
                </a:ext>
              </a:extLst>
            </p:cNvPr>
            <p:cNvCxnSpPr>
              <a:cxnSpLocks/>
              <a:stCxn id="70" idx="1"/>
            </p:cNvCxnSpPr>
            <p:nvPr/>
          </p:nvCxnSpPr>
          <p:spPr>
            <a:xfrm flipH="1">
              <a:off x="3781271" y="5108679"/>
              <a:ext cx="988275" cy="467209"/>
            </a:xfrm>
            <a:prstGeom prst="line">
              <a:avLst/>
            </a:prstGeom>
            <a:ln w="15875">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C4AE2721-ABDD-3200-49EB-B660062A3DAF}"/>
                </a:ext>
              </a:extLst>
            </p:cNvPr>
            <p:cNvSpPr/>
            <p:nvPr/>
          </p:nvSpPr>
          <p:spPr>
            <a:xfrm rot="10800000">
              <a:off x="1319124" y="5020027"/>
              <a:ext cx="2675186" cy="1128820"/>
            </a:xfrm>
            <a:custGeom>
              <a:avLst/>
              <a:gdLst>
                <a:gd name="connsiteX0" fmla="*/ 96605 w 2784559"/>
                <a:gd name="connsiteY0" fmla="*/ -194 h 1174971"/>
                <a:gd name="connsiteX1" fmla="*/ 2210141 w 2784559"/>
                <a:gd name="connsiteY1" fmla="*/ -194 h 1174971"/>
                <a:gd name="connsiteX2" fmla="*/ 2784441 w 2784559"/>
                <a:gd name="connsiteY2" fmla="*/ 574107 h 1174971"/>
                <a:gd name="connsiteX3" fmla="*/ 2784441 w 2784559"/>
                <a:gd name="connsiteY3" fmla="*/ 600478 h 1174971"/>
                <a:gd name="connsiteX4" fmla="*/ 2210141 w 2784559"/>
                <a:gd name="connsiteY4" fmla="*/ 1174778 h 1174971"/>
                <a:gd name="connsiteX5" fmla="*/ 96605 w 2784559"/>
                <a:gd name="connsiteY5" fmla="*/ 1174778 h 1174971"/>
                <a:gd name="connsiteX6" fmla="*/ -118 w 2784559"/>
                <a:gd name="connsiteY6" fmla="*/ 1078054 h 1174971"/>
                <a:gd name="connsiteX7" fmla="*/ -118 w 2784559"/>
                <a:gd name="connsiteY7" fmla="*/ 96530 h 1174971"/>
                <a:gd name="connsiteX8" fmla="*/ 96605 w 2784559"/>
                <a:gd name="connsiteY8" fmla="*/ -194 h 117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559" h="1174971">
                  <a:moveTo>
                    <a:pt x="96605" y="-194"/>
                  </a:moveTo>
                  <a:lnTo>
                    <a:pt x="2210141" y="-194"/>
                  </a:lnTo>
                  <a:cubicBezTo>
                    <a:pt x="2527321" y="-194"/>
                    <a:pt x="2784441" y="256927"/>
                    <a:pt x="2784441" y="574107"/>
                  </a:cubicBezTo>
                  <a:lnTo>
                    <a:pt x="2784441" y="600478"/>
                  </a:lnTo>
                  <a:cubicBezTo>
                    <a:pt x="2784441" y="917657"/>
                    <a:pt x="2527321" y="1174778"/>
                    <a:pt x="2210141" y="1174778"/>
                  </a:cubicBezTo>
                  <a:lnTo>
                    <a:pt x="96605" y="1174778"/>
                  </a:lnTo>
                  <a:cubicBezTo>
                    <a:pt x="43190" y="1174778"/>
                    <a:pt x="-118" y="1131469"/>
                    <a:pt x="-118" y="1078054"/>
                  </a:cubicBezTo>
                  <a:lnTo>
                    <a:pt x="-118" y="96530"/>
                  </a:lnTo>
                  <a:cubicBezTo>
                    <a:pt x="-118" y="43115"/>
                    <a:pt x="43190" y="-194"/>
                    <a:pt x="96605" y="-194"/>
                  </a:cubicBezTo>
                  <a:close/>
                </a:path>
              </a:pathLst>
            </a:custGeom>
            <a:solidFill>
              <a:srgbClr val="203864"/>
            </a:solidFill>
            <a:ln w="8507" cap="flat">
              <a:noFill/>
              <a:prstDash val="solid"/>
              <a:miter/>
            </a:ln>
            <a:effectLst>
              <a:outerShdw blurRad="50800" algn="ctr" rotWithShape="0">
                <a:prstClr val="black">
                  <a:alpha val="40000"/>
                </a:prstClr>
              </a:outerShdw>
            </a:effectLst>
          </p:spPr>
          <p:txBody>
            <a:bodyPr rtlCol="0" anchor="ctr"/>
            <a:lstStyle/>
            <a:p>
              <a:endParaRPr lang="en-IN">
                <a:latin typeface="Bahnschrift" panose="020B0502040204020203" pitchFamily="34" charset="0"/>
              </a:endParaRPr>
            </a:p>
          </p:txBody>
        </p:sp>
        <p:sp>
          <p:nvSpPr>
            <p:cNvPr id="50" name="Freeform: Shape 49">
              <a:extLst>
                <a:ext uri="{FF2B5EF4-FFF2-40B4-BE49-F238E27FC236}">
                  <a16:creationId xmlns:a16="http://schemas.microsoft.com/office/drawing/2014/main" id="{1AB30DFD-0784-7127-40FF-9D50197BAFF5}"/>
                </a:ext>
              </a:extLst>
            </p:cNvPr>
            <p:cNvSpPr/>
            <p:nvPr/>
          </p:nvSpPr>
          <p:spPr>
            <a:xfrm>
              <a:off x="3006947" y="5150169"/>
              <a:ext cx="851437" cy="851437"/>
            </a:xfrm>
            <a:custGeom>
              <a:avLst/>
              <a:gdLst>
                <a:gd name="connsiteX0" fmla="*/ 886130 w 886247"/>
                <a:gd name="connsiteY0" fmla="*/ 442931 h 886247"/>
                <a:gd name="connsiteX1" fmla="*/ 443006 w 886247"/>
                <a:gd name="connsiteY1" fmla="*/ 886055 h 886247"/>
                <a:gd name="connsiteX2" fmla="*/ -118 w 886247"/>
                <a:gd name="connsiteY2" fmla="*/ 442931 h 886247"/>
                <a:gd name="connsiteX3" fmla="*/ 443006 w 886247"/>
                <a:gd name="connsiteY3" fmla="*/ -194 h 886247"/>
                <a:gd name="connsiteX4" fmla="*/ 886130 w 886247"/>
                <a:gd name="connsiteY4" fmla="*/ 442931 h 886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247" h="886247">
                  <a:moveTo>
                    <a:pt x="886130" y="442931"/>
                  </a:moveTo>
                  <a:cubicBezTo>
                    <a:pt x="886130" y="687661"/>
                    <a:pt x="687736" y="886055"/>
                    <a:pt x="443006" y="886055"/>
                  </a:cubicBezTo>
                  <a:cubicBezTo>
                    <a:pt x="198275" y="886055"/>
                    <a:pt x="-118" y="687662"/>
                    <a:pt x="-118" y="442931"/>
                  </a:cubicBezTo>
                  <a:cubicBezTo>
                    <a:pt x="-118" y="198200"/>
                    <a:pt x="198275" y="-194"/>
                    <a:pt x="443006" y="-194"/>
                  </a:cubicBezTo>
                  <a:cubicBezTo>
                    <a:pt x="687736" y="-194"/>
                    <a:pt x="886130" y="198200"/>
                    <a:pt x="886130" y="442931"/>
                  </a:cubicBezTo>
                  <a:close/>
                </a:path>
              </a:pathLst>
            </a:custGeom>
            <a:solidFill>
              <a:schemeClr val="lt1"/>
            </a:solidFill>
            <a:ln w="8507" cap="flat">
              <a:noFill/>
              <a:prstDash val="solid"/>
              <a:miter/>
            </a:ln>
          </p:spPr>
          <p:txBody>
            <a:bodyPr rtlCol="0" anchor="ctr"/>
            <a:lstStyle/>
            <a:p>
              <a:endParaRPr lang="en-IN" dirty="0">
                <a:latin typeface="Bahnschrift" panose="020B0502040204020203" pitchFamily="34" charset="0"/>
              </a:endParaRPr>
            </a:p>
          </p:txBody>
        </p:sp>
        <p:sp>
          <p:nvSpPr>
            <p:cNvPr id="51" name="Freeform: Shape 50">
              <a:extLst>
                <a:ext uri="{FF2B5EF4-FFF2-40B4-BE49-F238E27FC236}">
                  <a16:creationId xmlns:a16="http://schemas.microsoft.com/office/drawing/2014/main" id="{8BD06094-E39E-BDC5-C4C6-E68A6F8D666E}"/>
                </a:ext>
              </a:extLst>
            </p:cNvPr>
            <p:cNvSpPr/>
            <p:nvPr/>
          </p:nvSpPr>
          <p:spPr>
            <a:xfrm rot="18900000">
              <a:off x="4677691" y="2213945"/>
              <a:ext cx="38167" cy="19124"/>
            </a:xfrm>
            <a:custGeom>
              <a:avLst/>
              <a:gdLst>
                <a:gd name="connsiteX0" fmla="*/ -118 w 39727"/>
                <a:gd name="connsiteY0" fmla="*/ -193 h 19906"/>
                <a:gd name="connsiteX1" fmla="*/ 39609 w 39727"/>
                <a:gd name="connsiteY1" fmla="*/ -193 h 19906"/>
                <a:gd name="connsiteX2" fmla="*/ 39609 w 39727"/>
                <a:gd name="connsiteY2" fmla="*/ 19713 h 19906"/>
                <a:gd name="connsiteX3" fmla="*/ -118 w 39727"/>
                <a:gd name="connsiteY3" fmla="*/ 19713 h 19906"/>
              </a:gdLst>
              <a:ahLst/>
              <a:cxnLst>
                <a:cxn ang="0">
                  <a:pos x="connsiteX0" y="connsiteY0"/>
                </a:cxn>
                <a:cxn ang="0">
                  <a:pos x="connsiteX1" y="connsiteY1"/>
                </a:cxn>
                <a:cxn ang="0">
                  <a:pos x="connsiteX2" y="connsiteY2"/>
                </a:cxn>
                <a:cxn ang="0">
                  <a:pos x="connsiteX3" y="connsiteY3"/>
                </a:cxn>
              </a:cxnLst>
              <a:rect l="l" t="t" r="r" b="b"/>
              <a:pathLst>
                <a:path w="39727" h="19906">
                  <a:moveTo>
                    <a:pt x="-118" y="-193"/>
                  </a:moveTo>
                  <a:lnTo>
                    <a:pt x="39609" y="-193"/>
                  </a:lnTo>
                  <a:lnTo>
                    <a:pt x="39609" y="19713"/>
                  </a:lnTo>
                  <a:lnTo>
                    <a:pt x="-118" y="19713"/>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2" name="Freeform: Shape 51">
              <a:extLst>
                <a:ext uri="{FF2B5EF4-FFF2-40B4-BE49-F238E27FC236}">
                  <a16:creationId xmlns:a16="http://schemas.microsoft.com/office/drawing/2014/main" id="{86D2526B-0642-93FE-93A7-1A8D9734051D}"/>
                </a:ext>
              </a:extLst>
            </p:cNvPr>
            <p:cNvSpPr/>
            <p:nvPr/>
          </p:nvSpPr>
          <p:spPr>
            <a:xfrm rot="18900000">
              <a:off x="4604342" y="2130758"/>
              <a:ext cx="38167" cy="38330"/>
            </a:xfrm>
            <a:custGeom>
              <a:avLst/>
              <a:gdLst>
                <a:gd name="connsiteX0" fmla="*/ -119 w 39727"/>
                <a:gd name="connsiteY0" fmla="*/ -194 h 39897"/>
                <a:gd name="connsiteX1" fmla="*/ 39608 w 39727"/>
                <a:gd name="connsiteY1" fmla="*/ -194 h 39897"/>
                <a:gd name="connsiteX2" fmla="*/ 39608 w 39727"/>
                <a:gd name="connsiteY2" fmla="*/ 39704 h 39897"/>
                <a:gd name="connsiteX3" fmla="*/ -119 w 39727"/>
                <a:gd name="connsiteY3" fmla="*/ 39704 h 39897"/>
              </a:gdLst>
              <a:ahLst/>
              <a:cxnLst>
                <a:cxn ang="0">
                  <a:pos x="connsiteX0" y="connsiteY0"/>
                </a:cxn>
                <a:cxn ang="0">
                  <a:pos x="connsiteX1" y="connsiteY1"/>
                </a:cxn>
                <a:cxn ang="0">
                  <a:pos x="connsiteX2" y="connsiteY2"/>
                </a:cxn>
                <a:cxn ang="0">
                  <a:pos x="connsiteX3" y="connsiteY3"/>
                </a:cxn>
              </a:cxnLst>
              <a:rect l="l" t="t" r="r" b="b"/>
              <a:pathLst>
                <a:path w="39727" h="39897">
                  <a:moveTo>
                    <a:pt x="-119" y="-194"/>
                  </a:moveTo>
                  <a:lnTo>
                    <a:pt x="39608" y="-194"/>
                  </a:lnTo>
                  <a:lnTo>
                    <a:pt x="39608" y="39704"/>
                  </a:lnTo>
                  <a:lnTo>
                    <a:pt x="-119" y="39704"/>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3" name="Freeform: Shape 52">
              <a:extLst>
                <a:ext uri="{FF2B5EF4-FFF2-40B4-BE49-F238E27FC236}">
                  <a16:creationId xmlns:a16="http://schemas.microsoft.com/office/drawing/2014/main" id="{7A671698-9903-BC21-54F0-FDFE97ADBF39}"/>
                </a:ext>
              </a:extLst>
            </p:cNvPr>
            <p:cNvSpPr/>
            <p:nvPr/>
          </p:nvSpPr>
          <p:spPr>
            <a:xfrm>
              <a:off x="3259580" y="1700582"/>
              <a:ext cx="19124" cy="38167"/>
            </a:xfrm>
            <a:custGeom>
              <a:avLst/>
              <a:gdLst>
                <a:gd name="connsiteX0" fmla="*/ 0 w 19906"/>
                <a:gd name="connsiteY0" fmla="*/ 0 h 39727"/>
                <a:gd name="connsiteX1" fmla="*/ 19906 w 19906"/>
                <a:gd name="connsiteY1" fmla="*/ 0 h 39727"/>
                <a:gd name="connsiteX2" fmla="*/ 19906 w 19906"/>
                <a:gd name="connsiteY2" fmla="*/ 39727 h 39727"/>
                <a:gd name="connsiteX3" fmla="*/ 0 w 19906"/>
                <a:gd name="connsiteY3" fmla="*/ 39727 h 39727"/>
              </a:gdLst>
              <a:ahLst/>
              <a:cxnLst>
                <a:cxn ang="0">
                  <a:pos x="connsiteX0" y="connsiteY0"/>
                </a:cxn>
                <a:cxn ang="0">
                  <a:pos x="connsiteX1" y="connsiteY1"/>
                </a:cxn>
                <a:cxn ang="0">
                  <a:pos x="connsiteX2" y="connsiteY2"/>
                </a:cxn>
                <a:cxn ang="0">
                  <a:pos x="connsiteX3" y="connsiteY3"/>
                </a:cxn>
              </a:cxnLst>
              <a:rect l="l" t="t" r="r" b="b"/>
              <a:pathLst>
                <a:path w="19906" h="39727">
                  <a:moveTo>
                    <a:pt x="0" y="0"/>
                  </a:moveTo>
                  <a:lnTo>
                    <a:pt x="19906" y="0"/>
                  </a:lnTo>
                  <a:lnTo>
                    <a:pt x="19906" y="39727"/>
                  </a:lnTo>
                  <a:lnTo>
                    <a:pt x="0" y="39727"/>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4" name="Freeform: Shape 53">
              <a:extLst>
                <a:ext uri="{FF2B5EF4-FFF2-40B4-BE49-F238E27FC236}">
                  <a16:creationId xmlns:a16="http://schemas.microsoft.com/office/drawing/2014/main" id="{EAF9483F-D577-88E9-DB80-804FAD39B0FA}"/>
                </a:ext>
              </a:extLst>
            </p:cNvPr>
            <p:cNvSpPr/>
            <p:nvPr/>
          </p:nvSpPr>
          <p:spPr>
            <a:xfrm rot="10800000">
              <a:off x="1279159" y="1342423"/>
              <a:ext cx="2675186" cy="1128820"/>
            </a:xfrm>
            <a:custGeom>
              <a:avLst/>
              <a:gdLst>
                <a:gd name="connsiteX0" fmla="*/ 96605 w 2784559"/>
                <a:gd name="connsiteY0" fmla="*/ -194 h 1174971"/>
                <a:gd name="connsiteX1" fmla="*/ 2210141 w 2784559"/>
                <a:gd name="connsiteY1" fmla="*/ -194 h 1174971"/>
                <a:gd name="connsiteX2" fmla="*/ 2784441 w 2784559"/>
                <a:gd name="connsiteY2" fmla="*/ 574107 h 1174971"/>
                <a:gd name="connsiteX3" fmla="*/ 2784441 w 2784559"/>
                <a:gd name="connsiteY3" fmla="*/ 600478 h 1174971"/>
                <a:gd name="connsiteX4" fmla="*/ 2210141 w 2784559"/>
                <a:gd name="connsiteY4" fmla="*/ 1174778 h 1174971"/>
                <a:gd name="connsiteX5" fmla="*/ 96605 w 2784559"/>
                <a:gd name="connsiteY5" fmla="*/ 1174778 h 1174971"/>
                <a:gd name="connsiteX6" fmla="*/ -118 w 2784559"/>
                <a:gd name="connsiteY6" fmla="*/ 1078054 h 1174971"/>
                <a:gd name="connsiteX7" fmla="*/ -118 w 2784559"/>
                <a:gd name="connsiteY7" fmla="*/ 96530 h 1174971"/>
                <a:gd name="connsiteX8" fmla="*/ 96605 w 2784559"/>
                <a:gd name="connsiteY8" fmla="*/ -194 h 117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559" h="1174971">
                  <a:moveTo>
                    <a:pt x="96605" y="-194"/>
                  </a:moveTo>
                  <a:lnTo>
                    <a:pt x="2210141" y="-194"/>
                  </a:lnTo>
                  <a:cubicBezTo>
                    <a:pt x="2527321" y="-194"/>
                    <a:pt x="2784441" y="256927"/>
                    <a:pt x="2784441" y="574107"/>
                  </a:cubicBezTo>
                  <a:lnTo>
                    <a:pt x="2784441" y="600478"/>
                  </a:lnTo>
                  <a:cubicBezTo>
                    <a:pt x="2784441" y="917657"/>
                    <a:pt x="2527321" y="1174778"/>
                    <a:pt x="2210141" y="1174778"/>
                  </a:cubicBezTo>
                  <a:lnTo>
                    <a:pt x="96605" y="1174778"/>
                  </a:lnTo>
                  <a:cubicBezTo>
                    <a:pt x="43190" y="1174778"/>
                    <a:pt x="-118" y="1131469"/>
                    <a:pt x="-118" y="1078054"/>
                  </a:cubicBezTo>
                  <a:lnTo>
                    <a:pt x="-118" y="96530"/>
                  </a:lnTo>
                  <a:cubicBezTo>
                    <a:pt x="-118" y="43115"/>
                    <a:pt x="43190" y="-194"/>
                    <a:pt x="96605" y="-194"/>
                  </a:cubicBezTo>
                  <a:close/>
                </a:path>
              </a:pathLst>
            </a:custGeom>
            <a:solidFill>
              <a:srgbClr val="2F5597"/>
            </a:solidFill>
            <a:ln w="8507" cap="flat">
              <a:noFill/>
              <a:prstDash val="solid"/>
              <a:miter/>
            </a:ln>
            <a:effectLst>
              <a:outerShdw blurRad="50800" algn="ctr" rotWithShape="0">
                <a:prstClr val="black">
                  <a:alpha val="40000"/>
                </a:prstClr>
              </a:outerShdw>
            </a:effectLst>
          </p:spPr>
          <p:txBody>
            <a:bodyPr rtlCol="0" anchor="ctr"/>
            <a:lstStyle/>
            <a:p>
              <a:endParaRPr lang="en-IN">
                <a:latin typeface="Bahnschrift" panose="020B0502040204020203" pitchFamily="34" charset="0"/>
              </a:endParaRPr>
            </a:p>
          </p:txBody>
        </p:sp>
        <p:sp>
          <p:nvSpPr>
            <p:cNvPr id="55" name="Freeform: Shape 54">
              <a:extLst>
                <a:ext uri="{FF2B5EF4-FFF2-40B4-BE49-F238E27FC236}">
                  <a16:creationId xmlns:a16="http://schemas.microsoft.com/office/drawing/2014/main" id="{DAECD2BE-08B5-68B8-6DE9-01271A726C6D}"/>
                </a:ext>
              </a:extLst>
            </p:cNvPr>
            <p:cNvSpPr/>
            <p:nvPr/>
          </p:nvSpPr>
          <p:spPr>
            <a:xfrm rot="185931">
              <a:off x="3051501" y="1463351"/>
              <a:ext cx="851437" cy="851437"/>
            </a:xfrm>
            <a:custGeom>
              <a:avLst/>
              <a:gdLst>
                <a:gd name="connsiteX0" fmla="*/ 886129 w 886247"/>
                <a:gd name="connsiteY0" fmla="*/ 442930 h 886247"/>
                <a:gd name="connsiteX1" fmla="*/ 443005 w 886247"/>
                <a:gd name="connsiteY1" fmla="*/ 886054 h 886247"/>
                <a:gd name="connsiteX2" fmla="*/ -118 w 886247"/>
                <a:gd name="connsiteY2" fmla="*/ 442930 h 886247"/>
                <a:gd name="connsiteX3" fmla="*/ 443005 w 886247"/>
                <a:gd name="connsiteY3" fmla="*/ -193 h 886247"/>
                <a:gd name="connsiteX4" fmla="*/ 886129 w 886247"/>
                <a:gd name="connsiteY4" fmla="*/ 442930 h 886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247" h="886247">
                  <a:moveTo>
                    <a:pt x="886129" y="442930"/>
                  </a:moveTo>
                  <a:cubicBezTo>
                    <a:pt x="886129" y="687661"/>
                    <a:pt x="687736" y="886054"/>
                    <a:pt x="443005" y="886054"/>
                  </a:cubicBezTo>
                  <a:cubicBezTo>
                    <a:pt x="198275" y="886054"/>
                    <a:pt x="-118" y="687661"/>
                    <a:pt x="-118" y="442930"/>
                  </a:cubicBezTo>
                  <a:cubicBezTo>
                    <a:pt x="-118" y="198200"/>
                    <a:pt x="198275" y="-193"/>
                    <a:pt x="443005" y="-193"/>
                  </a:cubicBezTo>
                  <a:cubicBezTo>
                    <a:pt x="687736" y="-193"/>
                    <a:pt x="886129" y="198200"/>
                    <a:pt x="886129" y="442930"/>
                  </a:cubicBezTo>
                  <a:close/>
                </a:path>
              </a:pathLst>
            </a:custGeom>
            <a:solidFill>
              <a:schemeClr val="lt1"/>
            </a:solidFill>
            <a:ln w="8507" cap="flat">
              <a:noFill/>
              <a:prstDash val="solid"/>
              <a:miter/>
            </a:ln>
          </p:spPr>
          <p:txBody>
            <a:bodyPr rtlCol="0" anchor="ctr"/>
            <a:lstStyle/>
            <a:p>
              <a:endParaRPr lang="en-IN">
                <a:latin typeface="Bahnschrift" panose="020B0502040204020203" pitchFamily="34" charset="0"/>
              </a:endParaRPr>
            </a:p>
          </p:txBody>
        </p:sp>
        <p:sp>
          <p:nvSpPr>
            <p:cNvPr id="56" name="Freeform: Shape 55">
              <a:extLst>
                <a:ext uri="{FF2B5EF4-FFF2-40B4-BE49-F238E27FC236}">
                  <a16:creationId xmlns:a16="http://schemas.microsoft.com/office/drawing/2014/main" id="{F286EB41-011F-279E-3026-A18DFF2C3A28}"/>
                </a:ext>
              </a:extLst>
            </p:cNvPr>
            <p:cNvSpPr/>
            <p:nvPr/>
          </p:nvSpPr>
          <p:spPr>
            <a:xfrm rot="18900000">
              <a:off x="7506316" y="2204404"/>
              <a:ext cx="19124" cy="38167"/>
            </a:xfrm>
            <a:custGeom>
              <a:avLst/>
              <a:gdLst>
                <a:gd name="connsiteX0" fmla="*/ -119 w 19906"/>
                <a:gd name="connsiteY0" fmla="*/ -194 h 39727"/>
                <a:gd name="connsiteX1" fmla="*/ 19788 w 19906"/>
                <a:gd name="connsiteY1" fmla="*/ -194 h 39727"/>
                <a:gd name="connsiteX2" fmla="*/ 19788 w 19906"/>
                <a:gd name="connsiteY2" fmla="*/ 39534 h 39727"/>
                <a:gd name="connsiteX3" fmla="*/ -119 w 19906"/>
                <a:gd name="connsiteY3" fmla="*/ 39534 h 39727"/>
              </a:gdLst>
              <a:ahLst/>
              <a:cxnLst>
                <a:cxn ang="0">
                  <a:pos x="connsiteX0" y="connsiteY0"/>
                </a:cxn>
                <a:cxn ang="0">
                  <a:pos x="connsiteX1" y="connsiteY1"/>
                </a:cxn>
                <a:cxn ang="0">
                  <a:pos x="connsiteX2" y="connsiteY2"/>
                </a:cxn>
                <a:cxn ang="0">
                  <a:pos x="connsiteX3" y="connsiteY3"/>
                </a:cxn>
              </a:cxnLst>
              <a:rect l="l" t="t" r="r" b="b"/>
              <a:pathLst>
                <a:path w="19906" h="39727">
                  <a:moveTo>
                    <a:pt x="-119" y="-194"/>
                  </a:moveTo>
                  <a:lnTo>
                    <a:pt x="19788" y="-194"/>
                  </a:lnTo>
                  <a:lnTo>
                    <a:pt x="19788" y="39534"/>
                  </a:lnTo>
                  <a:lnTo>
                    <a:pt x="-119" y="39534"/>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7" name="Freeform: Shape 56">
              <a:extLst>
                <a:ext uri="{FF2B5EF4-FFF2-40B4-BE49-F238E27FC236}">
                  <a16:creationId xmlns:a16="http://schemas.microsoft.com/office/drawing/2014/main" id="{C049F031-9F75-4D75-A37A-79EA8BABF89E}"/>
                </a:ext>
              </a:extLst>
            </p:cNvPr>
            <p:cNvSpPr/>
            <p:nvPr/>
          </p:nvSpPr>
          <p:spPr>
            <a:xfrm rot="18900000">
              <a:off x="7570158" y="2131684"/>
              <a:ext cx="38330" cy="38167"/>
            </a:xfrm>
            <a:custGeom>
              <a:avLst/>
              <a:gdLst>
                <a:gd name="connsiteX0" fmla="*/ -118 w 39897"/>
                <a:gd name="connsiteY0" fmla="*/ -194 h 39727"/>
                <a:gd name="connsiteX1" fmla="*/ 39779 w 39897"/>
                <a:gd name="connsiteY1" fmla="*/ -194 h 39727"/>
                <a:gd name="connsiteX2" fmla="*/ 39779 w 39897"/>
                <a:gd name="connsiteY2" fmla="*/ 39534 h 39727"/>
                <a:gd name="connsiteX3" fmla="*/ -118 w 39897"/>
                <a:gd name="connsiteY3" fmla="*/ 39534 h 39727"/>
              </a:gdLst>
              <a:ahLst/>
              <a:cxnLst>
                <a:cxn ang="0">
                  <a:pos x="connsiteX0" y="connsiteY0"/>
                </a:cxn>
                <a:cxn ang="0">
                  <a:pos x="connsiteX1" y="connsiteY1"/>
                </a:cxn>
                <a:cxn ang="0">
                  <a:pos x="connsiteX2" y="connsiteY2"/>
                </a:cxn>
                <a:cxn ang="0">
                  <a:pos x="connsiteX3" y="connsiteY3"/>
                </a:cxn>
              </a:cxnLst>
              <a:rect l="l" t="t" r="r" b="b"/>
              <a:pathLst>
                <a:path w="39897" h="39727">
                  <a:moveTo>
                    <a:pt x="-118" y="-194"/>
                  </a:moveTo>
                  <a:lnTo>
                    <a:pt x="39779" y="-194"/>
                  </a:lnTo>
                  <a:lnTo>
                    <a:pt x="39779" y="39534"/>
                  </a:lnTo>
                  <a:lnTo>
                    <a:pt x="-118" y="39534"/>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8" name="Freeform: Shape 57">
              <a:extLst>
                <a:ext uri="{FF2B5EF4-FFF2-40B4-BE49-F238E27FC236}">
                  <a16:creationId xmlns:a16="http://schemas.microsoft.com/office/drawing/2014/main" id="{3CAF265A-E6E7-8FED-4CDD-68127FB467B6}"/>
                </a:ext>
              </a:extLst>
            </p:cNvPr>
            <p:cNvSpPr/>
            <p:nvPr/>
          </p:nvSpPr>
          <p:spPr>
            <a:xfrm>
              <a:off x="8933920" y="1700582"/>
              <a:ext cx="19124" cy="38167"/>
            </a:xfrm>
            <a:custGeom>
              <a:avLst/>
              <a:gdLst>
                <a:gd name="connsiteX0" fmla="*/ 0 w 19906"/>
                <a:gd name="connsiteY0" fmla="*/ 0 h 39727"/>
                <a:gd name="connsiteX1" fmla="*/ 19906 w 19906"/>
                <a:gd name="connsiteY1" fmla="*/ 0 h 39727"/>
                <a:gd name="connsiteX2" fmla="*/ 19906 w 19906"/>
                <a:gd name="connsiteY2" fmla="*/ 39727 h 39727"/>
                <a:gd name="connsiteX3" fmla="*/ 0 w 19906"/>
                <a:gd name="connsiteY3" fmla="*/ 39727 h 39727"/>
              </a:gdLst>
              <a:ahLst/>
              <a:cxnLst>
                <a:cxn ang="0">
                  <a:pos x="connsiteX0" y="connsiteY0"/>
                </a:cxn>
                <a:cxn ang="0">
                  <a:pos x="connsiteX1" y="connsiteY1"/>
                </a:cxn>
                <a:cxn ang="0">
                  <a:pos x="connsiteX2" y="connsiteY2"/>
                </a:cxn>
                <a:cxn ang="0">
                  <a:pos x="connsiteX3" y="connsiteY3"/>
                </a:cxn>
              </a:cxnLst>
              <a:rect l="l" t="t" r="r" b="b"/>
              <a:pathLst>
                <a:path w="19906" h="39727">
                  <a:moveTo>
                    <a:pt x="0" y="0"/>
                  </a:moveTo>
                  <a:lnTo>
                    <a:pt x="19906" y="0"/>
                  </a:lnTo>
                  <a:lnTo>
                    <a:pt x="19906" y="39727"/>
                  </a:lnTo>
                  <a:lnTo>
                    <a:pt x="0" y="39727"/>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59" name="Freeform: Shape 58">
              <a:extLst>
                <a:ext uri="{FF2B5EF4-FFF2-40B4-BE49-F238E27FC236}">
                  <a16:creationId xmlns:a16="http://schemas.microsoft.com/office/drawing/2014/main" id="{93D85783-4ECA-51DA-99E3-768484EB6B95}"/>
                </a:ext>
              </a:extLst>
            </p:cNvPr>
            <p:cNvSpPr/>
            <p:nvPr/>
          </p:nvSpPr>
          <p:spPr>
            <a:xfrm>
              <a:off x="8938579" y="5580678"/>
              <a:ext cx="19124" cy="38167"/>
            </a:xfrm>
            <a:custGeom>
              <a:avLst/>
              <a:gdLst>
                <a:gd name="connsiteX0" fmla="*/ 0 w 19906"/>
                <a:gd name="connsiteY0" fmla="*/ 0 h 39727"/>
                <a:gd name="connsiteX1" fmla="*/ 19906 w 19906"/>
                <a:gd name="connsiteY1" fmla="*/ 0 h 39727"/>
                <a:gd name="connsiteX2" fmla="*/ 19906 w 19906"/>
                <a:gd name="connsiteY2" fmla="*/ 39727 h 39727"/>
                <a:gd name="connsiteX3" fmla="*/ 0 w 19906"/>
                <a:gd name="connsiteY3" fmla="*/ 39727 h 39727"/>
              </a:gdLst>
              <a:ahLst/>
              <a:cxnLst>
                <a:cxn ang="0">
                  <a:pos x="connsiteX0" y="connsiteY0"/>
                </a:cxn>
                <a:cxn ang="0">
                  <a:pos x="connsiteX1" y="connsiteY1"/>
                </a:cxn>
                <a:cxn ang="0">
                  <a:pos x="connsiteX2" y="connsiteY2"/>
                </a:cxn>
                <a:cxn ang="0">
                  <a:pos x="connsiteX3" y="connsiteY3"/>
                </a:cxn>
              </a:cxnLst>
              <a:rect l="l" t="t" r="r" b="b"/>
              <a:pathLst>
                <a:path w="19906" h="39727">
                  <a:moveTo>
                    <a:pt x="0" y="0"/>
                  </a:moveTo>
                  <a:lnTo>
                    <a:pt x="19906" y="0"/>
                  </a:lnTo>
                  <a:lnTo>
                    <a:pt x="19906" y="39727"/>
                  </a:lnTo>
                  <a:lnTo>
                    <a:pt x="0" y="39727"/>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60" name="Freeform: Shape 59">
              <a:extLst>
                <a:ext uri="{FF2B5EF4-FFF2-40B4-BE49-F238E27FC236}">
                  <a16:creationId xmlns:a16="http://schemas.microsoft.com/office/drawing/2014/main" id="{FF903975-C9A2-6100-E84D-EFEBD3F97F38}"/>
                </a:ext>
              </a:extLst>
            </p:cNvPr>
            <p:cNvSpPr/>
            <p:nvPr/>
          </p:nvSpPr>
          <p:spPr>
            <a:xfrm>
              <a:off x="8218478" y="1139931"/>
              <a:ext cx="2675023" cy="1128820"/>
            </a:xfrm>
            <a:custGeom>
              <a:avLst/>
              <a:gdLst>
                <a:gd name="connsiteX0" fmla="*/ 96553 w 2784390"/>
                <a:gd name="connsiteY0" fmla="*/ 0 h 1174971"/>
                <a:gd name="connsiteX1" fmla="*/ 2210090 w 2784390"/>
                <a:gd name="connsiteY1" fmla="*/ 0 h 1174971"/>
                <a:gd name="connsiteX2" fmla="*/ 2784390 w 2784390"/>
                <a:gd name="connsiteY2" fmla="*/ 574300 h 1174971"/>
                <a:gd name="connsiteX3" fmla="*/ 2784390 w 2784390"/>
                <a:gd name="connsiteY3" fmla="*/ 600671 h 1174971"/>
                <a:gd name="connsiteX4" fmla="*/ 2210090 w 2784390"/>
                <a:gd name="connsiteY4" fmla="*/ 1174971 h 1174971"/>
                <a:gd name="connsiteX5" fmla="*/ 96553 w 2784390"/>
                <a:gd name="connsiteY5" fmla="*/ 1174971 h 1174971"/>
                <a:gd name="connsiteX6" fmla="*/ 0 w 2784390"/>
                <a:gd name="connsiteY6" fmla="*/ 1078163 h 1174971"/>
                <a:gd name="connsiteX7" fmla="*/ 0 w 2784390"/>
                <a:gd name="connsiteY7" fmla="*/ 96723 h 1174971"/>
                <a:gd name="connsiteX8" fmla="*/ 96553 w 2784390"/>
                <a:gd name="connsiteY8" fmla="*/ 0 h 117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390" h="1174971">
                  <a:moveTo>
                    <a:pt x="96553" y="0"/>
                  </a:moveTo>
                  <a:lnTo>
                    <a:pt x="2210090" y="0"/>
                  </a:lnTo>
                  <a:cubicBezTo>
                    <a:pt x="2527226" y="0"/>
                    <a:pt x="2784390" y="257123"/>
                    <a:pt x="2784390" y="574300"/>
                  </a:cubicBezTo>
                  <a:lnTo>
                    <a:pt x="2784390" y="600671"/>
                  </a:lnTo>
                  <a:cubicBezTo>
                    <a:pt x="2784390" y="917851"/>
                    <a:pt x="2527226" y="1174971"/>
                    <a:pt x="2210090" y="1174971"/>
                  </a:cubicBezTo>
                  <a:lnTo>
                    <a:pt x="96553" y="1174971"/>
                  </a:lnTo>
                  <a:cubicBezTo>
                    <a:pt x="43164" y="1174878"/>
                    <a:pt x="-51" y="1131552"/>
                    <a:pt x="0" y="1078163"/>
                  </a:cubicBezTo>
                  <a:lnTo>
                    <a:pt x="0" y="96723"/>
                  </a:lnTo>
                  <a:cubicBezTo>
                    <a:pt x="0" y="43371"/>
                    <a:pt x="43198" y="94"/>
                    <a:pt x="96553" y="0"/>
                  </a:cubicBezTo>
                  <a:close/>
                </a:path>
              </a:pathLst>
            </a:custGeom>
            <a:solidFill>
              <a:srgbClr val="203864"/>
            </a:solidFill>
            <a:ln w="8507" cap="flat">
              <a:noFill/>
              <a:prstDash val="solid"/>
              <a:miter/>
            </a:ln>
            <a:effectLst>
              <a:outerShdw blurRad="50800" algn="ctr" rotWithShape="0">
                <a:prstClr val="black">
                  <a:alpha val="40000"/>
                </a:prstClr>
              </a:outerShdw>
            </a:effectLst>
          </p:spPr>
          <p:txBody>
            <a:bodyPr rtlCol="0" anchor="ctr"/>
            <a:lstStyle/>
            <a:p>
              <a:endParaRPr lang="en-IN">
                <a:latin typeface="Bahnschrift" panose="020B0502040204020203" pitchFamily="34" charset="0"/>
              </a:endParaRPr>
            </a:p>
          </p:txBody>
        </p:sp>
        <p:sp>
          <p:nvSpPr>
            <p:cNvPr id="61" name="Freeform: Shape 60">
              <a:extLst>
                <a:ext uri="{FF2B5EF4-FFF2-40B4-BE49-F238E27FC236}">
                  <a16:creationId xmlns:a16="http://schemas.microsoft.com/office/drawing/2014/main" id="{6209CF10-730D-4605-14CE-67BFEB3A6227}"/>
                </a:ext>
              </a:extLst>
            </p:cNvPr>
            <p:cNvSpPr/>
            <p:nvPr/>
          </p:nvSpPr>
          <p:spPr>
            <a:xfrm rot="16753201">
              <a:off x="8362829" y="1225167"/>
              <a:ext cx="838034" cy="838033"/>
            </a:xfrm>
            <a:custGeom>
              <a:avLst/>
              <a:gdLst>
                <a:gd name="connsiteX0" fmla="*/ 872178 w 872296"/>
                <a:gd name="connsiteY0" fmla="*/ 435955 h 872295"/>
                <a:gd name="connsiteX1" fmla="*/ 436030 w 872296"/>
                <a:gd name="connsiteY1" fmla="*/ 872102 h 872295"/>
                <a:gd name="connsiteX2" fmla="*/ -118 w 872296"/>
                <a:gd name="connsiteY2" fmla="*/ 435955 h 872295"/>
                <a:gd name="connsiteX3" fmla="*/ 436030 w 872296"/>
                <a:gd name="connsiteY3" fmla="*/ -193 h 872295"/>
                <a:gd name="connsiteX4" fmla="*/ 872178 w 872296"/>
                <a:gd name="connsiteY4" fmla="*/ 435955 h 872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296" h="872295">
                  <a:moveTo>
                    <a:pt x="872178" y="435955"/>
                  </a:moveTo>
                  <a:cubicBezTo>
                    <a:pt x="872178" y="676832"/>
                    <a:pt x="676908" y="872102"/>
                    <a:pt x="436030" y="872102"/>
                  </a:cubicBezTo>
                  <a:cubicBezTo>
                    <a:pt x="195152" y="872102"/>
                    <a:pt x="-118" y="676832"/>
                    <a:pt x="-118" y="435955"/>
                  </a:cubicBezTo>
                  <a:cubicBezTo>
                    <a:pt x="-118" y="195077"/>
                    <a:pt x="195152" y="-193"/>
                    <a:pt x="436030" y="-193"/>
                  </a:cubicBezTo>
                  <a:cubicBezTo>
                    <a:pt x="676908" y="-193"/>
                    <a:pt x="872178" y="195077"/>
                    <a:pt x="872178" y="435955"/>
                  </a:cubicBezTo>
                  <a:close/>
                </a:path>
              </a:pathLst>
            </a:custGeom>
            <a:solidFill>
              <a:schemeClr val="lt1"/>
            </a:solidFill>
            <a:ln w="8507" cap="flat">
              <a:noFill/>
              <a:prstDash val="solid"/>
              <a:miter/>
            </a:ln>
          </p:spPr>
          <p:txBody>
            <a:bodyPr rtlCol="0" anchor="ctr"/>
            <a:lstStyle/>
            <a:p>
              <a:endParaRPr lang="en-IN">
                <a:latin typeface="Bahnschrift" panose="020B0502040204020203" pitchFamily="34" charset="0"/>
              </a:endParaRPr>
            </a:p>
          </p:txBody>
        </p:sp>
        <p:sp>
          <p:nvSpPr>
            <p:cNvPr id="62" name="Freeform: Shape 61">
              <a:extLst>
                <a:ext uri="{FF2B5EF4-FFF2-40B4-BE49-F238E27FC236}">
                  <a16:creationId xmlns:a16="http://schemas.microsoft.com/office/drawing/2014/main" id="{A2135240-8460-179C-AB56-473B5EAA4D65}"/>
                </a:ext>
              </a:extLst>
            </p:cNvPr>
            <p:cNvSpPr/>
            <p:nvPr/>
          </p:nvSpPr>
          <p:spPr>
            <a:xfrm>
              <a:off x="8592708" y="3064614"/>
              <a:ext cx="2675186" cy="1128739"/>
            </a:xfrm>
            <a:custGeom>
              <a:avLst/>
              <a:gdLst>
                <a:gd name="connsiteX0" fmla="*/ 96723 w 2784559"/>
                <a:gd name="connsiteY0" fmla="*/ 0 h 1174886"/>
                <a:gd name="connsiteX1" fmla="*/ 2210345 w 2784559"/>
                <a:gd name="connsiteY1" fmla="*/ 0 h 1174886"/>
                <a:gd name="connsiteX2" fmla="*/ 2784560 w 2784559"/>
                <a:gd name="connsiteY2" fmla="*/ 574215 h 1174886"/>
                <a:gd name="connsiteX3" fmla="*/ 2784560 w 2784559"/>
                <a:gd name="connsiteY3" fmla="*/ 600586 h 1174886"/>
                <a:gd name="connsiteX4" fmla="*/ 2210260 w 2784559"/>
                <a:gd name="connsiteY4" fmla="*/ 1174886 h 1174886"/>
                <a:gd name="connsiteX5" fmla="*/ 96723 w 2784559"/>
                <a:gd name="connsiteY5" fmla="*/ 1174886 h 1174886"/>
                <a:gd name="connsiteX6" fmla="*/ 0 w 2784559"/>
                <a:gd name="connsiteY6" fmla="*/ 1078163 h 1174886"/>
                <a:gd name="connsiteX7" fmla="*/ 0 w 2784559"/>
                <a:gd name="connsiteY7" fmla="*/ 96723 h 1174886"/>
                <a:gd name="connsiteX8" fmla="*/ 96723 w 2784559"/>
                <a:gd name="connsiteY8" fmla="*/ 0 h 117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559" h="1174886">
                  <a:moveTo>
                    <a:pt x="96723" y="0"/>
                  </a:moveTo>
                  <a:lnTo>
                    <a:pt x="2210345" y="0"/>
                  </a:lnTo>
                  <a:cubicBezTo>
                    <a:pt x="2527482" y="51"/>
                    <a:pt x="2784475" y="257104"/>
                    <a:pt x="2784560" y="574215"/>
                  </a:cubicBezTo>
                  <a:lnTo>
                    <a:pt x="2784560" y="600586"/>
                  </a:lnTo>
                  <a:cubicBezTo>
                    <a:pt x="2784560" y="917766"/>
                    <a:pt x="2527397" y="1174886"/>
                    <a:pt x="2210260" y="1174886"/>
                  </a:cubicBezTo>
                  <a:lnTo>
                    <a:pt x="96723" y="1174886"/>
                  </a:lnTo>
                  <a:cubicBezTo>
                    <a:pt x="43300" y="1174886"/>
                    <a:pt x="0" y="1131578"/>
                    <a:pt x="0" y="1078163"/>
                  </a:cubicBezTo>
                  <a:lnTo>
                    <a:pt x="0" y="96723"/>
                  </a:lnTo>
                  <a:cubicBezTo>
                    <a:pt x="0" y="43309"/>
                    <a:pt x="43300" y="0"/>
                    <a:pt x="96723" y="0"/>
                  </a:cubicBezTo>
                  <a:close/>
                </a:path>
              </a:pathLst>
            </a:custGeom>
            <a:solidFill>
              <a:srgbClr val="008080"/>
            </a:solidFill>
            <a:ln w="8507" cap="flat">
              <a:noFill/>
              <a:prstDash val="solid"/>
              <a:miter/>
            </a:ln>
            <a:effectLst>
              <a:outerShdw blurRad="50800" algn="ctr" rotWithShape="0">
                <a:prstClr val="black">
                  <a:alpha val="40000"/>
                </a:prstClr>
              </a:outerShdw>
            </a:effectLst>
          </p:spPr>
          <p:txBody>
            <a:bodyPr rtlCol="0" anchor="ctr"/>
            <a:lstStyle/>
            <a:p>
              <a:endParaRPr lang="en-IN">
                <a:latin typeface="Bahnschrift" panose="020B0502040204020203" pitchFamily="34" charset="0"/>
              </a:endParaRPr>
            </a:p>
          </p:txBody>
        </p:sp>
        <p:sp>
          <p:nvSpPr>
            <p:cNvPr id="63" name="Freeform: Shape 62">
              <a:extLst>
                <a:ext uri="{FF2B5EF4-FFF2-40B4-BE49-F238E27FC236}">
                  <a16:creationId xmlns:a16="http://schemas.microsoft.com/office/drawing/2014/main" id="{AACC6867-3910-39ED-80AF-C1A8EDCE0BB5}"/>
                </a:ext>
              </a:extLst>
            </p:cNvPr>
            <p:cNvSpPr/>
            <p:nvPr/>
          </p:nvSpPr>
          <p:spPr>
            <a:xfrm rot="16753201">
              <a:off x="8761396" y="3231611"/>
              <a:ext cx="838034" cy="838033"/>
            </a:xfrm>
            <a:custGeom>
              <a:avLst/>
              <a:gdLst>
                <a:gd name="connsiteX0" fmla="*/ 872177 w 872296"/>
                <a:gd name="connsiteY0" fmla="*/ 435955 h 872295"/>
                <a:gd name="connsiteX1" fmla="*/ 436029 w 872296"/>
                <a:gd name="connsiteY1" fmla="*/ 872102 h 872295"/>
                <a:gd name="connsiteX2" fmla="*/ -119 w 872296"/>
                <a:gd name="connsiteY2" fmla="*/ 435955 h 872295"/>
                <a:gd name="connsiteX3" fmla="*/ 436029 w 872296"/>
                <a:gd name="connsiteY3" fmla="*/ -193 h 872295"/>
                <a:gd name="connsiteX4" fmla="*/ 872177 w 872296"/>
                <a:gd name="connsiteY4" fmla="*/ 435955 h 872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296" h="872295">
                  <a:moveTo>
                    <a:pt x="872177" y="435955"/>
                  </a:moveTo>
                  <a:cubicBezTo>
                    <a:pt x="872177" y="676832"/>
                    <a:pt x="676907" y="872102"/>
                    <a:pt x="436029" y="872102"/>
                  </a:cubicBezTo>
                  <a:cubicBezTo>
                    <a:pt x="195151" y="872102"/>
                    <a:pt x="-119" y="676832"/>
                    <a:pt x="-119" y="435955"/>
                  </a:cubicBezTo>
                  <a:cubicBezTo>
                    <a:pt x="-119" y="195077"/>
                    <a:pt x="195151" y="-193"/>
                    <a:pt x="436029" y="-193"/>
                  </a:cubicBezTo>
                  <a:cubicBezTo>
                    <a:pt x="676907" y="-193"/>
                    <a:pt x="872177" y="195077"/>
                    <a:pt x="872177" y="435955"/>
                  </a:cubicBezTo>
                  <a:close/>
                </a:path>
              </a:pathLst>
            </a:custGeom>
            <a:solidFill>
              <a:schemeClr val="lt1"/>
            </a:solidFill>
            <a:ln w="8507" cap="flat">
              <a:noFill/>
              <a:prstDash val="solid"/>
              <a:miter/>
            </a:ln>
          </p:spPr>
          <p:txBody>
            <a:bodyPr rtlCol="0" anchor="ctr"/>
            <a:lstStyle/>
            <a:p>
              <a:endParaRPr lang="en-IN">
                <a:latin typeface="Bahnschrift" panose="020B0502040204020203" pitchFamily="34" charset="0"/>
              </a:endParaRPr>
            </a:p>
          </p:txBody>
        </p:sp>
        <p:sp>
          <p:nvSpPr>
            <p:cNvPr id="64" name="Freeform: Shape 63">
              <a:extLst>
                <a:ext uri="{FF2B5EF4-FFF2-40B4-BE49-F238E27FC236}">
                  <a16:creationId xmlns:a16="http://schemas.microsoft.com/office/drawing/2014/main" id="{4C66EDE0-0EB6-7294-6660-BB59E3A5CA35}"/>
                </a:ext>
              </a:extLst>
            </p:cNvPr>
            <p:cNvSpPr/>
            <p:nvPr/>
          </p:nvSpPr>
          <p:spPr>
            <a:xfrm>
              <a:off x="8218478" y="5020027"/>
              <a:ext cx="2675023" cy="1128820"/>
            </a:xfrm>
            <a:custGeom>
              <a:avLst/>
              <a:gdLst>
                <a:gd name="connsiteX0" fmla="*/ 96553 w 2784390"/>
                <a:gd name="connsiteY0" fmla="*/ 0 h 1174971"/>
                <a:gd name="connsiteX1" fmla="*/ 2210090 w 2784390"/>
                <a:gd name="connsiteY1" fmla="*/ 0 h 1174971"/>
                <a:gd name="connsiteX2" fmla="*/ 2784390 w 2784390"/>
                <a:gd name="connsiteY2" fmla="*/ 574300 h 1174971"/>
                <a:gd name="connsiteX3" fmla="*/ 2784390 w 2784390"/>
                <a:gd name="connsiteY3" fmla="*/ 600671 h 1174971"/>
                <a:gd name="connsiteX4" fmla="*/ 2210090 w 2784390"/>
                <a:gd name="connsiteY4" fmla="*/ 1174971 h 1174971"/>
                <a:gd name="connsiteX5" fmla="*/ 96553 w 2784390"/>
                <a:gd name="connsiteY5" fmla="*/ 1174971 h 1174971"/>
                <a:gd name="connsiteX6" fmla="*/ 0 w 2784390"/>
                <a:gd name="connsiteY6" fmla="*/ 1078163 h 1174971"/>
                <a:gd name="connsiteX7" fmla="*/ 0 w 2784390"/>
                <a:gd name="connsiteY7" fmla="*/ 96723 h 1174971"/>
                <a:gd name="connsiteX8" fmla="*/ 96723 w 2784390"/>
                <a:gd name="connsiteY8" fmla="*/ 0 h 117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390" h="1174971">
                  <a:moveTo>
                    <a:pt x="96553" y="0"/>
                  </a:moveTo>
                  <a:lnTo>
                    <a:pt x="2210090" y="0"/>
                  </a:lnTo>
                  <a:cubicBezTo>
                    <a:pt x="2527226" y="0"/>
                    <a:pt x="2784390" y="257120"/>
                    <a:pt x="2784390" y="574300"/>
                  </a:cubicBezTo>
                  <a:lnTo>
                    <a:pt x="2784390" y="600671"/>
                  </a:lnTo>
                  <a:cubicBezTo>
                    <a:pt x="2784390" y="917851"/>
                    <a:pt x="2527226" y="1174971"/>
                    <a:pt x="2210090" y="1174971"/>
                  </a:cubicBezTo>
                  <a:lnTo>
                    <a:pt x="96553" y="1174971"/>
                  </a:lnTo>
                  <a:cubicBezTo>
                    <a:pt x="43164" y="1174878"/>
                    <a:pt x="-51" y="1131552"/>
                    <a:pt x="0" y="1078163"/>
                  </a:cubicBezTo>
                  <a:lnTo>
                    <a:pt x="0" y="96723"/>
                  </a:lnTo>
                  <a:cubicBezTo>
                    <a:pt x="0" y="43309"/>
                    <a:pt x="43309" y="0"/>
                    <a:pt x="96723" y="0"/>
                  </a:cubicBezTo>
                  <a:close/>
                </a:path>
              </a:pathLst>
            </a:custGeom>
            <a:solidFill>
              <a:srgbClr val="203864"/>
            </a:solidFill>
            <a:ln w="8507" cap="flat">
              <a:noFill/>
              <a:prstDash val="solid"/>
              <a:miter/>
            </a:ln>
            <a:effectLst>
              <a:outerShdw blurRad="50800" algn="ctr" rotWithShape="0">
                <a:prstClr val="black">
                  <a:alpha val="40000"/>
                </a:prstClr>
              </a:outerShdw>
            </a:effectLst>
          </p:spPr>
          <p:txBody>
            <a:bodyPr rtlCol="0" anchor="ctr"/>
            <a:lstStyle/>
            <a:p>
              <a:endParaRPr lang="en-IN">
                <a:latin typeface="Bahnschrift" panose="020B0502040204020203" pitchFamily="34" charset="0"/>
              </a:endParaRPr>
            </a:p>
          </p:txBody>
        </p:sp>
        <p:sp>
          <p:nvSpPr>
            <p:cNvPr id="65" name="Freeform: Shape 64">
              <a:extLst>
                <a:ext uri="{FF2B5EF4-FFF2-40B4-BE49-F238E27FC236}">
                  <a16:creationId xmlns:a16="http://schemas.microsoft.com/office/drawing/2014/main" id="{00CA88E6-2DD4-506E-279C-D25BC895F2B2}"/>
                </a:ext>
              </a:extLst>
            </p:cNvPr>
            <p:cNvSpPr/>
            <p:nvPr/>
          </p:nvSpPr>
          <p:spPr>
            <a:xfrm>
              <a:off x="8360882" y="5145445"/>
              <a:ext cx="838034" cy="838034"/>
            </a:xfrm>
            <a:custGeom>
              <a:avLst/>
              <a:gdLst>
                <a:gd name="connsiteX0" fmla="*/ 872296 w 872296"/>
                <a:gd name="connsiteY0" fmla="*/ 436148 h 872296"/>
                <a:gd name="connsiteX1" fmla="*/ 436148 w 872296"/>
                <a:gd name="connsiteY1" fmla="*/ 872297 h 872296"/>
                <a:gd name="connsiteX2" fmla="*/ -1 w 872296"/>
                <a:gd name="connsiteY2" fmla="*/ 436148 h 872296"/>
                <a:gd name="connsiteX3" fmla="*/ 436148 w 872296"/>
                <a:gd name="connsiteY3" fmla="*/ 0 h 872296"/>
                <a:gd name="connsiteX4" fmla="*/ 872296 w 872296"/>
                <a:gd name="connsiteY4" fmla="*/ 436148 h 872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296" h="872296">
                  <a:moveTo>
                    <a:pt x="872296" y="436148"/>
                  </a:moveTo>
                  <a:cubicBezTo>
                    <a:pt x="872296" y="677026"/>
                    <a:pt x="677026" y="872297"/>
                    <a:pt x="436148" y="872297"/>
                  </a:cubicBezTo>
                  <a:cubicBezTo>
                    <a:pt x="195270" y="872297"/>
                    <a:pt x="-1" y="677027"/>
                    <a:pt x="-1" y="436148"/>
                  </a:cubicBezTo>
                  <a:cubicBezTo>
                    <a:pt x="-1" y="195271"/>
                    <a:pt x="195269" y="0"/>
                    <a:pt x="436148" y="0"/>
                  </a:cubicBezTo>
                  <a:cubicBezTo>
                    <a:pt x="677026" y="0"/>
                    <a:pt x="872296" y="195271"/>
                    <a:pt x="872296" y="436148"/>
                  </a:cubicBezTo>
                  <a:close/>
                </a:path>
              </a:pathLst>
            </a:custGeom>
            <a:solidFill>
              <a:schemeClr val="lt1"/>
            </a:solidFill>
            <a:ln w="8507" cap="flat">
              <a:noFill/>
              <a:prstDash val="solid"/>
              <a:miter/>
            </a:ln>
          </p:spPr>
          <p:txBody>
            <a:bodyPr rtlCol="0" anchor="ctr"/>
            <a:lstStyle/>
            <a:p>
              <a:endParaRPr lang="en-IN">
                <a:latin typeface="Bahnschrift" panose="020B0502040204020203" pitchFamily="34" charset="0"/>
              </a:endParaRPr>
            </a:p>
          </p:txBody>
        </p:sp>
        <p:sp>
          <p:nvSpPr>
            <p:cNvPr id="66" name="Freeform: Shape 65">
              <a:extLst>
                <a:ext uri="{FF2B5EF4-FFF2-40B4-BE49-F238E27FC236}">
                  <a16:creationId xmlns:a16="http://schemas.microsoft.com/office/drawing/2014/main" id="{C537BDCF-6FE1-EDC8-79DD-ECAAB30EFD37}"/>
                </a:ext>
              </a:extLst>
            </p:cNvPr>
            <p:cNvSpPr/>
            <p:nvPr/>
          </p:nvSpPr>
          <p:spPr>
            <a:xfrm>
              <a:off x="3254922" y="5580678"/>
              <a:ext cx="19124" cy="38167"/>
            </a:xfrm>
            <a:custGeom>
              <a:avLst/>
              <a:gdLst>
                <a:gd name="connsiteX0" fmla="*/ 0 w 19906"/>
                <a:gd name="connsiteY0" fmla="*/ 0 h 39727"/>
                <a:gd name="connsiteX1" fmla="*/ 19906 w 19906"/>
                <a:gd name="connsiteY1" fmla="*/ 0 h 39727"/>
                <a:gd name="connsiteX2" fmla="*/ 19906 w 19906"/>
                <a:gd name="connsiteY2" fmla="*/ 39727 h 39727"/>
                <a:gd name="connsiteX3" fmla="*/ 0 w 19906"/>
                <a:gd name="connsiteY3" fmla="*/ 39727 h 39727"/>
              </a:gdLst>
              <a:ahLst/>
              <a:cxnLst>
                <a:cxn ang="0">
                  <a:pos x="connsiteX0" y="connsiteY0"/>
                </a:cxn>
                <a:cxn ang="0">
                  <a:pos x="connsiteX1" y="connsiteY1"/>
                </a:cxn>
                <a:cxn ang="0">
                  <a:pos x="connsiteX2" y="connsiteY2"/>
                </a:cxn>
                <a:cxn ang="0">
                  <a:pos x="connsiteX3" y="connsiteY3"/>
                </a:cxn>
              </a:cxnLst>
              <a:rect l="l" t="t" r="r" b="b"/>
              <a:pathLst>
                <a:path w="19906" h="39727">
                  <a:moveTo>
                    <a:pt x="0" y="0"/>
                  </a:moveTo>
                  <a:lnTo>
                    <a:pt x="19906" y="0"/>
                  </a:lnTo>
                  <a:lnTo>
                    <a:pt x="19906" y="39727"/>
                  </a:lnTo>
                  <a:lnTo>
                    <a:pt x="0" y="39727"/>
                  </a:lnTo>
                  <a:close/>
                </a:path>
              </a:pathLst>
            </a:custGeom>
            <a:solidFill>
              <a:srgbClr val="4D4D4D"/>
            </a:solidFill>
            <a:ln w="8507" cap="flat">
              <a:noFill/>
              <a:prstDash val="solid"/>
              <a:miter/>
            </a:ln>
          </p:spPr>
          <p:txBody>
            <a:bodyPr rtlCol="0" anchor="ctr"/>
            <a:lstStyle/>
            <a:p>
              <a:endParaRPr lang="en-IN">
                <a:latin typeface="Bahnschrift" panose="020B0502040204020203" pitchFamily="34" charset="0"/>
              </a:endParaRPr>
            </a:p>
          </p:txBody>
        </p:sp>
        <p:sp>
          <p:nvSpPr>
            <p:cNvPr id="67" name="Freeform: Shape 66">
              <a:extLst>
                <a:ext uri="{FF2B5EF4-FFF2-40B4-BE49-F238E27FC236}">
                  <a16:creationId xmlns:a16="http://schemas.microsoft.com/office/drawing/2014/main" id="{80835673-B4F8-87C2-44B7-9784FBCB616C}"/>
                </a:ext>
              </a:extLst>
            </p:cNvPr>
            <p:cNvSpPr/>
            <p:nvPr/>
          </p:nvSpPr>
          <p:spPr>
            <a:xfrm rot="10800000">
              <a:off x="981185" y="3079979"/>
              <a:ext cx="2675267" cy="1128820"/>
            </a:xfrm>
            <a:custGeom>
              <a:avLst/>
              <a:gdLst>
                <a:gd name="connsiteX0" fmla="*/ 96605 w 2784644"/>
                <a:gd name="connsiteY0" fmla="*/ -194 h 1174971"/>
                <a:gd name="connsiteX1" fmla="*/ 2210226 w 2784644"/>
                <a:gd name="connsiteY1" fmla="*/ -194 h 1174971"/>
                <a:gd name="connsiteX2" fmla="*/ 2784527 w 2784644"/>
                <a:gd name="connsiteY2" fmla="*/ 574107 h 1174971"/>
                <a:gd name="connsiteX3" fmla="*/ 2784527 w 2784644"/>
                <a:gd name="connsiteY3" fmla="*/ 600478 h 1174971"/>
                <a:gd name="connsiteX4" fmla="*/ 2210226 w 2784644"/>
                <a:gd name="connsiteY4" fmla="*/ 1174778 h 1174971"/>
                <a:gd name="connsiteX5" fmla="*/ 96605 w 2784644"/>
                <a:gd name="connsiteY5" fmla="*/ 1174778 h 1174971"/>
                <a:gd name="connsiteX6" fmla="*/ -118 w 2784644"/>
                <a:gd name="connsiteY6" fmla="*/ 1078054 h 1174971"/>
                <a:gd name="connsiteX7" fmla="*/ -118 w 2784644"/>
                <a:gd name="connsiteY7" fmla="*/ 96615 h 1174971"/>
                <a:gd name="connsiteX8" fmla="*/ 96520 w 2784644"/>
                <a:gd name="connsiteY8" fmla="*/ -194 h 1174971"/>
                <a:gd name="connsiteX9" fmla="*/ 96605 w 2784644"/>
                <a:gd name="connsiteY9" fmla="*/ -194 h 1174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84644" h="1174971">
                  <a:moveTo>
                    <a:pt x="96605" y="-194"/>
                  </a:moveTo>
                  <a:lnTo>
                    <a:pt x="2210226" y="-194"/>
                  </a:lnTo>
                  <a:cubicBezTo>
                    <a:pt x="2527406" y="-194"/>
                    <a:pt x="2784527" y="256927"/>
                    <a:pt x="2784527" y="574107"/>
                  </a:cubicBezTo>
                  <a:lnTo>
                    <a:pt x="2784527" y="600478"/>
                  </a:lnTo>
                  <a:cubicBezTo>
                    <a:pt x="2784527" y="917657"/>
                    <a:pt x="2527406" y="1174778"/>
                    <a:pt x="2210226" y="1174778"/>
                  </a:cubicBezTo>
                  <a:lnTo>
                    <a:pt x="96605" y="1174778"/>
                  </a:lnTo>
                  <a:cubicBezTo>
                    <a:pt x="43190" y="1174778"/>
                    <a:pt x="-118" y="1131469"/>
                    <a:pt x="-118" y="1078054"/>
                  </a:cubicBezTo>
                  <a:lnTo>
                    <a:pt x="-118" y="96615"/>
                  </a:lnTo>
                  <a:cubicBezTo>
                    <a:pt x="-169" y="43200"/>
                    <a:pt x="43105" y="-142"/>
                    <a:pt x="96520" y="-194"/>
                  </a:cubicBezTo>
                  <a:cubicBezTo>
                    <a:pt x="96545" y="-194"/>
                    <a:pt x="96579" y="-194"/>
                    <a:pt x="96605" y="-194"/>
                  </a:cubicBezTo>
                  <a:close/>
                </a:path>
              </a:pathLst>
            </a:custGeom>
            <a:solidFill>
              <a:srgbClr val="42BEBE"/>
            </a:solidFill>
            <a:ln w="8507" cap="flat">
              <a:noFill/>
              <a:prstDash val="solid"/>
              <a:miter/>
            </a:ln>
            <a:effectLst>
              <a:outerShdw blurRad="50800" algn="ctr" rotWithShape="0">
                <a:prstClr val="black">
                  <a:alpha val="40000"/>
                </a:prstClr>
              </a:outerShdw>
            </a:effectLst>
          </p:spPr>
          <p:txBody>
            <a:bodyPr rtlCol="0" anchor="ctr"/>
            <a:lstStyle/>
            <a:p>
              <a:pPr algn="r"/>
              <a:endParaRPr lang="en-IN" dirty="0">
                <a:latin typeface="Bahnschrift" panose="020B0502040204020203" pitchFamily="34" charset="0"/>
              </a:endParaRPr>
            </a:p>
          </p:txBody>
        </p:sp>
        <p:sp>
          <p:nvSpPr>
            <p:cNvPr id="68" name="Freeform: Shape 67">
              <a:extLst>
                <a:ext uri="{FF2B5EF4-FFF2-40B4-BE49-F238E27FC236}">
                  <a16:creationId xmlns:a16="http://schemas.microsoft.com/office/drawing/2014/main" id="{C8ED841A-85F9-67B8-DF2B-C5BA4633D902}"/>
                </a:ext>
              </a:extLst>
            </p:cNvPr>
            <p:cNvSpPr/>
            <p:nvPr/>
          </p:nvSpPr>
          <p:spPr>
            <a:xfrm>
              <a:off x="2656676" y="3199546"/>
              <a:ext cx="851437" cy="851437"/>
            </a:xfrm>
            <a:custGeom>
              <a:avLst/>
              <a:gdLst>
                <a:gd name="connsiteX0" fmla="*/ 886248 w 886247"/>
                <a:gd name="connsiteY0" fmla="*/ 443124 h 886247"/>
                <a:gd name="connsiteX1" fmla="*/ 443124 w 886247"/>
                <a:gd name="connsiteY1" fmla="*/ 886248 h 886247"/>
                <a:gd name="connsiteX2" fmla="*/ 0 w 886247"/>
                <a:gd name="connsiteY2" fmla="*/ 443124 h 886247"/>
                <a:gd name="connsiteX3" fmla="*/ 443124 w 886247"/>
                <a:gd name="connsiteY3" fmla="*/ 0 h 886247"/>
                <a:gd name="connsiteX4" fmla="*/ 886248 w 886247"/>
                <a:gd name="connsiteY4" fmla="*/ 443124 h 886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247" h="886247">
                  <a:moveTo>
                    <a:pt x="886248" y="443124"/>
                  </a:moveTo>
                  <a:cubicBezTo>
                    <a:pt x="886248" y="687854"/>
                    <a:pt x="687854" y="886248"/>
                    <a:pt x="443124" y="886248"/>
                  </a:cubicBezTo>
                  <a:cubicBezTo>
                    <a:pt x="198393" y="886248"/>
                    <a:pt x="0" y="687854"/>
                    <a:pt x="0" y="443124"/>
                  </a:cubicBezTo>
                  <a:cubicBezTo>
                    <a:pt x="0" y="198393"/>
                    <a:pt x="198393" y="0"/>
                    <a:pt x="443124" y="0"/>
                  </a:cubicBezTo>
                  <a:cubicBezTo>
                    <a:pt x="687854" y="0"/>
                    <a:pt x="886248" y="198393"/>
                    <a:pt x="886248" y="443124"/>
                  </a:cubicBezTo>
                  <a:close/>
                </a:path>
              </a:pathLst>
            </a:custGeom>
            <a:solidFill>
              <a:schemeClr val="lt1"/>
            </a:solidFill>
            <a:ln w="8507" cap="flat">
              <a:noFill/>
              <a:prstDash val="solid"/>
              <a:miter/>
            </a:ln>
          </p:spPr>
          <p:txBody>
            <a:bodyPr rtlCol="0" anchor="ctr"/>
            <a:lstStyle/>
            <a:p>
              <a:endParaRPr lang="en-IN" dirty="0">
                <a:latin typeface="Bahnschrift" panose="020B0502040204020203" pitchFamily="34" charset="0"/>
              </a:endParaRPr>
            </a:p>
          </p:txBody>
        </p:sp>
        <p:sp>
          <p:nvSpPr>
            <p:cNvPr id="69" name="Freeform: Shape 68">
              <a:extLst>
                <a:ext uri="{FF2B5EF4-FFF2-40B4-BE49-F238E27FC236}">
                  <a16:creationId xmlns:a16="http://schemas.microsoft.com/office/drawing/2014/main" id="{09AD1348-746D-AF3F-19C2-7E202BC5CA0D}"/>
                </a:ext>
              </a:extLst>
            </p:cNvPr>
            <p:cNvSpPr/>
            <p:nvPr/>
          </p:nvSpPr>
          <p:spPr>
            <a:xfrm rot="18900000">
              <a:off x="4703125" y="2123397"/>
              <a:ext cx="2860136" cy="2860137"/>
            </a:xfrm>
            <a:custGeom>
              <a:avLst/>
              <a:gdLst>
                <a:gd name="connsiteX0" fmla="*/ 2976953 w 2977071"/>
                <a:gd name="connsiteY0" fmla="*/ 1488342 h 2977071"/>
                <a:gd name="connsiteX1" fmla="*/ 1488417 w 2977071"/>
                <a:gd name="connsiteY1" fmla="*/ 2976878 h 2977071"/>
                <a:gd name="connsiteX2" fmla="*/ -118 w 2977071"/>
                <a:gd name="connsiteY2" fmla="*/ 1488342 h 2977071"/>
                <a:gd name="connsiteX3" fmla="*/ 1488417 w 2977071"/>
                <a:gd name="connsiteY3" fmla="*/ -194 h 2977071"/>
                <a:gd name="connsiteX4" fmla="*/ 2976953 w 2977071"/>
                <a:gd name="connsiteY4" fmla="*/ 1488342 h 2977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7071" h="2977071">
                  <a:moveTo>
                    <a:pt x="2976953" y="1488342"/>
                  </a:moveTo>
                  <a:cubicBezTo>
                    <a:pt x="2976953" y="2310438"/>
                    <a:pt x="2310513" y="2976878"/>
                    <a:pt x="1488417" y="2976878"/>
                  </a:cubicBezTo>
                  <a:cubicBezTo>
                    <a:pt x="666322" y="2976878"/>
                    <a:pt x="-118" y="2310438"/>
                    <a:pt x="-118" y="1488342"/>
                  </a:cubicBezTo>
                  <a:cubicBezTo>
                    <a:pt x="-118" y="666246"/>
                    <a:pt x="666322" y="-194"/>
                    <a:pt x="1488417" y="-194"/>
                  </a:cubicBezTo>
                  <a:cubicBezTo>
                    <a:pt x="2310513" y="-194"/>
                    <a:pt x="2976953" y="666246"/>
                    <a:pt x="2976953" y="1488342"/>
                  </a:cubicBezTo>
                  <a:close/>
                </a:path>
              </a:pathLst>
            </a:custGeom>
            <a:solidFill>
              <a:schemeClr val="bg1">
                <a:lumMod val="95000"/>
              </a:schemeClr>
            </a:solidFill>
            <a:ln w="8507" cap="flat">
              <a:solidFill>
                <a:schemeClr val="bg1">
                  <a:lumMod val="85000"/>
                  <a:alpha val="48000"/>
                </a:schemeClr>
              </a:solidFill>
              <a:prstDash val="solid"/>
              <a:miter/>
            </a:ln>
            <a:effectLst>
              <a:outerShdw blurRad="177800" sx="102000" sy="102000" algn="ctr" rotWithShape="0">
                <a:prstClr val="black">
                  <a:alpha val="10000"/>
                </a:prstClr>
              </a:outerShdw>
            </a:effectLst>
          </p:spPr>
          <p:txBody>
            <a:bodyPr rtlCol="0" anchor="ctr"/>
            <a:lstStyle/>
            <a:p>
              <a:endParaRPr lang="en-IN" dirty="0">
                <a:latin typeface="Bahnschrift" panose="020B0502040204020203" pitchFamily="34" charset="0"/>
              </a:endParaRPr>
            </a:p>
          </p:txBody>
        </p:sp>
        <p:sp>
          <p:nvSpPr>
            <p:cNvPr id="70" name="Freeform: Shape 69">
              <a:extLst>
                <a:ext uri="{FF2B5EF4-FFF2-40B4-BE49-F238E27FC236}">
                  <a16:creationId xmlns:a16="http://schemas.microsoft.com/office/drawing/2014/main" id="{ED2B4EE8-95B3-F30B-CD23-9402DB9BD01F}"/>
                </a:ext>
              </a:extLst>
            </p:cNvPr>
            <p:cNvSpPr/>
            <p:nvPr/>
          </p:nvSpPr>
          <p:spPr>
            <a:xfrm>
              <a:off x="4105296" y="3644389"/>
              <a:ext cx="803300" cy="1464475"/>
            </a:xfrm>
            <a:custGeom>
              <a:avLst/>
              <a:gdLst>
                <a:gd name="connsiteX0" fmla="*/ 836024 w 836142"/>
                <a:gd name="connsiteY0" fmla="*/ 1379539 h 1524349"/>
                <a:gd name="connsiteX1" fmla="*/ 691407 w 836142"/>
                <a:gd name="connsiteY1" fmla="*/ 1524156 h 1524349"/>
                <a:gd name="connsiteX2" fmla="*/ 546790 w 836142"/>
                <a:gd name="connsiteY2" fmla="*/ 1379539 h 1524349"/>
                <a:gd name="connsiteX3" fmla="*/ 556232 w 836142"/>
                <a:gd name="connsiteY3" fmla="*/ 1328072 h 1524349"/>
                <a:gd name="connsiteX4" fmla="*/ -118 w 836142"/>
                <a:gd name="connsiteY4" fmla="*/ -194 h 1524349"/>
                <a:gd name="connsiteX5" fmla="*/ 118978 w 836142"/>
                <a:gd name="connsiteY5" fmla="*/ -194 h 1524349"/>
                <a:gd name="connsiteX6" fmla="*/ 640110 w 836142"/>
                <a:gd name="connsiteY6" fmla="*/ 1243939 h 1524349"/>
                <a:gd name="connsiteX7" fmla="*/ 826462 w 836142"/>
                <a:gd name="connsiteY7" fmla="*/ 1328208 h 1524349"/>
                <a:gd name="connsiteX8" fmla="*/ 835768 w 836142"/>
                <a:gd name="connsiteY8" fmla="*/ 1379539 h 152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142" h="1524349">
                  <a:moveTo>
                    <a:pt x="836024" y="1379539"/>
                  </a:moveTo>
                  <a:cubicBezTo>
                    <a:pt x="836024" y="1459410"/>
                    <a:pt x="771278" y="1524156"/>
                    <a:pt x="691407" y="1524156"/>
                  </a:cubicBezTo>
                  <a:cubicBezTo>
                    <a:pt x="611535" y="1524156"/>
                    <a:pt x="546790" y="1459410"/>
                    <a:pt x="546790" y="1379539"/>
                  </a:cubicBezTo>
                  <a:cubicBezTo>
                    <a:pt x="546747" y="1361946"/>
                    <a:pt x="549954" y="1344499"/>
                    <a:pt x="556232" y="1328072"/>
                  </a:cubicBezTo>
                  <a:cubicBezTo>
                    <a:pt x="217062" y="966640"/>
                    <a:pt x="19541" y="495069"/>
                    <a:pt x="-118" y="-194"/>
                  </a:cubicBezTo>
                  <a:lnTo>
                    <a:pt x="118978" y="-194"/>
                  </a:lnTo>
                  <a:cubicBezTo>
                    <a:pt x="138450" y="463466"/>
                    <a:pt x="323322" y="904820"/>
                    <a:pt x="640110" y="1243939"/>
                  </a:cubicBezTo>
                  <a:cubicBezTo>
                    <a:pt x="714843" y="1215747"/>
                    <a:pt x="798270" y="1253475"/>
                    <a:pt x="826462" y="1328208"/>
                  </a:cubicBezTo>
                  <a:cubicBezTo>
                    <a:pt x="832646" y="1344609"/>
                    <a:pt x="835803" y="1362006"/>
                    <a:pt x="835768" y="1379539"/>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71" name="Freeform: Shape 70">
              <a:extLst>
                <a:ext uri="{FF2B5EF4-FFF2-40B4-BE49-F238E27FC236}">
                  <a16:creationId xmlns:a16="http://schemas.microsoft.com/office/drawing/2014/main" id="{60F19740-90FB-785C-840D-E10A70EE0B1C}"/>
                </a:ext>
              </a:extLst>
            </p:cNvPr>
            <p:cNvSpPr/>
            <p:nvPr/>
          </p:nvSpPr>
          <p:spPr>
            <a:xfrm>
              <a:off x="4023732" y="2192581"/>
              <a:ext cx="702856" cy="1582808"/>
            </a:xfrm>
            <a:custGeom>
              <a:avLst/>
              <a:gdLst>
                <a:gd name="connsiteX0" fmla="*/ 289116 w 731592"/>
                <a:gd name="connsiteY0" fmla="*/ 1503059 h 1647520"/>
                <a:gd name="connsiteX1" fmla="*/ 144150 w 731592"/>
                <a:gd name="connsiteY1" fmla="*/ 1647327 h 1647520"/>
                <a:gd name="connsiteX2" fmla="*/ -118 w 731592"/>
                <a:gd name="connsiteY2" fmla="*/ 1502370 h 1647520"/>
                <a:gd name="connsiteX3" fmla="*/ 83420 w 731592"/>
                <a:gd name="connsiteY3" fmla="*/ 1371627 h 1647520"/>
                <a:gd name="connsiteX4" fmla="*/ 647001 w 731592"/>
                <a:gd name="connsiteY4" fmla="*/ -194 h 1647520"/>
                <a:gd name="connsiteX5" fmla="*/ 731474 w 731592"/>
                <a:gd name="connsiteY5" fmla="*/ 84195 h 1647520"/>
                <a:gd name="connsiteX6" fmla="*/ 202516 w 731592"/>
                <a:gd name="connsiteY6" fmla="*/ 1370521 h 1647520"/>
                <a:gd name="connsiteX7" fmla="*/ 289116 w 731592"/>
                <a:gd name="connsiteY7" fmla="*/ 1503059 h 164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592" h="1647520">
                  <a:moveTo>
                    <a:pt x="289116" y="1503059"/>
                  </a:moveTo>
                  <a:cubicBezTo>
                    <a:pt x="288929" y="1582930"/>
                    <a:pt x="224022" y="1647523"/>
                    <a:pt x="144150" y="1647327"/>
                  </a:cubicBezTo>
                  <a:cubicBezTo>
                    <a:pt x="64288" y="1647140"/>
                    <a:pt x="-305" y="1582232"/>
                    <a:pt x="-118" y="1502370"/>
                  </a:cubicBezTo>
                  <a:cubicBezTo>
                    <a:pt x="18" y="1446275"/>
                    <a:pt x="32574" y="1395319"/>
                    <a:pt x="83420" y="1371627"/>
                  </a:cubicBezTo>
                  <a:cubicBezTo>
                    <a:pt x="94606" y="860278"/>
                    <a:pt x="295479" y="371336"/>
                    <a:pt x="647001" y="-194"/>
                  </a:cubicBezTo>
                  <a:lnTo>
                    <a:pt x="731474" y="84195"/>
                  </a:lnTo>
                  <a:cubicBezTo>
                    <a:pt x="402411" y="432969"/>
                    <a:pt x="214000" y="891150"/>
                    <a:pt x="202516" y="1370521"/>
                  </a:cubicBezTo>
                  <a:cubicBezTo>
                    <a:pt x="255148" y="1393575"/>
                    <a:pt x="289142" y="1445595"/>
                    <a:pt x="289116" y="1503059"/>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72" name="Freeform: Shape 71">
              <a:extLst>
                <a:ext uri="{FF2B5EF4-FFF2-40B4-BE49-F238E27FC236}">
                  <a16:creationId xmlns:a16="http://schemas.microsoft.com/office/drawing/2014/main" id="{92CD276E-44DE-D820-EA0E-F3335B1F2519}"/>
                </a:ext>
              </a:extLst>
            </p:cNvPr>
            <p:cNvSpPr/>
            <p:nvPr/>
          </p:nvSpPr>
          <p:spPr>
            <a:xfrm>
              <a:off x="4549746" y="1564260"/>
              <a:ext cx="1549047" cy="804838"/>
            </a:xfrm>
            <a:custGeom>
              <a:avLst/>
              <a:gdLst>
                <a:gd name="connsiteX0" fmla="*/ 1612261 w 1612379"/>
                <a:gd name="connsiteY0" fmla="*/ -193 h 837743"/>
                <a:gd name="connsiteX1" fmla="*/ 1612261 w 1612379"/>
                <a:gd name="connsiteY1" fmla="*/ 118904 h 837743"/>
                <a:gd name="connsiteX2" fmla="*/ 1608348 w 1612379"/>
                <a:gd name="connsiteY2" fmla="*/ 118904 h 837743"/>
                <a:gd name="connsiteX3" fmla="*/ 279997 w 1612379"/>
                <a:gd name="connsiteY3" fmla="*/ 642247 h 837743"/>
                <a:gd name="connsiteX4" fmla="*/ 195184 w 1612379"/>
                <a:gd name="connsiteY4" fmla="*/ 828353 h 837743"/>
                <a:gd name="connsiteX5" fmla="*/ 9078 w 1612379"/>
                <a:gd name="connsiteY5" fmla="*/ 743539 h 837743"/>
                <a:gd name="connsiteX6" fmla="*/ 93892 w 1612379"/>
                <a:gd name="connsiteY6" fmla="*/ 557434 h 837743"/>
                <a:gd name="connsiteX7" fmla="*/ 195864 w 1612379"/>
                <a:gd name="connsiteY7" fmla="*/ 557689 h 837743"/>
                <a:gd name="connsiteX8" fmla="*/ 1608008 w 1612379"/>
                <a:gd name="connsiteY8" fmla="*/ -193 h 83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2379" h="837743">
                  <a:moveTo>
                    <a:pt x="1612261" y="-193"/>
                  </a:moveTo>
                  <a:lnTo>
                    <a:pt x="1612261" y="118904"/>
                  </a:lnTo>
                  <a:lnTo>
                    <a:pt x="1608348" y="118904"/>
                  </a:lnTo>
                  <a:cubicBezTo>
                    <a:pt x="1115212" y="118529"/>
                    <a:pt x="640358" y="305613"/>
                    <a:pt x="279997" y="642247"/>
                  </a:cubicBezTo>
                  <a:cubicBezTo>
                    <a:pt x="307968" y="717057"/>
                    <a:pt x="269993" y="800382"/>
                    <a:pt x="195184" y="828353"/>
                  </a:cubicBezTo>
                  <a:cubicBezTo>
                    <a:pt x="120366" y="856323"/>
                    <a:pt x="37049" y="818348"/>
                    <a:pt x="9078" y="743539"/>
                  </a:cubicBezTo>
                  <a:cubicBezTo>
                    <a:pt x="-18892" y="668721"/>
                    <a:pt x="19083" y="585404"/>
                    <a:pt x="93892" y="557434"/>
                  </a:cubicBezTo>
                  <a:cubicBezTo>
                    <a:pt x="126789" y="545133"/>
                    <a:pt x="163036" y="545226"/>
                    <a:pt x="195864" y="557689"/>
                  </a:cubicBezTo>
                  <a:cubicBezTo>
                    <a:pt x="578462" y="198843"/>
                    <a:pt x="1083465" y="-661"/>
                    <a:pt x="1608008" y="-193"/>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73" name="Freeform: Shape 72">
              <a:extLst>
                <a:ext uri="{FF2B5EF4-FFF2-40B4-BE49-F238E27FC236}">
                  <a16:creationId xmlns:a16="http://schemas.microsoft.com/office/drawing/2014/main" id="{D74E6A36-497A-03D4-B091-72D2AFAE761B}"/>
                </a:ext>
              </a:extLst>
            </p:cNvPr>
            <p:cNvSpPr/>
            <p:nvPr/>
          </p:nvSpPr>
          <p:spPr>
            <a:xfrm>
              <a:off x="7289400" y="3644389"/>
              <a:ext cx="802890" cy="1476603"/>
            </a:xfrm>
            <a:custGeom>
              <a:avLst/>
              <a:gdLst>
                <a:gd name="connsiteX0" fmla="*/ 275930 w 835716"/>
                <a:gd name="connsiteY0" fmla="*/ 1332070 h 1536973"/>
                <a:gd name="connsiteX1" fmla="*/ 289116 w 835716"/>
                <a:gd name="connsiteY1" fmla="*/ 1392299 h 1536973"/>
                <a:gd name="connsiteX2" fmla="*/ 144371 w 835716"/>
                <a:gd name="connsiteY2" fmla="*/ 1536780 h 1536973"/>
                <a:gd name="connsiteX3" fmla="*/ -118 w 835716"/>
                <a:gd name="connsiteY3" fmla="*/ 1392035 h 1536973"/>
                <a:gd name="connsiteX4" fmla="*/ 144635 w 835716"/>
                <a:gd name="connsiteY4" fmla="*/ 1247554 h 1536973"/>
                <a:gd name="connsiteX5" fmla="*/ 186012 w 835716"/>
                <a:gd name="connsiteY5" fmla="*/ 1253637 h 1536973"/>
                <a:gd name="connsiteX6" fmla="*/ 716502 w 835716"/>
                <a:gd name="connsiteY6" fmla="*/ -194 h 1536973"/>
                <a:gd name="connsiteX7" fmla="*/ 835598 w 835716"/>
                <a:gd name="connsiteY7" fmla="*/ -194 h 1536973"/>
                <a:gd name="connsiteX8" fmla="*/ 275930 w 835716"/>
                <a:gd name="connsiteY8" fmla="*/ 1332070 h 153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5716" h="1536973">
                  <a:moveTo>
                    <a:pt x="275930" y="1332070"/>
                  </a:moveTo>
                  <a:cubicBezTo>
                    <a:pt x="284667" y="1350938"/>
                    <a:pt x="289176" y="1371500"/>
                    <a:pt x="289116" y="1392299"/>
                  </a:cubicBezTo>
                  <a:cubicBezTo>
                    <a:pt x="289039" y="1472170"/>
                    <a:pt x="224234" y="1536856"/>
                    <a:pt x="144371" y="1536780"/>
                  </a:cubicBezTo>
                  <a:cubicBezTo>
                    <a:pt x="64500" y="1536712"/>
                    <a:pt x="-186" y="1471906"/>
                    <a:pt x="-118" y="1392035"/>
                  </a:cubicBezTo>
                  <a:cubicBezTo>
                    <a:pt x="-42" y="1312164"/>
                    <a:pt x="64764" y="1247478"/>
                    <a:pt x="144635" y="1247554"/>
                  </a:cubicBezTo>
                  <a:cubicBezTo>
                    <a:pt x="158645" y="1247563"/>
                    <a:pt x="172588" y="1249613"/>
                    <a:pt x="186012" y="1253637"/>
                  </a:cubicBezTo>
                  <a:cubicBezTo>
                    <a:pt x="508313" y="913378"/>
                    <a:pt x="696723" y="468060"/>
                    <a:pt x="716502" y="-194"/>
                  </a:cubicBezTo>
                  <a:lnTo>
                    <a:pt x="835598" y="-194"/>
                  </a:lnTo>
                  <a:cubicBezTo>
                    <a:pt x="816015" y="496898"/>
                    <a:pt x="617218" y="970119"/>
                    <a:pt x="275930" y="1332070"/>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74" name="Freeform: Shape 73">
              <a:extLst>
                <a:ext uri="{FF2B5EF4-FFF2-40B4-BE49-F238E27FC236}">
                  <a16:creationId xmlns:a16="http://schemas.microsoft.com/office/drawing/2014/main" id="{79FA21E6-ABFC-82BF-9B5B-C4D61F50AB9B}"/>
                </a:ext>
              </a:extLst>
            </p:cNvPr>
            <p:cNvSpPr/>
            <p:nvPr/>
          </p:nvSpPr>
          <p:spPr>
            <a:xfrm>
              <a:off x="7465931" y="2187025"/>
              <a:ext cx="86304" cy="86631"/>
            </a:xfrm>
            <a:custGeom>
              <a:avLst/>
              <a:gdLst>
                <a:gd name="connsiteX0" fmla="*/ 5326 w 89832"/>
                <a:gd name="connsiteY0" fmla="*/ 89980 h 90173"/>
                <a:gd name="connsiteX1" fmla="*/ 89714 w 89832"/>
                <a:gd name="connsiteY1" fmla="*/ 5591 h 90173"/>
                <a:gd name="connsiteX2" fmla="*/ 84270 w 89832"/>
                <a:gd name="connsiteY2" fmla="*/ -194 h 90173"/>
                <a:gd name="connsiteX3" fmla="*/ -118 w 89832"/>
                <a:gd name="connsiteY3" fmla="*/ 84195 h 90173"/>
              </a:gdLst>
              <a:ahLst/>
              <a:cxnLst>
                <a:cxn ang="0">
                  <a:pos x="connsiteX0" y="connsiteY0"/>
                </a:cxn>
                <a:cxn ang="0">
                  <a:pos x="connsiteX1" y="connsiteY1"/>
                </a:cxn>
                <a:cxn ang="0">
                  <a:pos x="connsiteX2" y="connsiteY2"/>
                </a:cxn>
                <a:cxn ang="0">
                  <a:pos x="connsiteX3" y="connsiteY3"/>
                </a:cxn>
              </a:cxnLst>
              <a:rect l="l" t="t" r="r" b="b"/>
              <a:pathLst>
                <a:path w="89832" h="90173">
                  <a:moveTo>
                    <a:pt x="5326" y="89980"/>
                  </a:moveTo>
                  <a:lnTo>
                    <a:pt x="89714" y="5591"/>
                  </a:lnTo>
                  <a:lnTo>
                    <a:pt x="84270" y="-194"/>
                  </a:lnTo>
                  <a:lnTo>
                    <a:pt x="-118" y="84195"/>
                  </a:lnTo>
                  <a:close/>
                </a:path>
              </a:pathLst>
            </a:custGeom>
            <a:solidFill>
              <a:srgbClr val="000000"/>
            </a:solidFill>
            <a:ln w="8507" cap="flat">
              <a:noFill/>
              <a:prstDash val="solid"/>
              <a:miter/>
            </a:ln>
          </p:spPr>
          <p:txBody>
            <a:bodyPr rtlCol="0" anchor="ctr"/>
            <a:lstStyle/>
            <a:p>
              <a:endParaRPr lang="en-IN">
                <a:latin typeface="Bahnschrift" panose="020B0502040204020203" pitchFamily="34" charset="0"/>
              </a:endParaRPr>
            </a:p>
          </p:txBody>
        </p:sp>
        <p:sp>
          <p:nvSpPr>
            <p:cNvPr id="75" name="Freeform: Shape 74">
              <a:extLst>
                <a:ext uri="{FF2B5EF4-FFF2-40B4-BE49-F238E27FC236}">
                  <a16:creationId xmlns:a16="http://schemas.microsoft.com/office/drawing/2014/main" id="{B7DB6993-6772-1A88-B8E3-70EF3B98AD79}"/>
                </a:ext>
              </a:extLst>
            </p:cNvPr>
            <p:cNvSpPr/>
            <p:nvPr/>
          </p:nvSpPr>
          <p:spPr>
            <a:xfrm>
              <a:off x="7471161" y="2192581"/>
              <a:ext cx="702857" cy="1582825"/>
            </a:xfrm>
            <a:custGeom>
              <a:avLst/>
              <a:gdLst>
                <a:gd name="connsiteX0" fmla="*/ 731474 w 731593"/>
                <a:gd name="connsiteY0" fmla="*/ 1503059 h 1647537"/>
                <a:gd name="connsiteX1" fmla="*/ 586525 w 731593"/>
                <a:gd name="connsiteY1" fmla="*/ 1647344 h 1647537"/>
                <a:gd name="connsiteX2" fmla="*/ 442240 w 731593"/>
                <a:gd name="connsiteY2" fmla="*/ 1502395 h 1647537"/>
                <a:gd name="connsiteX3" fmla="*/ 528244 w 731593"/>
                <a:gd name="connsiteY3" fmla="*/ 1370521 h 1647537"/>
                <a:gd name="connsiteX4" fmla="*/ -118 w 731593"/>
                <a:gd name="connsiteY4" fmla="*/ 84195 h 1647537"/>
                <a:gd name="connsiteX5" fmla="*/ 84355 w 731593"/>
                <a:gd name="connsiteY5" fmla="*/ -194 h 1647537"/>
                <a:gd name="connsiteX6" fmla="*/ 647936 w 731593"/>
                <a:gd name="connsiteY6" fmla="*/ 1371627 h 1647537"/>
                <a:gd name="connsiteX7" fmla="*/ 731474 w 731593"/>
                <a:gd name="connsiteY7" fmla="*/ 1503059 h 164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593" h="1647537">
                  <a:moveTo>
                    <a:pt x="731474" y="1503059"/>
                  </a:moveTo>
                  <a:cubicBezTo>
                    <a:pt x="731304" y="1582930"/>
                    <a:pt x="666396" y="1647531"/>
                    <a:pt x="586525" y="1647344"/>
                  </a:cubicBezTo>
                  <a:cubicBezTo>
                    <a:pt x="506654" y="1647165"/>
                    <a:pt x="442061" y="1582266"/>
                    <a:pt x="442240" y="1502395"/>
                  </a:cubicBezTo>
                  <a:cubicBezTo>
                    <a:pt x="442367" y="1445322"/>
                    <a:pt x="476063" y="1393652"/>
                    <a:pt x="528244" y="1370521"/>
                  </a:cubicBezTo>
                  <a:cubicBezTo>
                    <a:pt x="516879" y="891235"/>
                    <a:pt x="328690" y="433088"/>
                    <a:pt x="-118" y="84195"/>
                  </a:cubicBezTo>
                  <a:lnTo>
                    <a:pt x="84355" y="-194"/>
                  </a:lnTo>
                  <a:cubicBezTo>
                    <a:pt x="435851" y="371353"/>
                    <a:pt x="636716" y="860278"/>
                    <a:pt x="647936" y="1371627"/>
                  </a:cubicBezTo>
                  <a:cubicBezTo>
                    <a:pt x="699012" y="1395421"/>
                    <a:pt x="731644" y="1446718"/>
                    <a:pt x="731474" y="1503059"/>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76" name="Freeform: Shape 75">
              <a:extLst>
                <a:ext uri="{FF2B5EF4-FFF2-40B4-BE49-F238E27FC236}">
                  <a16:creationId xmlns:a16="http://schemas.microsoft.com/office/drawing/2014/main" id="{107DF2E1-CBAA-FAAF-BE89-5971EB59D268}"/>
                </a:ext>
              </a:extLst>
            </p:cNvPr>
            <p:cNvSpPr/>
            <p:nvPr/>
          </p:nvSpPr>
          <p:spPr>
            <a:xfrm>
              <a:off x="6098957" y="1564505"/>
              <a:ext cx="1549390" cy="799377"/>
            </a:xfrm>
            <a:custGeom>
              <a:avLst/>
              <a:gdLst>
                <a:gd name="connsiteX0" fmla="*/ 1612447 w 1612736"/>
                <a:gd name="connsiteY0" fmla="*/ 687249 h 832059"/>
                <a:gd name="connsiteX1" fmla="*/ 1467830 w 1612736"/>
                <a:gd name="connsiteY1" fmla="*/ 831866 h 832059"/>
                <a:gd name="connsiteX2" fmla="*/ 1323213 w 1612736"/>
                <a:gd name="connsiteY2" fmla="*/ 687249 h 832059"/>
                <a:gd name="connsiteX3" fmla="*/ 1330955 w 1612736"/>
                <a:gd name="connsiteY3" fmla="*/ 640717 h 832059"/>
                <a:gd name="connsiteX4" fmla="*/ 3880 w 1612736"/>
                <a:gd name="connsiteY4" fmla="*/ 118904 h 832059"/>
                <a:gd name="connsiteX5" fmla="*/ -118 w 1612736"/>
                <a:gd name="connsiteY5" fmla="*/ 118904 h 832059"/>
                <a:gd name="connsiteX6" fmla="*/ -118 w 1612736"/>
                <a:gd name="connsiteY6" fmla="*/ -192 h 832059"/>
                <a:gd name="connsiteX7" fmla="*/ 3880 w 1612736"/>
                <a:gd name="connsiteY7" fmla="*/ -192 h 832059"/>
                <a:gd name="connsiteX8" fmla="*/ 1412110 w 1612736"/>
                <a:gd name="connsiteY8" fmla="*/ 553776 h 832059"/>
                <a:gd name="connsiteX9" fmla="*/ 1601380 w 1612736"/>
                <a:gd name="connsiteY9" fmla="*/ 631266 h 832059"/>
                <a:gd name="connsiteX10" fmla="*/ 1612618 w 1612736"/>
                <a:gd name="connsiteY10" fmla="*/ 687419 h 832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736" h="832059">
                  <a:moveTo>
                    <a:pt x="1612447" y="687249"/>
                  </a:moveTo>
                  <a:cubicBezTo>
                    <a:pt x="1612447" y="767121"/>
                    <a:pt x="1547702" y="831866"/>
                    <a:pt x="1467830" y="831866"/>
                  </a:cubicBezTo>
                  <a:cubicBezTo>
                    <a:pt x="1387959" y="831866"/>
                    <a:pt x="1323213" y="767121"/>
                    <a:pt x="1323213" y="687249"/>
                  </a:cubicBezTo>
                  <a:cubicBezTo>
                    <a:pt x="1323205" y="671418"/>
                    <a:pt x="1325817" y="655689"/>
                    <a:pt x="1330955" y="640717"/>
                  </a:cubicBezTo>
                  <a:cubicBezTo>
                    <a:pt x="970696" y="304907"/>
                    <a:pt x="496378" y="118402"/>
                    <a:pt x="3880" y="118904"/>
                  </a:cubicBezTo>
                  <a:lnTo>
                    <a:pt x="-118" y="118904"/>
                  </a:lnTo>
                  <a:lnTo>
                    <a:pt x="-118" y="-192"/>
                  </a:lnTo>
                  <a:lnTo>
                    <a:pt x="3880" y="-192"/>
                  </a:lnTo>
                  <a:cubicBezTo>
                    <a:pt x="526543" y="-745"/>
                    <a:pt x="1029905" y="197269"/>
                    <a:pt x="1412110" y="553776"/>
                  </a:cubicBezTo>
                  <a:cubicBezTo>
                    <a:pt x="1485771" y="522905"/>
                    <a:pt x="1570517" y="557604"/>
                    <a:pt x="1601380" y="631266"/>
                  </a:cubicBezTo>
                  <a:cubicBezTo>
                    <a:pt x="1608832" y="649045"/>
                    <a:pt x="1612652" y="668143"/>
                    <a:pt x="1612618" y="687419"/>
                  </a:cubicBezTo>
                  <a:close/>
                </a:path>
              </a:pathLst>
            </a:custGeom>
            <a:solidFill>
              <a:srgbClr val="203864"/>
            </a:solidFill>
            <a:ln w="8507" cap="flat">
              <a:noFill/>
              <a:prstDash val="solid"/>
              <a:miter/>
            </a:ln>
          </p:spPr>
          <p:txBody>
            <a:bodyPr rtlCol="0" anchor="ctr"/>
            <a:lstStyle/>
            <a:p>
              <a:endParaRPr lang="en-IN">
                <a:latin typeface="Bahnschrift" panose="020B0502040204020203" pitchFamily="34" charset="0"/>
              </a:endParaRPr>
            </a:p>
          </p:txBody>
        </p:sp>
        <p:sp>
          <p:nvSpPr>
            <p:cNvPr id="83" name="TextBox 82">
              <a:extLst>
                <a:ext uri="{FF2B5EF4-FFF2-40B4-BE49-F238E27FC236}">
                  <a16:creationId xmlns:a16="http://schemas.microsoft.com/office/drawing/2014/main" id="{74A92A88-1C75-226B-A787-2207614DC333}"/>
                </a:ext>
              </a:extLst>
            </p:cNvPr>
            <p:cNvSpPr txBox="1"/>
            <p:nvPr/>
          </p:nvSpPr>
          <p:spPr>
            <a:xfrm>
              <a:off x="9661153" y="3198468"/>
              <a:ext cx="1673537" cy="1061829"/>
            </a:xfrm>
            <a:prstGeom prst="rect">
              <a:avLst/>
            </a:prstGeom>
            <a:noFill/>
          </p:spPr>
          <p:txBody>
            <a:bodyPr wrap="square" rtlCol="0">
              <a:spAutoFit/>
            </a:bodyPr>
            <a:lstStyle/>
            <a:p>
              <a:pPr>
                <a:spcBef>
                  <a:spcPts val="600"/>
                </a:spcBef>
                <a:defRPr/>
              </a:pPr>
              <a:r>
                <a:rPr lang="fr-TN" altLang="fr-TN" sz="1600" dirty="0">
                  <a:solidFill>
                    <a:schemeClr val="bg1"/>
                  </a:solidFill>
                  <a:latin typeface="Bahnschrift" panose="020B0502040204020203" pitchFamily="34" charset="0"/>
                </a:rPr>
                <a:t>Vault pour la gestion des secrets</a:t>
              </a:r>
            </a:p>
            <a:p>
              <a:pPr marL="0" marR="0" lvl="0" indent="0" defTabSz="914400" rtl="0" eaLnBrk="1" fontAlgn="auto" latinLnBrk="0" hangingPunct="1">
                <a:lnSpc>
                  <a:spcPct val="100000"/>
                </a:lnSpc>
                <a:spcBef>
                  <a:spcPts val="600"/>
                </a:spcBef>
                <a:spcAft>
                  <a:spcPts val="0"/>
                </a:spcAft>
                <a:buClrTx/>
                <a:buSzTx/>
                <a:buFontTx/>
                <a:buNone/>
                <a:tabLst/>
                <a:defRPr/>
              </a:pPr>
              <a:endParaRPr kumimoji="0" lang="en-US" sz="1050" b="1" i="0" u="none" strike="noStrike" kern="1200" cap="none" spc="0" normalizeH="0" baseline="0" noProof="0" dirty="0">
                <a:ln>
                  <a:noFill/>
                </a:ln>
                <a:solidFill>
                  <a:schemeClr val="bg1"/>
                </a:solidFill>
                <a:effectLst/>
                <a:uLnTx/>
                <a:uFillTx/>
                <a:latin typeface="Bahnschrift" panose="020B0502040204020203" pitchFamily="34" charset="0"/>
                <a:cs typeface="Poppins" panose="00000500000000000000" pitchFamily="2" charset="0"/>
              </a:endParaRPr>
            </a:p>
          </p:txBody>
        </p:sp>
        <p:sp>
          <p:nvSpPr>
            <p:cNvPr id="84" name="TextBox 83">
              <a:extLst>
                <a:ext uri="{FF2B5EF4-FFF2-40B4-BE49-F238E27FC236}">
                  <a16:creationId xmlns:a16="http://schemas.microsoft.com/office/drawing/2014/main" id="{2DEF97ED-C880-4234-B051-E257016A634F}"/>
                </a:ext>
              </a:extLst>
            </p:cNvPr>
            <p:cNvSpPr txBox="1"/>
            <p:nvPr/>
          </p:nvSpPr>
          <p:spPr>
            <a:xfrm>
              <a:off x="9300858" y="5205466"/>
              <a:ext cx="1718391" cy="738664"/>
            </a:xfrm>
            <a:prstGeom prst="rect">
              <a:avLst/>
            </a:prstGeom>
            <a:noFill/>
          </p:spPr>
          <p:txBody>
            <a:bodyPr wrap="square" rtlCol="0">
              <a:spAutoFit/>
            </a:bodyPr>
            <a:lstStyle/>
            <a:p>
              <a:r>
                <a:rPr lang="fr-FR" altLang="fr-TN" sz="1400" dirty="0">
                  <a:solidFill>
                    <a:schemeClr val="bg1"/>
                  </a:solidFill>
                  <a:latin typeface="Bahnschrift" panose="020B0502040204020203" pitchFamily="34" charset="0"/>
                </a:rPr>
                <a:t>Wazuh </a:t>
              </a:r>
              <a:r>
                <a:rPr lang="fr-TN" altLang="fr-TN" sz="1400" dirty="0">
                  <a:solidFill>
                    <a:schemeClr val="bg1"/>
                  </a:solidFill>
                  <a:latin typeface="Bahnschrift" panose="020B0502040204020203" pitchFamily="34" charset="0"/>
                </a:rPr>
                <a:t>pour l'analyse de </a:t>
              </a:r>
              <a:r>
                <a:rPr lang="fr-FR" altLang="fr-TN" sz="1400" dirty="0">
                  <a:solidFill>
                    <a:schemeClr val="bg1"/>
                  </a:solidFill>
                  <a:latin typeface="Bahnschrift" panose="020B0502040204020203" pitchFamily="34" charset="0"/>
                </a:rPr>
                <a:t>conformité</a:t>
              </a:r>
              <a:r>
                <a:rPr lang="fr-TN" altLang="fr-TN" sz="1400" dirty="0">
                  <a:solidFill>
                    <a:schemeClr val="bg1"/>
                  </a:solidFill>
                  <a:latin typeface="Bahnschrift" panose="020B0502040204020203" pitchFamily="34" charset="0"/>
                </a:rPr>
                <a:t> </a:t>
              </a:r>
            </a:p>
          </p:txBody>
        </p:sp>
        <p:sp>
          <p:nvSpPr>
            <p:cNvPr id="85" name="TextBox 84">
              <a:extLst>
                <a:ext uri="{FF2B5EF4-FFF2-40B4-BE49-F238E27FC236}">
                  <a16:creationId xmlns:a16="http://schemas.microsoft.com/office/drawing/2014/main" id="{0676CE68-F10D-5EDC-FAD1-3C3D38DFF810}"/>
                </a:ext>
              </a:extLst>
            </p:cNvPr>
            <p:cNvSpPr txBox="1"/>
            <p:nvPr/>
          </p:nvSpPr>
          <p:spPr>
            <a:xfrm>
              <a:off x="1239109" y="1590618"/>
              <a:ext cx="1650056" cy="815608"/>
            </a:xfrm>
            <a:prstGeom prst="rect">
              <a:avLst/>
            </a:prstGeom>
            <a:noFill/>
          </p:spPr>
          <p:txBody>
            <a:bodyPr wrap="square" rtlCol="0">
              <a:spAutoFit/>
            </a:bodyPr>
            <a:lstStyle/>
            <a:p>
              <a:pPr algn="r">
                <a:spcBef>
                  <a:spcPts val="600"/>
                </a:spcBef>
                <a:defRPr/>
              </a:pPr>
              <a:r>
                <a:rPr lang="fr-TN" altLang="fr-TN" sz="1600" dirty="0">
                  <a:solidFill>
                    <a:schemeClr val="bg1"/>
                  </a:solidFill>
                  <a:latin typeface="Bahnschrift" panose="020B0502040204020203" pitchFamily="34" charset="0"/>
                </a:rPr>
                <a:t>Jenkins pour CI/CD</a:t>
              </a:r>
              <a:endParaRPr lang="fr-FR" altLang="fr-TN" sz="1600" dirty="0">
                <a:solidFill>
                  <a:schemeClr val="bg1"/>
                </a:solidFill>
                <a:latin typeface="Bahnschrift" panose="020B0502040204020203" pitchFamily="34" charset="0"/>
              </a:endParaRPr>
            </a:p>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Bahnschrift" panose="020B0502040204020203" pitchFamily="34" charset="0"/>
                  <a:cs typeface="Poppins" panose="00000500000000000000" pitchFamily="2" charset="0"/>
                </a:rPr>
                <a:t> </a:t>
              </a:r>
            </a:p>
          </p:txBody>
        </p:sp>
        <p:sp>
          <p:nvSpPr>
            <p:cNvPr id="86" name="TextBox 85">
              <a:extLst>
                <a:ext uri="{FF2B5EF4-FFF2-40B4-BE49-F238E27FC236}">
                  <a16:creationId xmlns:a16="http://schemas.microsoft.com/office/drawing/2014/main" id="{E1C19591-1BD7-3E12-A0CB-51B280351555}"/>
                </a:ext>
              </a:extLst>
            </p:cNvPr>
            <p:cNvSpPr txBox="1"/>
            <p:nvPr/>
          </p:nvSpPr>
          <p:spPr>
            <a:xfrm>
              <a:off x="1207261" y="3234104"/>
              <a:ext cx="1743214" cy="830997"/>
            </a:xfrm>
            <a:prstGeom prst="rect">
              <a:avLst/>
            </a:prstGeom>
            <a:noFill/>
          </p:spPr>
          <p:txBody>
            <a:bodyPr wrap="square" rtlCol="0">
              <a:spAutoFit/>
            </a:bodyPr>
            <a:lstStyle/>
            <a:p>
              <a:r>
                <a:rPr lang="fr-FR" altLang="fr-TN" sz="1600" dirty="0" err="1">
                  <a:solidFill>
                    <a:schemeClr val="bg1"/>
                  </a:solidFill>
                  <a:latin typeface="Bahnschrift" panose="020B0502040204020203" pitchFamily="34" charset="0"/>
                </a:rPr>
                <a:t>Github</a:t>
              </a:r>
              <a:r>
                <a:rPr lang="fr-FR" altLang="fr-TN" sz="1600" dirty="0">
                  <a:solidFill>
                    <a:schemeClr val="bg1"/>
                  </a:solidFill>
                  <a:latin typeface="Bahnschrift" panose="020B0502040204020203" pitchFamily="34" charset="0"/>
                </a:rPr>
                <a:t> pour </a:t>
              </a:r>
              <a:r>
                <a:rPr lang="fr-TN" altLang="fr-TN" sz="1600" dirty="0">
                  <a:solidFill>
                    <a:schemeClr val="bg1"/>
                  </a:solidFill>
                  <a:latin typeface="Bahnschrift" panose="020B0502040204020203" pitchFamily="34" charset="0"/>
                </a:rPr>
                <a:t>Contrôle de version</a:t>
              </a:r>
              <a:endParaRPr lang="fr-FR" altLang="fr-TN" sz="1600" dirty="0">
                <a:solidFill>
                  <a:schemeClr val="bg1"/>
                </a:solidFill>
                <a:latin typeface="Bahnschrift" panose="020B0502040204020203" pitchFamily="34" charset="0"/>
              </a:endParaRPr>
            </a:p>
          </p:txBody>
        </p:sp>
        <p:sp>
          <p:nvSpPr>
            <p:cNvPr id="87" name="TextBox 86">
              <a:extLst>
                <a:ext uri="{FF2B5EF4-FFF2-40B4-BE49-F238E27FC236}">
                  <a16:creationId xmlns:a16="http://schemas.microsoft.com/office/drawing/2014/main" id="{83386913-99D0-5377-AC3C-A0D18EB48E88}"/>
                </a:ext>
              </a:extLst>
            </p:cNvPr>
            <p:cNvSpPr txBox="1"/>
            <p:nvPr/>
          </p:nvSpPr>
          <p:spPr>
            <a:xfrm>
              <a:off x="1381398" y="5302486"/>
              <a:ext cx="1613427" cy="523220"/>
            </a:xfrm>
            <a:prstGeom prst="rect">
              <a:avLst/>
            </a:prstGeom>
            <a:noFill/>
          </p:spPr>
          <p:txBody>
            <a:bodyPr wrap="square" rtlCol="0">
              <a:spAutoFit/>
            </a:bodyPr>
            <a:lstStyle/>
            <a:p>
              <a:r>
                <a:rPr lang="fr-FR" altLang="fr-TN" sz="1400" dirty="0">
                  <a:solidFill>
                    <a:schemeClr val="bg1"/>
                  </a:solidFill>
                  <a:latin typeface="Bahnschrift" panose="020B0502040204020203" pitchFamily="34" charset="0"/>
                </a:rPr>
                <a:t>Terraform pour le provisionnement</a:t>
              </a:r>
            </a:p>
          </p:txBody>
        </p:sp>
        <p:sp>
          <p:nvSpPr>
            <p:cNvPr id="88" name="TextBox 87">
              <a:extLst>
                <a:ext uri="{FF2B5EF4-FFF2-40B4-BE49-F238E27FC236}">
                  <a16:creationId xmlns:a16="http://schemas.microsoft.com/office/drawing/2014/main" id="{494AC232-C1B5-C030-A27A-BB9F0C11F304}"/>
                </a:ext>
              </a:extLst>
            </p:cNvPr>
            <p:cNvSpPr txBox="1"/>
            <p:nvPr/>
          </p:nvSpPr>
          <p:spPr>
            <a:xfrm>
              <a:off x="9300858" y="1325370"/>
              <a:ext cx="1678667" cy="738664"/>
            </a:xfrm>
            <a:prstGeom prst="rect">
              <a:avLst/>
            </a:prstGeom>
            <a:noFill/>
          </p:spPr>
          <p:txBody>
            <a:bodyPr wrap="square" rtlCol="0">
              <a:spAutoFit/>
            </a:bodyPr>
            <a:lstStyle/>
            <a:p>
              <a:r>
                <a:rPr lang="fr-FR" altLang="fr-TN" sz="1400" dirty="0">
                  <a:solidFill>
                    <a:schemeClr val="bg1"/>
                  </a:solidFill>
                  <a:latin typeface="Bahnschrift" panose="020B0502040204020203" pitchFamily="34" charset="0"/>
                </a:rPr>
                <a:t>Ansible pour la configuration automatique</a:t>
              </a:r>
              <a:endParaRPr lang="fr-TN" altLang="fr-TN" sz="1400" dirty="0">
                <a:solidFill>
                  <a:schemeClr val="bg1"/>
                </a:solidFill>
                <a:latin typeface="Bahnschrift" panose="020B0502040204020203" pitchFamily="34" charset="0"/>
              </a:endParaRPr>
            </a:p>
          </p:txBody>
        </p:sp>
        <p:sp>
          <p:nvSpPr>
            <p:cNvPr id="89" name="TextBox 88">
              <a:extLst>
                <a:ext uri="{FF2B5EF4-FFF2-40B4-BE49-F238E27FC236}">
                  <a16:creationId xmlns:a16="http://schemas.microsoft.com/office/drawing/2014/main" id="{AFBC88CB-2894-F013-55F7-067C691EB03F}"/>
                </a:ext>
              </a:extLst>
            </p:cNvPr>
            <p:cNvSpPr txBox="1"/>
            <p:nvPr/>
          </p:nvSpPr>
          <p:spPr>
            <a:xfrm>
              <a:off x="4916023" y="3079774"/>
              <a:ext cx="2449977" cy="830997"/>
            </a:xfrm>
            <a:prstGeom prst="rect">
              <a:avLst/>
            </a:prstGeom>
            <a:noFill/>
          </p:spPr>
          <p:txBody>
            <a:bodyPr wrap="square">
              <a:spAutoFit/>
            </a:bodyPr>
            <a:lstStyle/>
            <a:p>
              <a:pPr algn="ctr"/>
              <a:r>
                <a:rPr lang="fr-FR" altLang="fr-TN" sz="2400" b="1" dirty="0">
                  <a:solidFill>
                    <a:schemeClr val="bg2">
                      <a:lumMod val="25000"/>
                    </a:schemeClr>
                  </a:solidFill>
                  <a:latin typeface="Bahnschrift" panose="020B0502040204020203" pitchFamily="34" charset="0"/>
                </a:rPr>
                <a:t>Choix technologiques</a:t>
              </a:r>
              <a:endParaRPr lang="en-US" sz="2400" b="1" dirty="0">
                <a:solidFill>
                  <a:schemeClr val="bg2">
                    <a:lumMod val="25000"/>
                  </a:schemeClr>
                </a:solidFill>
                <a:latin typeface="Bahnschrift" panose="020B0502040204020203" pitchFamily="34" charset="0"/>
              </a:endParaRPr>
            </a:p>
          </p:txBody>
        </p:sp>
      </p:grpSp>
      <p:pic>
        <p:nvPicPr>
          <p:cNvPr id="2" name="Picture 3">
            <a:extLst>
              <a:ext uri="{FF2B5EF4-FFF2-40B4-BE49-F238E27FC236}">
                <a16:creationId xmlns:a16="http://schemas.microsoft.com/office/drawing/2014/main" id="{FC81233D-7C1F-CF6A-ECE4-FD47815DAF50}"/>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188071" y="1702778"/>
            <a:ext cx="546324" cy="66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9">
            <a:extLst>
              <a:ext uri="{FF2B5EF4-FFF2-40B4-BE49-F238E27FC236}">
                <a16:creationId xmlns:a16="http://schemas.microsoft.com/office/drawing/2014/main" id="{2BE773CE-1F9B-B783-7792-5D0B47D9F36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2758357" y="3438525"/>
            <a:ext cx="660400" cy="660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a:extLst>
              <a:ext uri="{FF2B5EF4-FFF2-40B4-BE49-F238E27FC236}">
                <a16:creationId xmlns:a16="http://schemas.microsoft.com/office/drawing/2014/main" id="{F571906F-F72B-CA6F-0DEB-12BCFF7C06B3}"/>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182754" y="5417253"/>
            <a:ext cx="5207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a:extLst>
              <a:ext uri="{FF2B5EF4-FFF2-40B4-BE49-F238E27FC236}">
                <a16:creationId xmlns:a16="http://schemas.microsoft.com/office/drawing/2014/main" id="{678780CC-3B96-3874-D359-C855AF953096}"/>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8511639" y="1494374"/>
            <a:ext cx="568325" cy="5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a:extLst>
              <a:ext uri="{FF2B5EF4-FFF2-40B4-BE49-F238E27FC236}">
                <a16:creationId xmlns:a16="http://schemas.microsoft.com/office/drawing/2014/main" id="{65CBC576-5EBE-8320-68B5-A029426CEB2D}"/>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889107" y="3581019"/>
            <a:ext cx="58261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E8C03760-4951-A256-F50D-8AB80B7CF020}"/>
              </a:ext>
            </a:extLst>
          </p:cNvPr>
          <p:cNvPicPr>
            <a:picLocks noChangeAspect="1" noChangeArrowheads="1"/>
          </p:cNvPicPr>
          <p:nvPr/>
        </p:nvPicPr>
        <p:blipFill>
          <a:blip r:embed="rId8" cstate="hqprint">
            <a:extLst>
              <a:ext uri="{28A0092B-C50C-407E-A947-70E740481C1C}">
                <a14:useLocalDpi xmlns:a14="http://schemas.microsoft.com/office/drawing/2010/main" val="0"/>
              </a:ext>
            </a:extLst>
          </a:blip>
          <a:srcRect/>
          <a:stretch>
            <a:fillRect/>
          </a:stretch>
        </p:blipFill>
        <p:spPr bwMode="auto">
          <a:xfrm>
            <a:off x="8448933" y="5443088"/>
            <a:ext cx="6937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9"/>
          <p:cNvSpPr>
            <a:spLocks noGrp="1"/>
          </p:cNvSpPr>
          <p:nvPr>
            <p:ph type="title"/>
          </p:nvPr>
        </p:nvSpPr>
        <p:spPr/>
        <p:txBody>
          <a:bodyPr>
            <a:normAutofit fontScale="90000"/>
          </a:bodyPr>
          <a:lstStyle/>
          <a:p>
            <a:r>
              <a:rPr lang="en-GB" dirty="0" err="1"/>
              <a:t>Choix</a:t>
            </a:r>
            <a:r>
              <a:rPr lang="en-GB" dirty="0"/>
              <a:t> </a:t>
            </a:r>
            <a:r>
              <a:rPr lang="en-GB" dirty="0" err="1"/>
              <a:t>technologiques</a:t>
            </a:r>
            <a:endParaRPr lang="en-GB" dirty="0"/>
          </a:p>
        </p:txBody>
      </p:sp>
      <p:pic>
        <p:nvPicPr>
          <p:cNvPr id="12" name="Content Placeholder 11"/>
          <p:cNvPicPr>
            <a:picLocks noGrp="1" noChangeAspect="1"/>
          </p:cNvPicPr>
          <p:nvPr>
            <p:ph idx="1"/>
          </p:nvPr>
        </p:nvPicPr>
        <p:blipFill>
          <a:blip r:embed="rId9">
            <a:extLst>
              <a:ext uri="{28A0092B-C50C-407E-A947-70E740481C1C}">
                <a14:useLocalDpi xmlns:a14="http://schemas.microsoft.com/office/drawing/2010/main" val="0"/>
              </a:ext>
            </a:extLst>
          </a:blip>
          <a:stretch>
            <a:fillRect/>
          </a:stretch>
        </p:blipFill>
        <p:spPr>
          <a:xfrm>
            <a:off x="978770" y="647490"/>
            <a:ext cx="476250" cy="476250"/>
          </a:xfrm>
        </p:spPr>
      </p:pic>
      <p:sp>
        <p:nvSpPr>
          <p:cNvPr id="13" name="Slide Number Placeholder 12"/>
          <p:cNvSpPr>
            <a:spLocks noGrp="1"/>
          </p:cNvSpPr>
          <p:nvPr>
            <p:ph type="sldNum" sz="quarter" idx="12"/>
          </p:nvPr>
        </p:nvSpPr>
        <p:spPr/>
        <p:txBody>
          <a:bodyPr/>
          <a:lstStyle/>
          <a:p>
            <a:fld id="{AC03623B-441A-4B08-B43E-185D9FF53926}" type="slidenum">
              <a:rPr lang="en-US" smtClean="0"/>
              <a:pPr/>
              <a:t>19</a:t>
            </a:fld>
            <a:endParaRPr lang="en-US"/>
          </a:p>
        </p:txBody>
      </p:sp>
    </p:spTree>
    <p:extLst>
      <p:ext uri="{BB962C8B-B14F-4D97-AF65-F5344CB8AC3E}">
        <p14:creationId xmlns:p14="http://schemas.microsoft.com/office/powerpoint/2010/main" val="2459432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275661-7656-8AB2-8333-D201C9CA07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7862" y="3631434"/>
            <a:ext cx="5884566" cy="3003253"/>
          </a:xfrm>
          <a:prstGeom prst="rect">
            <a:avLst/>
          </a:prstGeom>
        </p:spPr>
      </p:pic>
      <p:pic>
        <p:nvPicPr>
          <p:cNvPr id="8" name="Picture 7">
            <a:extLst>
              <a:ext uri="{FF2B5EF4-FFF2-40B4-BE49-F238E27FC236}">
                <a16:creationId xmlns:a16="http://schemas.microsoft.com/office/drawing/2014/main" id="{CD7FAFA5-DE91-AB64-00AA-DE9E54F48999}"/>
              </a:ext>
            </a:extLst>
          </p:cNvPr>
          <p:cNvPicPr>
            <a:picLocks noChangeAspect="1"/>
          </p:cNvPicPr>
          <p:nvPr/>
        </p:nvPicPr>
        <p:blipFill rotWithShape="1">
          <a:blip r:embed="rId4">
            <a:extLst>
              <a:ext uri="{28A0092B-C50C-407E-A947-70E740481C1C}">
                <a14:useLocalDpi xmlns:a14="http://schemas.microsoft.com/office/drawing/2010/main" val="0"/>
              </a:ext>
            </a:extLst>
          </a:blip>
          <a:srcRect t="40076"/>
          <a:stretch/>
        </p:blipFill>
        <p:spPr>
          <a:xfrm>
            <a:off x="652329" y="1581150"/>
            <a:ext cx="9526554" cy="1036364"/>
          </a:xfrm>
          <a:prstGeom prst="rect">
            <a:avLst/>
          </a:prstGeom>
        </p:spPr>
      </p:pic>
      <p:pic>
        <p:nvPicPr>
          <p:cNvPr id="11" name="Picture 10">
            <a:extLst>
              <a:ext uri="{FF2B5EF4-FFF2-40B4-BE49-F238E27FC236}">
                <a16:creationId xmlns:a16="http://schemas.microsoft.com/office/drawing/2014/main" id="{BE2172D4-D84D-2AFA-8BDE-4E8D6328C9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004" y="4416425"/>
            <a:ext cx="4898115" cy="1639142"/>
          </a:xfrm>
          <a:prstGeom prst="rect">
            <a:avLst/>
          </a:prstGeom>
        </p:spPr>
      </p:pic>
      <p:sp>
        <p:nvSpPr>
          <p:cNvPr id="2" name="Title 1"/>
          <p:cNvSpPr>
            <a:spLocks noGrp="1"/>
          </p:cNvSpPr>
          <p:nvPr>
            <p:ph type="title"/>
          </p:nvPr>
        </p:nvSpPr>
        <p:spPr/>
        <p:txBody>
          <a:bodyPr>
            <a:normAutofit fontScale="90000"/>
          </a:bodyPr>
          <a:lstStyle/>
          <a:p>
            <a:r>
              <a:rPr lang="fr-FR" dirty="0"/>
              <a:t>Gestion des secrets avec </a:t>
            </a:r>
            <a:r>
              <a:rPr lang="fr-FR" dirty="0" err="1"/>
              <a:t>vault</a:t>
            </a:r>
            <a:endParaRPr lang="en-GB" dirty="0"/>
          </a:p>
        </p:txBody>
      </p:sp>
      <p:pic>
        <p:nvPicPr>
          <p:cNvPr id="9" name="Content Placeholder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7098" y="667729"/>
            <a:ext cx="476250" cy="476250"/>
          </a:xfrm>
          <a:prstGeom prst="rect">
            <a:avLst/>
          </a:prstGeom>
        </p:spPr>
      </p:pic>
      <p:sp>
        <p:nvSpPr>
          <p:cNvPr id="7" name="Slide Number Placeholder 6"/>
          <p:cNvSpPr>
            <a:spLocks noGrp="1"/>
          </p:cNvSpPr>
          <p:nvPr>
            <p:ph type="sldNum" sz="quarter" idx="12"/>
          </p:nvPr>
        </p:nvSpPr>
        <p:spPr/>
        <p:txBody>
          <a:bodyPr/>
          <a:lstStyle/>
          <a:p>
            <a:fld id="{AC03623B-441A-4B08-B43E-185D9FF53926}" type="slidenum">
              <a:rPr lang="en-US" smtClean="0"/>
              <a:pPr/>
              <a:t>20</a:t>
            </a:fld>
            <a:endParaRPr lang="en-US"/>
          </a:p>
        </p:txBody>
      </p:sp>
    </p:spTree>
    <p:extLst>
      <p:ext uri="{BB962C8B-B14F-4D97-AF65-F5344CB8AC3E}">
        <p14:creationId xmlns:p14="http://schemas.microsoft.com/office/powerpoint/2010/main" val="3112639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BE0FFA-B38C-3BDF-50B5-883C244AFB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337" y="3554080"/>
            <a:ext cx="5231914" cy="3132954"/>
          </a:xfrm>
          <a:prstGeom prst="rect">
            <a:avLst/>
          </a:prstGeom>
        </p:spPr>
      </p:pic>
      <p:pic>
        <p:nvPicPr>
          <p:cNvPr id="6" name="Picture 5">
            <a:extLst>
              <a:ext uri="{FF2B5EF4-FFF2-40B4-BE49-F238E27FC236}">
                <a16:creationId xmlns:a16="http://schemas.microsoft.com/office/drawing/2014/main" id="{034E840B-2848-6680-CBE3-AC411BD518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9824" y="2924521"/>
            <a:ext cx="5433226" cy="758798"/>
          </a:xfrm>
          <a:prstGeom prst="rect">
            <a:avLst/>
          </a:prstGeom>
        </p:spPr>
      </p:pic>
      <p:sp>
        <p:nvSpPr>
          <p:cNvPr id="2" name="Title 1"/>
          <p:cNvSpPr>
            <a:spLocks noGrp="1"/>
          </p:cNvSpPr>
          <p:nvPr>
            <p:ph type="title"/>
          </p:nvPr>
        </p:nvSpPr>
        <p:spPr/>
        <p:txBody>
          <a:bodyPr>
            <a:normAutofit fontScale="90000"/>
          </a:bodyPr>
          <a:lstStyle/>
          <a:p>
            <a:r>
              <a:rPr lang="fr-FR" dirty="0"/>
              <a:t>Gestion des secrets avec Ansible-</a:t>
            </a:r>
            <a:r>
              <a:rPr lang="fr-FR" dirty="0" err="1"/>
              <a:t>vault</a:t>
            </a:r>
            <a:endParaRPr lang="en-GB" dirty="0"/>
          </a:p>
        </p:txBody>
      </p:sp>
      <p:pic>
        <p:nvPicPr>
          <p:cNvPr id="8" name="Content Placeholder 7"/>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977098" y="667729"/>
            <a:ext cx="476250" cy="476250"/>
          </a:xfrm>
        </p:spPr>
      </p:pic>
      <p:sp>
        <p:nvSpPr>
          <p:cNvPr id="9" name="Slide Number Placeholder 8"/>
          <p:cNvSpPr>
            <a:spLocks noGrp="1"/>
          </p:cNvSpPr>
          <p:nvPr>
            <p:ph type="sldNum" sz="quarter" idx="12"/>
          </p:nvPr>
        </p:nvSpPr>
        <p:spPr/>
        <p:txBody>
          <a:bodyPr/>
          <a:lstStyle/>
          <a:p>
            <a:fld id="{AC03623B-441A-4B08-B43E-185D9FF53926}" type="slidenum">
              <a:rPr lang="en-US" smtClean="0"/>
              <a:pPr/>
              <a:t>21</a:t>
            </a:fld>
            <a:endParaRPr lang="en-US"/>
          </a:p>
        </p:txBody>
      </p:sp>
      <p:pic>
        <p:nvPicPr>
          <p:cNvPr id="4" name="Picture 3">
            <a:extLst>
              <a:ext uri="{FF2B5EF4-FFF2-40B4-BE49-F238E27FC236}">
                <a16:creationId xmlns:a16="http://schemas.microsoft.com/office/drawing/2014/main" id="{9A7DBE2D-7415-DFA3-BA5A-F9095A0A41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5337" y="1378767"/>
            <a:ext cx="10220325" cy="1457325"/>
          </a:xfrm>
          <a:prstGeom prst="rect">
            <a:avLst/>
          </a:prstGeom>
        </p:spPr>
      </p:pic>
    </p:spTree>
    <p:extLst>
      <p:ext uri="{BB962C8B-B14F-4D97-AF65-F5344CB8AC3E}">
        <p14:creationId xmlns:p14="http://schemas.microsoft.com/office/powerpoint/2010/main" val="3488410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5D92D4-5F76-4D14-BED3-5D2B44055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137" y="1932898"/>
            <a:ext cx="4049111" cy="4349640"/>
          </a:xfrm>
          <a:prstGeom prst="rect">
            <a:avLst/>
          </a:prstGeom>
        </p:spPr>
      </p:pic>
      <p:pic>
        <p:nvPicPr>
          <p:cNvPr id="7" name="Picture 6">
            <a:extLst>
              <a:ext uri="{FF2B5EF4-FFF2-40B4-BE49-F238E27FC236}">
                <a16:creationId xmlns:a16="http://schemas.microsoft.com/office/drawing/2014/main" id="{10219EC1-891B-6E54-8D23-53DFC4117F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6284" y="1307081"/>
            <a:ext cx="3470867" cy="2195202"/>
          </a:xfrm>
          <a:prstGeom prst="rect">
            <a:avLst/>
          </a:prstGeom>
        </p:spPr>
      </p:pic>
      <p:pic>
        <p:nvPicPr>
          <p:cNvPr id="9" name="Picture 8">
            <a:extLst>
              <a:ext uri="{FF2B5EF4-FFF2-40B4-BE49-F238E27FC236}">
                <a16:creationId xmlns:a16="http://schemas.microsoft.com/office/drawing/2014/main" id="{538A6BF0-CC28-25BE-07E7-502FD69E8F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3786" y="3647137"/>
            <a:ext cx="5256574" cy="3224101"/>
          </a:xfrm>
          <a:prstGeom prst="rect">
            <a:avLst/>
          </a:prstGeom>
        </p:spPr>
      </p:pic>
      <p:sp>
        <p:nvSpPr>
          <p:cNvPr id="8" name="Title 7"/>
          <p:cNvSpPr>
            <a:spLocks noGrp="1"/>
          </p:cNvSpPr>
          <p:nvPr>
            <p:ph type="title"/>
          </p:nvPr>
        </p:nvSpPr>
        <p:spPr/>
        <p:txBody>
          <a:bodyPr>
            <a:normAutofit fontScale="90000"/>
          </a:bodyPr>
          <a:lstStyle/>
          <a:p>
            <a:r>
              <a:rPr lang="fr-FR" dirty="0"/>
              <a:t>Provisionnement avec Terraform</a:t>
            </a:r>
          </a:p>
        </p:txBody>
      </p:sp>
      <p:sp>
        <p:nvSpPr>
          <p:cNvPr id="2" name="Slide Number Placeholder 1"/>
          <p:cNvSpPr>
            <a:spLocks noGrp="1"/>
          </p:cNvSpPr>
          <p:nvPr>
            <p:ph type="sldNum" sz="quarter" idx="12"/>
          </p:nvPr>
        </p:nvSpPr>
        <p:spPr/>
        <p:txBody>
          <a:bodyPr/>
          <a:lstStyle/>
          <a:p>
            <a:fld id="{AC03623B-441A-4B08-B43E-185D9FF53926}" type="slidenum">
              <a:rPr lang="en-US" smtClean="0"/>
              <a:pPr/>
              <a:t>22</a:t>
            </a:fld>
            <a:endParaRPr lang="en-US"/>
          </a:p>
        </p:txBody>
      </p:sp>
      <p:pic>
        <p:nvPicPr>
          <p:cNvPr id="11" name="Content Placeholder 6"/>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1021300" y="665479"/>
            <a:ext cx="476250" cy="476250"/>
          </a:xfrm>
        </p:spPr>
      </p:pic>
    </p:spTree>
    <p:extLst>
      <p:ext uri="{BB962C8B-B14F-4D97-AF65-F5344CB8AC3E}">
        <p14:creationId xmlns:p14="http://schemas.microsoft.com/office/powerpoint/2010/main" val="2769049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Configuration des </a:t>
            </a:r>
            <a:r>
              <a:rPr lang="fr-FR" dirty="0" err="1"/>
              <a:t>addresses</a:t>
            </a:r>
            <a:r>
              <a:rPr lang="fr-FR" dirty="0"/>
              <a:t> IP avec Ansible</a:t>
            </a:r>
            <a:endParaRPr lang="en-GB"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2001" y="667729"/>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23</a:t>
            </a:fld>
            <a:endParaRPr lang="en-US"/>
          </a:p>
        </p:txBody>
      </p:sp>
      <p:pic>
        <p:nvPicPr>
          <p:cNvPr id="9" name="Picture 8">
            <a:extLst>
              <a:ext uri="{FF2B5EF4-FFF2-40B4-BE49-F238E27FC236}">
                <a16:creationId xmlns:a16="http://schemas.microsoft.com/office/drawing/2014/main" id="{D77CF83F-BEA5-43FB-ACBD-F397231F3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310976"/>
            <a:ext cx="7153275" cy="3412232"/>
          </a:xfrm>
          <a:prstGeom prst="rect">
            <a:avLst/>
          </a:prstGeom>
        </p:spPr>
      </p:pic>
      <p:pic>
        <p:nvPicPr>
          <p:cNvPr id="4" name="Picture 3">
            <a:extLst>
              <a:ext uri="{FF2B5EF4-FFF2-40B4-BE49-F238E27FC236}">
                <a16:creationId xmlns:a16="http://schemas.microsoft.com/office/drawing/2014/main" id="{80E8B034-A2C2-81B6-B1C6-F561AC5C77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17482" y="3477538"/>
            <a:ext cx="5156589" cy="3087848"/>
          </a:xfrm>
          <a:prstGeom prst="rect">
            <a:avLst/>
          </a:prstGeom>
        </p:spPr>
      </p:pic>
      <p:pic>
        <p:nvPicPr>
          <p:cNvPr id="12" name="Picture 11">
            <a:extLst>
              <a:ext uri="{FF2B5EF4-FFF2-40B4-BE49-F238E27FC236}">
                <a16:creationId xmlns:a16="http://schemas.microsoft.com/office/drawing/2014/main" id="{7A538567-2ACD-3E9C-FC06-7C46BFA088A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100" y="4985357"/>
            <a:ext cx="5448300" cy="1562100"/>
          </a:xfrm>
          <a:prstGeom prst="rect">
            <a:avLst/>
          </a:prstGeom>
        </p:spPr>
      </p:pic>
    </p:spTree>
    <p:extLst>
      <p:ext uri="{BB962C8B-B14F-4D97-AF65-F5344CB8AC3E}">
        <p14:creationId xmlns:p14="http://schemas.microsoft.com/office/powerpoint/2010/main" val="3154401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D97CA1-0895-2604-F7DD-54075C9BAB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8763" y="1437033"/>
            <a:ext cx="5296639" cy="2206323"/>
          </a:xfrm>
          <a:prstGeom prst="rect">
            <a:avLst/>
          </a:prstGeom>
        </p:spPr>
      </p:pic>
      <p:pic>
        <p:nvPicPr>
          <p:cNvPr id="8" name="Picture 7">
            <a:extLst>
              <a:ext uri="{FF2B5EF4-FFF2-40B4-BE49-F238E27FC236}">
                <a16:creationId xmlns:a16="http://schemas.microsoft.com/office/drawing/2014/main" id="{40CAF6F7-ED2C-913F-BA83-F20B6557FE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1334" y="3918161"/>
            <a:ext cx="3607013" cy="1726919"/>
          </a:xfrm>
          <a:prstGeom prst="rect">
            <a:avLst/>
          </a:prstGeom>
        </p:spPr>
      </p:pic>
      <p:pic>
        <p:nvPicPr>
          <p:cNvPr id="10" name="Picture 9">
            <a:extLst>
              <a:ext uri="{FF2B5EF4-FFF2-40B4-BE49-F238E27FC236}">
                <a16:creationId xmlns:a16="http://schemas.microsoft.com/office/drawing/2014/main" id="{E3BC5B0A-BD33-C3E4-A9E7-E86A2B5401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8545" y="1480457"/>
            <a:ext cx="3061486" cy="3970884"/>
          </a:xfrm>
          <a:prstGeom prst="rect">
            <a:avLst/>
          </a:prstGeom>
        </p:spPr>
      </p:pic>
      <p:pic>
        <p:nvPicPr>
          <p:cNvPr id="6" name="Picture 5">
            <a:extLst>
              <a:ext uri="{FF2B5EF4-FFF2-40B4-BE49-F238E27FC236}">
                <a16:creationId xmlns:a16="http://schemas.microsoft.com/office/drawing/2014/main" id="{F1D88E86-CD41-83D8-DFD8-E39985DEE4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5005" y="3903626"/>
            <a:ext cx="4300794" cy="2832069"/>
          </a:xfrm>
          <a:prstGeom prst="rect">
            <a:avLst/>
          </a:prstGeom>
        </p:spPr>
      </p:pic>
      <p:sp>
        <p:nvSpPr>
          <p:cNvPr id="2" name="Title 1"/>
          <p:cNvSpPr>
            <a:spLocks noGrp="1"/>
          </p:cNvSpPr>
          <p:nvPr>
            <p:ph type="title"/>
          </p:nvPr>
        </p:nvSpPr>
        <p:spPr/>
        <p:txBody>
          <a:bodyPr>
            <a:normAutofit fontScale="90000"/>
          </a:bodyPr>
          <a:lstStyle/>
          <a:p>
            <a:r>
              <a:rPr lang="en-GB" dirty="0"/>
              <a:t>Configuration avec Ansible</a:t>
            </a:r>
          </a:p>
        </p:txBody>
      </p:sp>
      <p:pic>
        <p:nvPicPr>
          <p:cNvPr id="7" name="Content Placeholder 6"/>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1021300" y="665479"/>
            <a:ext cx="476250" cy="476250"/>
          </a:xfrm>
        </p:spPr>
      </p:pic>
      <p:sp>
        <p:nvSpPr>
          <p:cNvPr id="12" name="Slide Number Placeholder 11"/>
          <p:cNvSpPr>
            <a:spLocks noGrp="1"/>
          </p:cNvSpPr>
          <p:nvPr>
            <p:ph type="sldNum" sz="quarter" idx="12"/>
          </p:nvPr>
        </p:nvSpPr>
        <p:spPr/>
        <p:txBody>
          <a:bodyPr/>
          <a:lstStyle/>
          <a:p>
            <a:fld id="{AC03623B-441A-4B08-B43E-185D9FF53926}" type="slidenum">
              <a:rPr lang="en-US" smtClean="0"/>
              <a:pPr/>
              <a:t>24</a:t>
            </a:fld>
            <a:endParaRPr lang="en-US"/>
          </a:p>
        </p:txBody>
      </p:sp>
    </p:spTree>
    <p:extLst>
      <p:ext uri="{BB962C8B-B14F-4D97-AF65-F5344CB8AC3E}">
        <p14:creationId xmlns:p14="http://schemas.microsoft.com/office/powerpoint/2010/main" val="1343191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6515D1-348F-4A65-1D12-5D4ED50CAC2C}"/>
              </a:ext>
            </a:extLst>
          </p:cNvPr>
          <p:cNvSpPr txBox="1"/>
          <p:nvPr/>
        </p:nvSpPr>
        <p:spPr>
          <a:xfrm>
            <a:off x="844742" y="1677257"/>
            <a:ext cx="3512580" cy="369332"/>
          </a:xfrm>
          <a:prstGeom prst="rect">
            <a:avLst/>
          </a:prstGeom>
          <a:noFill/>
        </p:spPr>
        <p:txBody>
          <a:bodyPr wrap="square" rtlCol="0">
            <a:spAutoFit/>
          </a:bodyPr>
          <a:lstStyle/>
          <a:p>
            <a:r>
              <a:rPr lang="fr-FR" dirty="0">
                <a:latin typeface="Bahnschrift" panose="020B0502040204020203" pitchFamily="34" charset="0"/>
              </a:rPr>
              <a:t>Configuration des agents </a:t>
            </a:r>
            <a:r>
              <a:rPr lang="fr-FR" b="1" dirty="0">
                <a:latin typeface="Bahnschrift" panose="020B0502040204020203" pitchFamily="34" charset="0"/>
              </a:rPr>
              <a:t>wazuh</a:t>
            </a:r>
            <a:endParaRPr lang="fr-TN" b="1" dirty="0">
              <a:latin typeface="Bahnschrift" panose="020B0502040204020203" pitchFamily="34" charset="0"/>
            </a:endParaRPr>
          </a:p>
        </p:txBody>
      </p:sp>
      <p:pic>
        <p:nvPicPr>
          <p:cNvPr id="5" name="Picture 4">
            <a:extLst>
              <a:ext uri="{FF2B5EF4-FFF2-40B4-BE49-F238E27FC236}">
                <a16:creationId xmlns:a16="http://schemas.microsoft.com/office/drawing/2014/main" id="{86C8F8CB-1622-577A-2290-8EE5D3E2DB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742" y="2567604"/>
            <a:ext cx="3512580" cy="3376003"/>
          </a:xfrm>
          <a:prstGeom prst="rect">
            <a:avLst/>
          </a:prstGeom>
        </p:spPr>
      </p:pic>
      <p:pic>
        <p:nvPicPr>
          <p:cNvPr id="8" name="Picture 7">
            <a:extLst>
              <a:ext uri="{FF2B5EF4-FFF2-40B4-BE49-F238E27FC236}">
                <a16:creationId xmlns:a16="http://schemas.microsoft.com/office/drawing/2014/main" id="{807013D8-8823-505F-09EC-92DACCAFE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4905" y="2567604"/>
            <a:ext cx="6736597" cy="2934294"/>
          </a:xfrm>
          <a:prstGeom prst="rect">
            <a:avLst/>
          </a:prstGeom>
        </p:spPr>
      </p:pic>
      <p:sp>
        <p:nvSpPr>
          <p:cNvPr id="2" name="Title 1"/>
          <p:cNvSpPr>
            <a:spLocks noGrp="1"/>
          </p:cNvSpPr>
          <p:nvPr>
            <p:ph type="title"/>
          </p:nvPr>
        </p:nvSpPr>
        <p:spPr/>
        <p:txBody>
          <a:bodyPr>
            <a:normAutofit fontScale="90000"/>
          </a:bodyPr>
          <a:lstStyle/>
          <a:p>
            <a:r>
              <a:rPr lang="en-GB" dirty="0"/>
              <a:t>Configuration avec Ansible</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272" y="679993"/>
            <a:ext cx="476250" cy="476250"/>
          </a:xfrm>
          <a:prstGeom prst="rect">
            <a:avLst/>
          </a:prstGeom>
        </p:spPr>
      </p:pic>
      <p:sp>
        <p:nvSpPr>
          <p:cNvPr id="10" name="Slide Number Placeholder 9"/>
          <p:cNvSpPr>
            <a:spLocks noGrp="1"/>
          </p:cNvSpPr>
          <p:nvPr>
            <p:ph type="sldNum" sz="quarter" idx="12"/>
          </p:nvPr>
        </p:nvSpPr>
        <p:spPr/>
        <p:txBody>
          <a:bodyPr/>
          <a:lstStyle/>
          <a:p>
            <a:fld id="{AC03623B-441A-4B08-B43E-185D9FF53926}" type="slidenum">
              <a:rPr lang="en-US" smtClean="0"/>
              <a:pPr/>
              <a:t>25</a:t>
            </a:fld>
            <a:endParaRPr lang="en-US"/>
          </a:p>
        </p:txBody>
      </p:sp>
    </p:spTree>
    <p:extLst>
      <p:ext uri="{BB962C8B-B14F-4D97-AF65-F5344CB8AC3E}">
        <p14:creationId xmlns:p14="http://schemas.microsoft.com/office/powerpoint/2010/main" val="303041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208601-5861-7BB7-9B8B-DDDABE480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5370" y="1511086"/>
            <a:ext cx="5112059" cy="2649021"/>
          </a:xfrm>
          <a:prstGeom prst="rect">
            <a:avLst/>
          </a:prstGeom>
        </p:spPr>
      </p:pic>
      <p:pic>
        <p:nvPicPr>
          <p:cNvPr id="9" name="Picture 8">
            <a:extLst>
              <a:ext uri="{FF2B5EF4-FFF2-40B4-BE49-F238E27FC236}">
                <a16:creationId xmlns:a16="http://schemas.microsoft.com/office/drawing/2014/main" id="{6591E0DC-68C9-1EA3-2E97-A7960EB8C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268" y="1511086"/>
            <a:ext cx="3565808" cy="4918744"/>
          </a:xfrm>
          <a:prstGeom prst="rect">
            <a:avLst/>
          </a:prstGeom>
        </p:spPr>
      </p:pic>
      <p:pic>
        <p:nvPicPr>
          <p:cNvPr id="4" name="Picture 3">
            <a:extLst>
              <a:ext uri="{FF2B5EF4-FFF2-40B4-BE49-F238E27FC236}">
                <a16:creationId xmlns:a16="http://schemas.microsoft.com/office/drawing/2014/main" id="{57A6494A-0465-A7BE-C03F-D58CC8FC45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6970" y="4363822"/>
            <a:ext cx="4032859" cy="2277883"/>
          </a:xfrm>
          <a:prstGeom prst="rect">
            <a:avLst/>
          </a:prstGeom>
        </p:spPr>
      </p:pic>
      <p:sp>
        <p:nvSpPr>
          <p:cNvPr id="2" name="Title 1"/>
          <p:cNvSpPr>
            <a:spLocks noGrp="1"/>
          </p:cNvSpPr>
          <p:nvPr>
            <p:ph type="title"/>
          </p:nvPr>
        </p:nvSpPr>
        <p:spPr/>
        <p:txBody>
          <a:bodyPr>
            <a:normAutofit fontScale="90000"/>
          </a:bodyPr>
          <a:lstStyle/>
          <a:p>
            <a:r>
              <a:rPr lang="en-GB" dirty="0"/>
              <a:t>Automatisation avec Jenkins</a:t>
            </a:r>
          </a:p>
        </p:txBody>
      </p:sp>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075" y="656950"/>
            <a:ext cx="476250" cy="476250"/>
          </a:xfrm>
          <a:prstGeom prst="rect">
            <a:avLst/>
          </a:prstGeom>
        </p:spPr>
      </p:pic>
      <p:sp>
        <p:nvSpPr>
          <p:cNvPr id="10" name="Slide Number Placeholder 9"/>
          <p:cNvSpPr>
            <a:spLocks noGrp="1"/>
          </p:cNvSpPr>
          <p:nvPr>
            <p:ph type="sldNum" sz="quarter" idx="12"/>
          </p:nvPr>
        </p:nvSpPr>
        <p:spPr/>
        <p:txBody>
          <a:bodyPr/>
          <a:lstStyle/>
          <a:p>
            <a:fld id="{AC03623B-441A-4B08-B43E-185D9FF53926}" type="slidenum">
              <a:rPr lang="en-US" smtClean="0"/>
              <a:pPr/>
              <a:t>26</a:t>
            </a:fld>
            <a:endParaRPr lang="en-US"/>
          </a:p>
        </p:txBody>
      </p:sp>
    </p:spTree>
    <p:extLst>
      <p:ext uri="{BB962C8B-B14F-4D97-AF65-F5344CB8AC3E}">
        <p14:creationId xmlns:p14="http://schemas.microsoft.com/office/powerpoint/2010/main" val="2394759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8A96CA-A37A-334F-926C-BF5D06A7D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6883" y="5392105"/>
            <a:ext cx="7701860" cy="1137162"/>
          </a:xfrm>
          <a:prstGeom prst="rect">
            <a:avLst/>
          </a:prstGeom>
        </p:spPr>
      </p:pic>
      <p:pic>
        <p:nvPicPr>
          <p:cNvPr id="8" name="Picture 7">
            <a:extLst>
              <a:ext uri="{FF2B5EF4-FFF2-40B4-BE49-F238E27FC236}">
                <a16:creationId xmlns:a16="http://schemas.microsoft.com/office/drawing/2014/main" id="{650C1ED1-6B24-5219-65E2-89849A2C31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6883" y="1543771"/>
            <a:ext cx="7701860" cy="3612399"/>
          </a:xfrm>
          <a:prstGeom prst="rect">
            <a:avLst/>
          </a:prstGeom>
        </p:spPr>
      </p:pic>
      <p:sp>
        <p:nvSpPr>
          <p:cNvPr id="2" name="Title 1"/>
          <p:cNvSpPr>
            <a:spLocks noGrp="1"/>
          </p:cNvSpPr>
          <p:nvPr>
            <p:ph type="title"/>
          </p:nvPr>
        </p:nvSpPr>
        <p:spPr/>
        <p:txBody>
          <a:bodyPr>
            <a:normAutofit fontScale="90000"/>
          </a:bodyPr>
          <a:lstStyle/>
          <a:p>
            <a:r>
              <a:rPr lang="en-GB" dirty="0"/>
              <a:t>Analyse de </a:t>
            </a:r>
            <a:r>
              <a:rPr lang="en-GB" dirty="0" err="1"/>
              <a:t>conformité</a:t>
            </a:r>
            <a:endParaRPr lang="en-GB" dirty="0"/>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3870" y="685978"/>
            <a:ext cx="476250" cy="476250"/>
          </a:xfrm>
          <a:prstGeom prst="rect">
            <a:avLst/>
          </a:prstGeom>
        </p:spPr>
      </p:pic>
      <p:sp>
        <p:nvSpPr>
          <p:cNvPr id="9" name="Slide Number Placeholder 8"/>
          <p:cNvSpPr>
            <a:spLocks noGrp="1"/>
          </p:cNvSpPr>
          <p:nvPr>
            <p:ph type="sldNum" sz="quarter" idx="12"/>
          </p:nvPr>
        </p:nvSpPr>
        <p:spPr/>
        <p:txBody>
          <a:bodyPr/>
          <a:lstStyle/>
          <a:p>
            <a:fld id="{AC03623B-441A-4B08-B43E-185D9FF53926}" type="slidenum">
              <a:rPr lang="en-US" smtClean="0"/>
              <a:pPr/>
              <a:t>27</a:t>
            </a:fld>
            <a:endParaRPr lang="en-US"/>
          </a:p>
        </p:txBody>
      </p:sp>
    </p:spTree>
    <p:extLst>
      <p:ext uri="{BB962C8B-B14F-4D97-AF65-F5344CB8AC3E}">
        <p14:creationId xmlns:p14="http://schemas.microsoft.com/office/powerpoint/2010/main" val="680343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6B33AD-39F0-5B9F-F9B5-B27E4278F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624" y="1445622"/>
            <a:ext cx="6050117" cy="1006505"/>
          </a:xfrm>
          <a:prstGeom prst="rect">
            <a:avLst/>
          </a:prstGeom>
          <a:ln>
            <a:solidFill>
              <a:srgbClr val="00B29C"/>
            </a:solidFill>
          </a:ln>
        </p:spPr>
      </p:pic>
      <p:pic>
        <p:nvPicPr>
          <p:cNvPr id="6" name="Picture 5">
            <a:extLst>
              <a:ext uri="{FF2B5EF4-FFF2-40B4-BE49-F238E27FC236}">
                <a16:creationId xmlns:a16="http://schemas.microsoft.com/office/drawing/2014/main" id="{033FEDA3-3DE2-7C7D-F5E5-102D864016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496" y="2659366"/>
            <a:ext cx="9468623" cy="3988322"/>
          </a:xfrm>
          <a:prstGeom prst="rect">
            <a:avLst/>
          </a:prstGeom>
          <a:ln>
            <a:solidFill>
              <a:srgbClr val="00B29C"/>
            </a:solidFill>
          </a:ln>
        </p:spPr>
      </p:pic>
      <p:pic>
        <p:nvPicPr>
          <p:cNvPr id="8" name="Picture 7">
            <a:extLst>
              <a:ext uri="{FF2B5EF4-FFF2-40B4-BE49-F238E27FC236}">
                <a16:creationId xmlns:a16="http://schemas.microsoft.com/office/drawing/2014/main" id="{ECB2044A-DA23-2C4C-5C5E-79CF10BA43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259" y="1445622"/>
            <a:ext cx="5117429" cy="1006505"/>
          </a:xfrm>
          <a:prstGeom prst="rect">
            <a:avLst/>
          </a:prstGeom>
          <a:ln>
            <a:solidFill>
              <a:srgbClr val="00B29C"/>
            </a:solidFill>
          </a:ln>
        </p:spPr>
      </p:pic>
      <p:sp>
        <p:nvSpPr>
          <p:cNvPr id="9" name="Title 8"/>
          <p:cNvSpPr>
            <a:spLocks noGrp="1"/>
          </p:cNvSpPr>
          <p:nvPr>
            <p:ph type="title"/>
          </p:nvPr>
        </p:nvSpPr>
        <p:spPr>
          <a:xfrm>
            <a:off x="1570120" y="638629"/>
            <a:ext cx="10422308" cy="523599"/>
          </a:xfrm>
        </p:spPr>
        <p:txBody>
          <a:bodyPr>
            <a:noAutofit/>
          </a:bodyPr>
          <a:lstStyle/>
          <a:p>
            <a:r>
              <a:rPr lang="fr-FR" sz="2400" dirty="0"/>
              <a:t>Détection et Réponse d’une attaque brute force par SSH</a:t>
            </a:r>
            <a:endParaRPr lang="en-GB" sz="2400" dirty="0"/>
          </a:p>
        </p:txBody>
      </p:sp>
      <p:pic>
        <p:nvPicPr>
          <p:cNvPr id="11" name="Content Placeholder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2667" y="633273"/>
            <a:ext cx="476250" cy="476250"/>
          </a:xfrm>
          <a:prstGeom prst="rect">
            <a:avLst/>
          </a:prstGeom>
        </p:spPr>
      </p:pic>
      <p:sp>
        <p:nvSpPr>
          <p:cNvPr id="12" name="Slide Number Placeholder 11"/>
          <p:cNvSpPr>
            <a:spLocks noGrp="1"/>
          </p:cNvSpPr>
          <p:nvPr>
            <p:ph type="sldNum" sz="quarter" idx="12"/>
          </p:nvPr>
        </p:nvSpPr>
        <p:spPr/>
        <p:txBody>
          <a:bodyPr/>
          <a:lstStyle/>
          <a:p>
            <a:fld id="{AC03623B-441A-4B08-B43E-185D9FF53926}" type="slidenum">
              <a:rPr lang="en-US" smtClean="0"/>
              <a:pPr/>
              <a:t>28</a:t>
            </a:fld>
            <a:endParaRPr lang="en-US"/>
          </a:p>
        </p:txBody>
      </p:sp>
    </p:spTree>
    <p:extLst>
      <p:ext uri="{BB962C8B-B14F-4D97-AF65-F5344CB8AC3E}">
        <p14:creationId xmlns:p14="http://schemas.microsoft.com/office/powerpoint/2010/main" val="1497543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2B4128-1C8B-F1F4-1E86-54A72B2B7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668" y="1669342"/>
            <a:ext cx="7969332" cy="4586315"/>
          </a:xfrm>
          <a:prstGeom prst="rect">
            <a:avLst/>
          </a:prstGeom>
          <a:ln>
            <a:solidFill>
              <a:srgbClr val="00B29C"/>
            </a:solidFill>
          </a:ln>
        </p:spPr>
      </p:pic>
      <p:sp>
        <p:nvSpPr>
          <p:cNvPr id="2" name="Title 1"/>
          <p:cNvSpPr>
            <a:spLocks noGrp="1"/>
          </p:cNvSpPr>
          <p:nvPr>
            <p:ph type="title"/>
          </p:nvPr>
        </p:nvSpPr>
        <p:spPr>
          <a:xfrm>
            <a:off x="1570120" y="319314"/>
            <a:ext cx="10422308" cy="842914"/>
          </a:xfrm>
        </p:spPr>
        <p:txBody>
          <a:bodyPr>
            <a:noAutofit/>
          </a:bodyPr>
          <a:lstStyle/>
          <a:p>
            <a:r>
              <a:rPr lang="fr-FR" sz="2400" dirty="0"/>
              <a:t>Détection et réponse des logiciels malveillants à l’aide de l’intégration avec VirusTotal</a:t>
            </a:r>
            <a:endParaRPr lang="en-GB" sz="2400" dirty="0"/>
          </a:p>
        </p:txBody>
      </p:sp>
      <p:pic>
        <p:nvPicPr>
          <p:cNvPr id="7" name="Content Placeholder 6"/>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942667" y="488132"/>
            <a:ext cx="476250" cy="476250"/>
          </a:xfrm>
        </p:spPr>
      </p:pic>
      <p:pic>
        <p:nvPicPr>
          <p:cNvPr id="5" name="Picture 4">
            <a:extLst>
              <a:ext uri="{FF2B5EF4-FFF2-40B4-BE49-F238E27FC236}">
                <a16:creationId xmlns:a16="http://schemas.microsoft.com/office/drawing/2014/main" id="{9A6C95C8-42E2-32FB-41E0-CA5D1E50C3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2692" y="1162228"/>
            <a:ext cx="4663095" cy="1147509"/>
          </a:xfrm>
          <a:prstGeom prst="rect">
            <a:avLst/>
          </a:prstGeom>
        </p:spPr>
      </p:pic>
      <p:sp>
        <p:nvSpPr>
          <p:cNvPr id="8" name="Slide Number Placeholder 7"/>
          <p:cNvSpPr>
            <a:spLocks noGrp="1"/>
          </p:cNvSpPr>
          <p:nvPr>
            <p:ph type="sldNum" sz="quarter" idx="12"/>
          </p:nvPr>
        </p:nvSpPr>
        <p:spPr/>
        <p:txBody>
          <a:bodyPr/>
          <a:lstStyle/>
          <a:p>
            <a:fld id="{AC03623B-441A-4B08-B43E-185D9FF53926}" type="slidenum">
              <a:rPr lang="en-US" smtClean="0"/>
              <a:pPr/>
              <a:t>29</a:t>
            </a:fld>
            <a:endParaRPr lang="en-US"/>
          </a:p>
        </p:txBody>
      </p:sp>
    </p:spTree>
    <p:extLst>
      <p:ext uri="{BB962C8B-B14F-4D97-AF65-F5344CB8AC3E}">
        <p14:creationId xmlns:p14="http://schemas.microsoft.com/office/powerpoint/2010/main" val="697210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Plan</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6306" y="649480"/>
            <a:ext cx="476250" cy="476250"/>
          </a:xfrm>
        </p:spPr>
      </p:pic>
      <p:sp>
        <p:nvSpPr>
          <p:cNvPr id="8" name="Slide Number Placeholder 7"/>
          <p:cNvSpPr>
            <a:spLocks noGrp="1"/>
          </p:cNvSpPr>
          <p:nvPr>
            <p:ph type="sldNum" sz="quarter" idx="12"/>
          </p:nvPr>
        </p:nvSpPr>
        <p:spPr/>
        <p:txBody>
          <a:bodyPr/>
          <a:lstStyle/>
          <a:p>
            <a:fld id="{AC03623B-441A-4B08-B43E-185D9FF53926}" type="slidenum">
              <a:rPr lang="en-US" smtClean="0"/>
              <a:pPr/>
              <a:t>30</a:t>
            </a:fld>
            <a:endParaRPr lang="en-US"/>
          </a:p>
        </p:txBody>
      </p:sp>
      <p:grpSp>
        <p:nvGrpSpPr>
          <p:cNvPr id="28" name="Group 27"/>
          <p:cNvGrpSpPr/>
          <p:nvPr/>
        </p:nvGrpSpPr>
        <p:grpSpPr>
          <a:xfrm>
            <a:off x="1064403" y="2311398"/>
            <a:ext cx="10083029" cy="1773420"/>
            <a:chOff x="1164431" y="2190721"/>
            <a:chExt cx="10083029" cy="1773420"/>
          </a:xfrm>
        </p:grpSpPr>
        <p:cxnSp>
          <p:nvCxnSpPr>
            <p:cNvPr id="19" name="Straight Connector 18"/>
            <p:cNvCxnSpPr/>
            <p:nvPr/>
          </p:nvCxnSpPr>
          <p:spPr>
            <a:xfrm>
              <a:off x="1570120" y="2647948"/>
              <a:ext cx="8236577" cy="0"/>
            </a:xfrm>
            <a:prstGeom prst="line">
              <a:avLst/>
            </a:prstGeom>
            <a:ln w="28575">
              <a:solidFill>
                <a:srgbClr val="9DDDDD"/>
              </a:solidFill>
              <a:prstDash val="dash"/>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Oval 43"/>
            <p:cNvSpPr/>
            <p:nvPr/>
          </p:nvSpPr>
          <p:spPr>
            <a:xfrm>
              <a:off x="315754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Oval 47"/>
            <p:cNvSpPr/>
            <p:nvPr/>
          </p:nvSpPr>
          <p:spPr>
            <a:xfrm>
              <a:off x="5150651"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Oval 51"/>
            <p:cNvSpPr/>
            <p:nvPr/>
          </p:nvSpPr>
          <p:spPr>
            <a:xfrm>
              <a:off x="7281858" y="2190721"/>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5" name="Group 54"/>
            <p:cNvGrpSpPr/>
            <p:nvPr/>
          </p:nvGrpSpPr>
          <p:grpSpPr>
            <a:xfrm>
              <a:off x="9258310" y="2241548"/>
              <a:ext cx="1989150" cy="1722593"/>
              <a:chOff x="1164431" y="2241548"/>
              <a:chExt cx="1989150" cy="1722593"/>
            </a:xfrm>
          </p:grpSpPr>
          <p:sp>
            <p:nvSpPr>
              <p:cNvPr id="56" name="Oval 55"/>
              <p:cNvSpPr/>
              <p:nvPr/>
            </p:nvSpPr>
            <p:spPr>
              <a:xfrm>
                <a:off x="1164431" y="2241548"/>
                <a:ext cx="812800" cy="812800"/>
              </a:xfrm>
              <a:prstGeom prst="ellipse">
                <a:avLst/>
              </a:prstGeom>
              <a:solidFill>
                <a:srgbClr val="9BD8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Isosceles Triangle 56"/>
              <p:cNvSpPr/>
              <p:nvPr/>
            </p:nvSpPr>
            <p:spPr>
              <a:xfrm rot="5400000">
                <a:off x="1171458" y="3424047"/>
                <a:ext cx="189593" cy="163442"/>
              </a:xfrm>
              <a:prstGeom prst="triangle">
                <a:avLst/>
              </a:prstGeom>
              <a:solidFill>
                <a:srgbClr val="42B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p:cNvSpPr/>
              <p:nvPr/>
            </p:nvSpPr>
            <p:spPr>
              <a:xfrm>
                <a:off x="1322631" y="3317810"/>
                <a:ext cx="1830950" cy="646331"/>
              </a:xfrm>
              <a:prstGeom prst="rect">
                <a:avLst/>
              </a:prstGeom>
            </p:spPr>
            <p:txBody>
              <a:bodyPr wrap="none">
                <a:spAutoFit/>
              </a:bodyPr>
              <a:lstStyle/>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Conclusion</a:t>
                </a:r>
              </a:p>
              <a:p>
                <a:pPr>
                  <a:defRPr/>
                </a:pPr>
                <a:r>
                  <a:rPr lang="fr-FR" b="1" noProof="1">
                    <a:solidFill>
                      <a:schemeClr val="tx1">
                        <a:lumMod val="75000"/>
                        <a:lumOff val="25000"/>
                      </a:schemeClr>
                    </a:solidFill>
                    <a:latin typeface="Bahnschrift" panose="020B0502040204020203" pitchFamily="34" charset="0"/>
                    <a:cs typeface="Poppins" panose="00000500000000000000" pitchFamily="2" charset="0"/>
                  </a:rPr>
                  <a:t>et perspectives </a:t>
                </a:r>
              </a:p>
            </p:txBody>
          </p:sp>
        </p:grpSp>
      </p:grpSp>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4298" y="2487999"/>
            <a:ext cx="476250" cy="47625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105" y="2483146"/>
            <a:ext cx="476250" cy="476250"/>
          </a:xfrm>
          <a:prstGeom prst="rect">
            <a:avLst/>
          </a:prstGeom>
        </p:spPr>
      </p:pic>
      <p:pic>
        <p:nvPicPr>
          <p:cNvPr id="60" name="Picture 5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9127" y="2518206"/>
            <a:ext cx="476250" cy="476250"/>
          </a:xfrm>
          <a:prstGeom prst="rect">
            <a:avLst/>
          </a:prstGeom>
        </p:spPr>
      </p:pic>
      <p:pic>
        <p:nvPicPr>
          <p:cNvPr id="61" name="Picture 6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0566" y="2500699"/>
            <a:ext cx="476250" cy="476250"/>
          </a:xfrm>
          <a:prstGeom prst="rect">
            <a:avLst/>
          </a:prstGeom>
        </p:spPr>
      </p:pic>
      <p:pic>
        <p:nvPicPr>
          <p:cNvPr id="62" name="Picture 6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34266" y="2530500"/>
            <a:ext cx="476250" cy="476250"/>
          </a:xfrm>
          <a:prstGeom prst="rect">
            <a:avLst/>
          </a:prstGeom>
        </p:spPr>
      </p:pic>
    </p:spTree>
    <p:extLst>
      <p:ext uri="{BB962C8B-B14F-4D97-AF65-F5344CB8AC3E}">
        <p14:creationId xmlns:p14="http://schemas.microsoft.com/office/powerpoint/2010/main" val="1785913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pa-robotic-process-automation.gif.pagespeed.ce.pYfraY_2na | ESDS BLOG"/>
          <p:cNvPicPr>
            <a:picLocks noChangeAspect="1" noChangeArrowheads="1" noCrop="1"/>
          </p:cNvPicPr>
          <p:nvPr/>
        </p:nvPicPr>
        <p:blipFill>
          <a:blip r:embed="rId3"/>
          <a:srcRect/>
          <a:stretch>
            <a:fillRect/>
          </a:stretch>
        </p:blipFill>
        <p:spPr bwMode="auto">
          <a:xfrm>
            <a:off x="3636644" y="1162228"/>
            <a:ext cx="4572000" cy="4572000"/>
          </a:xfrm>
          <a:prstGeom prst="rect">
            <a:avLst/>
          </a:prstGeom>
          <a:noFill/>
        </p:spPr>
      </p:pic>
      <p:sp>
        <p:nvSpPr>
          <p:cNvPr id="13" name="Titre 4"/>
          <p:cNvSpPr txBox="1">
            <a:spLocks/>
          </p:cNvSpPr>
          <p:nvPr/>
        </p:nvSpPr>
        <p:spPr>
          <a:xfrm>
            <a:off x="1347145" y="3931176"/>
            <a:ext cx="2512475" cy="640445"/>
          </a:xfrm>
          <a:prstGeom prst="rect">
            <a:avLst/>
          </a:prstGeom>
        </p:spPr>
        <p:txBody>
          <a:bodyPr vert="horz" lIns="91440" tIns="45720" rIns="91440" bIns="45720" rtlCol="0" anchor="t">
            <a:normAutofit fontScale="92500"/>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a:ln>
                  <a:noFill/>
                </a:ln>
                <a:solidFill>
                  <a:schemeClr val="tx1">
                    <a:lumMod val="85000"/>
                    <a:lumOff val="15000"/>
                  </a:schemeClr>
                </a:solidFill>
                <a:effectLst/>
                <a:uLnTx/>
                <a:uFillTx/>
                <a:latin typeface="Bahnschrift" panose="020B0502040204020203" pitchFamily="34" charset="0"/>
                <a:ea typeface="+mj-ea"/>
                <a:cs typeface="Arial" panose="020B0604020202020204" pitchFamily="34" charset="0"/>
              </a:rPr>
              <a:t>Performance</a:t>
            </a:r>
          </a:p>
        </p:txBody>
      </p:sp>
      <p:sp>
        <p:nvSpPr>
          <p:cNvPr id="17" name="Titre 4"/>
          <p:cNvSpPr txBox="1">
            <a:spLocks/>
          </p:cNvSpPr>
          <p:nvPr/>
        </p:nvSpPr>
        <p:spPr>
          <a:xfrm>
            <a:off x="7946961" y="3931175"/>
            <a:ext cx="3730689" cy="640445"/>
          </a:xfrm>
          <a:prstGeom prst="rect">
            <a:avLst/>
          </a:prstGeom>
        </p:spPr>
        <p:txBody>
          <a:bodyPr vert="horz" lIns="91440" tIns="45720" rIns="91440" bIns="45720" rtlCol="0" anchor="t">
            <a:noAutofit/>
          </a:bodyPr>
          <a:lstStyle/>
          <a:p>
            <a:pPr>
              <a:spcBef>
                <a:spcPct val="0"/>
              </a:spcBef>
            </a:pPr>
            <a:r>
              <a:rPr lang="en-US" sz="3200" b="1" dirty="0" err="1">
                <a:solidFill>
                  <a:schemeClr val="tx1">
                    <a:lumMod val="85000"/>
                    <a:lumOff val="15000"/>
                  </a:schemeClr>
                </a:solidFill>
                <a:latin typeface="Bahnschrift" panose="020B0502040204020203" pitchFamily="34" charset="0"/>
                <a:ea typeface="+mj-ea"/>
                <a:cs typeface="Arial" panose="020B0604020202020204" pitchFamily="34" charset="0"/>
              </a:rPr>
              <a:t>Réponse</a:t>
            </a:r>
            <a:r>
              <a:rPr lang="en-US" sz="3200" b="1" dirty="0">
                <a:solidFill>
                  <a:schemeClr val="tx1">
                    <a:lumMod val="85000"/>
                    <a:lumOff val="15000"/>
                  </a:schemeClr>
                </a:solidFill>
                <a:latin typeface="Bahnschrift" panose="020B0502040204020203" pitchFamily="34" charset="0"/>
                <a:ea typeface="+mj-ea"/>
                <a:cs typeface="Arial" panose="020B0604020202020204" pitchFamily="34" charset="0"/>
              </a:rPr>
              <a:t> Rapide</a:t>
            </a:r>
          </a:p>
        </p:txBody>
      </p:sp>
      <p:sp>
        <p:nvSpPr>
          <p:cNvPr id="3" name="Title 2"/>
          <p:cNvSpPr>
            <a:spLocks noGrp="1"/>
          </p:cNvSpPr>
          <p:nvPr>
            <p:ph type="title"/>
          </p:nvPr>
        </p:nvSpPr>
        <p:spPr/>
        <p:txBody>
          <a:bodyPr>
            <a:normAutofit fontScale="90000"/>
          </a:bodyPr>
          <a:lstStyle/>
          <a:p>
            <a:r>
              <a:rPr lang="en-GB" dirty="0"/>
              <a:t>Conclusion</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661" y="685978"/>
            <a:ext cx="476250" cy="476250"/>
          </a:xfrm>
          <a:prstGeom prst="rect">
            <a:avLst/>
          </a:prstGeom>
        </p:spPr>
      </p:pic>
      <p:sp>
        <p:nvSpPr>
          <p:cNvPr id="8" name="Slide Number Placeholder 7"/>
          <p:cNvSpPr>
            <a:spLocks noGrp="1"/>
          </p:cNvSpPr>
          <p:nvPr>
            <p:ph type="sldNum" sz="quarter" idx="12"/>
          </p:nvPr>
        </p:nvSpPr>
        <p:spPr/>
        <p:txBody>
          <a:bodyPr/>
          <a:lstStyle/>
          <a:p>
            <a:fld id="{AC03623B-441A-4B08-B43E-185D9FF53926}" type="slidenum">
              <a:rPr lang="en-US" smtClean="0"/>
              <a:pPr/>
              <a:t>31</a:t>
            </a:fld>
            <a:endParaRPr lang="en-US"/>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0907" y="2367051"/>
            <a:ext cx="1371600" cy="1371600"/>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56077" y="2367051"/>
            <a:ext cx="1371600" cy="1371600"/>
          </a:xfrm>
          <a:prstGeom prst="rect">
            <a:avLst/>
          </a:prstGeom>
        </p:spPr>
      </p:pic>
      <p:sp>
        <p:nvSpPr>
          <p:cNvPr id="2" name="Titre 4">
            <a:extLst>
              <a:ext uri="{FF2B5EF4-FFF2-40B4-BE49-F238E27FC236}">
                <a16:creationId xmlns:a16="http://schemas.microsoft.com/office/drawing/2014/main" id="{CC0AF981-1DA9-D57B-B6F3-0C1B1AFB979C}"/>
              </a:ext>
            </a:extLst>
          </p:cNvPr>
          <p:cNvSpPr txBox="1">
            <a:spLocks/>
          </p:cNvSpPr>
          <p:nvPr/>
        </p:nvSpPr>
        <p:spPr>
          <a:xfrm>
            <a:off x="4839762" y="4938341"/>
            <a:ext cx="2512475" cy="640445"/>
          </a:xfrm>
          <a:prstGeom prst="rect">
            <a:avLst/>
          </a:prstGeom>
        </p:spPr>
        <p:txBody>
          <a:bodyPr vert="horz" lIns="91440" tIns="45720" rIns="91440" bIns="45720" rtlCol="0" anchor="t">
            <a:normAutofit fontScale="85000" lnSpcReduction="10000"/>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fr-FR" sz="3200" b="1" i="0" u="none" strike="noStrike" kern="1200" cap="none" spc="0" normalizeH="0" baseline="0" noProof="0" dirty="0">
                <a:ln>
                  <a:noFill/>
                </a:ln>
                <a:solidFill>
                  <a:schemeClr val="tx1">
                    <a:lumMod val="85000"/>
                    <a:lumOff val="15000"/>
                  </a:schemeClr>
                </a:solidFill>
                <a:effectLst/>
                <a:uLnTx/>
                <a:uFillTx/>
                <a:latin typeface="Bahnschrift" panose="020B0502040204020203" pitchFamily="34" charset="0"/>
                <a:ea typeface="+mj-ea"/>
                <a:cs typeface="Arial" panose="020B0604020202020204" pitchFamily="34" charset="0"/>
              </a:rPr>
              <a:t>Automatisation</a:t>
            </a:r>
          </a:p>
        </p:txBody>
      </p:sp>
    </p:spTree>
    <p:extLst>
      <p:ext uri="{BB962C8B-B14F-4D97-AF65-F5344CB8AC3E}">
        <p14:creationId xmlns:p14="http://schemas.microsoft.com/office/powerpoint/2010/main" val="71321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1000"/>
                                        <p:tgtEl>
                                          <p:spTgt spid="6146"/>
                                        </p:tgtEl>
                                      </p:cBhvr>
                                    </p:animEffect>
                                    <p:anim calcmode="lin" valueType="num">
                                      <p:cBhvr>
                                        <p:cTn id="8" dur="1000" fill="hold"/>
                                        <p:tgtEl>
                                          <p:spTgt spid="6146"/>
                                        </p:tgtEl>
                                        <p:attrNameLst>
                                          <p:attrName>ppt_x</p:attrName>
                                        </p:attrNameLst>
                                      </p:cBhvr>
                                      <p:tavLst>
                                        <p:tav tm="0">
                                          <p:val>
                                            <p:strVal val="#ppt_x"/>
                                          </p:val>
                                        </p:tav>
                                        <p:tav tm="100000">
                                          <p:val>
                                            <p:strVal val="#ppt_x"/>
                                          </p:val>
                                        </p:tav>
                                      </p:tavLst>
                                    </p:anim>
                                    <p:anim calcmode="lin" valueType="num">
                                      <p:cBhvr>
                                        <p:cTn id="9" dur="900" decel="100000" fill="hold"/>
                                        <p:tgtEl>
                                          <p:spTgt spid="614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146"/>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900" decel="100000" fill="hold"/>
                                        <p:tgtEl>
                                          <p:spTgt spid="13"/>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900" decel="100000" fill="hold"/>
                                        <p:tgtEl>
                                          <p:spTgt spid="1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anim calcmode="lin" valueType="num">
                                      <p:cBhvr>
                                        <p:cTn id="26" dur="1000" fill="hold"/>
                                        <p:tgtEl>
                                          <p:spTgt spid="2"/>
                                        </p:tgtEl>
                                        <p:attrNameLst>
                                          <p:attrName>ppt_x</p:attrName>
                                        </p:attrNameLst>
                                      </p:cBhvr>
                                      <p:tavLst>
                                        <p:tav tm="0">
                                          <p:val>
                                            <p:strVal val="#ppt_x"/>
                                          </p:val>
                                        </p:tav>
                                        <p:tav tm="100000">
                                          <p:val>
                                            <p:strVal val="#ppt_x"/>
                                          </p:val>
                                        </p:tav>
                                      </p:tavLst>
                                    </p:anim>
                                    <p:anim calcmode="lin" valueType="num">
                                      <p:cBhvr>
                                        <p:cTn id="27" dur="900" decel="100000" fill="hold"/>
                                        <p:tgtEl>
                                          <p:spTgt spid="2"/>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Perspectives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046" y="663994"/>
            <a:ext cx="476250" cy="476250"/>
          </a:xfrm>
          <a:prstGeom prst="rect">
            <a:avLst/>
          </a:prstGeom>
        </p:spPr>
      </p:pic>
      <p:sp>
        <p:nvSpPr>
          <p:cNvPr id="7" name="Slide Number Placeholder 6"/>
          <p:cNvSpPr>
            <a:spLocks noGrp="1"/>
          </p:cNvSpPr>
          <p:nvPr>
            <p:ph type="sldNum" sz="quarter" idx="12"/>
          </p:nvPr>
        </p:nvSpPr>
        <p:spPr/>
        <p:txBody>
          <a:bodyPr/>
          <a:lstStyle/>
          <a:p>
            <a:fld id="{AC03623B-441A-4B08-B43E-185D9FF53926}" type="slidenum">
              <a:rPr lang="en-US" smtClean="0"/>
              <a:pPr/>
              <a:t>32</a:t>
            </a:fld>
            <a:endParaRPr lang="en-US"/>
          </a:p>
        </p:txBody>
      </p:sp>
      <p:grpSp>
        <p:nvGrpSpPr>
          <p:cNvPr id="3" name="Group 2">
            <a:extLst>
              <a:ext uri="{FF2B5EF4-FFF2-40B4-BE49-F238E27FC236}">
                <a16:creationId xmlns:a16="http://schemas.microsoft.com/office/drawing/2014/main" id="{A81950AF-1B5A-ED0A-72B2-FE737A7E15EF}"/>
              </a:ext>
            </a:extLst>
          </p:cNvPr>
          <p:cNvGrpSpPr/>
          <p:nvPr/>
        </p:nvGrpSpPr>
        <p:grpSpPr>
          <a:xfrm>
            <a:off x="1845197" y="1398492"/>
            <a:ext cx="10147231" cy="4468884"/>
            <a:chOff x="-153054" y="1601833"/>
            <a:chExt cx="11049430" cy="4900475"/>
          </a:xfrm>
        </p:grpSpPr>
        <p:sp>
          <p:nvSpPr>
            <p:cNvPr id="12" name="Freeform: Shape 11">
              <a:extLst>
                <a:ext uri="{FF2B5EF4-FFF2-40B4-BE49-F238E27FC236}">
                  <a16:creationId xmlns:a16="http://schemas.microsoft.com/office/drawing/2014/main" id="{788C2F88-08BA-8961-6483-AB3A4F35CD4E}"/>
                </a:ext>
              </a:extLst>
            </p:cNvPr>
            <p:cNvSpPr/>
            <p:nvPr/>
          </p:nvSpPr>
          <p:spPr>
            <a:xfrm>
              <a:off x="9423954" y="1601833"/>
              <a:ext cx="1472422" cy="1321738"/>
            </a:xfrm>
            <a:custGeom>
              <a:avLst/>
              <a:gdLst>
                <a:gd name="connsiteX0" fmla="*/ -200 w 1168214"/>
                <a:gd name="connsiteY0" fmla="*/ -304 h 1545857"/>
                <a:gd name="connsiteX1" fmla="*/ -200 w 1168214"/>
                <a:gd name="connsiteY1" fmla="*/ 1329410 h 1545857"/>
                <a:gd name="connsiteX2" fmla="*/ 583908 w 1168214"/>
                <a:gd name="connsiteY2" fmla="*/ 1545553 h 1545857"/>
                <a:gd name="connsiteX3" fmla="*/ 1168015 w 1168214"/>
                <a:gd name="connsiteY3" fmla="*/ 1329410 h 1545857"/>
                <a:gd name="connsiteX4" fmla="*/ 1168015 w 1168214"/>
                <a:gd name="connsiteY4" fmla="*/ -304 h 1545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214" h="1545857">
                  <a:moveTo>
                    <a:pt x="-200" y="-304"/>
                  </a:moveTo>
                  <a:lnTo>
                    <a:pt x="-200" y="1329410"/>
                  </a:lnTo>
                  <a:cubicBezTo>
                    <a:pt x="-200" y="1448806"/>
                    <a:pt x="261305" y="1545553"/>
                    <a:pt x="583908" y="1545553"/>
                  </a:cubicBezTo>
                  <a:cubicBezTo>
                    <a:pt x="906510" y="1545553"/>
                    <a:pt x="1168015" y="1448806"/>
                    <a:pt x="1168015" y="1329410"/>
                  </a:cubicBezTo>
                  <a:lnTo>
                    <a:pt x="1168015" y="-304"/>
                  </a:lnTo>
                  <a:close/>
                </a:path>
              </a:pathLst>
            </a:custGeom>
            <a:gradFill>
              <a:gsLst>
                <a:gs pos="0">
                  <a:srgbClr val="FFFFFF">
                    <a:alpha val="16000"/>
                  </a:srgbClr>
                </a:gs>
                <a:gs pos="50000">
                  <a:srgbClr val="FFFFFF"/>
                </a:gs>
                <a:gs pos="100000">
                  <a:srgbClr val="FFFFFF"/>
                </a:gs>
              </a:gsLst>
              <a:lin ang="16200000" scaled="1"/>
            </a:gradFill>
            <a:ln w="3289" cap="flat">
              <a:noFill/>
              <a:prstDash val="solid"/>
              <a:miter/>
            </a:ln>
          </p:spPr>
          <p:txBody>
            <a:bodyPr rtlCol="0" anchor="ctr"/>
            <a:lstStyle/>
            <a:p>
              <a:endParaRPr lang="en-US"/>
            </a:p>
          </p:txBody>
        </p:sp>
        <p:grpSp>
          <p:nvGrpSpPr>
            <p:cNvPr id="23" name="Group 22">
              <a:extLst>
                <a:ext uri="{FF2B5EF4-FFF2-40B4-BE49-F238E27FC236}">
                  <a16:creationId xmlns:a16="http://schemas.microsoft.com/office/drawing/2014/main" id="{60FDFBE1-188E-DEAF-34E2-A1FBA8F6BDCD}"/>
                </a:ext>
              </a:extLst>
            </p:cNvPr>
            <p:cNvGrpSpPr/>
            <p:nvPr/>
          </p:nvGrpSpPr>
          <p:grpSpPr>
            <a:xfrm>
              <a:off x="1853643" y="5016893"/>
              <a:ext cx="167206" cy="409596"/>
              <a:chOff x="1399946" y="5200188"/>
              <a:chExt cx="146215" cy="358175"/>
            </a:xfrm>
            <a:solidFill>
              <a:schemeClr val="tx1"/>
            </a:solidFill>
          </p:grpSpPr>
          <p:sp>
            <p:nvSpPr>
              <p:cNvPr id="42" name="Freeform: Shape 41">
                <a:extLst>
                  <a:ext uri="{FF2B5EF4-FFF2-40B4-BE49-F238E27FC236}">
                    <a16:creationId xmlns:a16="http://schemas.microsoft.com/office/drawing/2014/main" id="{11490445-C518-6750-41EE-E6D6DBDA2217}"/>
                  </a:ext>
                </a:extLst>
              </p:cNvPr>
              <p:cNvSpPr/>
              <p:nvPr/>
            </p:nvSpPr>
            <p:spPr>
              <a:xfrm>
                <a:off x="1473054" y="5200188"/>
                <a:ext cx="3627" cy="240330"/>
              </a:xfrm>
              <a:custGeom>
                <a:avLst/>
                <a:gdLst>
                  <a:gd name="connsiteX0" fmla="*/ 0 w 3291"/>
                  <a:gd name="connsiteY0" fmla="*/ 0 h 218052"/>
                  <a:gd name="connsiteX1" fmla="*/ 0 w 3291"/>
                  <a:gd name="connsiteY1" fmla="*/ 218053 h 218052"/>
                </a:gdLst>
                <a:ahLst/>
                <a:cxnLst>
                  <a:cxn ang="0">
                    <a:pos x="connsiteX0" y="connsiteY0"/>
                  </a:cxn>
                  <a:cxn ang="0">
                    <a:pos x="connsiteX1" y="connsiteY1"/>
                  </a:cxn>
                </a:cxnLst>
                <a:rect l="l" t="t" r="r" b="b"/>
                <a:pathLst>
                  <a:path w="3291" h="218052">
                    <a:moveTo>
                      <a:pt x="0" y="0"/>
                    </a:moveTo>
                    <a:lnTo>
                      <a:pt x="0" y="218053"/>
                    </a:lnTo>
                  </a:path>
                </a:pathLst>
              </a:custGeom>
              <a:grpFill/>
              <a:ln w="17892" cap="flat">
                <a:solidFill>
                  <a:srgbClr val="231F20"/>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4F2F4C6-F203-7474-BDB1-F5E57C9A4CD9}"/>
                  </a:ext>
                </a:extLst>
              </p:cNvPr>
              <p:cNvSpPr/>
              <p:nvPr/>
            </p:nvSpPr>
            <p:spPr>
              <a:xfrm>
                <a:off x="1399946" y="5385081"/>
                <a:ext cx="146215" cy="173282"/>
              </a:xfrm>
              <a:custGeom>
                <a:avLst/>
                <a:gdLst>
                  <a:gd name="connsiteX0" fmla="*/ 0 w 132661"/>
                  <a:gd name="connsiteY0" fmla="*/ 0 h 157219"/>
                  <a:gd name="connsiteX1" fmla="*/ 66331 w 132661"/>
                  <a:gd name="connsiteY1" fmla="*/ 28178 h 157219"/>
                  <a:gd name="connsiteX2" fmla="*/ 132662 w 132661"/>
                  <a:gd name="connsiteY2" fmla="*/ 0 h 157219"/>
                  <a:gd name="connsiteX3" fmla="*/ 66331 w 132661"/>
                  <a:gd name="connsiteY3" fmla="*/ 157219 h 157219"/>
                  <a:gd name="connsiteX4" fmla="*/ 0 w 132661"/>
                  <a:gd name="connsiteY4" fmla="*/ 0 h 15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661" h="157219">
                    <a:moveTo>
                      <a:pt x="0" y="0"/>
                    </a:moveTo>
                    <a:lnTo>
                      <a:pt x="66331" y="28178"/>
                    </a:lnTo>
                    <a:lnTo>
                      <a:pt x="132662" y="0"/>
                    </a:lnTo>
                    <a:lnTo>
                      <a:pt x="66331" y="157219"/>
                    </a:lnTo>
                    <a:lnTo>
                      <a:pt x="0" y="0"/>
                    </a:lnTo>
                    <a:close/>
                  </a:path>
                </a:pathLst>
              </a:custGeom>
              <a:grpFill/>
              <a:ln w="3289"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09A19133-CCF3-81E6-AD62-14C5DB4CE1E2}"/>
                </a:ext>
              </a:extLst>
            </p:cNvPr>
            <p:cNvSpPr/>
            <p:nvPr/>
          </p:nvSpPr>
          <p:spPr>
            <a:xfrm>
              <a:off x="1091582" y="4190149"/>
              <a:ext cx="1794597" cy="846120"/>
            </a:xfrm>
            <a:custGeom>
              <a:avLst/>
              <a:gdLst>
                <a:gd name="connsiteX0" fmla="*/ -200 w 1423827"/>
                <a:gd name="connsiteY0" fmla="*/ -304 h 671309"/>
                <a:gd name="connsiteX1" fmla="*/ -200 w 1423827"/>
                <a:gd name="connsiteY1" fmla="*/ 423457 h 671309"/>
                <a:gd name="connsiteX2" fmla="*/ 1117 w 1423827"/>
                <a:gd name="connsiteY2" fmla="*/ 423457 h 671309"/>
                <a:gd name="connsiteX3" fmla="*/ 711731 w 1423827"/>
                <a:gd name="connsiteY3" fmla="*/ 671005 h 671309"/>
                <a:gd name="connsiteX4" fmla="*/ 1422311 w 1423827"/>
                <a:gd name="connsiteY4" fmla="*/ 423457 h 671309"/>
                <a:gd name="connsiteX5" fmla="*/ 1423628 w 1423827"/>
                <a:gd name="connsiteY5" fmla="*/ 423457 h 671309"/>
                <a:gd name="connsiteX6" fmla="*/ 1423628 w 1423827"/>
                <a:gd name="connsiteY6" fmla="*/ -304 h 67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3827" h="671309">
                  <a:moveTo>
                    <a:pt x="-200" y="-304"/>
                  </a:moveTo>
                  <a:lnTo>
                    <a:pt x="-200" y="423457"/>
                  </a:lnTo>
                  <a:lnTo>
                    <a:pt x="1117" y="423457"/>
                  </a:lnTo>
                  <a:cubicBezTo>
                    <a:pt x="23337" y="561716"/>
                    <a:pt x="332936" y="671005"/>
                    <a:pt x="711731" y="671005"/>
                  </a:cubicBezTo>
                  <a:cubicBezTo>
                    <a:pt x="1090525" y="671005"/>
                    <a:pt x="1400091" y="561551"/>
                    <a:pt x="1422311" y="423457"/>
                  </a:cubicBezTo>
                  <a:lnTo>
                    <a:pt x="1423628" y="423457"/>
                  </a:lnTo>
                  <a:lnTo>
                    <a:pt x="1423628" y="-304"/>
                  </a:lnTo>
                  <a:close/>
                </a:path>
              </a:pathLst>
            </a:custGeom>
            <a:gradFill flip="none" rotWithShape="1">
              <a:gsLst>
                <a:gs pos="0">
                  <a:schemeClr val="accent1"/>
                </a:gs>
                <a:gs pos="100000">
                  <a:schemeClr val="accent5"/>
                </a:gs>
              </a:gsLst>
              <a:lin ang="0" scaled="1"/>
              <a:tileRect/>
            </a:gradFill>
            <a:ln w="3289"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9D5CD3B-2873-14EC-763B-09B48B949819}"/>
                </a:ext>
              </a:extLst>
            </p:cNvPr>
            <p:cNvSpPr/>
            <p:nvPr/>
          </p:nvSpPr>
          <p:spPr>
            <a:xfrm>
              <a:off x="1091584" y="3877143"/>
              <a:ext cx="1794638" cy="664099"/>
            </a:xfrm>
            <a:custGeom>
              <a:avLst/>
              <a:gdLst>
                <a:gd name="connsiteX0" fmla="*/ 1423860 w 1423860"/>
                <a:gd name="connsiteY0" fmla="*/ 263448 h 526894"/>
                <a:gd name="connsiteX1" fmla="*/ 711930 w 1423860"/>
                <a:gd name="connsiteY1" fmla="*/ 526895 h 526894"/>
                <a:gd name="connsiteX2" fmla="*/ 0 w 1423860"/>
                <a:gd name="connsiteY2" fmla="*/ 263448 h 526894"/>
                <a:gd name="connsiteX3" fmla="*/ 711930 w 1423860"/>
                <a:gd name="connsiteY3" fmla="*/ 0 h 526894"/>
                <a:gd name="connsiteX4" fmla="*/ 1423860 w 1423860"/>
                <a:gd name="connsiteY4" fmla="*/ 263448 h 52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860" h="526894">
                  <a:moveTo>
                    <a:pt x="1423860" y="263448"/>
                  </a:moveTo>
                  <a:cubicBezTo>
                    <a:pt x="1423860" y="408946"/>
                    <a:pt x="1105119" y="526895"/>
                    <a:pt x="711930" y="526895"/>
                  </a:cubicBezTo>
                  <a:cubicBezTo>
                    <a:pt x="318742" y="526895"/>
                    <a:pt x="0" y="408946"/>
                    <a:pt x="0" y="263448"/>
                  </a:cubicBezTo>
                  <a:cubicBezTo>
                    <a:pt x="0" y="117949"/>
                    <a:pt x="318742" y="0"/>
                    <a:pt x="711930" y="0"/>
                  </a:cubicBezTo>
                  <a:cubicBezTo>
                    <a:pt x="1105118" y="0"/>
                    <a:pt x="1423860" y="117949"/>
                    <a:pt x="1423860" y="263448"/>
                  </a:cubicBezTo>
                  <a:close/>
                </a:path>
              </a:pathLst>
            </a:custGeom>
            <a:gradFill flip="none" rotWithShape="1">
              <a:gsLst>
                <a:gs pos="0">
                  <a:schemeClr val="accent1"/>
                </a:gs>
                <a:gs pos="100000">
                  <a:schemeClr val="accent5"/>
                </a:gs>
              </a:gsLst>
              <a:lin ang="0" scaled="1"/>
              <a:tileRect/>
            </a:gradFill>
            <a:ln w="32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Freeform: Shape 25">
              <a:extLst>
                <a:ext uri="{FF2B5EF4-FFF2-40B4-BE49-F238E27FC236}">
                  <a16:creationId xmlns:a16="http://schemas.microsoft.com/office/drawing/2014/main" id="{B7DB4CE5-C94A-5C5C-C472-641E471A514F}"/>
                </a:ext>
              </a:extLst>
            </p:cNvPr>
            <p:cNvSpPr/>
            <p:nvPr/>
          </p:nvSpPr>
          <p:spPr>
            <a:xfrm>
              <a:off x="1252690" y="2865701"/>
              <a:ext cx="1472422" cy="1321738"/>
            </a:xfrm>
            <a:custGeom>
              <a:avLst/>
              <a:gdLst>
                <a:gd name="connsiteX0" fmla="*/ -200 w 1168214"/>
                <a:gd name="connsiteY0" fmla="*/ -304 h 1545857"/>
                <a:gd name="connsiteX1" fmla="*/ -200 w 1168214"/>
                <a:gd name="connsiteY1" fmla="*/ 1329410 h 1545857"/>
                <a:gd name="connsiteX2" fmla="*/ 583908 w 1168214"/>
                <a:gd name="connsiteY2" fmla="*/ 1545553 h 1545857"/>
                <a:gd name="connsiteX3" fmla="*/ 1168015 w 1168214"/>
                <a:gd name="connsiteY3" fmla="*/ 1329410 h 1545857"/>
                <a:gd name="connsiteX4" fmla="*/ 1168015 w 1168214"/>
                <a:gd name="connsiteY4" fmla="*/ -304 h 1545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214" h="1545857">
                  <a:moveTo>
                    <a:pt x="-200" y="-304"/>
                  </a:moveTo>
                  <a:lnTo>
                    <a:pt x="-200" y="1329410"/>
                  </a:lnTo>
                  <a:cubicBezTo>
                    <a:pt x="-200" y="1448806"/>
                    <a:pt x="261305" y="1545553"/>
                    <a:pt x="583908" y="1545553"/>
                  </a:cubicBezTo>
                  <a:cubicBezTo>
                    <a:pt x="906510" y="1545553"/>
                    <a:pt x="1168015" y="1448806"/>
                    <a:pt x="1168015" y="1329410"/>
                  </a:cubicBezTo>
                  <a:lnTo>
                    <a:pt x="1168015" y="-304"/>
                  </a:lnTo>
                  <a:close/>
                </a:path>
              </a:pathLst>
            </a:custGeom>
            <a:gradFill>
              <a:gsLst>
                <a:gs pos="0">
                  <a:srgbClr val="FFFFFF">
                    <a:alpha val="16000"/>
                  </a:srgbClr>
                </a:gs>
                <a:gs pos="50000">
                  <a:srgbClr val="FFFFFF"/>
                </a:gs>
                <a:gs pos="100000">
                  <a:srgbClr val="FFFFFF"/>
                </a:gs>
              </a:gsLst>
              <a:lin ang="16200000" scaled="1"/>
            </a:gradFill>
            <a:ln w="3289"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CED7830-1F45-FFDE-6CE8-8B21FC740D9A}"/>
                </a:ext>
              </a:extLst>
            </p:cNvPr>
            <p:cNvSpPr/>
            <p:nvPr/>
          </p:nvSpPr>
          <p:spPr>
            <a:xfrm>
              <a:off x="1130958" y="3877143"/>
              <a:ext cx="1715888" cy="634973"/>
            </a:xfrm>
            <a:custGeom>
              <a:avLst/>
              <a:gdLst>
                <a:gd name="connsiteX0" fmla="*/ 1361381 w 1361380"/>
                <a:gd name="connsiteY0" fmla="*/ 251893 h 503786"/>
                <a:gd name="connsiteX1" fmla="*/ 680690 w 1361380"/>
                <a:gd name="connsiteY1" fmla="*/ 503786 h 503786"/>
                <a:gd name="connsiteX2" fmla="*/ 0 w 1361380"/>
                <a:gd name="connsiteY2" fmla="*/ 251893 h 503786"/>
                <a:gd name="connsiteX3" fmla="*/ 680690 w 1361380"/>
                <a:gd name="connsiteY3" fmla="*/ 0 h 503786"/>
                <a:gd name="connsiteX4" fmla="*/ 1361381 w 1361380"/>
                <a:gd name="connsiteY4" fmla="*/ 251893 h 503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380" h="503786">
                  <a:moveTo>
                    <a:pt x="1361381" y="251893"/>
                  </a:moveTo>
                  <a:cubicBezTo>
                    <a:pt x="1361381" y="391010"/>
                    <a:pt x="1056625" y="503786"/>
                    <a:pt x="680690" y="503786"/>
                  </a:cubicBezTo>
                  <a:cubicBezTo>
                    <a:pt x="304755" y="503786"/>
                    <a:pt x="0" y="391010"/>
                    <a:pt x="0" y="251893"/>
                  </a:cubicBezTo>
                  <a:cubicBezTo>
                    <a:pt x="0" y="112776"/>
                    <a:pt x="304755" y="0"/>
                    <a:pt x="680690" y="0"/>
                  </a:cubicBezTo>
                  <a:cubicBezTo>
                    <a:pt x="1056625" y="0"/>
                    <a:pt x="1361381" y="112776"/>
                    <a:pt x="1361381" y="251893"/>
                  </a:cubicBezTo>
                  <a:close/>
                </a:path>
              </a:pathLst>
            </a:custGeom>
            <a:gradFill>
              <a:gsLst>
                <a:gs pos="0">
                  <a:srgbClr val="FFFFFF"/>
                </a:gs>
                <a:gs pos="50000">
                  <a:srgbClr val="FFFFFF"/>
                </a:gs>
                <a:gs pos="100000">
                  <a:srgbClr val="FFFFFF"/>
                </a:gs>
              </a:gsLst>
              <a:lin ang="1967062" scaled="1"/>
            </a:gradFill>
            <a:ln w="3289" cap="flat">
              <a:noFill/>
              <a:prstDash val="solid"/>
              <a:miter/>
            </a:ln>
          </p:spPr>
          <p:txBody>
            <a:bodyPr rtlCol="0" anchor="ctr"/>
            <a:lstStyle/>
            <a:p>
              <a:endParaRPr lang="en-US"/>
            </a:p>
          </p:txBody>
        </p:sp>
        <p:sp>
          <p:nvSpPr>
            <p:cNvPr id="29" name="TextBox 28">
              <a:extLst>
                <a:ext uri="{FF2B5EF4-FFF2-40B4-BE49-F238E27FC236}">
                  <a16:creationId xmlns:a16="http://schemas.microsoft.com/office/drawing/2014/main" id="{23690E92-D6E8-4F3E-8ABA-B97FEAD0116A}"/>
                </a:ext>
              </a:extLst>
            </p:cNvPr>
            <p:cNvSpPr txBox="1"/>
            <p:nvPr/>
          </p:nvSpPr>
          <p:spPr>
            <a:xfrm>
              <a:off x="-153054" y="5523556"/>
              <a:ext cx="4159187" cy="978752"/>
            </a:xfrm>
            <a:prstGeom prst="rect">
              <a:avLst/>
            </a:prstGeom>
            <a:noFill/>
          </p:spPr>
          <p:txBody>
            <a:bodyPr wrap="square">
              <a:spAutoFit/>
            </a:bodyPr>
            <a:lstStyle/>
            <a:p>
              <a:pPr algn="ctr"/>
              <a:r>
                <a:rPr lang="fr-FR" sz="1600" b="1" dirty="0">
                  <a:solidFill>
                    <a:schemeClr val="tx1">
                      <a:lumMod val="65000"/>
                      <a:lumOff val="35000"/>
                    </a:schemeClr>
                  </a:solidFill>
                  <a:latin typeface="Lora" pitchFamily="2" charset="0"/>
                </a:rPr>
                <a:t>Amélioration de la Visibilité</a:t>
              </a:r>
            </a:p>
            <a:p>
              <a:pPr algn="ctr"/>
              <a:r>
                <a:rPr lang="fr-FR" sz="1600" b="1" dirty="0">
                  <a:solidFill>
                    <a:schemeClr val="tx1">
                      <a:lumMod val="65000"/>
                      <a:lumOff val="35000"/>
                    </a:schemeClr>
                  </a:solidFill>
                  <a:latin typeface="Lora" pitchFamily="2" charset="0"/>
                </a:rPr>
                <a:t> et de la Transparence avec l’IA</a:t>
              </a:r>
            </a:p>
            <a:p>
              <a:pPr algn="ctr"/>
              <a:r>
                <a:rPr lang="en-US" sz="2000" b="1" dirty="0">
                  <a:solidFill>
                    <a:schemeClr val="tx1">
                      <a:lumMod val="65000"/>
                      <a:lumOff val="35000"/>
                    </a:schemeClr>
                  </a:solidFill>
                  <a:latin typeface="Lora" pitchFamily="2" charset="0"/>
                </a:rPr>
                <a:t> </a:t>
              </a:r>
            </a:p>
          </p:txBody>
        </p:sp>
        <p:grpSp>
          <p:nvGrpSpPr>
            <p:cNvPr id="31" name="Group 30">
              <a:extLst>
                <a:ext uri="{FF2B5EF4-FFF2-40B4-BE49-F238E27FC236}">
                  <a16:creationId xmlns:a16="http://schemas.microsoft.com/office/drawing/2014/main" id="{7B8D31F5-AB33-540D-4D15-C5D2D005131C}"/>
                </a:ext>
              </a:extLst>
            </p:cNvPr>
            <p:cNvGrpSpPr/>
            <p:nvPr/>
          </p:nvGrpSpPr>
          <p:grpSpPr>
            <a:xfrm>
              <a:off x="4631066" y="3693689"/>
              <a:ext cx="167206" cy="409596"/>
              <a:chOff x="3306125" y="4023856"/>
              <a:chExt cx="146215" cy="358175"/>
            </a:xfrm>
            <a:solidFill>
              <a:schemeClr val="tx1"/>
            </a:solidFill>
          </p:grpSpPr>
          <p:sp>
            <p:nvSpPr>
              <p:cNvPr id="40" name="Freeform: Shape 39">
                <a:extLst>
                  <a:ext uri="{FF2B5EF4-FFF2-40B4-BE49-F238E27FC236}">
                    <a16:creationId xmlns:a16="http://schemas.microsoft.com/office/drawing/2014/main" id="{84A1CDFE-2182-DE89-2A6A-6D7DF094ADAF}"/>
                  </a:ext>
                </a:extLst>
              </p:cNvPr>
              <p:cNvSpPr/>
              <p:nvPr/>
            </p:nvSpPr>
            <p:spPr>
              <a:xfrm>
                <a:off x="3379234" y="4023856"/>
                <a:ext cx="3627" cy="240330"/>
              </a:xfrm>
              <a:custGeom>
                <a:avLst/>
                <a:gdLst>
                  <a:gd name="connsiteX0" fmla="*/ 0 w 3291"/>
                  <a:gd name="connsiteY0" fmla="*/ 0 h 218052"/>
                  <a:gd name="connsiteX1" fmla="*/ 0 w 3291"/>
                  <a:gd name="connsiteY1" fmla="*/ 218053 h 218052"/>
                </a:gdLst>
                <a:ahLst/>
                <a:cxnLst>
                  <a:cxn ang="0">
                    <a:pos x="connsiteX0" y="connsiteY0"/>
                  </a:cxn>
                  <a:cxn ang="0">
                    <a:pos x="connsiteX1" y="connsiteY1"/>
                  </a:cxn>
                </a:cxnLst>
                <a:rect l="l" t="t" r="r" b="b"/>
                <a:pathLst>
                  <a:path w="3291" h="218052">
                    <a:moveTo>
                      <a:pt x="0" y="0"/>
                    </a:moveTo>
                    <a:lnTo>
                      <a:pt x="0" y="218053"/>
                    </a:lnTo>
                  </a:path>
                </a:pathLst>
              </a:custGeom>
              <a:grpFill/>
              <a:ln w="17892" cap="flat">
                <a:solidFill>
                  <a:srgbClr val="231F20"/>
                </a:solid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3DBA-CEE9-472F-0476-1137AC9FE376}"/>
                  </a:ext>
                </a:extLst>
              </p:cNvPr>
              <p:cNvSpPr/>
              <p:nvPr/>
            </p:nvSpPr>
            <p:spPr>
              <a:xfrm>
                <a:off x="3306125" y="4208749"/>
                <a:ext cx="146215" cy="173282"/>
              </a:xfrm>
              <a:custGeom>
                <a:avLst/>
                <a:gdLst>
                  <a:gd name="connsiteX0" fmla="*/ 0 w 132661"/>
                  <a:gd name="connsiteY0" fmla="*/ 0 h 157219"/>
                  <a:gd name="connsiteX1" fmla="*/ 66331 w 132661"/>
                  <a:gd name="connsiteY1" fmla="*/ 28178 h 157219"/>
                  <a:gd name="connsiteX2" fmla="*/ 132662 w 132661"/>
                  <a:gd name="connsiteY2" fmla="*/ 0 h 157219"/>
                  <a:gd name="connsiteX3" fmla="*/ 66331 w 132661"/>
                  <a:gd name="connsiteY3" fmla="*/ 157219 h 157219"/>
                  <a:gd name="connsiteX4" fmla="*/ 0 w 132661"/>
                  <a:gd name="connsiteY4" fmla="*/ 0 h 15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661" h="157219">
                    <a:moveTo>
                      <a:pt x="0" y="0"/>
                    </a:moveTo>
                    <a:lnTo>
                      <a:pt x="66331" y="28178"/>
                    </a:lnTo>
                    <a:lnTo>
                      <a:pt x="132662" y="0"/>
                    </a:lnTo>
                    <a:lnTo>
                      <a:pt x="66331" y="157219"/>
                    </a:lnTo>
                    <a:lnTo>
                      <a:pt x="0" y="0"/>
                    </a:lnTo>
                    <a:close/>
                  </a:path>
                </a:pathLst>
              </a:custGeom>
              <a:grpFill/>
              <a:ln w="3289" cap="flat">
                <a:noFill/>
                <a:prstDash val="solid"/>
                <a:miter/>
              </a:ln>
            </p:spPr>
            <p:txBody>
              <a:bodyPr rtlCol="0" anchor="ctr"/>
              <a:lstStyle/>
              <a:p>
                <a:endParaRPr lang="en-US"/>
              </a:p>
            </p:txBody>
          </p:sp>
        </p:grpSp>
        <p:sp>
          <p:nvSpPr>
            <p:cNvPr id="32" name="Freeform: Shape 31">
              <a:extLst>
                <a:ext uri="{FF2B5EF4-FFF2-40B4-BE49-F238E27FC236}">
                  <a16:creationId xmlns:a16="http://schemas.microsoft.com/office/drawing/2014/main" id="{B5D89677-46DA-38C7-63AA-4DD96C7C3194}"/>
                </a:ext>
              </a:extLst>
            </p:cNvPr>
            <p:cNvSpPr/>
            <p:nvPr/>
          </p:nvSpPr>
          <p:spPr>
            <a:xfrm>
              <a:off x="3845708" y="2905642"/>
              <a:ext cx="1794597" cy="846119"/>
            </a:xfrm>
            <a:custGeom>
              <a:avLst/>
              <a:gdLst>
                <a:gd name="connsiteX0" fmla="*/ -200 w 1423827"/>
                <a:gd name="connsiteY0" fmla="*/ -304 h 671308"/>
                <a:gd name="connsiteX1" fmla="*/ -200 w 1423827"/>
                <a:gd name="connsiteY1" fmla="*/ 423458 h 671308"/>
                <a:gd name="connsiteX2" fmla="*/ 1117 w 1423827"/>
                <a:gd name="connsiteY2" fmla="*/ 423458 h 671308"/>
                <a:gd name="connsiteX3" fmla="*/ 711698 w 1423827"/>
                <a:gd name="connsiteY3" fmla="*/ 671005 h 671308"/>
                <a:gd name="connsiteX4" fmla="*/ 1422311 w 1423827"/>
                <a:gd name="connsiteY4" fmla="*/ 423458 h 671308"/>
                <a:gd name="connsiteX5" fmla="*/ 1423628 w 1423827"/>
                <a:gd name="connsiteY5" fmla="*/ 423458 h 671308"/>
                <a:gd name="connsiteX6" fmla="*/ 1423628 w 1423827"/>
                <a:gd name="connsiteY6" fmla="*/ -304 h 67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3827" h="671308">
                  <a:moveTo>
                    <a:pt x="-200" y="-304"/>
                  </a:moveTo>
                  <a:lnTo>
                    <a:pt x="-200" y="423458"/>
                  </a:lnTo>
                  <a:lnTo>
                    <a:pt x="1117" y="423458"/>
                  </a:lnTo>
                  <a:cubicBezTo>
                    <a:pt x="23304" y="561551"/>
                    <a:pt x="332936" y="671005"/>
                    <a:pt x="711698" y="671005"/>
                  </a:cubicBezTo>
                  <a:cubicBezTo>
                    <a:pt x="1090459" y="671005"/>
                    <a:pt x="1400091" y="561551"/>
                    <a:pt x="1422311" y="423458"/>
                  </a:cubicBezTo>
                  <a:lnTo>
                    <a:pt x="1423628" y="423458"/>
                  </a:lnTo>
                  <a:lnTo>
                    <a:pt x="1423628" y="-304"/>
                  </a:lnTo>
                  <a:close/>
                </a:path>
              </a:pathLst>
            </a:custGeom>
            <a:solidFill>
              <a:srgbClr val="B4C7E7"/>
            </a:solidFill>
            <a:ln w="3289"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FBD5B3FC-8B52-F1F0-05A6-27EF781AE8E9}"/>
                </a:ext>
              </a:extLst>
            </p:cNvPr>
            <p:cNvSpPr/>
            <p:nvPr/>
          </p:nvSpPr>
          <p:spPr>
            <a:xfrm>
              <a:off x="3845024" y="2552612"/>
              <a:ext cx="1794638" cy="664099"/>
            </a:xfrm>
            <a:custGeom>
              <a:avLst/>
              <a:gdLst>
                <a:gd name="connsiteX0" fmla="*/ 1423860 w 1423860"/>
                <a:gd name="connsiteY0" fmla="*/ 263447 h 526894"/>
                <a:gd name="connsiteX1" fmla="*/ 711930 w 1423860"/>
                <a:gd name="connsiteY1" fmla="*/ 526895 h 526894"/>
                <a:gd name="connsiteX2" fmla="*/ 0 w 1423860"/>
                <a:gd name="connsiteY2" fmla="*/ 263447 h 526894"/>
                <a:gd name="connsiteX3" fmla="*/ 711930 w 1423860"/>
                <a:gd name="connsiteY3" fmla="*/ 0 h 526894"/>
                <a:gd name="connsiteX4" fmla="*/ 1423860 w 1423860"/>
                <a:gd name="connsiteY4" fmla="*/ 263447 h 526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860" h="526894">
                  <a:moveTo>
                    <a:pt x="1423860" y="263447"/>
                  </a:moveTo>
                  <a:cubicBezTo>
                    <a:pt x="1423860" y="408945"/>
                    <a:pt x="1105118" y="526895"/>
                    <a:pt x="711930" y="526895"/>
                  </a:cubicBezTo>
                  <a:cubicBezTo>
                    <a:pt x="318742" y="526895"/>
                    <a:pt x="0" y="408945"/>
                    <a:pt x="0" y="263447"/>
                  </a:cubicBezTo>
                  <a:cubicBezTo>
                    <a:pt x="0" y="117949"/>
                    <a:pt x="318742" y="0"/>
                    <a:pt x="711930" y="0"/>
                  </a:cubicBezTo>
                  <a:cubicBezTo>
                    <a:pt x="1105118" y="0"/>
                    <a:pt x="1423860" y="117949"/>
                    <a:pt x="1423860" y="263447"/>
                  </a:cubicBezTo>
                  <a:close/>
                </a:path>
              </a:pathLst>
            </a:custGeom>
            <a:solidFill>
              <a:srgbClr val="B4C7E7"/>
            </a:solidFill>
            <a:ln w="32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4" name="Freeform: Shape 33">
              <a:extLst>
                <a:ext uri="{FF2B5EF4-FFF2-40B4-BE49-F238E27FC236}">
                  <a16:creationId xmlns:a16="http://schemas.microsoft.com/office/drawing/2014/main" id="{23FB697E-9928-E3B2-448A-97276584C0FF}"/>
                </a:ext>
              </a:extLst>
            </p:cNvPr>
            <p:cNvSpPr/>
            <p:nvPr/>
          </p:nvSpPr>
          <p:spPr>
            <a:xfrm>
              <a:off x="3867134" y="2552621"/>
              <a:ext cx="1715888" cy="634973"/>
            </a:xfrm>
            <a:custGeom>
              <a:avLst/>
              <a:gdLst>
                <a:gd name="connsiteX0" fmla="*/ 1361381 w 1361380"/>
                <a:gd name="connsiteY0" fmla="*/ 251893 h 503786"/>
                <a:gd name="connsiteX1" fmla="*/ 680690 w 1361380"/>
                <a:gd name="connsiteY1" fmla="*/ 503786 h 503786"/>
                <a:gd name="connsiteX2" fmla="*/ 0 w 1361380"/>
                <a:gd name="connsiteY2" fmla="*/ 251893 h 503786"/>
                <a:gd name="connsiteX3" fmla="*/ 680690 w 1361380"/>
                <a:gd name="connsiteY3" fmla="*/ 0 h 503786"/>
                <a:gd name="connsiteX4" fmla="*/ 1361381 w 1361380"/>
                <a:gd name="connsiteY4" fmla="*/ 251893 h 503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380" h="503786">
                  <a:moveTo>
                    <a:pt x="1361381" y="251893"/>
                  </a:moveTo>
                  <a:cubicBezTo>
                    <a:pt x="1361381" y="391010"/>
                    <a:pt x="1056626" y="503786"/>
                    <a:pt x="680690" y="503786"/>
                  </a:cubicBezTo>
                  <a:cubicBezTo>
                    <a:pt x="304756" y="503786"/>
                    <a:pt x="0" y="391010"/>
                    <a:pt x="0" y="251893"/>
                  </a:cubicBezTo>
                  <a:cubicBezTo>
                    <a:pt x="0" y="112776"/>
                    <a:pt x="304755" y="0"/>
                    <a:pt x="680690" y="0"/>
                  </a:cubicBezTo>
                  <a:cubicBezTo>
                    <a:pt x="1056625" y="0"/>
                    <a:pt x="1361381" y="112776"/>
                    <a:pt x="1361381" y="251893"/>
                  </a:cubicBezTo>
                  <a:close/>
                </a:path>
              </a:pathLst>
            </a:custGeom>
            <a:gradFill>
              <a:gsLst>
                <a:gs pos="0">
                  <a:srgbClr val="FFFFFF"/>
                </a:gs>
                <a:gs pos="50000">
                  <a:srgbClr val="FFFFFF"/>
                </a:gs>
                <a:gs pos="100000">
                  <a:srgbClr val="FFFFFF"/>
                </a:gs>
              </a:gsLst>
              <a:lin ang="1967062" scaled="1"/>
            </a:gradFill>
            <a:ln w="3289"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B428D549-B1B7-7108-3A01-DDD4A972F5FD}"/>
                </a:ext>
              </a:extLst>
            </p:cNvPr>
            <p:cNvSpPr/>
            <p:nvPr/>
          </p:nvSpPr>
          <p:spPr>
            <a:xfrm>
              <a:off x="4006132" y="1656243"/>
              <a:ext cx="1472422" cy="1321738"/>
            </a:xfrm>
            <a:custGeom>
              <a:avLst/>
              <a:gdLst>
                <a:gd name="connsiteX0" fmla="*/ -200 w 1168214"/>
                <a:gd name="connsiteY0" fmla="*/ -304 h 1545857"/>
                <a:gd name="connsiteX1" fmla="*/ -200 w 1168214"/>
                <a:gd name="connsiteY1" fmla="*/ 1329410 h 1545857"/>
                <a:gd name="connsiteX2" fmla="*/ 583908 w 1168214"/>
                <a:gd name="connsiteY2" fmla="*/ 1545553 h 1545857"/>
                <a:gd name="connsiteX3" fmla="*/ 1168015 w 1168214"/>
                <a:gd name="connsiteY3" fmla="*/ 1329410 h 1545857"/>
                <a:gd name="connsiteX4" fmla="*/ 1168015 w 1168214"/>
                <a:gd name="connsiteY4" fmla="*/ -304 h 1545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214" h="1545857">
                  <a:moveTo>
                    <a:pt x="-200" y="-304"/>
                  </a:moveTo>
                  <a:lnTo>
                    <a:pt x="-200" y="1329410"/>
                  </a:lnTo>
                  <a:cubicBezTo>
                    <a:pt x="-200" y="1448806"/>
                    <a:pt x="261305" y="1545553"/>
                    <a:pt x="583908" y="1545553"/>
                  </a:cubicBezTo>
                  <a:cubicBezTo>
                    <a:pt x="906510" y="1545553"/>
                    <a:pt x="1168015" y="1448806"/>
                    <a:pt x="1168015" y="1329410"/>
                  </a:cubicBezTo>
                  <a:lnTo>
                    <a:pt x="1168015" y="-304"/>
                  </a:lnTo>
                  <a:close/>
                </a:path>
              </a:pathLst>
            </a:custGeom>
            <a:gradFill>
              <a:gsLst>
                <a:gs pos="0">
                  <a:srgbClr val="FFFFFF">
                    <a:alpha val="16000"/>
                  </a:srgbClr>
                </a:gs>
                <a:gs pos="50000">
                  <a:srgbClr val="FFFFFF"/>
                </a:gs>
                <a:gs pos="100000">
                  <a:srgbClr val="FFFFFF"/>
                </a:gs>
              </a:gsLst>
              <a:lin ang="16200000" scaled="1"/>
            </a:gradFill>
            <a:ln w="3289" cap="flat">
              <a:noFill/>
              <a:prstDash val="solid"/>
              <a:miter/>
            </a:ln>
          </p:spPr>
          <p:txBody>
            <a:bodyPr rtlCol="0" anchor="ctr"/>
            <a:lstStyle/>
            <a:p>
              <a:endParaRPr lang="en-US"/>
            </a:p>
          </p:txBody>
        </p:sp>
        <p:sp>
          <p:nvSpPr>
            <p:cNvPr id="36" name="TextBox 35">
              <a:extLst>
                <a:ext uri="{FF2B5EF4-FFF2-40B4-BE49-F238E27FC236}">
                  <a16:creationId xmlns:a16="http://schemas.microsoft.com/office/drawing/2014/main" id="{9144980C-AF4E-38A2-D720-B1BBA458C338}"/>
                </a:ext>
              </a:extLst>
            </p:cNvPr>
            <p:cNvSpPr txBox="1"/>
            <p:nvPr/>
          </p:nvSpPr>
          <p:spPr>
            <a:xfrm>
              <a:off x="3704482" y="4145840"/>
              <a:ext cx="2066021" cy="978752"/>
            </a:xfrm>
            <a:prstGeom prst="rect">
              <a:avLst/>
            </a:prstGeom>
            <a:noFill/>
          </p:spPr>
          <p:txBody>
            <a:bodyPr wrap="square">
              <a:spAutoFit/>
            </a:bodyPr>
            <a:lstStyle/>
            <a:p>
              <a:pPr algn="ctr"/>
              <a:r>
                <a:rPr lang="en-US" sz="1600" b="1" dirty="0" err="1">
                  <a:solidFill>
                    <a:schemeClr val="tx1">
                      <a:lumMod val="65000"/>
                      <a:lumOff val="35000"/>
                    </a:schemeClr>
                  </a:solidFill>
                  <a:latin typeface="Lora" pitchFamily="2" charset="0"/>
                </a:rPr>
                <a:t>Sécurité</a:t>
              </a:r>
              <a:r>
                <a:rPr lang="en-US" sz="1600" b="1" dirty="0">
                  <a:solidFill>
                    <a:schemeClr val="tx1">
                      <a:lumMod val="65000"/>
                      <a:lumOff val="35000"/>
                    </a:schemeClr>
                  </a:solidFill>
                  <a:latin typeface="Lora" pitchFamily="2" charset="0"/>
                </a:rPr>
                <a:t> </a:t>
              </a:r>
              <a:r>
                <a:rPr lang="en-US" sz="1600" b="1" dirty="0" err="1">
                  <a:solidFill>
                    <a:schemeClr val="tx1">
                      <a:lumMod val="65000"/>
                      <a:lumOff val="35000"/>
                    </a:schemeClr>
                  </a:solidFill>
                  <a:latin typeface="Lora" pitchFamily="2" charset="0"/>
                </a:rPr>
                <a:t>Réseau</a:t>
              </a:r>
              <a:r>
                <a:rPr lang="en-US" sz="1600" b="1" dirty="0">
                  <a:solidFill>
                    <a:schemeClr val="tx1">
                      <a:lumMod val="65000"/>
                      <a:lumOff val="35000"/>
                    </a:schemeClr>
                  </a:solidFill>
                  <a:latin typeface="Lora" pitchFamily="2" charset="0"/>
                </a:rPr>
                <a:t> </a:t>
              </a:r>
            </a:p>
            <a:p>
              <a:pPr algn="ctr"/>
              <a:r>
                <a:rPr lang="en-US" sz="1600" b="1" dirty="0">
                  <a:solidFill>
                    <a:schemeClr val="tx1">
                      <a:lumMod val="65000"/>
                      <a:lumOff val="35000"/>
                    </a:schemeClr>
                  </a:solidFill>
                  <a:latin typeface="Lora" pitchFamily="2" charset="0"/>
                </a:rPr>
                <a:t>et Segmentation</a:t>
              </a:r>
            </a:p>
            <a:p>
              <a:pPr algn="ctr"/>
              <a:r>
                <a:rPr lang="en-US" sz="2000" b="1" dirty="0">
                  <a:solidFill>
                    <a:schemeClr val="tx1">
                      <a:lumMod val="65000"/>
                      <a:lumOff val="35000"/>
                    </a:schemeClr>
                  </a:solidFill>
                  <a:latin typeface="Lora" pitchFamily="2" charset="0"/>
                </a:rPr>
                <a:t> </a:t>
              </a:r>
            </a:p>
          </p:txBody>
        </p:sp>
        <p:pic>
          <p:nvPicPr>
            <p:cNvPr id="37" name="Picture 4" descr="Idea - Free industry icons">
              <a:extLst>
                <a:ext uri="{FF2B5EF4-FFF2-40B4-BE49-F238E27FC236}">
                  <a16:creationId xmlns:a16="http://schemas.microsoft.com/office/drawing/2014/main" id="{DBEBD087-5257-CD0C-A723-52ED2B5505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7065" y="2463658"/>
              <a:ext cx="470554" cy="470554"/>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4" descr="Idea - Free industry icons">
            <a:extLst>
              <a:ext uri="{FF2B5EF4-FFF2-40B4-BE49-F238E27FC236}">
                <a16:creationId xmlns:a16="http://schemas.microsoft.com/office/drawing/2014/main" id="{F8DB2AB3-C5F9-39FB-0E0E-E7B03B4F6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1627" y="3404405"/>
            <a:ext cx="470554" cy="470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304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lstStyle/>
          <a:p>
            <a:pPr marL="0" indent="0" algn="ctr"/>
            <a:r>
              <a:rPr lang="fr-FR" dirty="0">
                <a:ln w="0"/>
                <a:solidFill>
                  <a:srgbClr val="002060"/>
                </a:solidFill>
                <a:latin typeface="Bahnschrift" panose="020B0502040204020203" pitchFamily="34" charset="0"/>
              </a:rPr>
              <a:t>Merci de votre attention</a:t>
            </a:r>
          </a:p>
        </p:txBody>
      </p:sp>
    </p:spTree>
    <p:extLst>
      <p:ext uri="{BB962C8B-B14F-4D97-AF65-F5344CB8AC3E}">
        <p14:creationId xmlns:p14="http://schemas.microsoft.com/office/powerpoint/2010/main" val="652171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2186</TotalTime>
  <Words>3022</Words>
  <Application>Microsoft Office PowerPoint</Application>
  <PresentationFormat>Widescreen</PresentationFormat>
  <Paragraphs>292</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Bahnschrift</vt:lpstr>
      <vt:lpstr>Calibri</vt:lpstr>
      <vt:lpstr>Calibri Light</vt:lpstr>
      <vt:lpstr>Courier New</vt:lpstr>
      <vt:lpstr>Lora</vt:lpstr>
      <vt:lpstr>Times New Roman</vt:lpstr>
      <vt:lpstr>Office Theme</vt:lpstr>
      <vt:lpstr>PowerPoint Presentation</vt:lpstr>
      <vt:lpstr>Automatisation de la sécurité</vt:lpstr>
      <vt:lpstr>Présentation de l’organisme d’acceuil</vt:lpstr>
      <vt:lpstr>Problématique</vt:lpstr>
      <vt:lpstr>Objectifs</vt:lpstr>
      <vt:lpstr>Solution envisagé</vt:lpstr>
      <vt:lpstr>Plan</vt:lpstr>
      <vt:lpstr>Conceptes de DevSecOps</vt:lpstr>
      <vt:lpstr>Avantages de DevSecOps</vt:lpstr>
      <vt:lpstr>Infrastructure as Code (IaC)</vt:lpstr>
      <vt:lpstr>Bénéfices de l'IaC</vt:lpstr>
      <vt:lpstr>Plan</vt:lpstr>
      <vt:lpstr>Besoins fonctionnelles</vt:lpstr>
      <vt:lpstr>Besoins non fonctionnelles</vt:lpstr>
      <vt:lpstr>Plan</vt:lpstr>
      <vt:lpstr>Architecture de la Solution envisagé</vt:lpstr>
      <vt:lpstr>Architecture logicielle</vt:lpstr>
      <vt:lpstr>Plan</vt:lpstr>
      <vt:lpstr>Choix technologiques</vt:lpstr>
      <vt:lpstr>Gestion des secrets avec vault</vt:lpstr>
      <vt:lpstr>Gestion des secrets avec Ansible-vault</vt:lpstr>
      <vt:lpstr>Provisionnement avec Terraform</vt:lpstr>
      <vt:lpstr>Configuration des addresses IP avec Ansible</vt:lpstr>
      <vt:lpstr>Configuration avec Ansible</vt:lpstr>
      <vt:lpstr>Configuration avec Ansible</vt:lpstr>
      <vt:lpstr>Automatisation avec Jenkins</vt:lpstr>
      <vt:lpstr>Analyse de conformité</vt:lpstr>
      <vt:lpstr>Détection et Réponse d’une attaque brute force par SSH</vt:lpstr>
      <vt:lpstr>Détection et réponse des logiciels malveillants à l’aide de l’intégration avec VirusTotal</vt:lpstr>
      <vt:lpstr>Plan</vt:lpstr>
      <vt:lpstr>Conclusion</vt:lpstr>
      <vt:lpstr>Perspectives</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Bel7a</dc:creator>
  <cp:lastModifiedBy>Yasmine Mansouri</cp:lastModifiedBy>
  <cp:revision>466</cp:revision>
  <dcterms:created xsi:type="dcterms:W3CDTF">2024-06-17T23:51:24Z</dcterms:created>
  <dcterms:modified xsi:type="dcterms:W3CDTF">2024-06-24T00:18:57Z</dcterms:modified>
</cp:coreProperties>
</file>